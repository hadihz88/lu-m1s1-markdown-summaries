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707" r:id="rId2"/>
  </p:sldMasterIdLst>
  <p:notesMasterIdLst>
    <p:notesMasterId r:id="rId38"/>
  </p:notesMasterIdLst>
  <p:handoutMasterIdLst>
    <p:handoutMasterId r:id="rId39"/>
  </p:handoutMasterIdLst>
  <p:sldIdLst>
    <p:sldId id="816" r:id="rId3"/>
    <p:sldId id="258" r:id="rId4"/>
    <p:sldId id="523" r:id="rId5"/>
    <p:sldId id="783" r:id="rId6"/>
    <p:sldId id="815" r:id="rId7"/>
    <p:sldId id="294" r:id="rId8"/>
    <p:sldId id="817" r:id="rId9"/>
    <p:sldId id="530" r:id="rId10"/>
    <p:sldId id="531" r:id="rId11"/>
    <p:sldId id="785" r:id="rId12"/>
    <p:sldId id="786" r:id="rId13"/>
    <p:sldId id="787" r:id="rId14"/>
    <p:sldId id="533" r:id="rId15"/>
    <p:sldId id="534" r:id="rId16"/>
    <p:sldId id="535" r:id="rId17"/>
    <p:sldId id="536" r:id="rId18"/>
    <p:sldId id="532" r:id="rId19"/>
    <p:sldId id="776" r:id="rId20"/>
    <p:sldId id="538" r:id="rId21"/>
    <p:sldId id="679" r:id="rId22"/>
    <p:sldId id="799" r:id="rId23"/>
    <p:sldId id="800" r:id="rId24"/>
    <p:sldId id="263" r:id="rId25"/>
    <p:sldId id="264" r:id="rId26"/>
    <p:sldId id="811" r:id="rId27"/>
    <p:sldId id="812" r:id="rId28"/>
    <p:sldId id="267" r:id="rId29"/>
    <p:sldId id="269" r:id="rId30"/>
    <p:sldId id="270" r:id="rId31"/>
    <p:sldId id="804" r:id="rId32"/>
    <p:sldId id="266" r:id="rId33"/>
    <p:sldId id="806" r:id="rId34"/>
    <p:sldId id="813" r:id="rId35"/>
    <p:sldId id="807" r:id="rId36"/>
    <p:sldId id="798" r:id="rId3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8"/>
    <p:restoredTop sz="94628"/>
  </p:normalViewPr>
  <p:slideViewPr>
    <p:cSldViewPr snapToGrid="0">
      <p:cViewPr varScale="1">
        <p:scale>
          <a:sx n="110" d="100"/>
          <a:sy n="110" d="100"/>
        </p:scale>
        <p:origin x="16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>
            <a:extLst>
              <a:ext uri="{FF2B5EF4-FFF2-40B4-BE49-F238E27FC236}">
                <a16:creationId xmlns:a16="http://schemas.microsoft.com/office/drawing/2014/main" id="{D73165DD-2095-44C0-ADBA-B7DF98A06E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>
            <a:extLst>
              <a:ext uri="{FF2B5EF4-FFF2-40B4-BE49-F238E27FC236}">
                <a16:creationId xmlns:a16="http://schemas.microsoft.com/office/drawing/2014/main" id="{9D544E86-4F47-4B42-BBBF-FB3F902BF1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>
            <a:extLst>
              <a:ext uri="{FF2B5EF4-FFF2-40B4-BE49-F238E27FC236}">
                <a16:creationId xmlns:a16="http://schemas.microsoft.com/office/drawing/2014/main" id="{CA4DFCBA-E406-4E93-8CA5-04751423F24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>
            <a:extLst>
              <a:ext uri="{FF2B5EF4-FFF2-40B4-BE49-F238E27FC236}">
                <a16:creationId xmlns:a16="http://schemas.microsoft.com/office/drawing/2014/main" id="{DC4C7B1B-FB38-4D83-871A-C5AEA206B54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E3861D67-6369-43CC-80AE-781978EE18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2F266BD-2C47-452B-81BE-7BE1720AB4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F7E233E-A71D-4675-82A6-BA65DEA0867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8154DB25-E157-4A59-8480-F527B44D0A5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58BEE2B-262D-4D6C-9AC6-A997B5562E7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A8FB063-28CB-4570-AD50-308F140377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0120537-4713-4748-836F-C17185BDDB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2562CC23-F6F6-4676-BE9D-608BDCBD32D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>
            <a:extLst>
              <a:ext uri="{FF2B5EF4-FFF2-40B4-BE49-F238E27FC236}">
                <a16:creationId xmlns:a16="http://schemas.microsoft.com/office/drawing/2014/main" id="{21924A96-D120-4A1F-8AD8-16DABF08FC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AF488A-7FCC-46C4-8199-91962BB79C8E}" type="slidenum">
              <a:rPr lang="de-DE" altLang="en-US" sz="1300">
                <a:latin typeface="Times New Roman" panose="02020603050405020304" pitchFamily="18" charset="0"/>
              </a:rPr>
              <a:pPr/>
              <a:t>30</a:t>
            </a:fld>
            <a:endParaRPr lang="de-DE" altLang="en-US" sz="1300">
              <a:latin typeface="Times New Roman" panose="02020603050405020304" pitchFamily="18" charset="0"/>
            </a:endParaRPr>
          </a:p>
        </p:txBody>
      </p:sp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A55781AE-2F29-4FD9-81C1-F707472B46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92EE9F9A-ACE5-4FC1-8598-E90D87D69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82600"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Now I’ll describe the API that tries to meet these goals.</a:t>
            </a: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9463629E-6492-4E72-A695-16F7BCB1D717}"/>
              </a:ext>
            </a:extLst>
          </p:cNvPr>
          <p:cNvSpPr txBox="1">
            <a:spLocks noGrp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0171C0F-EF0D-4538-94F9-649A8EED617F}" type="slidenum">
              <a:rPr lang="en-US" altLang="en-US" sz="1300">
                <a:latin typeface="Calibri" panose="020F0502020204030204" pitchFamily="34" charset="0"/>
              </a:rPr>
              <a:pPr algn="r"/>
              <a:t>30</a:t>
            </a:fld>
            <a:endParaRPr lang="en-US" altLang="en-US" sz="13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Slide Image Placeholder 1">
            <a:extLst>
              <a:ext uri="{FF2B5EF4-FFF2-40B4-BE49-F238E27FC236}">
                <a16:creationId xmlns:a16="http://schemas.microsoft.com/office/drawing/2014/main" id="{DE16F6A8-70E4-41BD-9B09-20613FA5C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125954" name="Notes Placeholder 2">
            <a:extLst>
              <a:ext uri="{FF2B5EF4-FFF2-40B4-BE49-F238E27FC236}">
                <a16:creationId xmlns:a16="http://schemas.microsoft.com/office/drawing/2014/main" id="{46C58D19-07BC-4F31-9CFB-13616DC8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Slide Number Placeholder 3">
            <a:extLst>
              <a:ext uri="{FF2B5EF4-FFF2-40B4-BE49-F238E27FC236}">
                <a16:creationId xmlns:a16="http://schemas.microsoft.com/office/drawing/2014/main" id="{28DA933A-5B45-4525-A28B-FC8EA93A2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45468CF-8017-4AC4-894C-48BDADA0D291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C6C1DD-7EFA-4DF0-B3A3-249F4CCEAE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69214C5-58CA-46B0-B1A2-5D0B83F816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DBC47D4-D88E-4874-AF5B-3484824AAD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3E850042-601F-4EB2-A48D-289CFBE0DF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24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9F0373-CC98-4FB2-A2E6-1B4B09C857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4CBAF35-3C1F-4635-A3D3-3158174C2A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BCAB95-650E-49D7-B8A5-6752018A8E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5E00AD5B-7FBA-4CE5-8212-20703CEA9C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995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AAD4DA-06E6-46D6-82E9-0A1CBE442E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61922CE-38AF-4721-B465-534F31CF3F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8C228E7-DC84-4FA6-B5B7-632F0598B3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EA5BA7CD-3293-4956-B636-B13B4078DE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04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64CA2-F7B7-4537-9805-EFC555FE33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48092F7-583B-4EEA-9410-59F27D2169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596AEC5-95C2-4422-843F-4F632603D0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037EDDC5-EDA0-447B-A182-2995BBF8C8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75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D61384E-CF8A-4C5B-888B-30DEF509CF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F94AB-1967-4B6E-8845-496608B850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31B01-1CB3-4CA0-BAFF-DDDE9F8B6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2E515581-28E0-41BF-AE63-C8AA4E9BB7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85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47DE47-CA75-48D8-95C2-514C1EDB22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12D626A-E123-419C-A09A-0A9B6467A5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F5FBFA2-33AA-493A-8D74-89E8F5917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F992404D-BC10-4A0F-B918-3FD39A0A19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58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450F39E-CB3D-4DE9-B3C4-902ECC5CEB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80B8265-9115-4197-82E7-C93A54A789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F0C284B-D107-4538-8A64-93D113A93C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3FB9D797-31BD-489A-B903-5FD8DCF56F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38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AE013-4CEE-496B-A881-B0DDA04844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1EC641D-EF37-485E-8713-11C219C43B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A5D7292-3E80-4372-84C7-448EC5C5E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4C534322-CDCF-43CA-9F5A-ADCCCC860C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07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89D7E-CA04-494C-B446-03FA8D982B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F9BDC32-17CA-4031-B8CA-B5A657CFA4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A82572D-EF15-47FD-AFAA-BD64413FA1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7655E763-4F8D-4F81-BD6E-6C2029AF89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82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F16404-8502-41F2-A15B-1357214BED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16A8D4E-86FC-4D15-8E87-3F9B7AACA3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ABAFFC6-F6A0-4233-86E1-926C325DCC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5C1EB236-D7C7-4A84-96E4-5C93A95FA3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713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A4941E-9A58-4F0D-BCC0-400E69206D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9BB8DA7-CEFE-4015-83D1-88133C236B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B09D9EA-94F8-47AF-96C4-BF4CE723CF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2FCE4790-9A50-4782-ABEA-97268C7E12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632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F50C6-7DC3-46BD-AE11-DA8BF0C29E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5592A93-99E9-45CD-B65F-428FE8D90D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B640BF0-69D8-49BD-A0BC-6B5A96E46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4-</a:t>
            </a:r>
            <a:fld id="{60A66986-6780-4CB9-B5AE-CCC0EFD1CA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602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A17DC5-30AA-454D-8EA8-E421AAC27A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6A9F6A-FDDB-4F22-AA09-415B2CE697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6CBE28-72D2-4DF7-8E1E-1F63B9133D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402EF945-661E-4CFF-9C0B-A4C84E90C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5204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C77D7E-021F-48DF-B929-3B301483F6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F77ACB-9D04-42AD-8063-190F307726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4DD44D-0F7C-4DAC-AE75-90E7D70750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AD1F3551-A9CB-4573-B76C-3F8CAAB262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8943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309491-63F4-4035-BAB3-EC4F6F72E0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49385E-5454-4686-82D5-4B4BC394D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85E0B6-ADE3-4EB2-96CF-A5C453106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954A2422-92EE-4FD8-B205-8FBB84AE0D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593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A52C-5C84-4013-8491-B3723F111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37FC7-C442-4C54-9659-173671A808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F8E73-17CC-43F2-8174-EDE748824D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3158FA5B-3FAD-46E9-BB17-9C9EA9995F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969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7B631F-2C83-4C25-85D2-1B5B7596DC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64D2CCA-F60A-4FBC-BBA8-B504CA142D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FD3FFA0-B479-4CA1-8339-420F490D8D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F264B20F-8B72-483C-AFA3-E5D4E2DBA4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61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0A00E2F-16A1-4D41-AF44-D1E935AA2B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88EC46-BDD8-4192-BB33-2FBC4E7536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8AD27D-130E-464A-AC55-6BEDF8C1FF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F9E85F93-14DF-4F33-ACC4-AB356554AC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495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FAFA2B1-E290-4A68-B11D-6266E04725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E0D82CA-D985-4572-87B6-B252FB89D5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60F92EA-AE88-4BF0-9199-83C7FCF5E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5C2E330C-CAF9-4315-B344-B1662C0DCE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35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7413-D037-474A-9A6D-58592CAF47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95B81-5454-46DC-BA34-067FB1B3E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278C5-D0AB-4A6F-803B-A2F7C7B395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7393A1CB-2E3E-4C43-A1B2-3C65255ACB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697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CC1F-2C4A-40C9-963C-09630D9B3E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3BF80-9D70-4748-A7E9-2168C12306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47B15-E244-432A-86B5-1504CBB981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CA896633-EC49-433E-971B-A8A7D9AD29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938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D41BCC-CD28-46D4-A70F-0E8B17029E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DAD765-A657-4266-B94F-467B5B8E53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22B01B-8729-4429-81C0-84066D0478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BDBCF167-9C1F-4C9F-9950-1017572F90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738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4A3FF1-AAD7-40A0-B77B-2148D8357E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AEB0EC-A95D-43B8-B4BE-A264E058CA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913B27-86DD-4A09-AE71-C58579886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3-</a:t>
            </a:r>
            <a:fld id="{B0B6A090-123B-465C-9D01-0A9826DD04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73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740F94-57AF-4DD6-85A9-777E3F434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98E333-BCB7-4F96-9F75-135CC2B08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C2A06E-D18B-44C9-AB3D-0A6D6C6BD7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B90DB9B-5787-4D5D-85EE-B8F8D33E75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2" y="6481767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r>
              <a:rPr lang="en-US" altLang="en-US"/>
              <a:t>4-</a:t>
            </a:r>
            <a:fld id="{FC1E622E-A1B1-4087-9469-28C17F7E5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354EFA-65F3-44FA-9913-F581718A8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69051" y="6475417"/>
            <a:ext cx="2089150" cy="382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32" indent="-285744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2971" indent="-228594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160" indent="-228594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349" indent="-228594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  <p:sldLayoutId id="2147484124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5pPr>
      <a:lvl6pPr marL="457189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377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566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754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891" indent="-342891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688957" indent="-231769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Gill Sans MT"/>
          <a:ea typeface="MS PGothic" panose="020B0600070205080204" pitchFamily="34" charset="-128"/>
          <a:cs typeface="Gill Sans M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Gill Sans MT"/>
          <a:ea typeface="Gill Sans MT" charset="0"/>
          <a:cs typeface="Gill Sans M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Gill Sans MT" charset="0"/>
          <a:cs typeface="Gill Sans MT" charset="0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Gill Sans MT" charset="0"/>
          <a:cs typeface="Gill Sans MT" charset="0"/>
        </a:defRPr>
      </a:lvl5pPr>
      <a:lvl6pPr marL="2514537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726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8914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103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0B5A664-3C71-403C-A63A-1A1D8C2FE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8347DD-245A-479A-8881-D83758FA7F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5C8B45F-F653-42CD-9221-211AE799E1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Times New Roman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1597B1-497B-43A8-B904-35BC43F873A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45250"/>
            <a:ext cx="289560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Network Layer: Data Plane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CC5A93-217A-41C2-881D-89005CCBE0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2" y="6462717"/>
            <a:ext cx="6762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 altLang="en-US"/>
              <a:t>3-</a:t>
            </a:r>
            <a:fld id="{D596F77E-EC7B-4E25-8A8C-9B9CA6BD0E4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6" r:id="rId1"/>
    <p:sldLayoutId id="2147484137" r:id="rId2"/>
    <p:sldLayoutId id="2147484138" r:id="rId3"/>
    <p:sldLayoutId id="2147484139" r:id="rId4"/>
    <p:sldLayoutId id="2147484140" r:id="rId5"/>
    <p:sldLayoutId id="2147484141" r:id="rId6"/>
    <p:sldLayoutId id="2147484142" r:id="rId7"/>
    <p:sldLayoutId id="2147484143" r:id="rId8"/>
    <p:sldLayoutId id="2147484144" r:id="rId9"/>
    <p:sldLayoutId id="2147484145" r:id="rId10"/>
    <p:sldLayoutId id="2147484146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5pPr>
      <a:lvl6pPr marL="457189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377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566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754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891" indent="-342891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88957" indent="-231769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MS PGothic" panose="020B0600070205080204" pitchFamily="34" charset="-128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MS PGothic" panose="020B0600070205080204" pitchFamily="34" charset="-128"/>
        </a:defRPr>
      </a:lvl5pPr>
      <a:lvl6pPr marL="2514537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726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8914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103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5D83D-AFDA-F985-83C3-9395701B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>
            <a:extLst>
              <a:ext uri="{FF2B5EF4-FFF2-40B4-BE49-F238E27FC236}">
                <a16:creationId xmlns:a16="http://schemas.microsoft.com/office/drawing/2014/main" id="{C1D5A336-E1C6-94C9-8899-CB03EE8858E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759704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dirty="0"/>
              <a:t>* Overview of Network layer</a:t>
            </a:r>
          </a:p>
          <a:p>
            <a:pPr lvl="1"/>
            <a:r>
              <a:rPr lang="en-US" altLang="en-US" dirty="0">
                <a:latin typeface="Gill Sans MT" panose="020B0502020104020203" pitchFamily="34" charset="0"/>
              </a:rPr>
              <a:t>data plane</a:t>
            </a:r>
          </a:p>
          <a:p>
            <a:pPr lvl="1"/>
            <a:r>
              <a:rPr lang="en-US" altLang="en-US" dirty="0">
                <a:latin typeface="Gill Sans MT" panose="020B0502020104020203" pitchFamily="34" charset="0"/>
              </a:rPr>
              <a:t>control plane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* What</a:t>
            </a:r>
            <a:r>
              <a:rPr lang="ja-JP" altLang="en-US" sz="2400">
                <a:solidFill>
                  <a:schemeClr val="bg1">
                    <a:lumMod val="75000"/>
                  </a:schemeClr>
                </a:solidFill>
              </a:rPr>
              <a:t>’</a:t>
            </a:r>
            <a:r>
              <a:rPr lang="en-US" altLang="ja-JP" sz="2400" dirty="0">
                <a:solidFill>
                  <a:schemeClr val="bg1">
                    <a:lumMod val="75000"/>
                  </a:schemeClr>
                </a:solidFill>
              </a:rPr>
              <a:t>s inside a router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* Generalized Forward and SDN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Match 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Action 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OpenFlow  examples of match-plus-action in action</a:t>
            </a:r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275B41C6-FAEB-2788-3D56-8A25BB29B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400" dirty="0">
                <a:solidFill>
                  <a:srgbClr val="000099"/>
                </a:solidFill>
                <a:latin typeface="Gill Sans MT" panose="020B0502020104020203" pitchFamily="34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495009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reeform 1285">
            <a:extLst>
              <a:ext uri="{FF2B5EF4-FFF2-40B4-BE49-F238E27FC236}">
                <a16:creationId xmlns:a16="http://schemas.microsoft.com/office/drawing/2014/main" id="{F4CCF207-DD21-4E21-BFEF-FE433EC7D7CF}"/>
              </a:ext>
            </a:extLst>
          </p:cNvPr>
          <p:cNvSpPr>
            <a:spLocks/>
          </p:cNvSpPr>
          <p:nvPr/>
        </p:nvSpPr>
        <p:spPr bwMode="auto">
          <a:xfrm>
            <a:off x="6748464" y="3516316"/>
            <a:ext cx="1314451" cy="674687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4" name="Freeform 1286">
            <a:extLst>
              <a:ext uri="{FF2B5EF4-FFF2-40B4-BE49-F238E27FC236}">
                <a16:creationId xmlns:a16="http://schemas.microsoft.com/office/drawing/2014/main" id="{CFCC7397-F75F-43F0-B317-733C450185C8}"/>
              </a:ext>
            </a:extLst>
          </p:cNvPr>
          <p:cNvSpPr>
            <a:spLocks/>
          </p:cNvSpPr>
          <p:nvPr/>
        </p:nvSpPr>
        <p:spPr bwMode="auto">
          <a:xfrm>
            <a:off x="6767516" y="1990726"/>
            <a:ext cx="1730375" cy="1125539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5" name="Freeform 1287">
            <a:extLst>
              <a:ext uri="{FF2B5EF4-FFF2-40B4-BE49-F238E27FC236}">
                <a16:creationId xmlns:a16="http://schemas.microsoft.com/office/drawing/2014/main" id="{37EEA76A-16B9-4636-AD78-3001C84D2114}"/>
              </a:ext>
            </a:extLst>
          </p:cNvPr>
          <p:cNvSpPr>
            <a:spLocks/>
          </p:cNvSpPr>
          <p:nvPr/>
        </p:nvSpPr>
        <p:spPr bwMode="auto">
          <a:xfrm>
            <a:off x="4946653" y="1698628"/>
            <a:ext cx="1736725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36" name="Group 1288">
            <a:extLst>
              <a:ext uri="{FF2B5EF4-FFF2-40B4-BE49-F238E27FC236}">
                <a16:creationId xmlns:a16="http://schemas.microsoft.com/office/drawing/2014/main" id="{DACCCDD0-2E98-40BD-B124-93FB98F35550}"/>
              </a:ext>
            </a:extLst>
          </p:cNvPr>
          <p:cNvGrpSpPr>
            <a:grpSpLocks/>
          </p:cNvGrpSpPr>
          <p:nvPr/>
        </p:nvGrpSpPr>
        <p:grpSpPr bwMode="auto">
          <a:xfrm>
            <a:off x="5022854" y="2963864"/>
            <a:ext cx="1458913" cy="933451"/>
            <a:chOff x="2889" y="1631"/>
            <a:chExt cx="980" cy="743"/>
          </a:xfrm>
        </p:grpSpPr>
        <p:sp>
          <p:nvSpPr>
            <p:cNvPr id="44654" name="Rectangle 1289">
              <a:extLst>
                <a:ext uri="{FF2B5EF4-FFF2-40B4-BE49-F238E27FC236}">
                  <a16:creationId xmlns:a16="http://schemas.microsoft.com/office/drawing/2014/main" id="{DC888713-DC1C-4B2B-B9B4-6DDEA3050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655" name="AutoShape 1290">
              <a:extLst>
                <a:ext uri="{FF2B5EF4-FFF2-40B4-BE49-F238E27FC236}">
                  <a16:creationId xmlns:a16="http://schemas.microsoft.com/office/drawing/2014/main" id="{ECC8EA8C-6D37-4E53-8BD0-F323E3BE4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CCFF"/>
                </a:solidFill>
              </a:endParaRPr>
            </a:p>
          </p:txBody>
        </p:sp>
      </p:grpSp>
      <p:sp>
        <p:nvSpPr>
          <p:cNvPr id="44037" name="Line 1291">
            <a:extLst>
              <a:ext uri="{FF2B5EF4-FFF2-40B4-BE49-F238E27FC236}">
                <a16:creationId xmlns:a16="http://schemas.microsoft.com/office/drawing/2014/main" id="{1CA5E915-1216-4083-84D6-BA8E9D853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0578" y="3802064"/>
            <a:ext cx="163513" cy="1206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8" name="Line 1292">
            <a:extLst>
              <a:ext uri="{FF2B5EF4-FFF2-40B4-BE49-F238E27FC236}">
                <a16:creationId xmlns:a16="http://schemas.microsoft.com/office/drawing/2014/main" id="{1C9F55FA-51D8-43FE-9B86-6A9BA9DC5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7413" y="3722688"/>
            <a:ext cx="27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9" name="Line 1293">
            <a:extLst>
              <a:ext uri="{FF2B5EF4-FFF2-40B4-BE49-F238E27FC236}">
                <a16:creationId xmlns:a16="http://schemas.microsoft.com/office/drawing/2014/main" id="{FEFABA99-55C1-4088-90CB-FCDA54FE63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73950" y="3808416"/>
            <a:ext cx="134939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Line 1294">
            <a:extLst>
              <a:ext uri="{FF2B5EF4-FFF2-40B4-BE49-F238E27FC236}">
                <a16:creationId xmlns:a16="http://schemas.microsoft.com/office/drawing/2014/main" id="{5BD8484E-EF57-40C1-86DA-0EA54C2EC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1" y="3729039"/>
            <a:ext cx="6794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1" name="Line 1295">
            <a:extLst>
              <a:ext uri="{FF2B5EF4-FFF2-40B4-BE49-F238E27FC236}">
                <a16:creationId xmlns:a16="http://schemas.microsoft.com/office/drawing/2014/main" id="{B73599E3-63CB-490D-A24C-106C9494D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7475" y="2576516"/>
            <a:ext cx="50958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2" name="Line 1296">
            <a:extLst>
              <a:ext uri="{FF2B5EF4-FFF2-40B4-BE49-F238E27FC236}">
                <a16:creationId xmlns:a16="http://schemas.microsoft.com/office/drawing/2014/main" id="{72D3DC1B-63E2-4E16-AA11-80D4BCA9C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4088" y="2392364"/>
            <a:ext cx="152400" cy="952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3" name="Freeform 1297">
            <a:extLst>
              <a:ext uri="{FF2B5EF4-FFF2-40B4-BE49-F238E27FC236}">
                <a16:creationId xmlns:a16="http://schemas.microsoft.com/office/drawing/2014/main" id="{CE5DA2B7-CB6E-4423-B585-98B20055FB59}"/>
              </a:ext>
            </a:extLst>
          </p:cNvPr>
          <p:cNvSpPr>
            <a:spLocks/>
          </p:cNvSpPr>
          <p:nvPr/>
        </p:nvSpPr>
        <p:spPr bwMode="auto">
          <a:xfrm>
            <a:off x="5241927" y="4367216"/>
            <a:ext cx="3079751" cy="1665287"/>
          </a:xfrm>
          <a:custGeom>
            <a:avLst/>
            <a:gdLst>
              <a:gd name="T0" fmla="*/ 2147483647 w 1940"/>
              <a:gd name="T1" fmla="*/ 2147483647 h 1049"/>
              <a:gd name="T2" fmla="*/ 2147483647 w 1940"/>
              <a:gd name="T3" fmla="*/ 2147483647 h 1049"/>
              <a:gd name="T4" fmla="*/ 2147483647 w 1940"/>
              <a:gd name="T5" fmla="*/ 2147483647 h 1049"/>
              <a:gd name="T6" fmla="*/ 2147483647 w 1940"/>
              <a:gd name="T7" fmla="*/ 2147483647 h 1049"/>
              <a:gd name="T8" fmla="*/ 2147483647 w 1940"/>
              <a:gd name="T9" fmla="*/ 2147483647 h 1049"/>
              <a:gd name="T10" fmla="*/ 2147483647 w 1940"/>
              <a:gd name="T11" fmla="*/ 2147483647 h 1049"/>
              <a:gd name="T12" fmla="*/ 2147483647 w 1940"/>
              <a:gd name="T13" fmla="*/ 2147483647 h 1049"/>
              <a:gd name="T14" fmla="*/ 2147483647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2147483647 h 1049"/>
              <a:gd name="T24" fmla="*/ 2147483647 w 1940"/>
              <a:gd name="T25" fmla="*/ 2147483647 h 1049"/>
              <a:gd name="T26" fmla="*/ 2147483647 w 1940"/>
              <a:gd name="T27" fmla="*/ 2147483647 h 1049"/>
              <a:gd name="T28" fmla="*/ 2147483647 w 1940"/>
              <a:gd name="T29" fmla="*/ 2147483647 h 1049"/>
              <a:gd name="T30" fmla="*/ 2147483647 w 1940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4" name="Line 1298">
            <a:extLst>
              <a:ext uri="{FF2B5EF4-FFF2-40B4-BE49-F238E27FC236}">
                <a16:creationId xmlns:a16="http://schemas.microsoft.com/office/drawing/2014/main" id="{8FFA41B4-3CF0-413F-9474-F3245AE191A0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7541420" y="5239546"/>
            <a:ext cx="474663" cy="635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5" name="Line 1299">
            <a:extLst>
              <a:ext uri="{FF2B5EF4-FFF2-40B4-BE49-F238E27FC236}">
                <a16:creationId xmlns:a16="http://schemas.microsoft.com/office/drawing/2014/main" id="{B5D6AC08-7754-4685-AAA1-B1D1CE042225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735891" y="542925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Line 1300">
            <a:extLst>
              <a:ext uri="{FF2B5EF4-FFF2-40B4-BE49-F238E27FC236}">
                <a16:creationId xmlns:a16="http://schemas.microsoft.com/office/drawing/2014/main" id="{58558F36-ED2C-4FA6-B15E-7EDECC72542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7843840" y="5027613"/>
            <a:ext cx="193675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7" name="Line 1301">
            <a:extLst>
              <a:ext uri="{FF2B5EF4-FFF2-40B4-BE49-F238E27FC236}">
                <a16:creationId xmlns:a16="http://schemas.microsoft.com/office/drawing/2014/main" id="{7A272140-67B6-421B-9D75-57D3A1FC8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477" y="4686302"/>
            <a:ext cx="390525" cy="1841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8" name="Line 1302">
            <a:extLst>
              <a:ext uri="{FF2B5EF4-FFF2-40B4-BE49-F238E27FC236}">
                <a16:creationId xmlns:a16="http://schemas.microsoft.com/office/drawing/2014/main" id="{88FF8196-A2A9-468C-AC86-838FAEFC43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1764" y="4673602"/>
            <a:ext cx="322263" cy="1984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9" name="Line 1303">
            <a:extLst>
              <a:ext uri="{FF2B5EF4-FFF2-40B4-BE49-F238E27FC236}">
                <a16:creationId xmlns:a16="http://schemas.microsoft.com/office/drawing/2014/main" id="{D974F5BB-F367-4518-AC60-724FE6E25A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4627" y="4965700"/>
            <a:ext cx="9715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0" name="Line 1305">
            <a:extLst>
              <a:ext uri="{FF2B5EF4-FFF2-40B4-BE49-F238E27FC236}">
                <a16:creationId xmlns:a16="http://schemas.microsoft.com/office/drawing/2014/main" id="{C600A285-8B78-480D-8D70-FB8759137E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8" y="4762501"/>
            <a:ext cx="233363" cy="952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1" name="Line 1306">
            <a:extLst>
              <a:ext uri="{FF2B5EF4-FFF2-40B4-BE49-F238E27FC236}">
                <a16:creationId xmlns:a16="http://schemas.microsoft.com/office/drawing/2014/main" id="{49963A8A-10C9-4541-B735-1EC39D7761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6417" y="4999039"/>
            <a:ext cx="403225" cy="100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2" name="Line 1309">
            <a:extLst>
              <a:ext uri="{FF2B5EF4-FFF2-40B4-BE49-F238E27FC236}">
                <a16:creationId xmlns:a16="http://schemas.microsoft.com/office/drawing/2014/main" id="{74C22BAE-38A1-4BF1-9E9A-BD9940E4D4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1863" y="5054600"/>
            <a:ext cx="1778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3" name="Line 1310">
            <a:extLst>
              <a:ext uri="{FF2B5EF4-FFF2-40B4-BE49-F238E27FC236}">
                <a16:creationId xmlns:a16="http://schemas.microsoft.com/office/drawing/2014/main" id="{7EE40696-30BC-4D33-B41B-EB9A299741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5566" y="5038728"/>
            <a:ext cx="1587" cy="220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4" name="Line 1311">
            <a:extLst>
              <a:ext uri="{FF2B5EF4-FFF2-40B4-BE49-F238E27FC236}">
                <a16:creationId xmlns:a16="http://schemas.microsoft.com/office/drawing/2014/main" id="{79BBBD57-95F3-4C31-B590-8B3D12B61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8116" y="5041902"/>
            <a:ext cx="503237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5" name="Line 1313">
            <a:extLst>
              <a:ext uri="{FF2B5EF4-FFF2-40B4-BE49-F238E27FC236}">
                <a16:creationId xmlns:a16="http://schemas.microsoft.com/office/drawing/2014/main" id="{72717DBB-3624-4992-88BE-32D81E7B7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6151" y="3511553"/>
            <a:ext cx="0" cy="131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6" name="Line 1314">
            <a:extLst>
              <a:ext uri="{FF2B5EF4-FFF2-40B4-BE49-F238E27FC236}">
                <a16:creationId xmlns:a16="http://schemas.microsoft.com/office/drawing/2014/main" id="{2C7551A8-BE72-42FB-A8FA-3F7043E29C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1554" y="2481263"/>
            <a:ext cx="123825" cy="87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7" name="Line 1315">
            <a:extLst>
              <a:ext uri="{FF2B5EF4-FFF2-40B4-BE49-F238E27FC236}">
                <a16:creationId xmlns:a16="http://schemas.microsoft.com/office/drawing/2014/main" id="{14F15614-8985-4E2A-9E68-250E8E202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0100" y="2654302"/>
            <a:ext cx="0" cy="825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8" name="Line 1316">
            <a:extLst>
              <a:ext uri="{FF2B5EF4-FFF2-40B4-BE49-F238E27FC236}">
                <a16:creationId xmlns:a16="http://schemas.microsoft.com/office/drawing/2014/main" id="{C4F3F958-1A7D-4880-B6EC-FDA0006A5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1553" y="2551116"/>
            <a:ext cx="26352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9" name="Line 1317">
            <a:extLst>
              <a:ext uri="{FF2B5EF4-FFF2-40B4-BE49-F238E27FC236}">
                <a16:creationId xmlns:a16="http://schemas.microsoft.com/office/drawing/2014/main" id="{2BC859B7-014A-4EBD-8BE4-23F8EE515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2549526"/>
            <a:ext cx="0" cy="1968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0" name="Line 1318">
            <a:extLst>
              <a:ext uri="{FF2B5EF4-FFF2-40B4-BE49-F238E27FC236}">
                <a16:creationId xmlns:a16="http://schemas.microsoft.com/office/drawing/2014/main" id="{6310E036-4DD6-448B-A73E-E93DA70BC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0603" y="2855913"/>
            <a:ext cx="188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1" name="Line 1319">
            <a:extLst>
              <a:ext uri="{FF2B5EF4-FFF2-40B4-BE49-F238E27FC236}">
                <a16:creationId xmlns:a16="http://schemas.microsoft.com/office/drawing/2014/main" id="{F6EF7515-08B7-420F-976A-CA3AABACFB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5628" y="3722691"/>
            <a:ext cx="1682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2" name="Line 1320">
            <a:extLst>
              <a:ext uri="{FF2B5EF4-FFF2-40B4-BE49-F238E27FC236}">
                <a16:creationId xmlns:a16="http://schemas.microsoft.com/office/drawing/2014/main" id="{CE29449A-FB3D-4EAC-9AFE-8D06669DB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4639" y="2846388"/>
            <a:ext cx="17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3" name="Line 1321">
            <a:extLst>
              <a:ext uri="{FF2B5EF4-FFF2-40B4-BE49-F238E27FC236}">
                <a16:creationId xmlns:a16="http://schemas.microsoft.com/office/drawing/2014/main" id="{EF7749A8-382D-467C-9662-31EA865D2D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40566" y="2922589"/>
            <a:ext cx="98425" cy="7048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4" name="Line 1322">
            <a:extLst>
              <a:ext uri="{FF2B5EF4-FFF2-40B4-BE49-F238E27FC236}">
                <a16:creationId xmlns:a16="http://schemas.microsoft.com/office/drawing/2014/main" id="{3B14B19E-678A-44BD-9193-9618F52849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2703" y="2922590"/>
            <a:ext cx="111125" cy="72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5" name="Line 1323">
            <a:extLst>
              <a:ext uri="{FF2B5EF4-FFF2-40B4-BE49-F238E27FC236}">
                <a16:creationId xmlns:a16="http://schemas.microsoft.com/office/drawing/2014/main" id="{167D4071-CC22-4950-BC10-EF15B2AA61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6753" y="4064002"/>
            <a:ext cx="227013" cy="436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66" name="Group 1324">
            <a:extLst>
              <a:ext uri="{FF2B5EF4-FFF2-40B4-BE49-F238E27FC236}">
                <a16:creationId xmlns:a16="http://schemas.microsoft.com/office/drawing/2014/main" id="{1728EE39-EBAB-46F1-8B3C-9AA49D32C7C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519742" y="4522790"/>
            <a:ext cx="414337" cy="373063"/>
            <a:chOff x="2839" y="3501"/>
            <a:chExt cx="755" cy="803"/>
          </a:xfrm>
        </p:grpSpPr>
        <p:pic>
          <p:nvPicPr>
            <p:cNvPr id="44652" name="Picture 1325" descr="desktop_computer_stylized_medium">
              <a:extLst>
                <a:ext uri="{FF2B5EF4-FFF2-40B4-BE49-F238E27FC236}">
                  <a16:creationId xmlns:a16="http://schemas.microsoft.com/office/drawing/2014/main" id="{B166122F-B3FD-4382-8BD1-86702963C4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653" name="Freeform 1326">
              <a:extLst>
                <a:ext uri="{FF2B5EF4-FFF2-40B4-BE49-F238E27FC236}">
                  <a16:creationId xmlns:a16="http://schemas.microsoft.com/office/drawing/2014/main" id="{52981FC0-0E98-4F41-BA64-C1CBABA7C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067" name="Group 1327">
            <a:extLst>
              <a:ext uri="{FF2B5EF4-FFF2-40B4-BE49-F238E27FC236}">
                <a16:creationId xmlns:a16="http://schemas.microsoft.com/office/drawing/2014/main" id="{608AF020-FF2E-4EB6-A3DD-5E415B9DD8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202239" y="4943475"/>
            <a:ext cx="482600" cy="406400"/>
            <a:chOff x="2839" y="3501"/>
            <a:chExt cx="755" cy="803"/>
          </a:xfrm>
        </p:grpSpPr>
        <p:pic>
          <p:nvPicPr>
            <p:cNvPr id="44650" name="Picture 1328" descr="desktop_computer_stylized_medium">
              <a:extLst>
                <a:ext uri="{FF2B5EF4-FFF2-40B4-BE49-F238E27FC236}">
                  <a16:creationId xmlns:a16="http://schemas.microsoft.com/office/drawing/2014/main" id="{CCD73922-6002-497F-900C-0018014AC7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651" name="Freeform 1329">
              <a:extLst>
                <a:ext uri="{FF2B5EF4-FFF2-40B4-BE49-F238E27FC236}">
                  <a16:creationId xmlns:a16="http://schemas.microsoft.com/office/drawing/2014/main" id="{C46937C0-2180-4867-ABBF-64C4374AD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068" name="Group 1330">
            <a:extLst>
              <a:ext uri="{FF2B5EF4-FFF2-40B4-BE49-F238E27FC236}">
                <a16:creationId xmlns:a16="http://schemas.microsoft.com/office/drawing/2014/main" id="{BAB052AD-6CE2-4558-80C7-1CC93D45A60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80076" y="5245101"/>
            <a:ext cx="427039" cy="349251"/>
            <a:chOff x="2839" y="3501"/>
            <a:chExt cx="755" cy="803"/>
          </a:xfrm>
        </p:grpSpPr>
        <p:pic>
          <p:nvPicPr>
            <p:cNvPr id="44648" name="Picture 1331" descr="desktop_computer_stylized_medium">
              <a:extLst>
                <a:ext uri="{FF2B5EF4-FFF2-40B4-BE49-F238E27FC236}">
                  <a16:creationId xmlns:a16="http://schemas.microsoft.com/office/drawing/2014/main" id="{5FBD7330-263E-4A19-B778-FA66C8C24E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649" name="Freeform 1332">
              <a:extLst>
                <a:ext uri="{FF2B5EF4-FFF2-40B4-BE49-F238E27FC236}">
                  <a16:creationId xmlns:a16="http://schemas.microsoft.com/office/drawing/2014/main" id="{82916118-0AAF-414E-AC61-AF96A44D8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069" name="Group 1333">
            <a:extLst>
              <a:ext uri="{FF2B5EF4-FFF2-40B4-BE49-F238E27FC236}">
                <a16:creationId xmlns:a16="http://schemas.microsoft.com/office/drawing/2014/main" id="{9F91EC03-A49C-4D3A-91D0-E9704E243A7A}"/>
              </a:ext>
            </a:extLst>
          </p:cNvPr>
          <p:cNvGrpSpPr>
            <a:grpSpLocks/>
          </p:cNvGrpSpPr>
          <p:nvPr/>
        </p:nvGrpSpPr>
        <p:grpSpPr bwMode="auto">
          <a:xfrm>
            <a:off x="6294441" y="5227641"/>
            <a:ext cx="427037" cy="350837"/>
            <a:chOff x="2839" y="3501"/>
            <a:chExt cx="755" cy="803"/>
          </a:xfrm>
        </p:grpSpPr>
        <p:pic>
          <p:nvPicPr>
            <p:cNvPr id="44646" name="Picture 1334" descr="desktop_computer_stylized_medium">
              <a:extLst>
                <a:ext uri="{FF2B5EF4-FFF2-40B4-BE49-F238E27FC236}">
                  <a16:creationId xmlns:a16="http://schemas.microsoft.com/office/drawing/2014/main" id="{084BB651-B7E1-41FA-90AD-DEE522F6DD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647" name="Freeform 1335">
              <a:extLst>
                <a:ext uri="{FF2B5EF4-FFF2-40B4-BE49-F238E27FC236}">
                  <a16:creationId xmlns:a16="http://schemas.microsoft.com/office/drawing/2014/main" id="{ADCBB7E4-9973-489B-86C1-B5F503A4D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44070" name="Picture 1336" descr="car_icon_small">
            <a:extLst>
              <a:ext uri="{FF2B5EF4-FFF2-40B4-BE49-F238E27FC236}">
                <a16:creationId xmlns:a16="http://schemas.microsoft.com/office/drawing/2014/main" id="{EB09F47A-280E-4910-9D39-6C6D69F89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478" y="1709741"/>
            <a:ext cx="8493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71" name="Group 1337">
            <a:extLst>
              <a:ext uri="{FF2B5EF4-FFF2-40B4-BE49-F238E27FC236}">
                <a16:creationId xmlns:a16="http://schemas.microsoft.com/office/drawing/2014/main" id="{2AA792E4-0F8C-4E06-81D2-62EF9CDCD44E}"/>
              </a:ext>
            </a:extLst>
          </p:cNvPr>
          <p:cNvGrpSpPr>
            <a:grpSpLocks/>
          </p:cNvGrpSpPr>
          <p:nvPr/>
        </p:nvGrpSpPr>
        <p:grpSpPr bwMode="auto">
          <a:xfrm>
            <a:off x="5357816" y="1535114"/>
            <a:ext cx="415925" cy="385763"/>
            <a:chOff x="2751" y="1851"/>
            <a:chExt cx="462" cy="478"/>
          </a:xfrm>
        </p:grpSpPr>
        <p:pic>
          <p:nvPicPr>
            <p:cNvPr id="44644" name="Picture 1338" descr="iphone_stylized_small">
              <a:extLst>
                <a:ext uri="{FF2B5EF4-FFF2-40B4-BE49-F238E27FC236}">
                  <a16:creationId xmlns:a16="http://schemas.microsoft.com/office/drawing/2014/main" id="{C75CBD9B-2048-4D84-968F-C4574FFBA1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645" name="Picture 1339" descr="antenna_radiation_stylized">
              <a:extLst>
                <a:ext uri="{FF2B5EF4-FFF2-40B4-BE49-F238E27FC236}">
                  <a16:creationId xmlns:a16="http://schemas.microsoft.com/office/drawing/2014/main" id="{B5610DD7-E57F-4756-8D78-CB6FFDE1FC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4072" name="Group 1340">
            <a:extLst>
              <a:ext uri="{FF2B5EF4-FFF2-40B4-BE49-F238E27FC236}">
                <a16:creationId xmlns:a16="http://schemas.microsoft.com/office/drawing/2014/main" id="{05E601FF-344E-4FC9-93C3-DC5F7F46E4ED}"/>
              </a:ext>
            </a:extLst>
          </p:cNvPr>
          <p:cNvGrpSpPr>
            <a:grpSpLocks/>
          </p:cNvGrpSpPr>
          <p:nvPr/>
        </p:nvGrpSpPr>
        <p:grpSpPr bwMode="auto">
          <a:xfrm>
            <a:off x="7434265" y="2384428"/>
            <a:ext cx="390525" cy="169863"/>
            <a:chOff x="4650" y="1129"/>
            <a:chExt cx="246" cy="95"/>
          </a:xfrm>
        </p:grpSpPr>
        <p:sp>
          <p:nvSpPr>
            <p:cNvPr id="44636" name="Oval 407">
              <a:extLst>
                <a:ext uri="{FF2B5EF4-FFF2-40B4-BE49-F238E27FC236}">
                  <a16:creationId xmlns:a16="http://schemas.microsoft.com/office/drawing/2014/main" id="{341C5905-9DC1-42DE-97BF-D11050110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37" name="Rectangle 410">
              <a:extLst>
                <a:ext uri="{FF2B5EF4-FFF2-40B4-BE49-F238E27FC236}">
                  <a16:creationId xmlns:a16="http://schemas.microsoft.com/office/drawing/2014/main" id="{6B8246B8-13FB-4F41-84D9-DD0AD9E7F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38" name="Oval 411">
              <a:extLst>
                <a:ext uri="{FF2B5EF4-FFF2-40B4-BE49-F238E27FC236}">
                  <a16:creationId xmlns:a16="http://schemas.microsoft.com/office/drawing/2014/main" id="{179F36CF-C46C-421F-925C-56CD4081E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639" name="Group 1344">
              <a:extLst>
                <a:ext uri="{FF2B5EF4-FFF2-40B4-BE49-F238E27FC236}">
                  <a16:creationId xmlns:a16="http://schemas.microsoft.com/office/drawing/2014/main" id="{8E0BA590-96A6-4B0C-804E-3704EA5437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642" name="Freeform 1345">
                <a:extLst>
                  <a:ext uri="{FF2B5EF4-FFF2-40B4-BE49-F238E27FC236}">
                    <a16:creationId xmlns:a16="http://schemas.microsoft.com/office/drawing/2014/main" id="{92479D44-4C38-4532-8AF4-CEC5DF27F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43" name="Freeform 1346">
                <a:extLst>
                  <a:ext uri="{FF2B5EF4-FFF2-40B4-BE49-F238E27FC236}">
                    <a16:creationId xmlns:a16="http://schemas.microsoft.com/office/drawing/2014/main" id="{9FA4FE96-378D-46B9-9F19-B31D37EDA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640" name="Line 1347">
              <a:extLst>
                <a:ext uri="{FF2B5EF4-FFF2-40B4-BE49-F238E27FC236}">
                  <a16:creationId xmlns:a16="http://schemas.microsoft.com/office/drawing/2014/main" id="{9D7ED15E-EC44-45CE-AEBC-06BA84D1A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1" name="Line 1348">
              <a:extLst>
                <a:ext uri="{FF2B5EF4-FFF2-40B4-BE49-F238E27FC236}">
                  <a16:creationId xmlns:a16="http://schemas.microsoft.com/office/drawing/2014/main" id="{4ACB42BD-D0BB-48ED-84F0-994FB9472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73" name="Group 1349">
            <a:extLst>
              <a:ext uri="{FF2B5EF4-FFF2-40B4-BE49-F238E27FC236}">
                <a16:creationId xmlns:a16="http://schemas.microsoft.com/office/drawing/2014/main" id="{C028426D-368F-44AA-9AE1-A0D78487ED0D}"/>
              </a:ext>
            </a:extLst>
          </p:cNvPr>
          <p:cNvGrpSpPr>
            <a:grpSpLocks/>
          </p:cNvGrpSpPr>
          <p:nvPr/>
        </p:nvGrpSpPr>
        <p:grpSpPr bwMode="auto">
          <a:xfrm>
            <a:off x="7507291" y="2746377"/>
            <a:ext cx="390525" cy="176213"/>
            <a:chOff x="4650" y="1129"/>
            <a:chExt cx="246" cy="95"/>
          </a:xfrm>
        </p:grpSpPr>
        <p:sp>
          <p:nvSpPr>
            <p:cNvPr id="44628" name="Oval 407">
              <a:extLst>
                <a:ext uri="{FF2B5EF4-FFF2-40B4-BE49-F238E27FC236}">
                  <a16:creationId xmlns:a16="http://schemas.microsoft.com/office/drawing/2014/main" id="{54D20715-1422-4016-983B-7666B5FE0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29" name="Rectangle 410">
              <a:extLst>
                <a:ext uri="{FF2B5EF4-FFF2-40B4-BE49-F238E27FC236}">
                  <a16:creationId xmlns:a16="http://schemas.microsoft.com/office/drawing/2014/main" id="{3EDE677C-8660-4B72-84D3-0212F2F11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30" name="Oval 411">
              <a:extLst>
                <a:ext uri="{FF2B5EF4-FFF2-40B4-BE49-F238E27FC236}">
                  <a16:creationId xmlns:a16="http://schemas.microsoft.com/office/drawing/2014/main" id="{3AC67F37-8278-4D4E-A39D-C12C41056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631" name="Group 1353">
              <a:extLst>
                <a:ext uri="{FF2B5EF4-FFF2-40B4-BE49-F238E27FC236}">
                  <a16:creationId xmlns:a16="http://schemas.microsoft.com/office/drawing/2014/main" id="{4D82A5FB-61E6-4ADF-91BC-F1123A63A6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634" name="Freeform 1354">
                <a:extLst>
                  <a:ext uri="{FF2B5EF4-FFF2-40B4-BE49-F238E27FC236}">
                    <a16:creationId xmlns:a16="http://schemas.microsoft.com/office/drawing/2014/main" id="{36749BA9-B1A3-4844-9912-722254300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35" name="Freeform 1355">
                <a:extLst>
                  <a:ext uri="{FF2B5EF4-FFF2-40B4-BE49-F238E27FC236}">
                    <a16:creationId xmlns:a16="http://schemas.microsoft.com/office/drawing/2014/main" id="{FDF9DC29-7A46-40E5-ABEF-4A3B28583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632" name="Line 1356">
              <a:extLst>
                <a:ext uri="{FF2B5EF4-FFF2-40B4-BE49-F238E27FC236}">
                  <a16:creationId xmlns:a16="http://schemas.microsoft.com/office/drawing/2014/main" id="{DCF913BD-E439-4A49-B549-31EC16F61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33" name="Line 1357">
              <a:extLst>
                <a:ext uri="{FF2B5EF4-FFF2-40B4-BE49-F238E27FC236}">
                  <a16:creationId xmlns:a16="http://schemas.microsoft.com/office/drawing/2014/main" id="{DEE26B7B-679A-4CF6-86F9-B4E2C00EB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74" name="Group 1358">
            <a:extLst>
              <a:ext uri="{FF2B5EF4-FFF2-40B4-BE49-F238E27FC236}">
                <a16:creationId xmlns:a16="http://schemas.microsoft.com/office/drawing/2014/main" id="{1759A9BE-8A46-4D7A-9D5A-9E82BAB9BBFF}"/>
              </a:ext>
            </a:extLst>
          </p:cNvPr>
          <p:cNvGrpSpPr>
            <a:grpSpLocks/>
          </p:cNvGrpSpPr>
          <p:nvPr/>
        </p:nvGrpSpPr>
        <p:grpSpPr bwMode="auto">
          <a:xfrm>
            <a:off x="6948491" y="2482854"/>
            <a:ext cx="390525" cy="169863"/>
            <a:chOff x="4650" y="1129"/>
            <a:chExt cx="246" cy="95"/>
          </a:xfrm>
        </p:grpSpPr>
        <p:sp>
          <p:nvSpPr>
            <p:cNvPr id="44620" name="Oval 407">
              <a:extLst>
                <a:ext uri="{FF2B5EF4-FFF2-40B4-BE49-F238E27FC236}">
                  <a16:creationId xmlns:a16="http://schemas.microsoft.com/office/drawing/2014/main" id="{0D5694B3-B735-4D58-976B-AAD2B79CB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21" name="Rectangle 410">
              <a:extLst>
                <a:ext uri="{FF2B5EF4-FFF2-40B4-BE49-F238E27FC236}">
                  <a16:creationId xmlns:a16="http://schemas.microsoft.com/office/drawing/2014/main" id="{EADFD1EE-4379-4A23-80EC-6C90EBDCD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22" name="Oval 411">
              <a:extLst>
                <a:ext uri="{FF2B5EF4-FFF2-40B4-BE49-F238E27FC236}">
                  <a16:creationId xmlns:a16="http://schemas.microsoft.com/office/drawing/2014/main" id="{0DB3C28B-0767-47BA-8EC9-5DEB8DFA1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623" name="Group 1362">
              <a:extLst>
                <a:ext uri="{FF2B5EF4-FFF2-40B4-BE49-F238E27FC236}">
                  <a16:creationId xmlns:a16="http://schemas.microsoft.com/office/drawing/2014/main" id="{1ABA6378-E39B-4742-AE02-9671E928A1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626" name="Freeform 1363">
                <a:extLst>
                  <a:ext uri="{FF2B5EF4-FFF2-40B4-BE49-F238E27FC236}">
                    <a16:creationId xmlns:a16="http://schemas.microsoft.com/office/drawing/2014/main" id="{95E97CB4-4174-45EC-AB01-8B8E5CA36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27" name="Freeform 1364">
                <a:extLst>
                  <a:ext uri="{FF2B5EF4-FFF2-40B4-BE49-F238E27FC236}">
                    <a16:creationId xmlns:a16="http://schemas.microsoft.com/office/drawing/2014/main" id="{CBBA4804-57C7-4C6A-BC44-44503D8A9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624" name="Line 1365">
              <a:extLst>
                <a:ext uri="{FF2B5EF4-FFF2-40B4-BE49-F238E27FC236}">
                  <a16:creationId xmlns:a16="http://schemas.microsoft.com/office/drawing/2014/main" id="{48C39CE8-F8A0-43E9-99E1-D80106840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25" name="Line 1366">
              <a:extLst>
                <a:ext uri="{FF2B5EF4-FFF2-40B4-BE49-F238E27FC236}">
                  <a16:creationId xmlns:a16="http://schemas.microsoft.com/office/drawing/2014/main" id="{956C91A7-981B-4FC5-A83F-3914355FD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75" name="Group 1367">
            <a:extLst>
              <a:ext uri="{FF2B5EF4-FFF2-40B4-BE49-F238E27FC236}">
                <a16:creationId xmlns:a16="http://schemas.microsoft.com/office/drawing/2014/main" id="{6BEF9A94-83EC-40AF-8886-D6B121A9CD2B}"/>
              </a:ext>
            </a:extLst>
          </p:cNvPr>
          <p:cNvGrpSpPr>
            <a:grpSpLocks/>
          </p:cNvGrpSpPr>
          <p:nvPr/>
        </p:nvGrpSpPr>
        <p:grpSpPr bwMode="auto">
          <a:xfrm>
            <a:off x="6959603" y="2746379"/>
            <a:ext cx="390525" cy="169863"/>
            <a:chOff x="4650" y="1129"/>
            <a:chExt cx="246" cy="95"/>
          </a:xfrm>
        </p:grpSpPr>
        <p:sp>
          <p:nvSpPr>
            <p:cNvPr id="44612" name="Oval 407">
              <a:extLst>
                <a:ext uri="{FF2B5EF4-FFF2-40B4-BE49-F238E27FC236}">
                  <a16:creationId xmlns:a16="http://schemas.microsoft.com/office/drawing/2014/main" id="{C27CA28C-91A6-4713-82A9-D32C66DC4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13" name="Rectangle 410">
              <a:extLst>
                <a:ext uri="{FF2B5EF4-FFF2-40B4-BE49-F238E27FC236}">
                  <a16:creationId xmlns:a16="http://schemas.microsoft.com/office/drawing/2014/main" id="{D8A78B02-5C59-4A39-9C1E-49213AFE4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14" name="Oval 411">
              <a:extLst>
                <a:ext uri="{FF2B5EF4-FFF2-40B4-BE49-F238E27FC236}">
                  <a16:creationId xmlns:a16="http://schemas.microsoft.com/office/drawing/2014/main" id="{551AC34F-9AEB-4A28-A321-8E86B022B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615" name="Group 1371">
              <a:extLst>
                <a:ext uri="{FF2B5EF4-FFF2-40B4-BE49-F238E27FC236}">
                  <a16:creationId xmlns:a16="http://schemas.microsoft.com/office/drawing/2014/main" id="{64EF8CC4-F94D-4765-BB19-113AFC88A3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618" name="Freeform 1372">
                <a:extLst>
                  <a:ext uri="{FF2B5EF4-FFF2-40B4-BE49-F238E27FC236}">
                    <a16:creationId xmlns:a16="http://schemas.microsoft.com/office/drawing/2014/main" id="{58151039-F263-4AE4-A15F-FF120C051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19" name="Freeform 1373">
                <a:extLst>
                  <a:ext uri="{FF2B5EF4-FFF2-40B4-BE49-F238E27FC236}">
                    <a16:creationId xmlns:a16="http://schemas.microsoft.com/office/drawing/2014/main" id="{3068E329-0BB6-4B84-8529-B72AE0E32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616" name="Line 1374">
              <a:extLst>
                <a:ext uri="{FF2B5EF4-FFF2-40B4-BE49-F238E27FC236}">
                  <a16:creationId xmlns:a16="http://schemas.microsoft.com/office/drawing/2014/main" id="{C11909C5-EC25-46FA-9976-84039A6F3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17" name="Line 1375">
              <a:extLst>
                <a:ext uri="{FF2B5EF4-FFF2-40B4-BE49-F238E27FC236}">
                  <a16:creationId xmlns:a16="http://schemas.microsoft.com/office/drawing/2014/main" id="{280479FF-F1D1-4FC3-BE53-EA1062647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76" name="Line 1376">
            <a:extLst>
              <a:ext uri="{FF2B5EF4-FFF2-40B4-BE49-F238E27FC236}">
                <a16:creationId xmlns:a16="http://schemas.microsoft.com/office/drawing/2014/main" id="{0D06A351-DB1A-4916-A176-D6F7D7EC9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2844800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77" name="Group 1377">
            <a:extLst>
              <a:ext uri="{FF2B5EF4-FFF2-40B4-BE49-F238E27FC236}">
                <a16:creationId xmlns:a16="http://schemas.microsoft.com/office/drawing/2014/main" id="{09CBB737-73EE-4C9B-94F9-F927D28FE24C}"/>
              </a:ext>
            </a:extLst>
          </p:cNvPr>
          <p:cNvGrpSpPr>
            <a:grpSpLocks/>
          </p:cNvGrpSpPr>
          <p:nvPr/>
        </p:nvGrpSpPr>
        <p:grpSpPr bwMode="auto">
          <a:xfrm>
            <a:off x="7145342" y="3900488"/>
            <a:ext cx="485775" cy="203200"/>
            <a:chOff x="4650" y="1129"/>
            <a:chExt cx="246" cy="95"/>
          </a:xfrm>
        </p:grpSpPr>
        <p:sp>
          <p:nvSpPr>
            <p:cNvPr id="44604" name="Oval 407">
              <a:extLst>
                <a:ext uri="{FF2B5EF4-FFF2-40B4-BE49-F238E27FC236}">
                  <a16:creationId xmlns:a16="http://schemas.microsoft.com/office/drawing/2014/main" id="{53540567-B623-48A5-B779-2CB6FA2A9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05" name="Rectangle 410">
              <a:extLst>
                <a:ext uri="{FF2B5EF4-FFF2-40B4-BE49-F238E27FC236}">
                  <a16:creationId xmlns:a16="http://schemas.microsoft.com/office/drawing/2014/main" id="{BAFFF121-D874-43BA-A958-8EABA192F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606" name="Oval 411">
              <a:extLst>
                <a:ext uri="{FF2B5EF4-FFF2-40B4-BE49-F238E27FC236}">
                  <a16:creationId xmlns:a16="http://schemas.microsoft.com/office/drawing/2014/main" id="{D837ED09-5183-4388-B9CD-D05879318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607" name="Group 1381">
              <a:extLst>
                <a:ext uri="{FF2B5EF4-FFF2-40B4-BE49-F238E27FC236}">
                  <a16:creationId xmlns:a16="http://schemas.microsoft.com/office/drawing/2014/main" id="{ABFB3411-B720-4D6B-A30D-50CC21BADC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610" name="Freeform 1382">
                <a:extLst>
                  <a:ext uri="{FF2B5EF4-FFF2-40B4-BE49-F238E27FC236}">
                    <a16:creationId xmlns:a16="http://schemas.microsoft.com/office/drawing/2014/main" id="{EB3B4E7B-492B-4CDC-91CE-B85610F8E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11" name="Freeform 1383">
                <a:extLst>
                  <a:ext uri="{FF2B5EF4-FFF2-40B4-BE49-F238E27FC236}">
                    <a16:creationId xmlns:a16="http://schemas.microsoft.com/office/drawing/2014/main" id="{6668B406-7488-4E7C-BEDE-2AA24D44EF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608" name="Line 1384">
              <a:extLst>
                <a:ext uri="{FF2B5EF4-FFF2-40B4-BE49-F238E27FC236}">
                  <a16:creationId xmlns:a16="http://schemas.microsoft.com/office/drawing/2014/main" id="{4D9B88F7-D8C1-4DCA-8657-5D3275CBC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09" name="Line 1385">
              <a:extLst>
                <a:ext uri="{FF2B5EF4-FFF2-40B4-BE49-F238E27FC236}">
                  <a16:creationId xmlns:a16="http://schemas.microsoft.com/office/drawing/2014/main" id="{4E17C573-4D24-404D-BBE2-26FB03459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78" name="Group 1386">
            <a:extLst>
              <a:ext uri="{FF2B5EF4-FFF2-40B4-BE49-F238E27FC236}">
                <a16:creationId xmlns:a16="http://schemas.microsoft.com/office/drawing/2014/main" id="{78A98F26-F612-4FBF-9DE2-49FC20C2DFD5}"/>
              </a:ext>
            </a:extLst>
          </p:cNvPr>
          <p:cNvGrpSpPr>
            <a:grpSpLocks/>
          </p:cNvGrpSpPr>
          <p:nvPr/>
        </p:nvGrpSpPr>
        <p:grpSpPr bwMode="auto">
          <a:xfrm>
            <a:off x="6826254" y="3619500"/>
            <a:ext cx="485775" cy="203200"/>
            <a:chOff x="4650" y="1129"/>
            <a:chExt cx="246" cy="95"/>
          </a:xfrm>
        </p:grpSpPr>
        <p:sp>
          <p:nvSpPr>
            <p:cNvPr id="44596" name="Oval 407">
              <a:extLst>
                <a:ext uri="{FF2B5EF4-FFF2-40B4-BE49-F238E27FC236}">
                  <a16:creationId xmlns:a16="http://schemas.microsoft.com/office/drawing/2014/main" id="{64CE30F4-AD08-4F7D-89E2-6DDE82F72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97" name="Rectangle 410">
              <a:extLst>
                <a:ext uri="{FF2B5EF4-FFF2-40B4-BE49-F238E27FC236}">
                  <a16:creationId xmlns:a16="http://schemas.microsoft.com/office/drawing/2014/main" id="{0D6C7B13-ED29-4A95-8261-AFFA822E8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98" name="Oval 411">
              <a:extLst>
                <a:ext uri="{FF2B5EF4-FFF2-40B4-BE49-F238E27FC236}">
                  <a16:creationId xmlns:a16="http://schemas.microsoft.com/office/drawing/2014/main" id="{4AF056BC-C5AD-4D5B-80B1-774DD941B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599" name="Group 1390">
              <a:extLst>
                <a:ext uri="{FF2B5EF4-FFF2-40B4-BE49-F238E27FC236}">
                  <a16:creationId xmlns:a16="http://schemas.microsoft.com/office/drawing/2014/main" id="{C6B9CFA2-D5D8-42A6-A450-9F11F4AD5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602" name="Freeform 1391">
                <a:extLst>
                  <a:ext uri="{FF2B5EF4-FFF2-40B4-BE49-F238E27FC236}">
                    <a16:creationId xmlns:a16="http://schemas.microsoft.com/office/drawing/2014/main" id="{D6C1BE7B-4315-4259-8985-270002E80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03" name="Freeform 1392">
                <a:extLst>
                  <a:ext uri="{FF2B5EF4-FFF2-40B4-BE49-F238E27FC236}">
                    <a16:creationId xmlns:a16="http://schemas.microsoft.com/office/drawing/2014/main" id="{9BF0C0F5-CCE9-4968-AD8C-253EA8B7B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600" name="Line 1393">
              <a:extLst>
                <a:ext uri="{FF2B5EF4-FFF2-40B4-BE49-F238E27FC236}">
                  <a16:creationId xmlns:a16="http://schemas.microsoft.com/office/drawing/2014/main" id="{7C66BCCE-5273-4032-ACCB-3B6D9A14E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01" name="Line 1394">
              <a:extLst>
                <a:ext uri="{FF2B5EF4-FFF2-40B4-BE49-F238E27FC236}">
                  <a16:creationId xmlns:a16="http://schemas.microsoft.com/office/drawing/2014/main" id="{1CA24735-DA2D-4EC3-854C-6040E654E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79" name="Group 1395">
            <a:extLst>
              <a:ext uri="{FF2B5EF4-FFF2-40B4-BE49-F238E27FC236}">
                <a16:creationId xmlns:a16="http://schemas.microsoft.com/office/drawing/2014/main" id="{9D5B041D-1B6A-471C-B103-1979A20E71DA}"/>
              </a:ext>
            </a:extLst>
          </p:cNvPr>
          <p:cNvGrpSpPr>
            <a:grpSpLocks/>
          </p:cNvGrpSpPr>
          <p:nvPr/>
        </p:nvGrpSpPr>
        <p:grpSpPr bwMode="auto">
          <a:xfrm>
            <a:off x="7488242" y="3632200"/>
            <a:ext cx="485775" cy="203200"/>
            <a:chOff x="4650" y="1129"/>
            <a:chExt cx="246" cy="95"/>
          </a:xfrm>
        </p:grpSpPr>
        <p:sp>
          <p:nvSpPr>
            <p:cNvPr id="44588" name="Oval 407">
              <a:extLst>
                <a:ext uri="{FF2B5EF4-FFF2-40B4-BE49-F238E27FC236}">
                  <a16:creationId xmlns:a16="http://schemas.microsoft.com/office/drawing/2014/main" id="{46528ED3-1B94-438B-85DE-AEFDCE4CD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89" name="Rectangle 410">
              <a:extLst>
                <a:ext uri="{FF2B5EF4-FFF2-40B4-BE49-F238E27FC236}">
                  <a16:creationId xmlns:a16="http://schemas.microsoft.com/office/drawing/2014/main" id="{BC852A95-B996-49B3-A025-B974478FF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90" name="Oval 411">
              <a:extLst>
                <a:ext uri="{FF2B5EF4-FFF2-40B4-BE49-F238E27FC236}">
                  <a16:creationId xmlns:a16="http://schemas.microsoft.com/office/drawing/2014/main" id="{758FE1A7-658E-4861-B48F-CDDD1C07C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591" name="Group 1399">
              <a:extLst>
                <a:ext uri="{FF2B5EF4-FFF2-40B4-BE49-F238E27FC236}">
                  <a16:creationId xmlns:a16="http://schemas.microsoft.com/office/drawing/2014/main" id="{C3D20455-048B-4D82-9C04-EBF4D29926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594" name="Freeform 1400">
                <a:extLst>
                  <a:ext uri="{FF2B5EF4-FFF2-40B4-BE49-F238E27FC236}">
                    <a16:creationId xmlns:a16="http://schemas.microsoft.com/office/drawing/2014/main" id="{75EF344A-2ED6-44A9-A7C4-C69146929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95" name="Freeform 1401">
                <a:extLst>
                  <a:ext uri="{FF2B5EF4-FFF2-40B4-BE49-F238E27FC236}">
                    <a16:creationId xmlns:a16="http://schemas.microsoft.com/office/drawing/2014/main" id="{330F72FE-CE64-4AAB-94FE-92BA04409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92" name="Line 1402">
              <a:extLst>
                <a:ext uri="{FF2B5EF4-FFF2-40B4-BE49-F238E27FC236}">
                  <a16:creationId xmlns:a16="http://schemas.microsoft.com/office/drawing/2014/main" id="{0BCE087B-551C-4588-96C9-EC0EEA641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93" name="Line 1403">
              <a:extLst>
                <a:ext uri="{FF2B5EF4-FFF2-40B4-BE49-F238E27FC236}">
                  <a16:creationId xmlns:a16="http://schemas.microsoft.com/office/drawing/2014/main" id="{444F8CBC-DA71-4855-84AF-13680E970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80" name="Group 1404">
            <a:extLst>
              <a:ext uri="{FF2B5EF4-FFF2-40B4-BE49-F238E27FC236}">
                <a16:creationId xmlns:a16="http://schemas.microsoft.com/office/drawing/2014/main" id="{61AE54C3-ED20-4BD4-BB32-9EF8CEA05C6A}"/>
              </a:ext>
            </a:extLst>
          </p:cNvPr>
          <p:cNvGrpSpPr>
            <a:grpSpLocks/>
          </p:cNvGrpSpPr>
          <p:nvPr/>
        </p:nvGrpSpPr>
        <p:grpSpPr bwMode="auto">
          <a:xfrm>
            <a:off x="6707191" y="4494216"/>
            <a:ext cx="619125" cy="242887"/>
            <a:chOff x="4650" y="1129"/>
            <a:chExt cx="246" cy="95"/>
          </a:xfrm>
        </p:grpSpPr>
        <p:sp>
          <p:nvSpPr>
            <p:cNvPr id="44580" name="Oval 407">
              <a:extLst>
                <a:ext uri="{FF2B5EF4-FFF2-40B4-BE49-F238E27FC236}">
                  <a16:creationId xmlns:a16="http://schemas.microsoft.com/office/drawing/2014/main" id="{97C5B446-8297-4AD4-8939-8A8B83C5C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81" name="Rectangle 410">
              <a:extLst>
                <a:ext uri="{FF2B5EF4-FFF2-40B4-BE49-F238E27FC236}">
                  <a16:creationId xmlns:a16="http://schemas.microsoft.com/office/drawing/2014/main" id="{5BCB6CEF-6612-49CB-B2A8-FA5182139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82" name="Oval 411">
              <a:extLst>
                <a:ext uri="{FF2B5EF4-FFF2-40B4-BE49-F238E27FC236}">
                  <a16:creationId xmlns:a16="http://schemas.microsoft.com/office/drawing/2014/main" id="{F64F6AF8-E944-4944-9620-FCD47DF75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583" name="Group 1408">
              <a:extLst>
                <a:ext uri="{FF2B5EF4-FFF2-40B4-BE49-F238E27FC236}">
                  <a16:creationId xmlns:a16="http://schemas.microsoft.com/office/drawing/2014/main" id="{92F1EC53-25B2-4F6D-BF91-DAE55DB604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586" name="Freeform 1409">
                <a:extLst>
                  <a:ext uri="{FF2B5EF4-FFF2-40B4-BE49-F238E27FC236}">
                    <a16:creationId xmlns:a16="http://schemas.microsoft.com/office/drawing/2014/main" id="{816266CD-A30C-4490-B8D9-97A151EB7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87" name="Freeform 1410">
                <a:extLst>
                  <a:ext uri="{FF2B5EF4-FFF2-40B4-BE49-F238E27FC236}">
                    <a16:creationId xmlns:a16="http://schemas.microsoft.com/office/drawing/2014/main" id="{7DAE3C20-AE5B-4549-A41C-3B8FB0293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84" name="Line 1411">
              <a:extLst>
                <a:ext uri="{FF2B5EF4-FFF2-40B4-BE49-F238E27FC236}">
                  <a16:creationId xmlns:a16="http://schemas.microsoft.com/office/drawing/2014/main" id="{99B1D40C-63D6-4504-9B9D-B05FE1AE8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85" name="Line 1412">
              <a:extLst>
                <a:ext uri="{FF2B5EF4-FFF2-40B4-BE49-F238E27FC236}">
                  <a16:creationId xmlns:a16="http://schemas.microsoft.com/office/drawing/2014/main" id="{85F9F2ED-2C0F-4FF9-84B5-EF9EF2F7B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81" name="Group 1413">
            <a:extLst>
              <a:ext uri="{FF2B5EF4-FFF2-40B4-BE49-F238E27FC236}">
                <a16:creationId xmlns:a16="http://schemas.microsoft.com/office/drawing/2014/main" id="{A9A9693E-2CED-45A9-B4E5-7C5A5A03EF07}"/>
              </a:ext>
            </a:extLst>
          </p:cNvPr>
          <p:cNvGrpSpPr>
            <a:grpSpLocks/>
          </p:cNvGrpSpPr>
          <p:nvPr/>
        </p:nvGrpSpPr>
        <p:grpSpPr bwMode="auto">
          <a:xfrm>
            <a:off x="7340603" y="4792667"/>
            <a:ext cx="619125" cy="242887"/>
            <a:chOff x="4650" y="1129"/>
            <a:chExt cx="246" cy="95"/>
          </a:xfrm>
        </p:grpSpPr>
        <p:sp>
          <p:nvSpPr>
            <p:cNvPr id="44572" name="Oval 407">
              <a:extLst>
                <a:ext uri="{FF2B5EF4-FFF2-40B4-BE49-F238E27FC236}">
                  <a16:creationId xmlns:a16="http://schemas.microsoft.com/office/drawing/2014/main" id="{338171A0-F19A-48AE-B646-2A1EC6757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73" name="Rectangle 410">
              <a:extLst>
                <a:ext uri="{FF2B5EF4-FFF2-40B4-BE49-F238E27FC236}">
                  <a16:creationId xmlns:a16="http://schemas.microsoft.com/office/drawing/2014/main" id="{CECCDFC5-EF97-477E-B379-D80D97F4B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74" name="Oval 411">
              <a:extLst>
                <a:ext uri="{FF2B5EF4-FFF2-40B4-BE49-F238E27FC236}">
                  <a16:creationId xmlns:a16="http://schemas.microsoft.com/office/drawing/2014/main" id="{EE7E3B56-B947-48F8-BD22-098721342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575" name="Group 1417">
              <a:extLst>
                <a:ext uri="{FF2B5EF4-FFF2-40B4-BE49-F238E27FC236}">
                  <a16:creationId xmlns:a16="http://schemas.microsoft.com/office/drawing/2014/main" id="{6B4D1748-0628-443F-8243-D826EC6C2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578" name="Freeform 1418">
                <a:extLst>
                  <a:ext uri="{FF2B5EF4-FFF2-40B4-BE49-F238E27FC236}">
                    <a16:creationId xmlns:a16="http://schemas.microsoft.com/office/drawing/2014/main" id="{191860DA-CA45-4CA2-94A2-DD9285C02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79" name="Freeform 1419">
                <a:extLst>
                  <a:ext uri="{FF2B5EF4-FFF2-40B4-BE49-F238E27FC236}">
                    <a16:creationId xmlns:a16="http://schemas.microsoft.com/office/drawing/2014/main" id="{389ABE50-BF3F-4FC0-861E-AB2285A43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76" name="Line 1420">
              <a:extLst>
                <a:ext uri="{FF2B5EF4-FFF2-40B4-BE49-F238E27FC236}">
                  <a16:creationId xmlns:a16="http://schemas.microsoft.com/office/drawing/2014/main" id="{F73F6B62-FF90-4443-8E7B-E2DFDE5F5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77" name="Line 1421">
              <a:extLst>
                <a:ext uri="{FF2B5EF4-FFF2-40B4-BE49-F238E27FC236}">
                  <a16:creationId xmlns:a16="http://schemas.microsoft.com/office/drawing/2014/main" id="{A61235A7-CA33-4750-B456-600DC62EA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82" name="Group 1422">
            <a:extLst>
              <a:ext uri="{FF2B5EF4-FFF2-40B4-BE49-F238E27FC236}">
                <a16:creationId xmlns:a16="http://schemas.microsoft.com/office/drawing/2014/main" id="{B7FFFFE0-F321-4A4F-A5D0-BA362C71C8DB}"/>
              </a:ext>
            </a:extLst>
          </p:cNvPr>
          <p:cNvGrpSpPr>
            <a:grpSpLocks/>
          </p:cNvGrpSpPr>
          <p:nvPr/>
        </p:nvGrpSpPr>
        <p:grpSpPr bwMode="auto">
          <a:xfrm>
            <a:off x="5991228" y="4837116"/>
            <a:ext cx="619125" cy="242887"/>
            <a:chOff x="4650" y="1129"/>
            <a:chExt cx="246" cy="95"/>
          </a:xfrm>
        </p:grpSpPr>
        <p:sp>
          <p:nvSpPr>
            <p:cNvPr id="44564" name="Oval 407">
              <a:extLst>
                <a:ext uri="{FF2B5EF4-FFF2-40B4-BE49-F238E27FC236}">
                  <a16:creationId xmlns:a16="http://schemas.microsoft.com/office/drawing/2014/main" id="{35F886DB-3153-4496-B0AB-348B1251F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65" name="Rectangle 410">
              <a:extLst>
                <a:ext uri="{FF2B5EF4-FFF2-40B4-BE49-F238E27FC236}">
                  <a16:creationId xmlns:a16="http://schemas.microsoft.com/office/drawing/2014/main" id="{D0428F16-4118-494B-B9D2-0487F5EC9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66" name="Oval 411">
              <a:extLst>
                <a:ext uri="{FF2B5EF4-FFF2-40B4-BE49-F238E27FC236}">
                  <a16:creationId xmlns:a16="http://schemas.microsoft.com/office/drawing/2014/main" id="{0D8507B5-3698-4B64-AE1B-9F943ED1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567" name="Group 1426">
              <a:extLst>
                <a:ext uri="{FF2B5EF4-FFF2-40B4-BE49-F238E27FC236}">
                  <a16:creationId xmlns:a16="http://schemas.microsoft.com/office/drawing/2014/main" id="{443A41A5-9816-44D5-8BFC-E71950D53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570" name="Freeform 1427">
                <a:extLst>
                  <a:ext uri="{FF2B5EF4-FFF2-40B4-BE49-F238E27FC236}">
                    <a16:creationId xmlns:a16="http://schemas.microsoft.com/office/drawing/2014/main" id="{FED53D05-7BCB-4F0F-8786-6F1597C3B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71" name="Freeform 1428">
                <a:extLst>
                  <a:ext uri="{FF2B5EF4-FFF2-40B4-BE49-F238E27FC236}">
                    <a16:creationId xmlns:a16="http://schemas.microsoft.com/office/drawing/2014/main" id="{3D268331-A2FA-4BC5-93D5-E4FADAE41C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68" name="Line 1429">
              <a:extLst>
                <a:ext uri="{FF2B5EF4-FFF2-40B4-BE49-F238E27FC236}">
                  <a16:creationId xmlns:a16="http://schemas.microsoft.com/office/drawing/2014/main" id="{CEC86BA4-4D09-44AD-AC1E-B20133868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69" name="Line 1430">
              <a:extLst>
                <a:ext uri="{FF2B5EF4-FFF2-40B4-BE49-F238E27FC236}">
                  <a16:creationId xmlns:a16="http://schemas.microsoft.com/office/drawing/2014/main" id="{2BA70261-676F-494E-8A68-A05728010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83" name="Group 1431">
            <a:extLst>
              <a:ext uri="{FF2B5EF4-FFF2-40B4-BE49-F238E27FC236}">
                <a16:creationId xmlns:a16="http://schemas.microsoft.com/office/drawing/2014/main" id="{72D0BED4-ABAA-48F2-A824-C68FFF01A04D}"/>
              </a:ext>
            </a:extLst>
          </p:cNvPr>
          <p:cNvGrpSpPr>
            <a:grpSpLocks/>
          </p:cNvGrpSpPr>
          <p:nvPr/>
        </p:nvGrpSpPr>
        <p:grpSpPr bwMode="auto">
          <a:xfrm>
            <a:off x="5797553" y="3629028"/>
            <a:ext cx="390525" cy="169863"/>
            <a:chOff x="4650" y="1129"/>
            <a:chExt cx="246" cy="95"/>
          </a:xfrm>
        </p:grpSpPr>
        <p:sp>
          <p:nvSpPr>
            <p:cNvPr id="44556" name="Oval 407">
              <a:extLst>
                <a:ext uri="{FF2B5EF4-FFF2-40B4-BE49-F238E27FC236}">
                  <a16:creationId xmlns:a16="http://schemas.microsoft.com/office/drawing/2014/main" id="{D4288DF5-DFC8-440F-8E2A-F7A1BF7A7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57" name="Rectangle 410">
              <a:extLst>
                <a:ext uri="{FF2B5EF4-FFF2-40B4-BE49-F238E27FC236}">
                  <a16:creationId xmlns:a16="http://schemas.microsoft.com/office/drawing/2014/main" id="{69A75B2A-DD67-46E5-BAC3-2A5843704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58" name="Oval 411">
              <a:extLst>
                <a:ext uri="{FF2B5EF4-FFF2-40B4-BE49-F238E27FC236}">
                  <a16:creationId xmlns:a16="http://schemas.microsoft.com/office/drawing/2014/main" id="{E77B03F8-F5D1-4812-BEAF-0535083A0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559" name="Group 1435">
              <a:extLst>
                <a:ext uri="{FF2B5EF4-FFF2-40B4-BE49-F238E27FC236}">
                  <a16:creationId xmlns:a16="http://schemas.microsoft.com/office/drawing/2014/main" id="{E4C72231-C867-4024-B7FB-9F0CEA423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562" name="Freeform 1436">
                <a:extLst>
                  <a:ext uri="{FF2B5EF4-FFF2-40B4-BE49-F238E27FC236}">
                    <a16:creationId xmlns:a16="http://schemas.microsoft.com/office/drawing/2014/main" id="{B27323B3-F38B-44F0-B391-C822F5115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63" name="Freeform 1437">
                <a:extLst>
                  <a:ext uri="{FF2B5EF4-FFF2-40B4-BE49-F238E27FC236}">
                    <a16:creationId xmlns:a16="http://schemas.microsoft.com/office/drawing/2014/main" id="{E9BF4CF4-93AE-4D2F-B4DE-DF7437EE2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60" name="Line 1438">
              <a:extLst>
                <a:ext uri="{FF2B5EF4-FFF2-40B4-BE49-F238E27FC236}">
                  <a16:creationId xmlns:a16="http://schemas.microsoft.com/office/drawing/2014/main" id="{E5459540-43BC-4159-8A41-F91FBFF59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61" name="Line 1439">
              <a:extLst>
                <a:ext uri="{FF2B5EF4-FFF2-40B4-BE49-F238E27FC236}">
                  <a16:creationId xmlns:a16="http://schemas.microsoft.com/office/drawing/2014/main" id="{15D36430-8820-4F86-A87D-81A53B43F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84" name="Group 1440">
            <a:extLst>
              <a:ext uri="{FF2B5EF4-FFF2-40B4-BE49-F238E27FC236}">
                <a16:creationId xmlns:a16="http://schemas.microsoft.com/office/drawing/2014/main" id="{2531B934-5AD0-4A64-B04D-231286AED423}"/>
              </a:ext>
            </a:extLst>
          </p:cNvPr>
          <p:cNvGrpSpPr>
            <a:grpSpLocks/>
          </p:cNvGrpSpPr>
          <p:nvPr/>
        </p:nvGrpSpPr>
        <p:grpSpPr bwMode="auto">
          <a:xfrm>
            <a:off x="6097591" y="2476503"/>
            <a:ext cx="390525" cy="169863"/>
            <a:chOff x="4650" y="1129"/>
            <a:chExt cx="246" cy="95"/>
          </a:xfrm>
        </p:grpSpPr>
        <p:sp>
          <p:nvSpPr>
            <p:cNvPr id="44548" name="Oval 407">
              <a:extLst>
                <a:ext uri="{FF2B5EF4-FFF2-40B4-BE49-F238E27FC236}">
                  <a16:creationId xmlns:a16="http://schemas.microsoft.com/office/drawing/2014/main" id="{C7526B61-DE93-4DCD-9377-267B74C68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49" name="Rectangle 410">
              <a:extLst>
                <a:ext uri="{FF2B5EF4-FFF2-40B4-BE49-F238E27FC236}">
                  <a16:creationId xmlns:a16="http://schemas.microsoft.com/office/drawing/2014/main" id="{B5970A9B-A792-47FC-8D5D-65342F4EE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4550" name="Oval 411">
              <a:extLst>
                <a:ext uri="{FF2B5EF4-FFF2-40B4-BE49-F238E27FC236}">
                  <a16:creationId xmlns:a16="http://schemas.microsoft.com/office/drawing/2014/main" id="{1E9ACB22-60CC-4F99-A17B-6A2A991C9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44551" name="Group 1444">
              <a:extLst>
                <a:ext uri="{FF2B5EF4-FFF2-40B4-BE49-F238E27FC236}">
                  <a16:creationId xmlns:a16="http://schemas.microsoft.com/office/drawing/2014/main" id="{039B9833-86B0-4C3A-99D0-A2FBB790B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44554" name="Freeform 1445">
                <a:extLst>
                  <a:ext uri="{FF2B5EF4-FFF2-40B4-BE49-F238E27FC236}">
                    <a16:creationId xmlns:a16="http://schemas.microsoft.com/office/drawing/2014/main" id="{3A1F2749-B8F4-4C0B-A57C-73B0E9BE0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5" name="Freeform 1446">
                <a:extLst>
                  <a:ext uri="{FF2B5EF4-FFF2-40B4-BE49-F238E27FC236}">
                    <a16:creationId xmlns:a16="http://schemas.microsoft.com/office/drawing/2014/main" id="{BF7A49A2-B7C5-43E4-8B50-DFD01E7D0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52" name="Line 1447">
              <a:extLst>
                <a:ext uri="{FF2B5EF4-FFF2-40B4-BE49-F238E27FC236}">
                  <a16:creationId xmlns:a16="http://schemas.microsoft.com/office/drawing/2014/main" id="{4DAE7F6E-9A61-4C2A-999E-6DF614B13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53" name="Line 1448">
              <a:extLst>
                <a:ext uri="{FF2B5EF4-FFF2-40B4-BE49-F238E27FC236}">
                  <a16:creationId xmlns:a16="http://schemas.microsoft.com/office/drawing/2014/main" id="{5DCC4AF9-A11F-4F62-96B8-F35A43683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85" name="Group 1449">
            <a:extLst>
              <a:ext uri="{FF2B5EF4-FFF2-40B4-BE49-F238E27FC236}">
                <a16:creationId xmlns:a16="http://schemas.microsoft.com/office/drawing/2014/main" id="{81608BE4-B6C0-42D2-A945-2D89E7345C44}"/>
              </a:ext>
            </a:extLst>
          </p:cNvPr>
          <p:cNvGrpSpPr>
            <a:grpSpLocks/>
          </p:cNvGrpSpPr>
          <p:nvPr/>
        </p:nvGrpSpPr>
        <p:grpSpPr bwMode="auto">
          <a:xfrm>
            <a:off x="5356228" y="3489329"/>
            <a:ext cx="506413" cy="352425"/>
            <a:chOff x="2967" y="478"/>
            <a:chExt cx="788" cy="625"/>
          </a:xfrm>
        </p:grpSpPr>
        <p:pic>
          <p:nvPicPr>
            <p:cNvPr id="44546" name="Picture 1450" descr="access_point_stylized_small">
              <a:extLst>
                <a:ext uri="{FF2B5EF4-FFF2-40B4-BE49-F238E27FC236}">
                  <a16:creationId xmlns:a16="http://schemas.microsoft.com/office/drawing/2014/main" id="{B878E17A-99DE-4A2C-B466-5BA32CCB61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547" name="Picture 1451" descr="antenna_radiation_stylized">
              <a:extLst>
                <a:ext uri="{FF2B5EF4-FFF2-40B4-BE49-F238E27FC236}">
                  <a16:creationId xmlns:a16="http://schemas.microsoft.com/office/drawing/2014/main" id="{15151725-F5AB-4BD5-BD88-A27F4E896D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4086" name="Group 1452">
            <a:extLst>
              <a:ext uri="{FF2B5EF4-FFF2-40B4-BE49-F238E27FC236}">
                <a16:creationId xmlns:a16="http://schemas.microsoft.com/office/drawing/2014/main" id="{D772185E-2932-4889-B296-401DBEF3B69B}"/>
              </a:ext>
            </a:extLst>
          </p:cNvPr>
          <p:cNvGrpSpPr>
            <a:grpSpLocks/>
          </p:cNvGrpSpPr>
          <p:nvPr/>
        </p:nvGrpSpPr>
        <p:grpSpPr bwMode="auto">
          <a:xfrm>
            <a:off x="6877053" y="4992691"/>
            <a:ext cx="563563" cy="420687"/>
            <a:chOff x="2967" y="478"/>
            <a:chExt cx="788" cy="625"/>
          </a:xfrm>
        </p:grpSpPr>
        <p:pic>
          <p:nvPicPr>
            <p:cNvPr id="44544" name="Picture 1453" descr="access_point_stylized_small">
              <a:extLst>
                <a:ext uri="{FF2B5EF4-FFF2-40B4-BE49-F238E27FC236}">
                  <a16:creationId xmlns:a16="http://schemas.microsoft.com/office/drawing/2014/main" id="{85A3AFDA-16F6-4787-80B0-18DA14AC49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545" name="Picture 1454" descr="antenna_radiation_stylized">
              <a:extLst>
                <a:ext uri="{FF2B5EF4-FFF2-40B4-BE49-F238E27FC236}">
                  <a16:creationId xmlns:a16="http://schemas.microsoft.com/office/drawing/2014/main" id="{58A7DCB3-C143-4C0D-8B39-CB107CAE7F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4087" name="Group 1455">
            <a:extLst>
              <a:ext uri="{FF2B5EF4-FFF2-40B4-BE49-F238E27FC236}">
                <a16:creationId xmlns:a16="http://schemas.microsoft.com/office/drawing/2014/main" id="{8DF33562-A706-4B5A-9CD6-05449522BE19}"/>
              </a:ext>
            </a:extLst>
          </p:cNvPr>
          <p:cNvGrpSpPr>
            <a:grpSpLocks/>
          </p:cNvGrpSpPr>
          <p:nvPr/>
        </p:nvGrpSpPr>
        <p:grpSpPr bwMode="auto">
          <a:xfrm>
            <a:off x="5805488" y="1833566"/>
            <a:ext cx="457200" cy="631825"/>
            <a:chOff x="742" y="2409"/>
            <a:chExt cx="576" cy="881"/>
          </a:xfrm>
        </p:grpSpPr>
        <p:grpSp>
          <p:nvGrpSpPr>
            <p:cNvPr id="44526" name="Group 1456">
              <a:extLst>
                <a:ext uri="{FF2B5EF4-FFF2-40B4-BE49-F238E27FC236}">
                  <a16:creationId xmlns:a16="http://schemas.microsoft.com/office/drawing/2014/main" id="{8F5D3212-3F8B-4522-822A-5D4712E4E5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44529" name="Line 270">
                <a:extLst>
                  <a:ext uri="{FF2B5EF4-FFF2-40B4-BE49-F238E27FC236}">
                    <a16:creationId xmlns:a16="http://schemas.microsoft.com/office/drawing/2014/main" id="{35BBF5CE-D354-4BE8-BDA4-1DC230EB7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0" name="Line 271">
                <a:extLst>
                  <a:ext uri="{FF2B5EF4-FFF2-40B4-BE49-F238E27FC236}">
                    <a16:creationId xmlns:a16="http://schemas.microsoft.com/office/drawing/2014/main" id="{CA0BA1E5-67FA-4AF5-A6D3-E36AED607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1" name="Line 272">
                <a:extLst>
                  <a:ext uri="{FF2B5EF4-FFF2-40B4-BE49-F238E27FC236}">
                    <a16:creationId xmlns:a16="http://schemas.microsoft.com/office/drawing/2014/main" id="{2464A145-2DCE-4886-AA82-4905BBB024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2" name="Line 273">
                <a:extLst>
                  <a:ext uri="{FF2B5EF4-FFF2-40B4-BE49-F238E27FC236}">
                    <a16:creationId xmlns:a16="http://schemas.microsoft.com/office/drawing/2014/main" id="{84AD8CF5-BC1C-4547-B955-5C87AF96B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3" name="Line 274">
                <a:extLst>
                  <a:ext uri="{FF2B5EF4-FFF2-40B4-BE49-F238E27FC236}">
                    <a16:creationId xmlns:a16="http://schemas.microsoft.com/office/drawing/2014/main" id="{C5BE2BB1-79EE-4416-8AB6-BB1EF6689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4" name="Line 275">
                <a:extLst>
                  <a:ext uri="{FF2B5EF4-FFF2-40B4-BE49-F238E27FC236}">
                    <a16:creationId xmlns:a16="http://schemas.microsoft.com/office/drawing/2014/main" id="{8DF7F771-325E-4611-9844-DAA2864F1F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5" name="Line 276">
                <a:extLst>
                  <a:ext uri="{FF2B5EF4-FFF2-40B4-BE49-F238E27FC236}">
                    <a16:creationId xmlns:a16="http://schemas.microsoft.com/office/drawing/2014/main" id="{0555E5A9-3688-4AAC-A366-99E7DCFCC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6" name="Line 277">
                <a:extLst>
                  <a:ext uri="{FF2B5EF4-FFF2-40B4-BE49-F238E27FC236}">
                    <a16:creationId xmlns:a16="http://schemas.microsoft.com/office/drawing/2014/main" id="{A0FF49D2-89D8-4967-B9ED-73A87571A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7" name="Line 278">
                <a:extLst>
                  <a:ext uri="{FF2B5EF4-FFF2-40B4-BE49-F238E27FC236}">
                    <a16:creationId xmlns:a16="http://schemas.microsoft.com/office/drawing/2014/main" id="{FFC3AEB2-F2A7-42EC-9EA3-85FD2C2B5D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8" name="Line 279">
                <a:extLst>
                  <a:ext uri="{FF2B5EF4-FFF2-40B4-BE49-F238E27FC236}">
                    <a16:creationId xmlns:a16="http://schemas.microsoft.com/office/drawing/2014/main" id="{0263D2D5-0280-4243-9812-6DBE4E532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39" name="Line 280">
                <a:extLst>
                  <a:ext uri="{FF2B5EF4-FFF2-40B4-BE49-F238E27FC236}">
                    <a16:creationId xmlns:a16="http://schemas.microsoft.com/office/drawing/2014/main" id="{820EAA29-03F6-44DF-8212-5C1AA1FEE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40" name="Line 281">
                <a:extLst>
                  <a:ext uri="{FF2B5EF4-FFF2-40B4-BE49-F238E27FC236}">
                    <a16:creationId xmlns:a16="http://schemas.microsoft.com/office/drawing/2014/main" id="{D78140D0-CF06-4721-BF8B-4843DBFC3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41" name="Line 282">
                <a:extLst>
                  <a:ext uri="{FF2B5EF4-FFF2-40B4-BE49-F238E27FC236}">
                    <a16:creationId xmlns:a16="http://schemas.microsoft.com/office/drawing/2014/main" id="{A9CB5117-5258-42AC-A49F-637D5D743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42" name="Line 283">
                <a:extLst>
                  <a:ext uri="{FF2B5EF4-FFF2-40B4-BE49-F238E27FC236}">
                    <a16:creationId xmlns:a16="http://schemas.microsoft.com/office/drawing/2014/main" id="{B410AEF5-CB91-4043-8728-FEE34216E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543" name="Line 284">
                <a:extLst>
                  <a:ext uri="{FF2B5EF4-FFF2-40B4-BE49-F238E27FC236}">
                    <a16:creationId xmlns:a16="http://schemas.microsoft.com/office/drawing/2014/main" id="{DC51D704-2C7A-463B-A6B9-71648733D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44527" name="Picture 1472" descr="cell_tower_radiation copy">
              <a:extLst>
                <a:ext uri="{FF2B5EF4-FFF2-40B4-BE49-F238E27FC236}">
                  <a16:creationId xmlns:a16="http://schemas.microsoft.com/office/drawing/2014/main" id="{1F3A6F8D-0A88-44E5-B11A-F5A20DEDB4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528" name="Oval 1473">
              <a:extLst>
                <a:ext uri="{FF2B5EF4-FFF2-40B4-BE49-F238E27FC236}">
                  <a16:creationId xmlns:a16="http://schemas.microsoft.com/office/drawing/2014/main" id="{BA9A4D29-044B-4612-A069-B680E9C20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grpSp>
        <p:nvGrpSpPr>
          <p:cNvPr id="44088" name="Group 1474">
            <a:extLst>
              <a:ext uri="{FF2B5EF4-FFF2-40B4-BE49-F238E27FC236}">
                <a16:creationId xmlns:a16="http://schemas.microsoft.com/office/drawing/2014/main" id="{754F095C-4ABF-433E-85B6-3922062C50E1}"/>
              </a:ext>
            </a:extLst>
          </p:cNvPr>
          <p:cNvGrpSpPr>
            <a:grpSpLocks/>
          </p:cNvGrpSpPr>
          <p:nvPr/>
        </p:nvGrpSpPr>
        <p:grpSpPr bwMode="auto">
          <a:xfrm>
            <a:off x="7985128" y="4991103"/>
            <a:ext cx="227013" cy="481013"/>
            <a:chOff x="4140" y="429"/>
            <a:chExt cx="1425" cy="2396"/>
          </a:xfrm>
        </p:grpSpPr>
        <p:sp>
          <p:nvSpPr>
            <p:cNvPr id="44494" name="Freeform 1475">
              <a:extLst>
                <a:ext uri="{FF2B5EF4-FFF2-40B4-BE49-F238E27FC236}">
                  <a16:creationId xmlns:a16="http://schemas.microsoft.com/office/drawing/2014/main" id="{74156FE2-7478-45E3-97A5-3326C46B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95" name="Rectangle 1476">
              <a:extLst>
                <a:ext uri="{FF2B5EF4-FFF2-40B4-BE49-F238E27FC236}">
                  <a16:creationId xmlns:a16="http://schemas.microsoft.com/office/drawing/2014/main" id="{9E986232-274B-4417-A10C-AABEF8829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96" name="Freeform 1477">
              <a:extLst>
                <a:ext uri="{FF2B5EF4-FFF2-40B4-BE49-F238E27FC236}">
                  <a16:creationId xmlns:a16="http://schemas.microsoft.com/office/drawing/2014/main" id="{8D6D0D94-C612-416D-834E-280AE71B5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97" name="Freeform 1478">
              <a:extLst>
                <a:ext uri="{FF2B5EF4-FFF2-40B4-BE49-F238E27FC236}">
                  <a16:creationId xmlns:a16="http://schemas.microsoft.com/office/drawing/2014/main" id="{FE4C8993-F817-449D-812D-0AAD2BE2A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98" name="Rectangle 1479">
              <a:extLst>
                <a:ext uri="{FF2B5EF4-FFF2-40B4-BE49-F238E27FC236}">
                  <a16:creationId xmlns:a16="http://schemas.microsoft.com/office/drawing/2014/main" id="{1DEF7D9D-C0CB-44E9-897D-4B6A1573F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44499" name="Group 1480">
              <a:extLst>
                <a:ext uri="{FF2B5EF4-FFF2-40B4-BE49-F238E27FC236}">
                  <a16:creationId xmlns:a16="http://schemas.microsoft.com/office/drawing/2014/main" id="{D8E385BC-73F1-4D61-A491-A1CD13AC3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524" name="AutoShape 1481">
                <a:extLst>
                  <a:ext uri="{FF2B5EF4-FFF2-40B4-BE49-F238E27FC236}">
                    <a16:creationId xmlns:a16="http://schemas.microsoft.com/office/drawing/2014/main" id="{A1015781-86DA-4BA7-81E0-4F15BFB22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525" name="AutoShape 1482">
                <a:extLst>
                  <a:ext uri="{FF2B5EF4-FFF2-40B4-BE49-F238E27FC236}">
                    <a16:creationId xmlns:a16="http://schemas.microsoft.com/office/drawing/2014/main" id="{4B2F2B30-0959-4329-AAE9-7C812F435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500" name="Rectangle 1483">
              <a:extLst>
                <a:ext uri="{FF2B5EF4-FFF2-40B4-BE49-F238E27FC236}">
                  <a16:creationId xmlns:a16="http://schemas.microsoft.com/office/drawing/2014/main" id="{4B9013AB-3E57-44A5-BA30-921A4DC11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44501" name="Group 1484">
              <a:extLst>
                <a:ext uri="{FF2B5EF4-FFF2-40B4-BE49-F238E27FC236}">
                  <a16:creationId xmlns:a16="http://schemas.microsoft.com/office/drawing/2014/main" id="{BC338491-EFAE-430E-94AB-8608C9BDE8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522" name="AutoShape 1485">
                <a:extLst>
                  <a:ext uri="{FF2B5EF4-FFF2-40B4-BE49-F238E27FC236}">
                    <a16:creationId xmlns:a16="http://schemas.microsoft.com/office/drawing/2014/main" id="{E0CB1E7A-CB9D-480D-93C1-0ADB1B0AC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523" name="AutoShape 1486">
                <a:extLst>
                  <a:ext uri="{FF2B5EF4-FFF2-40B4-BE49-F238E27FC236}">
                    <a16:creationId xmlns:a16="http://schemas.microsoft.com/office/drawing/2014/main" id="{2D8C3AD2-A0F7-42D9-88E8-A8E5D0821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502" name="Rectangle 1487">
              <a:extLst>
                <a:ext uri="{FF2B5EF4-FFF2-40B4-BE49-F238E27FC236}">
                  <a16:creationId xmlns:a16="http://schemas.microsoft.com/office/drawing/2014/main" id="{34B1A8AA-1105-4EDD-8D5A-4CA610F9C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503" name="Rectangle 1488">
              <a:extLst>
                <a:ext uri="{FF2B5EF4-FFF2-40B4-BE49-F238E27FC236}">
                  <a16:creationId xmlns:a16="http://schemas.microsoft.com/office/drawing/2014/main" id="{61CA056C-02BE-4EE3-8CC7-28EA18D44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44504" name="Group 1489">
              <a:extLst>
                <a:ext uri="{FF2B5EF4-FFF2-40B4-BE49-F238E27FC236}">
                  <a16:creationId xmlns:a16="http://schemas.microsoft.com/office/drawing/2014/main" id="{A0BDFB52-460B-4A3C-860F-E237EFB7D5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520" name="AutoShape 1490">
                <a:extLst>
                  <a:ext uri="{FF2B5EF4-FFF2-40B4-BE49-F238E27FC236}">
                    <a16:creationId xmlns:a16="http://schemas.microsoft.com/office/drawing/2014/main" id="{5CAF5F5D-7546-4B92-9A1F-3BC99DB0E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521" name="AutoShape 1491">
                <a:extLst>
                  <a:ext uri="{FF2B5EF4-FFF2-40B4-BE49-F238E27FC236}">
                    <a16:creationId xmlns:a16="http://schemas.microsoft.com/office/drawing/2014/main" id="{E5041350-1961-4334-8384-BA2D5D778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505" name="Freeform 1492">
              <a:extLst>
                <a:ext uri="{FF2B5EF4-FFF2-40B4-BE49-F238E27FC236}">
                  <a16:creationId xmlns:a16="http://schemas.microsoft.com/office/drawing/2014/main" id="{F2018FE2-3A08-4620-BAA6-8DE901E49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506" name="Group 1493">
              <a:extLst>
                <a:ext uri="{FF2B5EF4-FFF2-40B4-BE49-F238E27FC236}">
                  <a16:creationId xmlns:a16="http://schemas.microsoft.com/office/drawing/2014/main" id="{8B4387AA-CB78-45D8-B645-6C14983F0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518" name="AutoShape 1494">
                <a:extLst>
                  <a:ext uri="{FF2B5EF4-FFF2-40B4-BE49-F238E27FC236}">
                    <a16:creationId xmlns:a16="http://schemas.microsoft.com/office/drawing/2014/main" id="{C0405F12-BEFD-48A7-8140-EEE67D27A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519" name="AutoShape 1495">
                <a:extLst>
                  <a:ext uri="{FF2B5EF4-FFF2-40B4-BE49-F238E27FC236}">
                    <a16:creationId xmlns:a16="http://schemas.microsoft.com/office/drawing/2014/main" id="{EEC482AD-F973-4EB4-8D0A-C0F3C923D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507" name="Rectangle 1496">
              <a:extLst>
                <a:ext uri="{FF2B5EF4-FFF2-40B4-BE49-F238E27FC236}">
                  <a16:creationId xmlns:a16="http://schemas.microsoft.com/office/drawing/2014/main" id="{DB2CBDA7-B328-4215-AAED-FCED3F704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508" name="Freeform 1497">
              <a:extLst>
                <a:ext uri="{FF2B5EF4-FFF2-40B4-BE49-F238E27FC236}">
                  <a16:creationId xmlns:a16="http://schemas.microsoft.com/office/drawing/2014/main" id="{18048C07-F62C-4FD2-99BE-FA4CCD5AC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09" name="Freeform 1498">
              <a:extLst>
                <a:ext uri="{FF2B5EF4-FFF2-40B4-BE49-F238E27FC236}">
                  <a16:creationId xmlns:a16="http://schemas.microsoft.com/office/drawing/2014/main" id="{3E6C00A7-61A6-4223-A071-22E6CDB9D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10" name="Oval 1499">
              <a:extLst>
                <a:ext uri="{FF2B5EF4-FFF2-40B4-BE49-F238E27FC236}">
                  <a16:creationId xmlns:a16="http://schemas.microsoft.com/office/drawing/2014/main" id="{3FDBD0B7-840E-42FF-884E-3FD49E91E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511" name="Freeform 1500">
              <a:extLst>
                <a:ext uri="{FF2B5EF4-FFF2-40B4-BE49-F238E27FC236}">
                  <a16:creationId xmlns:a16="http://schemas.microsoft.com/office/drawing/2014/main" id="{930C9FA8-B54B-48A0-B032-F1BD8E2EE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512" name="AutoShape 1501">
              <a:extLst>
                <a:ext uri="{FF2B5EF4-FFF2-40B4-BE49-F238E27FC236}">
                  <a16:creationId xmlns:a16="http://schemas.microsoft.com/office/drawing/2014/main" id="{1ADF3129-D32B-4E73-8ABD-F55CD6B1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513" name="AutoShape 1502">
              <a:extLst>
                <a:ext uri="{FF2B5EF4-FFF2-40B4-BE49-F238E27FC236}">
                  <a16:creationId xmlns:a16="http://schemas.microsoft.com/office/drawing/2014/main" id="{641AB49C-11B7-4CA8-90E4-F7E3A1A2A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514" name="Oval 1503">
              <a:extLst>
                <a:ext uri="{FF2B5EF4-FFF2-40B4-BE49-F238E27FC236}">
                  <a16:creationId xmlns:a16="http://schemas.microsoft.com/office/drawing/2014/main" id="{C6714E94-947E-4966-BD12-9228D60D1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515" name="Oval 1504">
              <a:extLst>
                <a:ext uri="{FF2B5EF4-FFF2-40B4-BE49-F238E27FC236}">
                  <a16:creationId xmlns:a16="http://schemas.microsoft.com/office/drawing/2014/main" id="{DD722B23-4103-4AAF-904E-1DD0C94A6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4516" name="Oval 1505">
              <a:extLst>
                <a:ext uri="{FF2B5EF4-FFF2-40B4-BE49-F238E27FC236}">
                  <a16:creationId xmlns:a16="http://schemas.microsoft.com/office/drawing/2014/main" id="{08E9A583-6E5C-437D-A224-C21A26875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517" name="Rectangle 1506">
              <a:extLst>
                <a:ext uri="{FF2B5EF4-FFF2-40B4-BE49-F238E27FC236}">
                  <a16:creationId xmlns:a16="http://schemas.microsoft.com/office/drawing/2014/main" id="{687B1977-36F7-491A-AF9D-DCBDA667F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grpSp>
        <p:nvGrpSpPr>
          <p:cNvPr id="44089" name="Group 1507">
            <a:extLst>
              <a:ext uri="{FF2B5EF4-FFF2-40B4-BE49-F238E27FC236}">
                <a16:creationId xmlns:a16="http://schemas.microsoft.com/office/drawing/2014/main" id="{E6B4F98D-3D64-42F0-ACD8-B4BBFF46E178}"/>
              </a:ext>
            </a:extLst>
          </p:cNvPr>
          <p:cNvGrpSpPr>
            <a:grpSpLocks/>
          </p:cNvGrpSpPr>
          <p:nvPr/>
        </p:nvGrpSpPr>
        <p:grpSpPr bwMode="auto">
          <a:xfrm>
            <a:off x="7669214" y="5292728"/>
            <a:ext cx="227012" cy="481013"/>
            <a:chOff x="4140" y="429"/>
            <a:chExt cx="1425" cy="2396"/>
          </a:xfrm>
        </p:grpSpPr>
        <p:sp>
          <p:nvSpPr>
            <p:cNvPr id="44462" name="Freeform 1508">
              <a:extLst>
                <a:ext uri="{FF2B5EF4-FFF2-40B4-BE49-F238E27FC236}">
                  <a16:creationId xmlns:a16="http://schemas.microsoft.com/office/drawing/2014/main" id="{123A523F-715F-43C8-93A5-C3D35CFFE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63" name="Rectangle 1509">
              <a:extLst>
                <a:ext uri="{FF2B5EF4-FFF2-40B4-BE49-F238E27FC236}">
                  <a16:creationId xmlns:a16="http://schemas.microsoft.com/office/drawing/2014/main" id="{8E4B6994-30B1-4D87-A4C6-FE8E5E6C4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64" name="Freeform 1510">
              <a:extLst>
                <a:ext uri="{FF2B5EF4-FFF2-40B4-BE49-F238E27FC236}">
                  <a16:creationId xmlns:a16="http://schemas.microsoft.com/office/drawing/2014/main" id="{770B27D7-B179-42CD-A8F1-3F4FCF975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65" name="Freeform 1511">
              <a:extLst>
                <a:ext uri="{FF2B5EF4-FFF2-40B4-BE49-F238E27FC236}">
                  <a16:creationId xmlns:a16="http://schemas.microsoft.com/office/drawing/2014/main" id="{32DA6774-CB0B-4E91-A89F-26516537B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66" name="Rectangle 1512">
              <a:extLst>
                <a:ext uri="{FF2B5EF4-FFF2-40B4-BE49-F238E27FC236}">
                  <a16:creationId xmlns:a16="http://schemas.microsoft.com/office/drawing/2014/main" id="{D421AB23-03BD-40E9-B6BC-A129DF7DD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44467" name="Group 1513">
              <a:extLst>
                <a:ext uri="{FF2B5EF4-FFF2-40B4-BE49-F238E27FC236}">
                  <a16:creationId xmlns:a16="http://schemas.microsoft.com/office/drawing/2014/main" id="{E73DBF6C-C17D-42FB-9C9F-636EF8CE1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492" name="AutoShape 1514">
                <a:extLst>
                  <a:ext uri="{FF2B5EF4-FFF2-40B4-BE49-F238E27FC236}">
                    <a16:creationId xmlns:a16="http://schemas.microsoft.com/office/drawing/2014/main" id="{2783F9D2-280D-415C-9D3D-009948869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493" name="AutoShape 1515">
                <a:extLst>
                  <a:ext uri="{FF2B5EF4-FFF2-40B4-BE49-F238E27FC236}">
                    <a16:creationId xmlns:a16="http://schemas.microsoft.com/office/drawing/2014/main" id="{2ED0E9A9-30BA-445F-A02E-48C1EE97E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468" name="Rectangle 1516">
              <a:extLst>
                <a:ext uri="{FF2B5EF4-FFF2-40B4-BE49-F238E27FC236}">
                  <a16:creationId xmlns:a16="http://schemas.microsoft.com/office/drawing/2014/main" id="{4A7BDF06-4297-4C9B-8052-AD0BDB626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44469" name="Group 1517">
              <a:extLst>
                <a:ext uri="{FF2B5EF4-FFF2-40B4-BE49-F238E27FC236}">
                  <a16:creationId xmlns:a16="http://schemas.microsoft.com/office/drawing/2014/main" id="{9935CFDC-4A26-4702-B9DF-56CFF5E61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490" name="AutoShape 1518">
                <a:extLst>
                  <a:ext uri="{FF2B5EF4-FFF2-40B4-BE49-F238E27FC236}">
                    <a16:creationId xmlns:a16="http://schemas.microsoft.com/office/drawing/2014/main" id="{9299EE4F-EFFC-4C47-873D-6DAAE4E97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491" name="AutoShape 1519">
                <a:extLst>
                  <a:ext uri="{FF2B5EF4-FFF2-40B4-BE49-F238E27FC236}">
                    <a16:creationId xmlns:a16="http://schemas.microsoft.com/office/drawing/2014/main" id="{2D72B705-7134-4DBC-B4C6-DD7864C06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470" name="Rectangle 1520">
              <a:extLst>
                <a:ext uri="{FF2B5EF4-FFF2-40B4-BE49-F238E27FC236}">
                  <a16:creationId xmlns:a16="http://schemas.microsoft.com/office/drawing/2014/main" id="{A612A853-E362-461D-B429-CD9F4038C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71" name="Rectangle 1521">
              <a:extLst>
                <a:ext uri="{FF2B5EF4-FFF2-40B4-BE49-F238E27FC236}">
                  <a16:creationId xmlns:a16="http://schemas.microsoft.com/office/drawing/2014/main" id="{B309D664-D330-48C7-8186-E590E7797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44472" name="Group 1522">
              <a:extLst>
                <a:ext uri="{FF2B5EF4-FFF2-40B4-BE49-F238E27FC236}">
                  <a16:creationId xmlns:a16="http://schemas.microsoft.com/office/drawing/2014/main" id="{038C2F1F-98E7-43F9-A172-974B19CB8B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488" name="AutoShape 1523">
                <a:extLst>
                  <a:ext uri="{FF2B5EF4-FFF2-40B4-BE49-F238E27FC236}">
                    <a16:creationId xmlns:a16="http://schemas.microsoft.com/office/drawing/2014/main" id="{1A966EA6-0007-479B-A914-27A511FAB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489" name="AutoShape 1524">
                <a:extLst>
                  <a:ext uri="{FF2B5EF4-FFF2-40B4-BE49-F238E27FC236}">
                    <a16:creationId xmlns:a16="http://schemas.microsoft.com/office/drawing/2014/main" id="{D2FB61CB-05D9-4A65-ACB2-6538D3749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473" name="Freeform 1525">
              <a:extLst>
                <a:ext uri="{FF2B5EF4-FFF2-40B4-BE49-F238E27FC236}">
                  <a16:creationId xmlns:a16="http://schemas.microsoft.com/office/drawing/2014/main" id="{62A481B5-D639-4756-BB68-5800D929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474" name="Group 1526">
              <a:extLst>
                <a:ext uri="{FF2B5EF4-FFF2-40B4-BE49-F238E27FC236}">
                  <a16:creationId xmlns:a16="http://schemas.microsoft.com/office/drawing/2014/main" id="{7FFD5F7D-01EB-491A-BFBB-CAEFD81E8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86" name="AutoShape 1527">
                <a:extLst>
                  <a:ext uri="{FF2B5EF4-FFF2-40B4-BE49-F238E27FC236}">
                    <a16:creationId xmlns:a16="http://schemas.microsoft.com/office/drawing/2014/main" id="{ABC7DFEF-28C5-491E-916E-2279E8515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487" name="AutoShape 1528">
                <a:extLst>
                  <a:ext uri="{FF2B5EF4-FFF2-40B4-BE49-F238E27FC236}">
                    <a16:creationId xmlns:a16="http://schemas.microsoft.com/office/drawing/2014/main" id="{1DD298C1-A55E-4159-8BA6-FB56842E2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4475" name="Rectangle 1529">
              <a:extLst>
                <a:ext uri="{FF2B5EF4-FFF2-40B4-BE49-F238E27FC236}">
                  <a16:creationId xmlns:a16="http://schemas.microsoft.com/office/drawing/2014/main" id="{D1D172CB-658E-446B-B2F6-F5DB338FE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76" name="Freeform 1530">
              <a:extLst>
                <a:ext uri="{FF2B5EF4-FFF2-40B4-BE49-F238E27FC236}">
                  <a16:creationId xmlns:a16="http://schemas.microsoft.com/office/drawing/2014/main" id="{BE79D87E-3AC2-4B73-A759-01604600B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77" name="Freeform 1531">
              <a:extLst>
                <a:ext uri="{FF2B5EF4-FFF2-40B4-BE49-F238E27FC236}">
                  <a16:creationId xmlns:a16="http://schemas.microsoft.com/office/drawing/2014/main" id="{6D83095D-6F23-4B70-AF98-75C7826E5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78" name="Oval 1532">
              <a:extLst>
                <a:ext uri="{FF2B5EF4-FFF2-40B4-BE49-F238E27FC236}">
                  <a16:creationId xmlns:a16="http://schemas.microsoft.com/office/drawing/2014/main" id="{9DDB692B-D840-49A2-A9E4-90F829337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79" name="Freeform 1533">
              <a:extLst>
                <a:ext uri="{FF2B5EF4-FFF2-40B4-BE49-F238E27FC236}">
                  <a16:creationId xmlns:a16="http://schemas.microsoft.com/office/drawing/2014/main" id="{192C83AD-F13B-4419-987D-65C594B2E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80" name="AutoShape 1534">
              <a:extLst>
                <a:ext uri="{FF2B5EF4-FFF2-40B4-BE49-F238E27FC236}">
                  <a16:creationId xmlns:a16="http://schemas.microsoft.com/office/drawing/2014/main" id="{08872B90-DC1C-4DA6-8835-5945AAE83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81" name="AutoShape 1535">
              <a:extLst>
                <a:ext uri="{FF2B5EF4-FFF2-40B4-BE49-F238E27FC236}">
                  <a16:creationId xmlns:a16="http://schemas.microsoft.com/office/drawing/2014/main" id="{B675A786-E4B4-4C0A-85BD-2F4EC1D18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82" name="Oval 1536">
              <a:extLst>
                <a:ext uri="{FF2B5EF4-FFF2-40B4-BE49-F238E27FC236}">
                  <a16:creationId xmlns:a16="http://schemas.microsoft.com/office/drawing/2014/main" id="{6B206BFF-A332-451E-9386-D9BBD6145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83" name="Oval 1537">
              <a:extLst>
                <a:ext uri="{FF2B5EF4-FFF2-40B4-BE49-F238E27FC236}">
                  <a16:creationId xmlns:a16="http://schemas.microsoft.com/office/drawing/2014/main" id="{D1F2827E-0FDD-4246-BF49-95D83732D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4484" name="Oval 1538">
              <a:extLst>
                <a:ext uri="{FF2B5EF4-FFF2-40B4-BE49-F238E27FC236}">
                  <a16:creationId xmlns:a16="http://schemas.microsoft.com/office/drawing/2014/main" id="{A32D04CF-4A43-480B-83F3-60D0D9A1C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4485" name="Rectangle 1539">
              <a:extLst>
                <a:ext uri="{FF2B5EF4-FFF2-40B4-BE49-F238E27FC236}">
                  <a16:creationId xmlns:a16="http://schemas.microsoft.com/office/drawing/2014/main" id="{60DAC4A1-7DE7-4CBE-B047-84720C18C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grpSp>
        <p:nvGrpSpPr>
          <p:cNvPr id="44090" name="Group 1540">
            <a:extLst>
              <a:ext uri="{FF2B5EF4-FFF2-40B4-BE49-F238E27FC236}">
                <a16:creationId xmlns:a16="http://schemas.microsoft.com/office/drawing/2014/main" id="{A5046CBB-04CE-4F6A-BC8F-543CB83D79D7}"/>
              </a:ext>
            </a:extLst>
          </p:cNvPr>
          <p:cNvGrpSpPr>
            <a:grpSpLocks/>
          </p:cNvGrpSpPr>
          <p:nvPr/>
        </p:nvGrpSpPr>
        <p:grpSpPr bwMode="auto">
          <a:xfrm>
            <a:off x="5046666" y="2032001"/>
            <a:ext cx="534987" cy="407988"/>
            <a:chOff x="877" y="1008"/>
            <a:chExt cx="2747" cy="2591"/>
          </a:xfrm>
        </p:grpSpPr>
        <p:pic>
          <p:nvPicPr>
            <p:cNvPr id="44439" name="Picture 1541" descr="antenna_stylized">
              <a:extLst>
                <a:ext uri="{FF2B5EF4-FFF2-40B4-BE49-F238E27FC236}">
                  <a16:creationId xmlns:a16="http://schemas.microsoft.com/office/drawing/2014/main" id="{EC17698C-FD06-4333-A571-0560C5B46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440" name="Picture 1542" descr="laptop_keyboard">
              <a:extLst>
                <a:ext uri="{FF2B5EF4-FFF2-40B4-BE49-F238E27FC236}">
                  <a16:creationId xmlns:a16="http://schemas.microsoft.com/office/drawing/2014/main" id="{FF8873BB-2854-4DD6-982D-A5331EE379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441" name="Freeform 1543">
              <a:extLst>
                <a:ext uri="{FF2B5EF4-FFF2-40B4-BE49-F238E27FC236}">
                  <a16:creationId xmlns:a16="http://schemas.microsoft.com/office/drawing/2014/main" id="{5552D89C-9BC9-4408-886F-416EC5765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4442" name="Picture 1544" descr="screen">
              <a:extLst>
                <a:ext uri="{FF2B5EF4-FFF2-40B4-BE49-F238E27FC236}">
                  <a16:creationId xmlns:a16="http://schemas.microsoft.com/office/drawing/2014/main" id="{E28BC490-F55E-4501-A852-6BAD6957C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443" name="Freeform 1545">
              <a:extLst>
                <a:ext uri="{FF2B5EF4-FFF2-40B4-BE49-F238E27FC236}">
                  <a16:creationId xmlns:a16="http://schemas.microsoft.com/office/drawing/2014/main" id="{29A31C10-F5C8-4EA5-90E4-BBEA1F2A5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4" name="Freeform 1546">
              <a:extLst>
                <a:ext uri="{FF2B5EF4-FFF2-40B4-BE49-F238E27FC236}">
                  <a16:creationId xmlns:a16="http://schemas.microsoft.com/office/drawing/2014/main" id="{3A13402C-E475-4626-B304-6760D441F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5" name="Freeform 1547">
              <a:extLst>
                <a:ext uri="{FF2B5EF4-FFF2-40B4-BE49-F238E27FC236}">
                  <a16:creationId xmlns:a16="http://schemas.microsoft.com/office/drawing/2014/main" id="{A5CD9C4A-8E7D-4C63-A0FB-B10DA269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6" name="Freeform 1548">
              <a:extLst>
                <a:ext uri="{FF2B5EF4-FFF2-40B4-BE49-F238E27FC236}">
                  <a16:creationId xmlns:a16="http://schemas.microsoft.com/office/drawing/2014/main" id="{76701320-E593-4D04-9F04-E710B1F60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7" name="Freeform 1549">
              <a:extLst>
                <a:ext uri="{FF2B5EF4-FFF2-40B4-BE49-F238E27FC236}">
                  <a16:creationId xmlns:a16="http://schemas.microsoft.com/office/drawing/2014/main" id="{616A36B4-142B-4195-B2A5-E1CE45D64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48" name="Freeform 1550">
              <a:extLst>
                <a:ext uri="{FF2B5EF4-FFF2-40B4-BE49-F238E27FC236}">
                  <a16:creationId xmlns:a16="http://schemas.microsoft.com/office/drawing/2014/main" id="{05773149-0BF1-4D65-BA99-176F5FBAD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449" name="Group 1551">
              <a:extLst>
                <a:ext uri="{FF2B5EF4-FFF2-40B4-BE49-F238E27FC236}">
                  <a16:creationId xmlns:a16="http://schemas.microsoft.com/office/drawing/2014/main" id="{0EE45A4F-0D26-46E1-BB1B-0D8BD35ACC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4456" name="Freeform 1552">
                <a:extLst>
                  <a:ext uri="{FF2B5EF4-FFF2-40B4-BE49-F238E27FC236}">
                    <a16:creationId xmlns:a16="http://schemas.microsoft.com/office/drawing/2014/main" id="{838E5A05-DB8F-4D23-BDF0-F66E53EC0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57" name="Freeform 1553">
                <a:extLst>
                  <a:ext uri="{FF2B5EF4-FFF2-40B4-BE49-F238E27FC236}">
                    <a16:creationId xmlns:a16="http://schemas.microsoft.com/office/drawing/2014/main" id="{94769392-F5A1-455A-AF4A-F3AA8F382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58" name="Freeform 1554">
                <a:extLst>
                  <a:ext uri="{FF2B5EF4-FFF2-40B4-BE49-F238E27FC236}">
                    <a16:creationId xmlns:a16="http://schemas.microsoft.com/office/drawing/2014/main" id="{266DEC3E-8F99-49FC-BF55-96AB2A7B0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59" name="Freeform 1555">
                <a:extLst>
                  <a:ext uri="{FF2B5EF4-FFF2-40B4-BE49-F238E27FC236}">
                    <a16:creationId xmlns:a16="http://schemas.microsoft.com/office/drawing/2014/main" id="{5A1DF3AA-2FF7-4C7D-BEC0-488717E2A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60" name="Freeform 1556">
                <a:extLst>
                  <a:ext uri="{FF2B5EF4-FFF2-40B4-BE49-F238E27FC236}">
                    <a16:creationId xmlns:a16="http://schemas.microsoft.com/office/drawing/2014/main" id="{0AD1000C-2359-49AA-A911-F041E1C2A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61" name="Freeform 1557">
                <a:extLst>
                  <a:ext uri="{FF2B5EF4-FFF2-40B4-BE49-F238E27FC236}">
                    <a16:creationId xmlns:a16="http://schemas.microsoft.com/office/drawing/2014/main" id="{0FAAC206-9328-4E70-B22B-94C933ADC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50" name="Freeform 1558">
              <a:extLst>
                <a:ext uri="{FF2B5EF4-FFF2-40B4-BE49-F238E27FC236}">
                  <a16:creationId xmlns:a16="http://schemas.microsoft.com/office/drawing/2014/main" id="{076F171F-9369-42C8-8BAE-DCF56F937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51" name="Freeform 1559">
              <a:extLst>
                <a:ext uri="{FF2B5EF4-FFF2-40B4-BE49-F238E27FC236}">
                  <a16:creationId xmlns:a16="http://schemas.microsoft.com/office/drawing/2014/main" id="{9CF2AA81-007B-45BF-9F41-B8EDEA90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52" name="Freeform 1560">
              <a:extLst>
                <a:ext uri="{FF2B5EF4-FFF2-40B4-BE49-F238E27FC236}">
                  <a16:creationId xmlns:a16="http://schemas.microsoft.com/office/drawing/2014/main" id="{537F3A8B-7C5C-4DA4-A265-F77AA891D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53" name="Freeform 1561">
              <a:extLst>
                <a:ext uri="{FF2B5EF4-FFF2-40B4-BE49-F238E27FC236}">
                  <a16:creationId xmlns:a16="http://schemas.microsoft.com/office/drawing/2014/main" id="{03F3C2D9-882E-49AA-A6DE-5BC3622F6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54" name="Freeform 1562">
              <a:extLst>
                <a:ext uri="{FF2B5EF4-FFF2-40B4-BE49-F238E27FC236}">
                  <a16:creationId xmlns:a16="http://schemas.microsoft.com/office/drawing/2014/main" id="{F6D9F738-9358-4263-AC71-3AC1475AF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55" name="Freeform 1563">
              <a:extLst>
                <a:ext uri="{FF2B5EF4-FFF2-40B4-BE49-F238E27FC236}">
                  <a16:creationId xmlns:a16="http://schemas.microsoft.com/office/drawing/2014/main" id="{72911068-8B72-4C28-9732-96F0BE8F265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1" name="Group 1564">
            <a:extLst>
              <a:ext uri="{FF2B5EF4-FFF2-40B4-BE49-F238E27FC236}">
                <a16:creationId xmlns:a16="http://schemas.microsoft.com/office/drawing/2014/main" id="{C84C196A-5E78-415B-87A4-FEB3F3E69A14}"/>
              </a:ext>
            </a:extLst>
          </p:cNvPr>
          <p:cNvGrpSpPr>
            <a:grpSpLocks/>
          </p:cNvGrpSpPr>
          <p:nvPr/>
        </p:nvGrpSpPr>
        <p:grpSpPr bwMode="auto">
          <a:xfrm>
            <a:off x="6616703" y="5475290"/>
            <a:ext cx="474663" cy="407987"/>
            <a:chOff x="877" y="1008"/>
            <a:chExt cx="2747" cy="2591"/>
          </a:xfrm>
        </p:grpSpPr>
        <p:pic>
          <p:nvPicPr>
            <p:cNvPr id="44416" name="Picture 1565" descr="antenna_stylized">
              <a:extLst>
                <a:ext uri="{FF2B5EF4-FFF2-40B4-BE49-F238E27FC236}">
                  <a16:creationId xmlns:a16="http://schemas.microsoft.com/office/drawing/2014/main" id="{1B0D014E-80EE-4847-8B06-DCC7F2DD11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417" name="Picture 1566" descr="laptop_keyboard">
              <a:extLst>
                <a:ext uri="{FF2B5EF4-FFF2-40B4-BE49-F238E27FC236}">
                  <a16:creationId xmlns:a16="http://schemas.microsoft.com/office/drawing/2014/main" id="{CD6514AC-7E02-4605-B20B-9E23158A92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418" name="Freeform 1567">
              <a:extLst>
                <a:ext uri="{FF2B5EF4-FFF2-40B4-BE49-F238E27FC236}">
                  <a16:creationId xmlns:a16="http://schemas.microsoft.com/office/drawing/2014/main" id="{A584F17C-980B-4A8C-836C-1708B5A2C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4419" name="Picture 1568" descr="screen">
              <a:extLst>
                <a:ext uri="{FF2B5EF4-FFF2-40B4-BE49-F238E27FC236}">
                  <a16:creationId xmlns:a16="http://schemas.microsoft.com/office/drawing/2014/main" id="{AF1B5527-9B59-4A8B-B9C6-34DBF16F82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420" name="Freeform 1569">
              <a:extLst>
                <a:ext uri="{FF2B5EF4-FFF2-40B4-BE49-F238E27FC236}">
                  <a16:creationId xmlns:a16="http://schemas.microsoft.com/office/drawing/2014/main" id="{A3B30564-ADDF-4EDE-A8CB-7CD480CD2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21" name="Freeform 1570">
              <a:extLst>
                <a:ext uri="{FF2B5EF4-FFF2-40B4-BE49-F238E27FC236}">
                  <a16:creationId xmlns:a16="http://schemas.microsoft.com/office/drawing/2014/main" id="{6A218441-9073-463D-B9B7-7FE1CE7E8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22" name="Freeform 1571">
              <a:extLst>
                <a:ext uri="{FF2B5EF4-FFF2-40B4-BE49-F238E27FC236}">
                  <a16:creationId xmlns:a16="http://schemas.microsoft.com/office/drawing/2014/main" id="{DE637495-DAF9-4FB4-AF83-CA9409536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23" name="Freeform 1572">
              <a:extLst>
                <a:ext uri="{FF2B5EF4-FFF2-40B4-BE49-F238E27FC236}">
                  <a16:creationId xmlns:a16="http://schemas.microsoft.com/office/drawing/2014/main" id="{4DA7B697-A3F9-4463-9E8F-87C8112EA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24" name="Freeform 1573">
              <a:extLst>
                <a:ext uri="{FF2B5EF4-FFF2-40B4-BE49-F238E27FC236}">
                  <a16:creationId xmlns:a16="http://schemas.microsoft.com/office/drawing/2014/main" id="{551BB6C8-2F2A-407F-B12A-837DC8A7C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25" name="Freeform 1574">
              <a:extLst>
                <a:ext uri="{FF2B5EF4-FFF2-40B4-BE49-F238E27FC236}">
                  <a16:creationId xmlns:a16="http://schemas.microsoft.com/office/drawing/2014/main" id="{C3731871-ADFC-472C-A69A-3101449FB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426" name="Group 1575">
              <a:extLst>
                <a:ext uri="{FF2B5EF4-FFF2-40B4-BE49-F238E27FC236}">
                  <a16:creationId xmlns:a16="http://schemas.microsoft.com/office/drawing/2014/main" id="{A3FA1B73-E86D-420A-BB72-CF9AF8EBFA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4433" name="Freeform 1576">
                <a:extLst>
                  <a:ext uri="{FF2B5EF4-FFF2-40B4-BE49-F238E27FC236}">
                    <a16:creationId xmlns:a16="http://schemas.microsoft.com/office/drawing/2014/main" id="{B960724C-CC04-4D4B-BAD1-96BBC110D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34" name="Freeform 1577">
                <a:extLst>
                  <a:ext uri="{FF2B5EF4-FFF2-40B4-BE49-F238E27FC236}">
                    <a16:creationId xmlns:a16="http://schemas.microsoft.com/office/drawing/2014/main" id="{D658B802-3D03-47E0-ACDF-E7F78A1AD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35" name="Freeform 1578">
                <a:extLst>
                  <a:ext uri="{FF2B5EF4-FFF2-40B4-BE49-F238E27FC236}">
                    <a16:creationId xmlns:a16="http://schemas.microsoft.com/office/drawing/2014/main" id="{D3F70458-38CA-481A-8A68-4E4AB86FC5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36" name="Freeform 1579">
                <a:extLst>
                  <a:ext uri="{FF2B5EF4-FFF2-40B4-BE49-F238E27FC236}">
                    <a16:creationId xmlns:a16="http://schemas.microsoft.com/office/drawing/2014/main" id="{3E5F776D-06C1-4348-87FC-E5EDBCAFD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37" name="Freeform 1580">
                <a:extLst>
                  <a:ext uri="{FF2B5EF4-FFF2-40B4-BE49-F238E27FC236}">
                    <a16:creationId xmlns:a16="http://schemas.microsoft.com/office/drawing/2014/main" id="{73082DDD-ADA1-414E-8EFA-9D1BDDF30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38" name="Freeform 1581">
                <a:extLst>
                  <a:ext uri="{FF2B5EF4-FFF2-40B4-BE49-F238E27FC236}">
                    <a16:creationId xmlns:a16="http://schemas.microsoft.com/office/drawing/2014/main" id="{FDD7D564-A3AB-44D2-AE93-A0A393C0B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27" name="Freeform 1582">
              <a:extLst>
                <a:ext uri="{FF2B5EF4-FFF2-40B4-BE49-F238E27FC236}">
                  <a16:creationId xmlns:a16="http://schemas.microsoft.com/office/drawing/2014/main" id="{B617EB01-C647-4376-9DEE-FE49E0B89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28" name="Freeform 1583">
              <a:extLst>
                <a:ext uri="{FF2B5EF4-FFF2-40B4-BE49-F238E27FC236}">
                  <a16:creationId xmlns:a16="http://schemas.microsoft.com/office/drawing/2014/main" id="{D0E5EB19-6C99-4EE1-901D-194FFFA77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29" name="Freeform 1584">
              <a:extLst>
                <a:ext uri="{FF2B5EF4-FFF2-40B4-BE49-F238E27FC236}">
                  <a16:creationId xmlns:a16="http://schemas.microsoft.com/office/drawing/2014/main" id="{F83F2C43-3A1F-4331-9F22-71D56BB55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30" name="Freeform 1585">
              <a:extLst>
                <a:ext uri="{FF2B5EF4-FFF2-40B4-BE49-F238E27FC236}">
                  <a16:creationId xmlns:a16="http://schemas.microsoft.com/office/drawing/2014/main" id="{DA99CA58-C580-404C-BE6F-54B027134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31" name="Freeform 1586">
              <a:extLst>
                <a:ext uri="{FF2B5EF4-FFF2-40B4-BE49-F238E27FC236}">
                  <a16:creationId xmlns:a16="http://schemas.microsoft.com/office/drawing/2014/main" id="{A8B28966-7550-410D-8D72-A3172A833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32" name="Freeform 1587">
              <a:extLst>
                <a:ext uri="{FF2B5EF4-FFF2-40B4-BE49-F238E27FC236}">
                  <a16:creationId xmlns:a16="http://schemas.microsoft.com/office/drawing/2014/main" id="{7D39E12D-FCAA-485A-A913-5ABB68912ED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2" name="Group 1588">
            <a:extLst>
              <a:ext uri="{FF2B5EF4-FFF2-40B4-BE49-F238E27FC236}">
                <a16:creationId xmlns:a16="http://schemas.microsoft.com/office/drawing/2014/main" id="{DE0584B3-5EB4-4209-B6FF-A9B4F5BBAA57}"/>
              </a:ext>
            </a:extLst>
          </p:cNvPr>
          <p:cNvGrpSpPr>
            <a:grpSpLocks/>
          </p:cNvGrpSpPr>
          <p:nvPr/>
        </p:nvGrpSpPr>
        <p:grpSpPr bwMode="auto">
          <a:xfrm>
            <a:off x="5305426" y="3030541"/>
            <a:ext cx="444500" cy="407987"/>
            <a:chOff x="877" y="1008"/>
            <a:chExt cx="2747" cy="2591"/>
          </a:xfrm>
        </p:grpSpPr>
        <p:pic>
          <p:nvPicPr>
            <p:cNvPr id="44393" name="Picture 1589" descr="antenna_stylized">
              <a:extLst>
                <a:ext uri="{FF2B5EF4-FFF2-40B4-BE49-F238E27FC236}">
                  <a16:creationId xmlns:a16="http://schemas.microsoft.com/office/drawing/2014/main" id="{E0D5131D-07C5-42CA-8EFE-F38E9AB520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394" name="Picture 1590" descr="laptop_keyboard">
              <a:extLst>
                <a:ext uri="{FF2B5EF4-FFF2-40B4-BE49-F238E27FC236}">
                  <a16:creationId xmlns:a16="http://schemas.microsoft.com/office/drawing/2014/main" id="{4170F943-0B08-410E-8E95-01F499D772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395" name="Freeform 1591">
              <a:extLst>
                <a:ext uri="{FF2B5EF4-FFF2-40B4-BE49-F238E27FC236}">
                  <a16:creationId xmlns:a16="http://schemas.microsoft.com/office/drawing/2014/main" id="{DFF2F67C-BA27-49B7-8140-AA7DF4EC9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4396" name="Picture 1592" descr="screen">
              <a:extLst>
                <a:ext uri="{FF2B5EF4-FFF2-40B4-BE49-F238E27FC236}">
                  <a16:creationId xmlns:a16="http://schemas.microsoft.com/office/drawing/2014/main" id="{8BBB843B-F6BA-4B3B-BE4A-E2D3A8223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397" name="Freeform 1593">
              <a:extLst>
                <a:ext uri="{FF2B5EF4-FFF2-40B4-BE49-F238E27FC236}">
                  <a16:creationId xmlns:a16="http://schemas.microsoft.com/office/drawing/2014/main" id="{17FF9208-C2EA-4C63-B012-31D97ED15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98" name="Freeform 1594">
              <a:extLst>
                <a:ext uri="{FF2B5EF4-FFF2-40B4-BE49-F238E27FC236}">
                  <a16:creationId xmlns:a16="http://schemas.microsoft.com/office/drawing/2014/main" id="{C919D064-89BE-417D-AF6B-E254254B5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99" name="Freeform 1595">
              <a:extLst>
                <a:ext uri="{FF2B5EF4-FFF2-40B4-BE49-F238E27FC236}">
                  <a16:creationId xmlns:a16="http://schemas.microsoft.com/office/drawing/2014/main" id="{57ABB1FE-A912-414C-B811-B844A072C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0" name="Freeform 1596">
              <a:extLst>
                <a:ext uri="{FF2B5EF4-FFF2-40B4-BE49-F238E27FC236}">
                  <a16:creationId xmlns:a16="http://schemas.microsoft.com/office/drawing/2014/main" id="{92A126D0-C6A2-4F81-BC1F-D519516E3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1" name="Freeform 1597">
              <a:extLst>
                <a:ext uri="{FF2B5EF4-FFF2-40B4-BE49-F238E27FC236}">
                  <a16:creationId xmlns:a16="http://schemas.microsoft.com/office/drawing/2014/main" id="{8FE10E8B-4B9F-44BE-B997-3FC6FFEC7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2" name="Freeform 1598">
              <a:extLst>
                <a:ext uri="{FF2B5EF4-FFF2-40B4-BE49-F238E27FC236}">
                  <a16:creationId xmlns:a16="http://schemas.microsoft.com/office/drawing/2014/main" id="{1E8ED3D7-5385-47AE-B088-785886E67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403" name="Group 1599">
              <a:extLst>
                <a:ext uri="{FF2B5EF4-FFF2-40B4-BE49-F238E27FC236}">
                  <a16:creationId xmlns:a16="http://schemas.microsoft.com/office/drawing/2014/main" id="{A6C7AE3C-0296-4EB6-84D1-E6C920394D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4410" name="Freeform 1600">
                <a:extLst>
                  <a:ext uri="{FF2B5EF4-FFF2-40B4-BE49-F238E27FC236}">
                    <a16:creationId xmlns:a16="http://schemas.microsoft.com/office/drawing/2014/main" id="{FFE73F49-6A5A-4872-8DD5-BFBFDCDA9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11" name="Freeform 1601">
                <a:extLst>
                  <a:ext uri="{FF2B5EF4-FFF2-40B4-BE49-F238E27FC236}">
                    <a16:creationId xmlns:a16="http://schemas.microsoft.com/office/drawing/2014/main" id="{37514E31-64F2-4C97-BB6E-AB41A9DD2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12" name="Freeform 1602">
                <a:extLst>
                  <a:ext uri="{FF2B5EF4-FFF2-40B4-BE49-F238E27FC236}">
                    <a16:creationId xmlns:a16="http://schemas.microsoft.com/office/drawing/2014/main" id="{5B0AA2EC-BBE6-4F3D-AEAB-A30251B5B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13" name="Freeform 1603">
                <a:extLst>
                  <a:ext uri="{FF2B5EF4-FFF2-40B4-BE49-F238E27FC236}">
                    <a16:creationId xmlns:a16="http://schemas.microsoft.com/office/drawing/2014/main" id="{183A54DA-692A-42AB-B07C-96D9FE068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14" name="Freeform 1604">
                <a:extLst>
                  <a:ext uri="{FF2B5EF4-FFF2-40B4-BE49-F238E27FC236}">
                    <a16:creationId xmlns:a16="http://schemas.microsoft.com/office/drawing/2014/main" id="{8F0D4E1D-7A1A-43E7-80B7-BC2859316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15" name="Freeform 1605">
                <a:extLst>
                  <a:ext uri="{FF2B5EF4-FFF2-40B4-BE49-F238E27FC236}">
                    <a16:creationId xmlns:a16="http://schemas.microsoft.com/office/drawing/2014/main" id="{5BB1CF46-8A55-4A14-A147-7C9767344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404" name="Freeform 1606">
              <a:extLst>
                <a:ext uri="{FF2B5EF4-FFF2-40B4-BE49-F238E27FC236}">
                  <a16:creationId xmlns:a16="http://schemas.microsoft.com/office/drawing/2014/main" id="{012FD998-94D9-4DAE-B7DB-21CBA1A7C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5" name="Freeform 1607">
              <a:extLst>
                <a:ext uri="{FF2B5EF4-FFF2-40B4-BE49-F238E27FC236}">
                  <a16:creationId xmlns:a16="http://schemas.microsoft.com/office/drawing/2014/main" id="{5931338A-A75D-4090-9C47-BDC5B12B7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6" name="Freeform 1608">
              <a:extLst>
                <a:ext uri="{FF2B5EF4-FFF2-40B4-BE49-F238E27FC236}">
                  <a16:creationId xmlns:a16="http://schemas.microsoft.com/office/drawing/2014/main" id="{EED2EEDD-5616-4899-B16C-472745A41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7" name="Freeform 1609">
              <a:extLst>
                <a:ext uri="{FF2B5EF4-FFF2-40B4-BE49-F238E27FC236}">
                  <a16:creationId xmlns:a16="http://schemas.microsoft.com/office/drawing/2014/main" id="{99E482D5-772C-4A7E-B9EA-623BA6416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8" name="Freeform 1610">
              <a:extLst>
                <a:ext uri="{FF2B5EF4-FFF2-40B4-BE49-F238E27FC236}">
                  <a16:creationId xmlns:a16="http://schemas.microsoft.com/office/drawing/2014/main" id="{3B5F2596-F8BC-455D-8374-EA7AB2BDE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409" name="Freeform 1611">
              <a:extLst>
                <a:ext uri="{FF2B5EF4-FFF2-40B4-BE49-F238E27FC236}">
                  <a16:creationId xmlns:a16="http://schemas.microsoft.com/office/drawing/2014/main" id="{1A22CE08-159A-4FF1-8B2F-827D05F1FFD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3" name="Group 1612">
            <a:extLst>
              <a:ext uri="{FF2B5EF4-FFF2-40B4-BE49-F238E27FC236}">
                <a16:creationId xmlns:a16="http://schemas.microsoft.com/office/drawing/2014/main" id="{C99AEB74-005D-41B1-AA19-89260D2783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84842" y="3211515"/>
            <a:ext cx="414337" cy="373063"/>
            <a:chOff x="2839" y="3501"/>
            <a:chExt cx="755" cy="803"/>
          </a:xfrm>
        </p:grpSpPr>
        <p:pic>
          <p:nvPicPr>
            <p:cNvPr id="44391" name="Picture 1613" descr="desktop_computer_stylized_medium">
              <a:extLst>
                <a:ext uri="{FF2B5EF4-FFF2-40B4-BE49-F238E27FC236}">
                  <a16:creationId xmlns:a16="http://schemas.microsoft.com/office/drawing/2014/main" id="{E6523C22-B8AE-472A-BAF0-E017F08F2F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392" name="Freeform 1614">
              <a:extLst>
                <a:ext uri="{FF2B5EF4-FFF2-40B4-BE49-F238E27FC236}">
                  <a16:creationId xmlns:a16="http://schemas.microsoft.com/office/drawing/2014/main" id="{BEFF8A3A-350B-40C8-A150-8F83B3D96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094" name="Group 1615">
            <a:extLst>
              <a:ext uri="{FF2B5EF4-FFF2-40B4-BE49-F238E27FC236}">
                <a16:creationId xmlns:a16="http://schemas.microsoft.com/office/drawing/2014/main" id="{52B1EDF1-130E-4A5F-B46E-71DC26044E58}"/>
              </a:ext>
            </a:extLst>
          </p:cNvPr>
          <p:cNvGrpSpPr>
            <a:grpSpLocks/>
          </p:cNvGrpSpPr>
          <p:nvPr/>
        </p:nvGrpSpPr>
        <p:grpSpPr bwMode="auto">
          <a:xfrm>
            <a:off x="7051679" y="5411790"/>
            <a:ext cx="474663" cy="407987"/>
            <a:chOff x="877" y="1008"/>
            <a:chExt cx="2747" cy="2591"/>
          </a:xfrm>
        </p:grpSpPr>
        <p:pic>
          <p:nvPicPr>
            <p:cNvPr id="44368" name="Picture 1616" descr="antenna_stylized">
              <a:extLst>
                <a:ext uri="{FF2B5EF4-FFF2-40B4-BE49-F238E27FC236}">
                  <a16:creationId xmlns:a16="http://schemas.microsoft.com/office/drawing/2014/main" id="{3A642D09-8091-43B1-975A-0A36790F4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369" name="Picture 1617" descr="laptop_keyboard">
              <a:extLst>
                <a:ext uri="{FF2B5EF4-FFF2-40B4-BE49-F238E27FC236}">
                  <a16:creationId xmlns:a16="http://schemas.microsoft.com/office/drawing/2014/main" id="{5FABDBEE-B83B-4B69-A97A-EB863528FE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370" name="Freeform 1618">
              <a:extLst>
                <a:ext uri="{FF2B5EF4-FFF2-40B4-BE49-F238E27FC236}">
                  <a16:creationId xmlns:a16="http://schemas.microsoft.com/office/drawing/2014/main" id="{56492DFF-0584-46F9-A9B2-A26A3FD03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4371" name="Picture 1619" descr="screen">
              <a:extLst>
                <a:ext uri="{FF2B5EF4-FFF2-40B4-BE49-F238E27FC236}">
                  <a16:creationId xmlns:a16="http://schemas.microsoft.com/office/drawing/2014/main" id="{2479A961-68EB-4338-9355-349CA8E8B5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372" name="Freeform 1620">
              <a:extLst>
                <a:ext uri="{FF2B5EF4-FFF2-40B4-BE49-F238E27FC236}">
                  <a16:creationId xmlns:a16="http://schemas.microsoft.com/office/drawing/2014/main" id="{98A92211-FCDF-4797-B242-32EDCCF6F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73" name="Freeform 1621">
              <a:extLst>
                <a:ext uri="{FF2B5EF4-FFF2-40B4-BE49-F238E27FC236}">
                  <a16:creationId xmlns:a16="http://schemas.microsoft.com/office/drawing/2014/main" id="{D03212EE-1647-411F-B75B-B3E247806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74" name="Freeform 1622">
              <a:extLst>
                <a:ext uri="{FF2B5EF4-FFF2-40B4-BE49-F238E27FC236}">
                  <a16:creationId xmlns:a16="http://schemas.microsoft.com/office/drawing/2014/main" id="{8EE69F8B-5B1A-4622-83E9-4B7852D44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75" name="Freeform 1623">
              <a:extLst>
                <a:ext uri="{FF2B5EF4-FFF2-40B4-BE49-F238E27FC236}">
                  <a16:creationId xmlns:a16="http://schemas.microsoft.com/office/drawing/2014/main" id="{65227314-8818-4975-9E6B-DEE682288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76" name="Freeform 1624">
              <a:extLst>
                <a:ext uri="{FF2B5EF4-FFF2-40B4-BE49-F238E27FC236}">
                  <a16:creationId xmlns:a16="http://schemas.microsoft.com/office/drawing/2014/main" id="{572C15ED-CBAE-4867-869C-0CAF6D748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77" name="Freeform 1625">
              <a:extLst>
                <a:ext uri="{FF2B5EF4-FFF2-40B4-BE49-F238E27FC236}">
                  <a16:creationId xmlns:a16="http://schemas.microsoft.com/office/drawing/2014/main" id="{495A4E3B-7217-4B10-88B7-40325FF94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378" name="Group 1626">
              <a:extLst>
                <a:ext uri="{FF2B5EF4-FFF2-40B4-BE49-F238E27FC236}">
                  <a16:creationId xmlns:a16="http://schemas.microsoft.com/office/drawing/2014/main" id="{9AB122F9-722E-477B-BB97-D2F3EAC3D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4385" name="Freeform 1627">
                <a:extLst>
                  <a:ext uri="{FF2B5EF4-FFF2-40B4-BE49-F238E27FC236}">
                    <a16:creationId xmlns:a16="http://schemas.microsoft.com/office/drawing/2014/main" id="{A12F4BE7-4DDA-4DDD-9344-1A0F96F27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86" name="Freeform 1628">
                <a:extLst>
                  <a:ext uri="{FF2B5EF4-FFF2-40B4-BE49-F238E27FC236}">
                    <a16:creationId xmlns:a16="http://schemas.microsoft.com/office/drawing/2014/main" id="{BE5922B0-5482-41B9-AF00-E1A03D995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87" name="Freeform 1629">
                <a:extLst>
                  <a:ext uri="{FF2B5EF4-FFF2-40B4-BE49-F238E27FC236}">
                    <a16:creationId xmlns:a16="http://schemas.microsoft.com/office/drawing/2014/main" id="{365C67DF-5C78-466D-8F45-73BFEC18F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88" name="Freeform 1630">
                <a:extLst>
                  <a:ext uri="{FF2B5EF4-FFF2-40B4-BE49-F238E27FC236}">
                    <a16:creationId xmlns:a16="http://schemas.microsoft.com/office/drawing/2014/main" id="{12E57E0C-52EC-41D7-8CF2-14F79C327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89" name="Freeform 1631">
                <a:extLst>
                  <a:ext uri="{FF2B5EF4-FFF2-40B4-BE49-F238E27FC236}">
                    <a16:creationId xmlns:a16="http://schemas.microsoft.com/office/drawing/2014/main" id="{21AD24F2-79B5-40B3-BB06-EFF9A7005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90" name="Freeform 1632">
                <a:extLst>
                  <a:ext uri="{FF2B5EF4-FFF2-40B4-BE49-F238E27FC236}">
                    <a16:creationId xmlns:a16="http://schemas.microsoft.com/office/drawing/2014/main" id="{CA67032A-F5F8-4245-BF7A-CFE88D1A5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379" name="Freeform 1633">
              <a:extLst>
                <a:ext uri="{FF2B5EF4-FFF2-40B4-BE49-F238E27FC236}">
                  <a16:creationId xmlns:a16="http://schemas.microsoft.com/office/drawing/2014/main" id="{26F4AB55-3789-4410-A88D-89DE474D0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80" name="Freeform 1634">
              <a:extLst>
                <a:ext uri="{FF2B5EF4-FFF2-40B4-BE49-F238E27FC236}">
                  <a16:creationId xmlns:a16="http://schemas.microsoft.com/office/drawing/2014/main" id="{EEF734A0-0DCC-43EA-8BF8-B79DAEC6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81" name="Freeform 1635">
              <a:extLst>
                <a:ext uri="{FF2B5EF4-FFF2-40B4-BE49-F238E27FC236}">
                  <a16:creationId xmlns:a16="http://schemas.microsoft.com/office/drawing/2014/main" id="{966A64AB-1F61-4867-818A-184C5E3DF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82" name="Freeform 1636">
              <a:extLst>
                <a:ext uri="{FF2B5EF4-FFF2-40B4-BE49-F238E27FC236}">
                  <a16:creationId xmlns:a16="http://schemas.microsoft.com/office/drawing/2014/main" id="{4ABEBA2C-59C1-41AE-B9B4-44D712B11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83" name="Freeform 1637">
              <a:extLst>
                <a:ext uri="{FF2B5EF4-FFF2-40B4-BE49-F238E27FC236}">
                  <a16:creationId xmlns:a16="http://schemas.microsoft.com/office/drawing/2014/main" id="{EDC395ED-20A2-4353-B2BE-0D30DA623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384" name="Freeform 1638">
              <a:extLst>
                <a:ext uri="{FF2B5EF4-FFF2-40B4-BE49-F238E27FC236}">
                  <a16:creationId xmlns:a16="http://schemas.microsoft.com/office/drawing/2014/main" id="{417AFFD0-32AC-4F83-9BC5-877EE962FAF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2" name="Rectangle 2">
            <a:extLst>
              <a:ext uri="{FF2B5EF4-FFF2-40B4-BE49-F238E27FC236}">
                <a16:creationId xmlns:a16="http://schemas.microsoft.com/office/drawing/2014/main" id="{2DA85CEE-8924-49C2-B9DC-EEDE62D27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0375" y="222254"/>
            <a:ext cx="8382000" cy="942975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  <a:cs typeface="+mj-cs"/>
              </a:rPr>
              <a:t>Network layer</a:t>
            </a:r>
          </a:p>
        </p:txBody>
      </p:sp>
      <p:sp>
        <p:nvSpPr>
          <p:cNvPr id="44097" name="Rectangle 3">
            <a:extLst>
              <a:ext uri="{FF2B5EF4-FFF2-40B4-BE49-F238E27FC236}">
                <a16:creationId xmlns:a16="http://schemas.microsoft.com/office/drawing/2014/main" id="{6247468F-E667-4D0A-BAEF-254B456AAC2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6103" y="1255716"/>
            <a:ext cx="4365625" cy="5100637"/>
          </a:xfrm>
        </p:spPr>
        <p:txBody>
          <a:bodyPr/>
          <a:lstStyle/>
          <a:p>
            <a:r>
              <a:rPr lang="en-US" altLang="en-US"/>
              <a:t>transport segment from sending to receiving host </a:t>
            </a:r>
          </a:p>
          <a:p>
            <a:r>
              <a:rPr lang="en-US" altLang="en-US"/>
              <a:t>on sending side encapsulates segments into datagrams</a:t>
            </a:r>
          </a:p>
          <a:p>
            <a:r>
              <a:rPr lang="en-US" altLang="en-US"/>
              <a:t>on receiving side, delivers segments to transport layer</a:t>
            </a:r>
          </a:p>
          <a:p>
            <a:r>
              <a:rPr lang="en-US" altLang="en-US"/>
              <a:t>network layer protocols in </a:t>
            </a:r>
            <a:r>
              <a:rPr lang="en-US" altLang="en-US" i="1">
                <a:solidFill>
                  <a:srgbClr val="000099"/>
                </a:solidFill>
              </a:rPr>
              <a:t>every</a:t>
            </a:r>
            <a:r>
              <a:rPr lang="en-US" altLang="en-US">
                <a:solidFill>
                  <a:srgbClr val="000099"/>
                </a:solidFill>
              </a:rPr>
              <a:t> </a:t>
            </a:r>
            <a:r>
              <a:rPr lang="en-US" altLang="en-US"/>
              <a:t>host, router</a:t>
            </a:r>
          </a:p>
          <a:p>
            <a:r>
              <a:rPr lang="en-US" altLang="en-US"/>
              <a:t>router examines header fields in all IP datagrams passing through it</a:t>
            </a:r>
            <a:endParaRPr lang="en-US" altLang="en-US" sz="2000"/>
          </a:p>
          <a:p>
            <a:endParaRPr lang="en-US" altLang="en-US" sz="2400"/>
          </a:p>
        </p:txBody>
      </p:sp>
      <p:grpSp>
        <p:nvGrpSpPr>
          <p:cNvPr id="19767" name="Group 1046">
            <a:extLst>
              <a:ext uri="{FF2B5EF4-FFF2-40B4-BE49-F238E27FC236}">
                <a16:creationId xmlns:a16="http://schemas.microsoft.com/office/drawing/2014/main" id="{6EFA5682-C5AD-4BAC-A0C0-26EC76CD3D46}"/>
              </a:ext>
            </a:extLst>
          </p:cNvPr>
          <p:cNvGrpSpPr>
            <a:grpSpLocks/>
          </p:cNvGrpSpPr>
          <p:nvPr/>
        </p:nvGrpSpPr>
        <p:grpSpPr bwMode="auto">
          <a:xfrm>
            <a:off x="5400676" y="1141415"/>
            <a:ext cx="1047751" cy="996951"/>
            <a:chOff x="3402" y="719"/>
            <a:chExt cx="660" cy="628"/>
          </a:xfrm>
        </p:grpSpPr>
        <p:sp>
          <p:nvSpPr>
            <p:cNvPr id="44358" name="Freeform 1030">
              <a:extLst>
                <a:ext uri="{FF2B5EF4-FFF2-40B4-BE49-F238E27FC236}">
                  <a16:creationId xmlns:a16="http://schemas.microsoft.com/office/drawing/2014/main" id="{6C34E36B-8B2B-4C24-8B3A-851167CA2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359" name="Group 310">
              <a:extLst>
                <a:ext uri="{FF2B5EF4-FFF2-40B4-BE49-F238E27FC236}">
                  <a16:creationId xmlns:a16="http://schemas.microsoft.com/office/drawing/2014/main" id="{9859C23D-6742-41BA-A0FB-A8363258A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9" y="719"/>
              <a:ext cx="513" cy="552"/>
              <a:chOff x="2956" y="969"/>
              <a:chExt cx="513" cy="552"/>
            </a:xfrm>
          </p:grpSpPr>
          <p:sp>
            <p:nvSpPr>
              <p:cNvPr id="44360" name="Rectangle 311">
                <a:extLst>
                  <a:ext uri="{FF2B5EF4-FFF2-40B4-BE49-F238E27FC236}">
                    <a16:creationId xmlns:a16="http://schemas.microsoft.com/office/drawing/2014/main" id="{14D7972F-0BA1-4A49-B3C7-9F4A4756C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61" name="Rectangle 312">
                <a:extLst>
                  <a:ext uri="{FF2B5EF4-FFF2-40B4-BE49-F238E27FC236}">
                    <a16:creationId xmlns:a16="http://schemas.microsoft.com/office/drawing/2014/main" id="{2AFD3337-4B9A-43AF-A38C-9F0A75255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62" name="Rectangle 313">
                <a:extLst>
                  <a:ext uri="{FF2B5EF4-FFF2-40B4-BE49-F238E27FC236}">
                    <a16:creationId xmlns:a16="http://schemas.microsoft.com/office/drawing/2014/main" id="{D4895C7F-493C-47FB-AE53-0CE929515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63" name="Text Box 314">
                <a:extLst>
                  <a:ext uri="{FF2B5EF4-FFF2-40B4-BE49-F238E27FC236}">
                    <a16:creationId xmlns:a16="http://schemas.microsoft.com/office/drawing/2014/main" id="{E5850D76-C967-4B2E-A5B8-BAA23FE51A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6" y="978"/>
                <a:ext cx="513" cy="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000"/>
                  <a:t>application</a:t>
                </a:r>
              </a:p>
              <a:p>
                <a:pPr algn="ctr"/>
                <a:r>
                  <a:rPr lang="en-US" altLang="en-US" sz="1000"/>
                  <a:t>transport</a:t>
                </a:r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  <a:endParaRPr lang="en-US" altLang="en-US" sz="1000"/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  <p:sp>
            <p:nvSpPr>
              <p:cNvPr id="44364" name="Line 315">
                <a:extLst>
                  <a:ext uri="{FF2B5EF4-FFF2-40B4-BE49-F238E27FC236}">
                    <a16:creationId xmlns:a16="http://schemas.microsoft.com/office/drawing/2014/main" id="{94490FC8-20A9-4DFE-8F04-500A6C259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65" name="Line 316">
                <a:extLst>
                  <a:ext uri="{FF2B5EF4-FFF2-40B4-BE49-F238E27FC236}">
                    <a16:creationId xmlns:a16="http://schemas.microsoft.com/office/drawing/2014/main" id="{1EC64092-7146-43BF-973B-C493369CD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66" name="Line 317">
                <a:extLst>
                  <a:ext uri="{FF2B5EF4-FFF2-40B4-BE49-F238E27FC236}">
                    <a16:creationId xmlns:a16="http://schemas.microsoft.com/office/drawing/2014/main" id="{2402BFD5-BACA-4164-AD4F-185161C3F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67" name="Line 318">
                <a:extLst>
                  <a:ext uri="{FF2B5EF4-FFF2-40B4-BE49-F238E27FC236}">
                    <a16:creationId xmlns:a16="http://schemas.microsoft.com/office/drawing/2014/main" id="{5C55A0D4-97B2-4B14-AE7D-946E3E0DB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109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9769" name="Group 1047">
            <a:extLst>
              <a:ext uri="{FF2B5EF4-FFF2-40B4-BE49-F238E27FC236}">
                <a16:creationId xmlns:a16="http://schemas.microsoft.com/office/drawing/2014/main" id="{9CBD6F18-9DA6-47EE-8F4C-9D1B4DD150D3}"/>
              </a:ext>
            </a:extLst>
          </p:cNvPr>
          <p:cNvGrpSpPr>
            <a:grpSpLocks/>
          </p:cNvGrpSpPr>
          <p:nvPr/>
        </p:nvGrpSpPr>
        <p:grpSpPr bwMode="auto">
          <a:xfrm>
            <a:off x="8096251" y="4148139"/>
            <a:ext cx="1047751" cy="996951"/>
            <a:chOff x="3402" y="719"/>
            <a:chExt cx="660" cy="628"/>
          </a:xfrm>
        </p:grpSpPr>
        <p:sp>
          <p:nvSpPr>
            <p:cNvPr id="44348" name="Freeform 1048">
              <a:extLst>
                <a:ext uri="{FF2B5EF4-FFF2-40B4-BE49-F238E27FC236}">
                  <a16:creationId xmlns:a16="http://schemas.microsoft.com/office/drawing/2014/main" id="{758F8E54-6FA4-435F-9B56-171BC9869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349" name="Group 1049">
              <a:extLst>
                <a:ext uri="{FF2B5EF4-FFF2-40B4-BE49-F238E27FC236}">
                  <a16:creationId xmlns:a16="http://schemas.microsoft.com/office/drawing/2014/main" id="{F01D1506-40FD-4C4B-96EA-61D64F093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9" y="719"/>
              <a:ext cx="513" cy="552"/>
              <a:chOff x="2956" y="969"/>
              <a:chExt cx="513" cy="552"/>
            </a:xfrm>
          </p:grpSpPr>
          <p:sp>
            <p:nvSpPr>
              <p:cNvPr id="44350" name="Rectangle 1050">
                <a:extLst>
                  <a:ext uri="{FF2B5EF4-FFF2-40B4-BE49-F238E27FC236}">
                    <a16:creationId xmlns:a16="http://schemas.microsoft.com/office/drawing/2014/main" id="{703064E3-092A-4C05-8315-5E882510E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51" name="Rectangle 1051">
                <a:extLst>
                  <a:ext uri="{FF2B5EF4-FFF2-40B4-BE49-F238E27FC236}">
                    <a16:creationId xmlns:a16="http://schemas.microsoft.com/office/drawing/2014/main" id="{EE09E1BB-1B6E-401F-90A0-3E4818E74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52" name="Rectangle 1052">
                <a:extLst>
                  <a:ext uri="{FF2B5EF4-FFF2-40B4-BE49-F238E27FC236}">
                    <a16:creationId xmlns:a16="http://schemas.microsoft.com/office/drawing/2014/main" id="{77D7EEA9-637B-486C-B09D-59E565E23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53" name="Text Box 1053">
                <a:extLst>
                  <a:ext uri="{FF2B5EF4-FFF2-40B4-BE49-F238E27FC236}">
                    <a16:creationId xmlns:a16="http://schemas.microsoft.com/office/drawing/2014/main" id="{C03F8E1D-E5BA-438A-814D-C50C02225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6" y="978"/>
                <a:ext cx="513" cy="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000"/>
                  <a:t>application</a:t>
                </a:r>
              </a:p>
              <a:p>
                <a:pPr algn="ctr"/>
                <a:r>
                  <a:rPr lang="en-US" altLang="en-US" sz="1000"/>
                  <a:t>transport</a:t>
                </a:r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  <a:endParaRPr lang="en-US" altLang="en-US" sz="1000"/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  <p:sp>
            <p:nvSpPr>
              <p:cNvPr id="44354" name="Line 1054">
                <a:extLst>
                  <a:ext uri="{FF2B5EF4-FFF2-40B4-BE49-F238E27FC236}">
                    <a16:creationId xmlns:a16="http://schemas.microsoft.com/office/drawing/2014/main" id="{CD8F7BCB-B39D-4A5C-910B-C4F02E2E8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55" name="Line 1055">
                <a:extLst>
                  <a:ext uri="{FF2B5EF4-FFF2-40B4-BE49-F238E27FC236}">
                    <a16:creationId xmlns:a16="http://schemas.microsoft.com/office/drawing/2014/main" id="{0D16E2A6-9F50-4FB8-9002-21AA212431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56" name="Line 1056">
                <a:extLst>
                  <a:ext uri="{FF2B5EF4-FFF2-40B4-BE49-F238E27FC236}">
                    <a16:creationId xmlns:a16="http://schemas.microsoft.com/office/drawing/2014/main" id="{278DD841-B563-4A80-A30C-66D4DA4AF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57" name="Line 1057">
                <a:extLst>
                  <a:ext uri="{FF2B5EF4-FFF2-40B4-BE49-F238E27FC236}">
                    <a16:creationId xmlns:a16="http://schemas.microsoft.com/office/drawing/2014/main" id="{9D6DDE87-B011-4338-AD57-438CFA270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3" y="109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9771" name="Group 1278">
            <a:extLst>
              <a:ext uri="{FF2B5EF4-FFF2-40B4-BE49-F238E27FC236}">
                <a16:creationId xmlns:a16="http://schemas.microsoft.com/office/drawing/2014/main" id="{AB80E160-4BF2-4E6C-A113-51C9CAAA03BE}"/>
              </a:ext>
            </a:extLst>
          </p:cNvPr>
          <p:cNvGrpSpPr>
            <a:grpSpLocks/>
          </p:cNvGrpSpPr>
          <p:nvPr/>
        </p:nvGrpSpPr>
        <p:grpSpPr bwMode="auto">
          <a:xfrm>
            <a:off x="5853115" y="1763714"/>
            <a:ext cx="2546351" cy="3435351"/>
            <a:chOff x="3674" y="1148"/>
            <a:chExt cx="1604" cy="2164"/>
          </a:xfrm>
        </p:grpSpPr>
        <p:grpSp>
          <p:nvGrpSpPr>
            <p:cNvPr id="44106" name="Group 433">
              <a:extLst>
                <a:ext uri="{FF2B5EF4-FFF2-40B4-BE49-F238E27FC236}">
                  <a16:creationId xmlns:a16="http://schemas.microsoft.com/office/drawing/2014/main" id="{42993181-8658-4B5D-B902-004A58E83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1" y="1305"/>
              <a:ext cx="513" cy="446"/>
              <a:chOff x="3937" y="633"/>
              <a:chExt cx="513" cy="446"/>
            </a:xfrm>
          </p:grpSpPr>
          <p:sp>
            <p:nvSpPr>
              <p:cNvPr id="44327" name="Line 434">
                <a:extLst>
                  <a:ext uri="{FF2B5EF4-FFF2-40B4-BE49-F238E27FC236}">
                    <a16:creationId xmlns:a16="http://schemas.microsoft.com/office/drawing/2014/main" id="{DE19BCD9-5A89-43CF-95EC-8D33C97EB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28" name="Line 435">
                <a:extLst>
                  <a:ext uri="{FF2B5EF4-FFF2-40B4-BE49-F238E27FC236}">
                    <a16:creationId xmlns:a16="http://schemas.microsoft.com/office/drawing/2014/main" id="{C40F2A32-2E8E-4045-BF9A-6BC3C35A82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29" name="Oval 436">
                <a:extLst>
                  <a:ext uri="{FF2B5EF4-FFF2-40B4-BE49-F238E27FC236}">
                    <a16:creationId xmlns:a16="http://schemas.microsoft.com/office/drawing/2014/main" id="{4E948D7D-B6AC-4E25-A9C9-7775EFF72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30" name="Line 437">
                <a:extLst>
                  <a:ext uri="{FF2B5EF4-FFF2-40B4-BE49-F238E27FC236}">
                    <a16:creationId xmlns:a16="http://schemas.microsoft.com/office/drawing/2014/main" id="{5B8062C4-CCFD-4D4C-AC3E-630CAE007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31" name="Line 438">
                <a:extLst>
                  <a:ext uri="{FF2B5EF4-FFF2-40B4-BE49-F238E27FC236}">
                    <a16:creationId xmlns:a16="http://schemas.microsoft.com/office/drawing/2014/main" id="{B9644583-BF35-47D8-A232-72F6E777C9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32" name="Rectangle 439">
                <a:extLst>
                  <a:ext uri="{FF2B5EF4-FFF2-40B4-BE49-F238E27FC236}">
                    <a16:creationId xmlns:a16="http://schemas.microsoft.com/office/drawing/2014/main" id="{2DEA1087-81F8-4A76-9E37-51F8A37FC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333" name="Oval 440">
                <a:extLst>
                  <a:ext uri="{FF2B5EF4-FFF2-40B4-BE49-F238E27FC236}">
                    <a16:creationId xmlns:a16="http://schemas.microsoft.com/office/drawing/2014/main" id="{21F10BEA-47F2-498A-8837-F84113F77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334" name="Group 441">
                <a:extLst>
                  <a:ext uri="{FF2B5EF4-FFF2-40B4-BE49-F238E27FC236}">
                    <a16:creationId xmlns:a16="http://schemas.microsoft.com/office/drawing/2014/main" id="{E3450242-8F76-4D25-96E1-63223E2814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345" name="Line 442">
                  <a:extLst>
                    <a:ext uri="{FF2B5EF4-FFF2-40B4-BE49-F238E27FC236}">
                      <a16:creationId xmlns:a16="http://schemas.microsoft.com/office/drawing/2014/main" id="{F9096DAD-6D80-46BF-B935-01AA0469F8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46" name="Line 443">
                  <a:extLst>
                    <a:ext uri="{FF2B5EF4-FFF2-40B4-BE49-F238E27FC236}">
                      <a16:creationId xmlns:a16="http://schemas.microsoft.com/office/drawing/2014/main" id="{E05AC20B-9E2F-4725-B6D1-CEE4DF91F7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47" name="Line 444">
                  <a:extLst>
                    <a:ext uri="{FF2B5EF4-FFF2-40B4-BE49-F238E27FC236}">
                      <a16:creationId xmlns:a16="http://schemas.microsoft.com/office/drawing/2014/main" id="{F349A902-B0FC-4906-A3F3-9303CCEF0D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335" name="Group 445">
                <a:extLst>
                  <a:ext uri="{FF2B5EF4-FFF2-40B4-BE49-F238E27FC236}">
                    <a16:creationId xmlns:a16="http://schemas.microsoft.com/office/drawing/2014/main" id="{0988759A-6787-492D-9A70-2DE98CEBA7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342" name="Line 446">
                  <a:extLst>
                    <a:ext uri="{FF2B5EF4-FFF2-40B4-BE49-F238E27FC236}">
                      <a16:creationId xmlns:a16="http://schemas.microsoft.com/office/drawing/2014/main" id="{4F4850F1-2D2C-4842-BE83-DD97A38008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43" name="Line 447">
                  <a:extLst>
                    <a:ext uri="{FF2B5EF4-FFF2-40B4-BE49-F238E27FC236}">
                      <a16:creationId xmlns:a16="http://schemas.microsoft.com/office/drawing/2014/main" id="{364D00CD-06A5-4B30-B9D3-A082081C99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44" name="Line 448">
                  <a:extLst>
                    <a:ext uri="{FF2B5EF4-FFF2-40B4-BE49-F238E27FC236}">
                      <a16:creationId xmlns:a16="http://schemas.microsoft.com/office/drawing/2014/main" id="{AE6629FC-9BED-426E-81F0-F6E617C9B3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336" name="Rectangle 449">
                <a:extLst>
                  <a:ext uri="{FF2B5EF4-FFF2-40B4-BE49-F238E27FC236}">
                    <a16:creationId xmlns:a16="http://schemas.microsoft.com/office/drawing/2014/main" id="{1E34B886-F087-4DC5-A8D3-943A30489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37" name="Rectangle 450">
                <a:extLst>
                  <a:ext uri="{FF2B5EF4-FFF2-40B4-BE49-F238E27FC236}">
                    <a16:creationId xmlns:a16="http://schemas.microsoft.com/office/drawing/2014/main" id="{C7960235-3F6E-43B1-B245-74EA030B7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38" name="Line 451">
                <a:extLst>
                  <a:ext uri="{FF2B5EF4-FFF2-40B4-BE49-F238E27FC236}">
                    <a16:creationId xmlns:a16="http://schemas.microsoft.com/office/drawing/2014/main" id="{A8FF26CA-0C15-488A-8D7D-EA86A9ACC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39" name="Line 452">
                <a:extLst>
                  <a:ext uri="{FF2B5EF4-FFF2-40B4-BE49-F238E27FC236}">
                    <a16:creationId xmlns:a16="http://schemas.microsoft.com/office/drawing/2014/main" id="{F0B79B74-2346-43B9-A148-A3BEBB49D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40" name="Rectangle 453">
                <a:extLst>
                  <a:ext uri="{FF2B5EF4-FFF2-40B4-BE49-F238E27FC236}">
                    <a16:creationId xmlns:a16="http://schemas.microsoft.com/office/drawing/2014/main" id="{655B5CEF-C95F-460D-B12F-0DFA6AEEB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800">
                  <a:solidFill>
                    <a:srgbClr val="CC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44341" name="Text Box 454">
                <a:extLst>
                  <a:ext uri="{FF2B5EF4-FFF2-40B4-BE49-F238E27FC236}">
                    <a16:creationId xmlns:a16="http://schemas.microsoft.com/office/drawing/2014/main" id="{2516C481-BE73-4D77-90BF-EDF55F1470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07" name="Group 1058">
              <a:extLst>
                <a:ext uri="{FF2B5EF4-FFF2-40B4-BE49-F238E27FC236}">
                  <a16:creationId xmlns:a16="http://schemas.microsoft.com/office/drawing/2014/main" id="{6279A2E0-77C8-41A7-A6B4-1C35CA10F6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7" y="1532"/>
              <a:ext cx="513" cy="446"/>
              <a:chOff x="3937" y="633"/>
              <a:chExt cx="513" cy="446"/>
            </a:xfrm>
          </p:grpSpPr>
          <p:sp>
            <p:nvSpPr>
              <p:cNvPr id="44306" name="Line 1059">
                <a:extLst>
                  <a:ext uri="{FF2B5EF4-FFF2-40B4-BE49-F238E27FC236}">
                    <a16:creationId xmlns:a16="http://schemas.microsoft.com/office/drawing/2014/main" id="{3F923A38-DAC9-41D3-B2A8-498D278F2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07" name="Line 1060">
                <a:extLst>
                  <a:ext uri="{FF2B5EF4-FFF2-40B4-BE49-F238E27FC236}">
                    <a16:creationId xmlns:a16="http://schemas.microsoft.com/office/drawing/2014/main" id="{FACE33C9-9805-4A7B-8382-78C127DB0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08" name="Oval 1061">
                <a:extLst>
                  <a:ext uri="{FF2B5EF4-FFF2-40B4-BE49-F238E27FC236}">
                    <a16:creationId xmlns:a16="http://schemas.microsoft.com/office/drawing/2014/main" id="{1C0945A1-208E-49BD-A9F6-F47345D88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09" name="Line 1062">
                <a:extLst>
                  <a:ext uri="{FF2B5EF4-FFF2-40B4-BE49-F238E27FC236}">
                    <a16:creationId xmlns:a16="http://schemas.microsoft.com/office/drawing/2014/main" id="{B65B2454-028C-4908-BB6A-ED3BF1931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10" name="Line 1063">
                <a:extLst>
                  <a:ext uri="{FF2B5EF4-FFF2-40B4-BE49-F238E27FC236}">
                    <a16:creationId xmlns:a16="http://schemas.microsoft.com/office/drawing/2014/main" id="{B762C4AF-4875-44AB-A1DB-960D510C2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11" name="Rectangle 1064">
                <a:extLst>
                  <a:ext uri="{FF2B5EF4-FFF2-40B4-BE49-F238E27FC236}">
                    <a16:creationId xmlns:a16="http://schemas.microsoft.com/office/drawing/2014/main" id="{7B5E453E-B02E-466B-9B78-4C42BAF06C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312" name="Oval 1065">
                <a:extLst>
                  <a:ext uri="{FF2B5EF4-FFF2-40B4-BE49-F238E27FC236}">
                    <a16:creationId xmlns:a16="http://schemas.microsoft.com/office/drawing/2014/main" id="{D1163EEF-B619-4D9A-955E-F43094096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313" name="Group 1066">
                <a:extLst>
                  <a:ext uri="{FF2B5EF4-FFF2-40B4-BE49-F238E27FC236}">
                    <a16:creationId xmlns:a16="http://schemas.microsoft.com/office/drawing/2014/main" id="{2A600BEB-18D7-4D20-8B45-4874D19CF6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324" name="Line 1067">
                  <a:extLst>
                    <a:ext uri="{FF2B5EF4-FFF2-40B4-BE49-F238E27FC236}">
                      <a16:creationId xmlns:a16="http://schemas.microsoft.com/office/drawing/2014/main" id="{9918AEE6-FFA6-4EA7-9057-52B87CA71B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25" name="Line 1068">
                  <a:extLst>
                    <a:ext uri="{FF2B5EF4-FFF2-40B4-BE49-F238E27FC236}">
                      <a16:creationId xmlns:a16="http://schemas.microsoft.com/office/drawing/2014/main" id="{968209AA-8430-4F6A-877C-3E96B539FC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26" name="Line 1069">
                  <a:extLst>
                    <a:ext uri="{FF2B5EF4-FFF2-40B4-BE49-F238E27FC236}">
                      <a16:creationId xmlns:a16="http://schemas.microsoft.com/office/drawing/2014/main" id="{2F2F087D-D4CB-410C-8909-B709BCA2EB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314" name="Group 1070">
                <a:extLst>
                  <a:ext uri="{FF2B5EF4-FFF2-40B4-BE49-F238E27FC236}">
                    <a16:creationId xmlns:a16="http://schemas.microsoft.com/office/drawing/2014/main" id="{1D836D9B-F951-42CC-A74C-76E3E0F72B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321" name="Line 1071">
                  <a:extLst>
                    <a:ext uri="{FF2B5EF4-FFF2-40B4-BE49-F238E27FC236}">
                      <a16:creationId xmlns:a16="http://schemas.microsoft.com/office/drawing/2014/main" id="{670E6413-3956-4266-BAC6-D4A55940F0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22" name="Line 1072">
                  <a:extLst>
                    <a:ext uri="{FF2B5EF4-FFF2-40B4-BE49-F238E27FC236}">
                      <a16:creationId xmlns:a16="http://schemas.microsoft.com/office/drawing/2014/main" id="{2E7F2D46-F18D-4FF2-B4E8-5B6D92D8F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23" name="Line 1073">
                  <a:extLst>
                    <a:ext uri="{FF2B5EF4-FFF2-40B4-BE49-F238E27FC236}">
                      <a16:creationId xmlns:a16="http://schemas.microsoft.com/office/drawing/2014/main" id="{9981F003-F156-4D1C-824F-D64E722997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315" name="Rectangle 1074">
                <a:extLst>
                  <a:ext uri="{FF2B5EF4-FFF2-40B4-BE49-F238E27FC236}">
                    <a16:creationId xmlns:a16="http://schemas.microsoft.com/office/drawing/2014/main" id="{349C947B-B292-4DC0-B0F0-8EA767CD8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16" name="Rectangle 1075">
                <a:extLst>
                  <a:ext uri="{FF2B5EF4-FFF2-40B4-BE49-F238E27FC236}">
                    <a16:creationId xmlns:a16="http://schemas.microsoft.com/office/drawing/2014/main" id="{5FC58D8A-6D90-415C-95AE-DB61AC6F3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17" name="Line 1076">
                <a:extLst>
                  <a:ext uri="{FF2B5EF4-FFF2-40B4-BE49-F238E27FC236}">
                    <a16:creationId xmlns:a16="http://schemas.microsoft.com/office/drawing/2014/main" id="{60B6F4CE-B4FE-458F-B04B-940A64074B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18" name="Line 1077">
                <a:extLst>
                  <a:ext uri="{FF2B5EF4-FFF2-40B4-BE49-F238E27FC236}">
                    <a16:creationId xmlns:a16="http://schemas.microsoft.com/office/drawing/2014/main" id="{F66188E1-07BB-40A0-A189-091C30008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319" name="Rectangle 1078">
                <a:extLst>
                  <a:ext uri="{FF2B5EF4-FFF2-40B4-BE49-F238E27FC236}">
                    <a16:creationId xmlns:a16="http://schemas.microsoft.com/office/drawing/2014/main" id="{7403BC7E-239B-4842-AB30-894A11ABE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320" name="Text Box 1079">
                <a:extLst>
                  <a:ext uri="{FF2B5EF4-FFF2-40B4-BE49-F238E27FC236}">
                    <a16:creationId xmlns:a16="http://schemas.microsoft.com/office/drawing/2014/main" id="{0B7BB094-C58D-4395-B40A-780B3108A1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08" name="Group 1080">
              <a:extLst>
                <a:ext uri="{FF2B5EF4-FFF2-40B4-BE49-F238E27FC236}">
                  <a16:creationId xmlns:a16="http://schemas.microsoft.com/office/drawing/2014/main" id="{6A0F93AD-789D-4663-9C3A-86C90516A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1" y="1148"/>
              <a:ext cx="513" cy="446"/>
              <a:chOff x="3937" y="633"/>
              <a:chExt cx="513" cy="446"/>
            </a:xfrm>
          </p:grpSpPr>
          <p:sp>
            <p:nvSpPr>
              <p:cNvPr id="44285" name="Line 1081">
                <a:extLst>
                  <a:ext uri="{FF2B5EF4-FFF2-40B4-BE49-F238E27FC236}">
                    <a16:creationId xmlns:a16="http://schemas.microsoft.com/office/drawing/2014/main" id="{D4C6157E-3226-4E61-8511-83C188362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86" name="Line 1082">
                <a:extLst>
                  <a:ext uri="{FF2B5EF4-FFF2-40B4-BE49-F238E27FC236}">
                    <a16:creationId xmlns:a16="http://schemas.microsoft.com/office/drawing/2014/main" id="{C65D40D5-C785-4EB7-A245-31C03A57E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87" name="Oval 1083">
                <a:extLst>
                  <a:ext uri="{FF2B5EF4-FFF2-40B4-BE49-F238E27FC236}">
                    <a16:creationId xmlns:a16="http://schemas.microsoft.com/office/drawing/2014/main" id="{BA4E02E9-BF9A-4728-9CC1-D06E00DE0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88" name="Line 1084">
                <a:extLst>
                  <a:ext uri="{FF2B5EF4-FFF2-40B4-BE49-F238E27FC236}">
                    <a16:creationId xmlns:a16="http://schemas.microsoft.com/office/drawing/2014/main" id="{D9681D7B-0DC6-441C-8EBD-327B2FA6D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89" name="Line 1085">
                <a:extLst>
                  <a:ext uri="{FF2B5EF4-FFF2-40B4-BE49-F238E27FC236}">
                    <a16:creationId xmlns:a16="http://schemas.microsoft.com/office/drawing/2014/main" id="{337D85F0-B363-4331-85E2-999214C3C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90" name="Rectangle 1086">
                <a:extLst>
                  <a:ext uri="{FF2B5EF4-FFF2-40B4-BE49-F238E27FC236}">
                    <a16:creationId xmlns:a16="http://schemas.microsoft.com/office/drawing/2014/main" id="{3DE30B12-31BC-430E-A606-919985475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291" name="Oval 1087">
                <a:extLst>
                  <a:ext uri="{FF2B5EF4-FFF2-40B4-BE49-F238E27FC236}">
                    <a16:creationId xmlns:a16="http://schemas.microsoft.com/office/drawing/2014/main" id="{889FE085-0A4B-43D2-9C3E-65D894166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292" name="Group 1088">
                <a:extLst>
                  <a:ext uri="{FF2B5EF4-FFF2-40B4-BE49-F238E27FC236}">
                    <a16:creationId xmlns:a16="http://schemas.microsoft.com/office/drawing/2014/main" id="{8BF36F3B-A8BD-45A5-B2FC-51812CF5FC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303" name="Line 1089">
                  <a:extLst>
                    <a:ext uri="{FF2B5EF4-FFF2-40B4-BE49-F238E27FC236}">
                      <a16:creationId xmlns:a16="http://schemas.microsoft.com/office/drawing/2014/main" id="{40A3844B-B0CA-43D4-965F-939F9BA05E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04" name="Line 1090">
                  <a:extLst>
                    <a:ext uri="{FF2B5EF4-FFF2-40B4-BE49-F238E27FC236}">
                      <a16:creationId xmlns:a16="http://schemas.microsoft.com/office/drawing/2014/main" id="{1B976813-9C5D-467A-BE75-FAD764D84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05" name="Line 1091">
                  <a:extLst>
                    <a:ext uri="{FF2B5EF4-FFF2-40B4-BE49-F238E27FC236}">
                      <a16:creationId xmlns:a16="http://schemas.microsoft.com/office/drawing/2014/main" id="{D30A8946-9EF9-400A-9014-F77097D757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293" name="Group 1092">
                <a:extLst>
                  <a:ext uri="{FF2B5EF4-FFF2-40B4-BE49-F238E27FC236}">
                    <a16:creationId xmlns:a16="http://schemas.microsoft.com/office/drawing/2014/main" id="{5254AD78-C2E3-44EB-B943-BC7D85D79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300" name="Line 1093">
                  <a:extLst>
                    <a:ext uri="{FF2B5EF4-FFF2-40B4-BE49-F238E27FC236}">
                      <a16:creationId xmlns:a16="http://schemas.microsoft.com/office/drawing/2014/main" id="{080F8D5B-988F-4639-AEF2-C31BBBC45D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01" name="Line 1094">
                  <a:extLst>
                    <a:ext uri="{FF2B5EF4-FFF2-40B4-BE49-F238E27FC236}">
                      <a16:creationId xmlns:a16="http://schemas.microsoft.com/office/drawing/2014/main" id="{94B4F6A1-73C3-48BF-A6BF-63E514F822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02" name="Line 1095">
                  <a:extLst>
                    <a:ext uri="{FF2B5EF4-FFF2-40B4-BE49-F238E27FC236}">
                      <a16:creationId xmlns:a16="http://schemas.microsoft.com/office/drawing/2014/main" id="{55286CB5-5398-402F-9211-64B8087706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294" name="Rectangle 1096">
                <a:extLst>
                  <a:ext uri="{FF2B5EF4-FFF2-40B4-BE49-F238E27FC236}">
                    <a16:creationId xmlns:a16="http://schemas.microsoft.com/office/drawing/2014/main" id="{C196E625-17F9-46E4-B0D0-03CE47E99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95" name="Rectangle 1097">
                <a:extLst>
                  <a:ext uri="{FF2B5EF4-FFF2-40B4-BE49-F238E27FC236}">
                    <a16:creationId xmlns:a16="http://schemas.microsoft.com/office/drawing/2014/main" id="{F113B8BD-A5E7-4D34-B903-4014666BF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96" name="Line 1098">
                <a:extLst>
                  <a:ext uri="{FF2B5EF4-FFF2-40B4-BE49-F238E27FC236}">
                    <a16:creationId xmlns:a16="http://schemas.microsoft.com/office/drawing/2014/main" id="{0A7684CF-61B9-449F-93C6-7E43AD6A1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97" name="Line 1099">
                <a:extLst>
                  <a:ext uri="{FF2B5EF4-FFF2-40B4-BE49-F238E27FC236}">
                    <a16:creationId xmlns:a16="http://schemas.microsoft.com/office/drawing/2014/main" id="{4EEB7732-1B34-4999-B6AB-E444E8EEF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98" name="Rectangle 1100">
                <a:extLst>
                  <a:ext uri="{FF2B5EF4-FFF2-40B4-BE49-F238E27FC236}">
                    <a16:creationId xmlns:a16="http://schemas.microsoft.com/office/drawing/2014/main" id="{A95791C2-98D9-4E3C-A61E-97364C4F7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99" name="Text Box 1101">
                <a:extLst>
                  <a:ext uri="{FF2B5EF4-FFF2-40B4-BE49-F238E27FC236}">
                    <a16:creationId xmlns:a16="http://schemas.microsoft.com/office/drawing/2014/main" id="{6690D2C4-6222-4316-962F-966D0FE7B6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09" name="Group 1102">
              <a:extLst>
                <a:ext uri="{FF2B5EF4-FFF2-40B4-BE49-F238E27FC236}">
                  <a16:creationId xmlns:a16="http://schemas.microsoft.com/office/drawing/2014/main" id="{87B983A4-1005-4B08-B46C-6BEA1379E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2" y="1523"/>
              <a:ext cx="513" cy="446"/>
              <a:chOff x="3937" y="633"/>
              <a:chExt cx="513" cy="446"/>
            </a:xfrm>
          </p:grpSpPr>
          <p:sp>
            <p:nvSpPr>
              <p:cNvPr id="44264" name="Line 1103">
                <a:extLst>
                  <a:ext uri="{FF2B5EF4-FFF2-40B4-BE49-F238E27FC236}">
                    <a16:creationId xmlns:a16="http://schemas.microsoft.com/office/drawing/2014/main" id="{0334FE56-21DD-4E77-BFD9-2994834EB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65" name="Line 1104">
                <a:extLst>
                  <a:ext uri="{FF2B5EF4-FFF2-40B4-BE49-F238E27FC236}">
                    <a16:creationId xmlns:a16="http://schemas.microsoft.com/office/drawing/2014/main" id="{C111197B-95D0-4E42-9C6F-0B141E0B1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66" name="Oval 1105">
                <a:extLst>
                  <a:ext uri="{FF2B5EF4-FFF2-40B4-BE49-F238E27FC236}">
                    <a16:creationId xmlns:a16="http://schemas.microsoft.com/office/drawing/2014/main" id="{03A6057F-A684-47E9-A5D8-C12E13A64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67" name="Line 1106">
                <a:extLst>
                  <a:ext uri="{FF2B5EF4-FFF2-40B4-BE49-F238E27FC236}">
                    <a16:creationId xmlns:a16="http://schemas.microsoft.com/office/drawing/2014/main" id="{440AEDF3-30D4-4A9A-ABC3-71ECDBB162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68" name="Line 1107">
                <a:extLst>
                  <a:ext uri="{FF2B5EF4-FFF2-40B4-BE49-F238E27FC236}">
                    <a16:creationId xmlns:a16="http://schemas.microsoft.com/office/drawing/2014/main" id="{F820D729-047F-4CCE-A32D-3143F274F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69" name="Rectangle 1108">
                <a:extLst>
                  <a:ext uri="{FF2B5EF4-FFF2-40B4-BE49-F238E27FC236}">
                    <a16:creationId xmlns:a16="http://schemas.microsoft.com/office/drawing/2014/main" id="{40511413-5C69-4E0A-8E34-665E3631B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270" name="Oval 1109">
                <a:extLst>
                  <a:ext uri="{FF2B5EF4-FFF2-40B4-BE49-F238E27FC236}">
                    <a16:creationId xmlns:a16="http://schemas.microsoft.com/office/drawing/2014/main" id="{398FCAFA-6C8A-439A-87B6-642E42BA3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271" name="Group 1110">
                <a:extLst>
                  <a:ext uri="{FF2B5EF4-FFF2-40B4-BE49-F238E27FC236}">
                    <a16:creationId xmlns:a16="http://schemas.microsoft.com/office/drawing/2014/main" id="{F81675DD-DC08-4146-9C00-94F25D2992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282" name="Line 1111">
                  <a:extLst>
                    <a:ext uri="{FF2B5EF4-FFF2-40B4-BE49-F238E27FC236}">
                      <a16:creationId xmlns:a16="http://schemas.microsoft.com/office/drawing/2014/main" id="{F66854FD-CF7A-443C-92C8-1C5039D536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83" name="Line 1112">
                  <a:extLst>
                    <a:ext uri="{FF2B5EF4-FFF2-40B4-BE49-F238E27FC236}">
                      <a16:creationId xmlns:a16="http://schemas.microsoft.com/office/drawing/2014/main" id="{D7E00763-9843-4029-A397-362615B48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84" name="Line 1113">
                  <a:extLst>
                    <a:ext uri="{FF2B5EF4-FFF2-40B4-BE49-F238E27FC236}">
                      <a16:creationId xmlns:a16="http://schemas.microsoft.com/office/drawing/2014/main" id="{CE0C68F1-7BBF-4466-99AC-DB05E09075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272" name="Group 1114">
                <a:extLst>
                  <a:ext uri="{FF2B5EF4-FFF2-40B4-BE49-F238E27FC236}">
                    <a16:creationId xmlns:a16="http://schemas.microsoft.com/office/drawing/2014/main" id="{1B666096-376A-4AC9-883C-B652B6FAB1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279" name="Line 1115">
                  <a:extLst>
                    <a:ext uri="{FF2B5EF4-FFF2-40B4-BE49-F238E27FC236}">
                      <a16:creationId xmlns:a16="http://schemas.microsoft.com/office/drawing/2014/main" id="{DB1015F0-7AC9-4652-A1BC-1D918D486A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80" name="Line 1116">
                  <a:extLst>
                    <a:ext uri="{FF2B5EF4-FFF2-40B4-BE49-F238E27FC236}">
                      <a16:creationId xmlns:a16="http://schemas.microsoft.com/office/drawing/2014/main" id="{38B2F6D7-6F51-43EF-AE5C-BA38281842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81" name="Line 1117">
                  <a:extLst>
                    <a:ext uri="{FF2B5EF4-FFF2-40B4-BE49-F238E27FC236}">
                      <a16:creationId xmlns:a16="http://schemas.microsoft.com/office/drawing/2014/main" id="{1EB85FE7-0095-4A3F-9B52-2A8B01E241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273" name="Rectangle 1118">
                <a:extLst>
                  <a:ext uri="{FF2B5EF4-FFF2-40B4-BE49-F238E27FC236}">
                    <a16:creationId xmlns:a16="http://schemas.microsoft.com/office/drawing/2014/main" id="{BC46BD26-2908-4D48-8967-43989D289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74" name="Rectangle 1119">
                <a:extLst>
                  <a:ext uri="{FF2B5EF4-FFF2-40B4-BE49-F238E27FC236}">
                    <a16:creationId xmlns:a16="http://schemas.microsoft.com/office/drawing/2014/main" id="{AE20D164-3457-4637-ADDD-31FCBF3BF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75" name="Line 1120">
                <a:extLst>
                  <a:ext uri="{FF2B5EF4-FFF2-40B4-BE49-F238E27FC236}">
                    <a16:creationId xmlns:a16="http://schemas.microsoft.com/office/drawing/2014/main" id="{C90E9F5C-5567-456E-B6CC-3CF44EF46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76" name="Line 1121">
                <a:extLst>
                  <a:ext uri="{FF2B5EF4-FFF2-40B4-BE49-F238E27FC236}">
                    <a16:creationId xmlns:a16="http://schemas.microsoft.com/office/drawing/2014/main" id="{3C77400C-AE7A-41DB-8F36-7FD5AE6D0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77" name="Rectangle 1122">
                <a:extLst>
                  <a:ext uri="{FF2B5EF4-FFF2-40B4-BE49-F238E27FC236}">
                    <a16:creationId xmlns:a16="http://schemas.microsoft.com/office/drawing/2014/main" id="{74F992E6-94B6-4A27-BE3D-23D4D41B5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78" name="Text Box 1123">
                <a:extLst>
                  <a:ext uri="{FF2B5EF4-FFF2-40B4-BE49-F238E27FC236}">
                    <a16:creationId xmlns:a16="http://schemas.microsoft.com/office/drawing/2014/main" id="{5DC0EA47-3188-4116-BD40-3A496F5744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10" name="Group 1124">
              <a:extLst>
                <a:ext uri="{FF2B5EF4-FFF2-40B4-BE49-F238E27FC236}">
                  <a16:creationId xmlns:a16="http://schemas.microsoft.com/office/drawing/2014/main" id="{5F62EA80-1707-4CA7-9A85-13090521FD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7" y="1157"/>
              <a:ext cx="513" cy="446"/>
              <a:chOff x="3937" y="633"/>
              <a:chExt cx="513" cy="446"/>
            </a:xfrm>
          </p:grpSpPr>
          <p:sp>
            <p:nvSpPr>
              <p:cNvPr id="44243" name="Line 1125">
                <a:extLst>
                  <a:ext uri="{FF2B5EF4-FFF2-40B4-BE49-F238E27FC236}">
                    <a16:creationId xmlns:a16="http://schemas.microsoft.com/office/drawing/2014/main" id="{38A39971-06B6-4CA6-BB6E-7443F2D60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44" name="Line 1126">
                <a:extLst>
                  <a:ext uri="{FF2B5EF4-FFF2-40B4-BE49-F238E27FC236}">
                    <a16:creationId xmlns:a16="http://schemas.microsoft.com/office/drawing/2014/main" id="{10D61D0E-42FA-4BF6-BDD1-90289BD47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45" name="Oval 1127">
                <a:extLst>
                  <a:ext uri="{FF2B5EF4-FFF2-40B4-BE49-F238E27FC236}">
                    <a16:creationId xmlns:a16="http://schemas.microsoft.com/office/drawing/2014/main" id="{505B259D-55B9-4D74-BF08-DD18753EA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46" name="Line 1128">
                <a:extLst>
                  <a:ext uri="{FF2B5EF4-FFF2-40B4-BE49-F238E27FC236}">
                    <a16:creationId xmlns:a16="http://schemas.microsoft.com/office/drawing/2014/main" id="{E42BD6B6-C761-40B8-84C6-07F187D79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47" name="Line 1129">
                <a:extLst>
                  <a:ext uri="{FF2B5EF4-FFF2-40B4-BE49-F238E27FC236}">
                    <a16:creationId xmlns:a16="http://schemas.microsoft.com/office/drawing/2014/main" id="{63E2E907-189E-4AE5-A2FF-B88CBC7BA3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48" name="Rectangle 1130">
                <a:extLst>
                  <a:ext uri="{FF2B5EF4-FFF2-40B4-BE49-F238E27FC236}">
                    <a16:creationId xmlns:a16="http://schemas.microsoft.com/office/drawing/2014/main" id="{157129ED-78CB-48C7-BCBA-E60DEC986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249" name="Oval 1131">
                <a:extLst>
                  <a:ext uri="{FF2B5EF4-FFF2-40B4-BE49-F238E27FC236}">
                    <a16:creationId xmlns:a16="http://schemas.microsoft.com/office/drawing/2014/main" id="{B3B414DA-5EEF-4443-AA26-E9283AB45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250" name="Group 1132">
                <a:extLst>
                  <a:ext uri="{FF2B5EF4-FFF2-40B4-BE49-F238E27FC236}">
                    <a16:creationId xmlns:a16="http://schemas.microsoft.com/office/drawing/2014/main" id="{39F29883-2920-4BAF-BC1F-58E581DCE6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261" name="Line 1133">
                  <a:extLst>
                    <a:ext uri="{FF2B5EF4-FFF2-40B4-BE49-F238E27FC236}">
                      <a16:creationId xmlns:a16="http://schemas.microsoft.com/office/drawing/2014/main" id="{594B6364-7D15-4CD1-96BE-1C8F295203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62" name="Line 1134">
                  <a:extLst>
                    <a:ext uri="{FF2B5EF4-FFF2-40B4-BE49-F238E27FC236}">
                      <a16:creationId xmlns:a16="http://schemas.microsoft.com/office/drawing/2014/main" id="{1C6C308A-BB32-401C-9EA2-5613374FA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63" name="Line 1135">
                  <a:extLst>
                    <a:ext uri="{FF2B5EF4-FFF2-40B4-BE49-F238E27FC236}">
                      <a16:creationId xmlns:a16="http://schemas.microsoft.com/office/drawing/2014/main" id="{418F44A6-38C6-48D5-9F70-A9429981EE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251" name="Group 1136">
                <a:extLst>
                  <a:ext uri="{FF2B5EF4-FFF2-40B4-BE49-F238E27FC236}">
                    <a16:creationId xmlns:a16="http://schemas.microsoft.com/office/drawing/2014/main" id="{77AEBA81-478D-4909-8F8A-5B3B6A87CE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258" name="Line 1137">
                  <a:extLst>
                    <a:ext uri="{FF2B5EF4-FFF2-40B4-BE49-F238E27FC236}">
                      <a16:creationId xmlns:a16="http://schemas.microsoft.com/office/drawing/2014/main" id="{92AEDA62-A2B5-45B7-BFBC-2627C85C7A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59" name="Line 1138">
                  <a:extLst>
                    <a:ext uri="{FF2B5EF4-FFF2-40B4-BE49-F238E27FC236}">
                      <a16:creationId xmlns:a16="http://schemas.microsoft.com/office/drawing/2014/main" id="{F1EB9E5C-21BC-4F12-B775-F6B8F6214A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60" name="Line 1139">
                  <a:extLst>
                    <a:ext uri="{FF2B5EF4-FFF2-40B4-BE49-F238E27FC236}">
                      <a16:creationId xmlns:a16="http://schemas.microsoft.com/office/drawing/2014/main" id="{48CF05D4-D888-46DE-AA1B-D3E2EFBE9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252" name="Rectangle 1140">
                <a:extLst>
                  <a:ext uri="{FF2B5EF4-FFF2-40B4-BE49-F238E27FC236}">
                    <a16:creationId xmlns:a16="http://schemas.microsoft.com/office/drawing/2014/main" id="{BBC14A45-48DB-40AB-901C-4FB6B6E57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53" name="Rectangle 1141">
                <a:extLst>
                  <a:ext uri="{FF2B5EF4-FFF2-40B4-BE49-F238E27FC236}">
                    <a16:creationId xmlns:a16="http://schemas.microsoft.com/office/drawing/2014/main" id="{4ED906B1-F190-4D86-B170-3552CD014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54" name="Line 1142">
                <a:extLst>
                  <a:ext uri="{FF2B5EF4-FFF2-40B4-BE49-F238E27FC236}">
                    <a16:creationId xmlns:a16="http://schemas.microsoft.com/office/drawing/2014/main" id="{72B029A7-438E-4D78-8F7D-967ECA069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55" name="Line 1143">
                <a:extLst>
                  <a:ext uri="{FF2B5EF4-FFF2-40B4-BE49-F238E27FC236}">
                    <a16:creationId xmlns:a16="http://schemas.microsoft.com/office/drawing/2014/main" id="{8A8B6ABB-78E7-4982-BFCD-C1F50A203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56" name="Rectangle 1144">
                <a:extLst>
                  <a:ext uri="{FF2B5EF4-FFF2-40B4-BE49-F238E27FC236}">
                    <a16:creationId xmlns:a16="http://schemas.microsoft.com/office/drawing/2014/main" id="{6AB72909-46DB-4328-BE80-6D0EE3465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57" name="Text Box 1145">
                <a:extLst>
                  <a:ext uri="{FF2B5EF4-FFF2-40B4-BE49-F238E27FC236}">
                    <a16:creationId xmlns:a16="http://schemas.microsoft.com/office/drawing/2014/main" id="{FBA45075-061A-41AE-A169-395F53AAB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11" name="Group 1146">
              <a:extLst>
                <a:ext uri="{FF2B5EF4-FFF2-40B4-BE49-F238E27FC236}">
                  <a16:creationId xmlns:a16="http://schemas.microsoft.com/office/drawing/2014/main" id="{32EE48D2-5E47-4E3A-AD60-06AC30023E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9" y="2239"/>
              <a:ext cx="513" cy="446"/>
              <a:chOff x="3937" y="633"/>
              <a:chExt cx="513" cy="446"/>
            </a:xfrm>
          </p:grpSpPr>
          <p:sp>
            <p:nvSpPr>
              <p:cNvPr id="44222" name="Line 1147">
                <a:extLst>
                  <a:ext uri="{FF2B5EF4-FFF2-40B4-BE49-F238E27FC236}">
                    <a16:creationId xmlns:a16="http://schemas.microsoft.com/office/drawing/2014/main" id="{3D45DB77-AFE0-433E-BD06-8DA3E1B1F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23" name="Line 1148">
                <a:extLst>
                  <a:ext uri="{FF2B5EF4-FFF2-40B4-BE49-F238E27FC236}">
                    <a16:creationId xmlns:a16="http://schemas.microsoft.com/office/drawing/2014/main" id="{30E4040D-D727-45EF-80DD-584BEC684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24" name="Oval 1149">
                <a:extLst>
                  <a:ext uri="{FF2B5EF4-FFF2-40B4-BE49-F238E27FC236}">
                    <a16:creationId xmlns:a16="http://schemas.microsoft.com/office/drawing/2014/main" id="{E83BC5D9-D830-445C-A63C-FCA87C75C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25" name="Line 1150">
                <a:extLst>
                  <a:ext uri="{FF2B5EF4-FFF2-40B4-BE49-F238E27FC236}">
                    <a16:creationId xmlns:a16="http://schemas.microsoft.com/office/drawing/2014/main" id="{572BC2F0-6514-42B5-89B5-A2B840BE0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26" name="Line 1151">
                <a:extLst>
                  <a:ext uri="{FF2B5EF4-FFF2-40B4-BE49-F238E27FC236}">
                    <a16:creationId xmlns:a16="http://schemas.microsoft.com/office/drawing/2014/main" id="{EAD6B351-7CAB-4760-9ADB-01342D1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27" name="Rectangle 1152">
                <a:extLst>
                  <a:ext uri="{FF2B5EF4-FFF2-40B4-BE49-F238E27FC236}">
                    <a16:creationId xmlns:a16="http://schemas.microsoft.com/office/drawing/2014/main" id="{C51F17FC-168A-4F92-A44B-BB5CAE301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228" name="Oval 1153">
                <a:extLst>
                  <a:ext uri="{FF2B5EF4-FFF2-40B4-BE49-F238E27FC236}">
                    <a16:creationId xmlns:a16="http://schemas.microsoft.com/office/drawing/2014/main" id="{3C402E9B-0318-47A6-9A5D-7BA6B781F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229" name="Group 1154">
                <a:extLst>
                  <a:ext uri="{FF2B5EF4-FFF2-40B4-BE49-F238E27FC236}">
                    <a16:creationId xmlns:a16="http://schemas.microsoft.com/office/drawing/2014/main" id="{035F253B-3618-45D4-9678-D5FF1FED98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240" name="Line 1155">
                  <a:extLst>
                    <a:ext uri="{FF2B5EF4-FFF2-40B4-BE49-F238E27FC236}">
                      <a16:creationId xmlns:a16="http://schemas.microsoft.com/office/drawing/2014/main" id="{BF968765-A16C-4530-818C-C20B16B3C1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41" name="Line 1156">
                  <a:extLst>
                    <a:ext uri="{FF2B5EF4-FFF2-40B4-BE49-F238E27FC236}">
                      <a16:creationId xmlns:a16="http://schemas.microsoft.com/office/drawing/2014/main" id="{C0387759-EF43-4F72-A9C4-92EEA756D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42" name="Line 1157">
                  <a:extLst>
                    <a:ext uri="{FF2B5EF4-FFF2-40B4-BE49-F238E27FC236}">
                      <a16:creationId xmlns:a16="http://schemas.microsoft.com/office/drawing/2014/main" id="{B933843F-351A-456D-B356-DE492A40C0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230" name="Group 1158">
                <a:extLst>
                  <a:ext uri="{FF2B5EF4-FFF2-40B4-BE49-F238E27FC236}">
                    <a16:creationId xmlns:a16="http://schemas.microsoft.com/office/drawing/2014/main" id="{AFE6AC55-E873-4C7A-B1F7-59A07A8C83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237" name="Line 1159">
                  <a:extLst>
                    <a:ext uri="{FF2B5EF4-FFF2-40B4-BE49-F238E27FC236}">
                      <a16:creationId xmlns:a16="http://schemas.microsoft.com/office/drawing/2014/main" id="{4814FBB0-9135-4082-B580-DCE04751B1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38" name="Line 1160">
                  <a:extLst>
                    <a:ext uri="{FF2B5EF4-FFF2-40B4-BE49-F238E27FC236}">
                      <a16:creationId xmlns:a16="http://schemas.microsoft.com/office/drawing/2014/main" id="{A2A06104-4FAF-4A34-909F-2D2A7361FD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39" name="Line 1161">
                  <a:extLst>
                    <a:ext uri="{FF2B5EF4-FFF2-40B4-BE49-F238E27FC236}">
                      <a16:creationId xmlns:a16="http://schemas.microsoft.com/office/drawing/2014/main" id="{EAAEC2D2-D017-47B5-8B2D-6AA593B70F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231" name="Rectangle 1162">
                <a:extLst>
                  <a:ext uri="{FF2B5EF4-FFF2-40B4-BE49-F238E27FC236}">
                    <a16:creationId xmlns:a16="http://schemas.microsoft.com/office/drawing/2014/main" id="{5B0C95AA-3752-4265-BAC5-8B7B2A27B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32" name="Rectangle 1163">
                <a:extLst>
                  <a:ext uri="{FF2B5EF4-FFF2-40B4-BE49-F238E27FC236}">
                    <a16:creationId xmlns:a16="http://schemas.microsoft.com/office/drawing/2014/main" id="{11ED2F36-FFDA-44D8-B89A-5FB5A70D5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33" name="Line 1164">
                <a:extLst>
                  <a:ext uri="{FF2B5EF4-FFF2-40B4-BE49-F238E27FC236}">
                    <a16:creationId xmlns:a16="http://schemas.microsoft.com/office/drawing/2014/main" id="{D5812005-640C-4FA3-A6C8-60A2BCD57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34" name="Line 1165">
                <a:extLst>
                  <a:ext uri="{FF2B5EF4-FFF2-40B4-BE49-F238E27FC236}">
                    <a16:creationId xmlns:a16="http://schemas.microsoft.com/office/drawing/2014/main" id="{3632E77E-8CC4-48E3-8CA2-33C3265B36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35" name="Rectangle 1166">
                <a:extLst>
                  <a:ext uri="{FF2B5EF4-FFF2-40B4-BE49-F238E27FC236}">
                    <a16:creationId xmlns:a16="http://schemas.microsoft.com/office/drawing/2014/main" id="{B8925A28-2E8E-4ECE-B3D0-F86B0ECDE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36" name="Text Box 1167">
                <a:extLst>
                  <a:ext uri="{FF2B5EF4-FFF2-40B4-BE49-F238E27FC236}">
                    <a16:creationId xmlns:a16="http://schemas.microsoft.com/office/drawing/2014/main" id="{7D19EFC8-CCC8-4B80-B7C4-2886018225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12" name="Group 1168">
              <a:extLst>
                <a:ext uri="{FF2B5EF4-FFF2-40B4-BE49-F238E27FC236}">
                  <a16:creationId xmlns:a16="http://schemas.microsoft.com/office/drawing/2014/main" id="{D88FA8C6-9F85-4493-81E0-DF76D7747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5" y="1995"/>
              <a:ext cx="513" cy="446"/>
              <a:chOff x="3937" y="633"/>
              <a:chExt cx="513" cy="446"/>
            </a:xfrm>
          </p:grpSpPr>
          <p:sp>
            <p:nvSpPr>
              <p:cNvPr id="44201" name="Line 1169">
                <a:extLst>
                  <a:ext uri="{FF2B5EF4-FFF2-40B4-BE49-F238E27FC236}">
                    <a16:creationId xmlns:a16="http://schemas.microsoft.com/office/drawing/2014/main" id="{F03FD0A8-91C5-4F3E-9D24-54457E2E6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02" name="Line 1170">
                <a:extLst>
                  <a:ext uri="{FF2B5EF4-FFF2-40B4-BE49-F238E27FC236}">
                    <a16:creationId xmlns:a16="http://schemas.microsoft.com/office/drawing/2014/main" id="{80075827-38B4-4A88-A64F-6E3931693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03" name="Oval 1171">
                <a:extLst>
                  <a:ext uri="{FF2B5EF4-FFF2-40B4-BE49-F238E27FC236}">
                    <a16:creationId xmlns:a16="http://schemas.microsoft.com/office/drawing/2014/main" id="{074E7CF5-924B-435D-A1CE-06509F4CCD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04" name="Line 1172">
                <a:extLst>
                  <a:ext uri="{FF2B5EF4-FFF2-40B4-BE49-F238E27FC236}">
                    <a16:creationId xmlns:a16="http://schemas.microsoft.com/office/drawing/2014/main" id="{F040B3E2-8C61-4ECF-89FB-565CCE814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05" name="Line 1173">
                <a:extLst>
                  <a:ext uri="{FF2B5EF4-FFF2-40B4-BE49-F238E27FC236}">
                    <a16:creationId xmlns:a16="http://schemas.microsoft.com/office/drawing/2014/main" id="{9400CBF9-A576-46D6-BD31-0B82B148C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06" name="Rectangle 1174">
                <a:extLst>
                  <a:ext uri="{FF2B5EF4-FFF2-40B4-BE49-F238E27FC236}">
                    <a16:creationId xmlns:a16="http://schemas.microsoft.com/office/drawing/2014/main" id="{7FE10102-3130-47ED-8508-4412646C7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207" name="Oval 1175">
                <a:extLst>
                  <a:ext uri="{FF2B5EF4-FFF2-40B4-BE49-F238E27FC236}">
                    <a16:creationId xmlns:a16="http://schemas.microsoft.com/office/drawing/2014/main" id="{96E48F9E-3A70-4FF5-89A0-64AEF96D6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208" name="Group 1176">
                <a:extLst>
                  <a:ext uri="{FF2B5EF4-FFF2-40B4-BE49-F238E27FC236}">
                    <a16:creationId xmlns:a16="http://schemas.microsoft.com/office/drawing/2014/main" id="{6F386CD7-3E39-4D6D-A35C-1A0041FF21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219" name="Line 1177">
                  <a:extLst>
                    <a:ext uri="{FF2B5EF4-FFF2-40B4-BE49-F238E27FC236}">
                      <a16:creationId xmlns:a16="http://schemas.microsoft.com/office/drawing/2014/main" id="{C76FB781-0696-43A1-9CC1-C35816F814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20" name="Line 1178">
                  <a:extLst>
                    <a:ext uri="{FF2B5EF4-FFF2-40B4-BE49-F238E27FC236}">
                      <a16:creationId xmlns:a16="http://schemas.microsoft.com/office/drawing/2014/main" id="{96721338-7DC4-40C9-84D4-94EB388595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21" name="Line 1179">
                  <a:extLst>
                    <a:ext uri="{FF2B5EF4-FFF2-40B4-BE49-F238E27FC236}">
                      <a16:creationId xmlns:a16="http://schemas.microsoft.com/office/drawing/2014/main" id="{A8BA7CFD-6BC0-4827-B70D-98118A2F8C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209" name="Group 1180">
                <a:extLst>
                  <a:ext uri="{FF2B5EF4-FFF2-40B4-BE49-F238E27FC236}">
                    <a16:creationId xmlns:a16="http://schemas.microsoft.com/office/drawing/2014/main" id="{4D8F5367-8014-4DD6-B030-7A5120576A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216" name="Line 1181">
                  <a:extLst>
                    <a:ext uri="{FF2B5EF4-FFF2-40B4-BE49-F238E27FC236}">
                      <a16:creationId xmlns:a16="http://schemas.microsoft.com/office/drawing/2014/main" id="{634C3868-C6FB-42C6-910D-57CB6DFB41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17" name="Line 1182">
                  <a:extLst>
                    <a:ext uri="{FF2B5EF4-FFF2-40B4-BE49-F238E27FC236}">
                      <a16:creationId xmlns:a16="http://schemas.microsoft.com/office/drawing/2014/main" id="{C31D52F2-2A7B-476E-936C-5A523C5250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18" name="Line 1183">
                  <a:extLst>
                    <a:ext uri="{FF2B5EF4-FFF2-40B4-BE49-F238E27FC236}">
                      <a16:creationId xmlns:a16="http://schemas.microsoft.com/office/drawing/2014/main" id="{2F569345-AD68-4F35-A11F-BCEBA9D2E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210" name="Rectangle 1184">
                <a:extLst>
                  <a:ext uri="{FF2B5EF4-FFF2-40B4-BE49-F238E27FC236}">
                    <a16:creationId xmlns:a16="http://schemas.microsoft.com/office/drawing/2014/main" id="{C72066EA-A54F-486A-A80E-F2DB5EC70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11" name="Rectangle 1185">
                <a:extLst>
                  <a:ext uri="{FF2B5EF4-FFF2-40B4-BE49-F238E27FC236}">
                    <a16:creationId xmlns:a16="http://schemas.microsoft.com/office/drawing/2014/main" id="{D5EAE479-559E-4460-9260-02602DA4A0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12" name="Line 1186">
                <a:extLst>
                  <a:ext uri="{FF2B5EF4-FFF2-40B4-BE49-F238E27FC236}">
                    <a16:creationId xmlns:a16="http://schemas.microsoft.com/office/drawing/2014/main" id="{3DAB1DDE-1588-49C5-81C6-0B823E6AB2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13" name="Line 1187">
                <a:extLst>
                  <a:ext uri="{FF2B5EF4-FFF2-40B4-BE49-F238E27FC236}">
                    <a16:creationId xmlns:a16="http://schemas.microsoft.com/office/drawing/2014/main" id="{03923062-41E2-420A-AA82-C9AF54EA9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14" name="Rectangle 1188">
                <a:extLst>
                  <a:ext uri="{FF2B5EF4-FFF2-40B4-BE49-F238E27FC236}">
                    <a16:creationId xmlns:a16="http://schemas.microsoft.com/office/drawing/2014/main" id="{F6E29A92-C67C-481B-BF42-632D43F6F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215" name="Text Box 1189">
                <a:extLst>
                  <a:ext uri="{FF2B5EF4-FFF2-40B4-BE49-F238E27FC236}">
                    <a16:creationId xmlns:a16="http://schemas.microsoft.com/office/drawing/2014/main" id="{C0443A81-8E09-4A9D-8CC7-AA662E664E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13" name="Group 1190">
              <a:extLst>
                <a:ext uri="{FF2B5EF4-FFF2-40B4-BE49-F238E27FC236}">
                  <a16:creationId xmlns:a16="http://schemas.microsoft.com/office/drawing/2014/main" id="{ABD754C2-5267-4ADA-82DB-F5D7CAF87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003"/>
              <a:ext cx="513" cy="446"/>
              <a:chOff x="3937" y="633"/>
              <a:chExt cx="513" cy="446"/>
            </a:xfrm>
          </p:grpSpPr>
          <p:sp>
            <p:nvSpPr>
              <p:cNvPr id="44180" name="Line 1191">
                <a:extLst>
                  <a:ext uri="{FF2B5EF4-FFF2-40B4-BE49-F238E27FC236}">
                    <a16:creationId xmlns:a16="http://schemas.microsoft.com/office/drawing/2014/main" id="{37E73441-0679-49C2-A72D-A8B290F81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81" name="Line 1192">
                <a:extLst>
                  <a:ext uri="{FF2B5EF4-FFF2-40B4-BE49-F238E27FC236}">
                    <a16:creationId xmlns:a16="http://schemas.microsoft.com/office/drawing/2014/main" id="{120A26EE-6850-444C-9C59-041CC1F96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82" name="Oval 1193">
                <a:extLst>
                  <a:ext uri="{FF2B5EF4-FFF2-40B4-BE49-F238E27FC236}">
                    <a16:creationId xmlns:a16="http://schemas.microsoft.com/office/drawing/2014/main" id="{C65EBE15-3246-43F5-8803-37C2A7471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83" name="Line 1194">
                <a:extLst>
                  <a:ext uri="{FF2B5EF4-FFF2-40B4-BE49-F238E27FC236}">
                    <a16:creationId xmlns:a16="http://schemas.microsoft.com/office/drawing/2014/main" id="{34A8CEEE-D12E-48D9-8C2B-C2DDC6947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84" name="Line 1195">
                <a:extLst>
                  <a:ext uri="{FF2B5EF4-FFF2-40B4-BE49-F238E27FC236}">
                    <a16:creationId xmlns:a16="http://schemas.microsoft.com/office/drawing/2014/main" id="{CE5BAB8F-280E-493D-AFD3-7405A30342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85" name="Rectangle 1196">
                <a:extLst>
                  <a:ext uri="{FF2B5EF4-FFF2-40B4-BE49-F238E27FC236}">
                    <a16:creationId xmlns:a16="http://schemas.microsoft.com/office/drawing/2014/main" id="{A7EEA9FE-0F9B-481F-8331-3751B0756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186" name="Oval 1197">
                <a:extLst>
                  <a:ext uri="{FF2B5EF4-FFF2-40B4-BE49-F238E27FC236}">
                    <a16:creationId xmlns:a16="http://schemas.microsoft.com/office/drawing/2014/main" id="{08D4B8D8-3DCC-474E-BDE0-136581CAC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187" name="Group 1198">
                <a:extLst>
                  <a:ext uri="{FF2B5EF4-FFF2-40B4-BE49-F238E27FC236}">
                    <a16:creationId xmlns:a16="http://schemas.microsoft.com/office/drawing/2014/main" id="{42513E69-33C7-412E-BAB7-8CCE01785A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198" name="Line 1199">
                  <a:extLst>
                    <a:ext uri="{FF2B5EF4-FFF2-40B4-BE49-F238E27FC236}">
                      <a16:creationId xmlns:a16="http://schemas.microsoft.com/office/drawing/2014/main" id="{ADD1F3F7-128E-48BB-94FC-E067ADD6DF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99" name="Line 1200">
                  <a:extLst>
                    <a:ext uri="{FF2B5EF4-FFF2-40B4-BE49-F238E27FC236}">
                      <a16:creationId xmlns:a16="http://schemas.microsoft.com/office/drawing/2014/main" id="{1E372235-ACAC-4D45-90D6-B4E67FB274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00" name="Line 1201">
                  <a:extLst>
                    <a:ext uri="{FF2B5EF4-FFF2-40B4-BE49-F238E27FC236}">
                      <a16:creationId xmlns:a16="http://schemas.microsoft.com/office/drawing/2014/main" id="{33D7DE9D-BFF5-4F3B-AED3-4B824C4EFE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188" name="Group 1202">
                <a:extLst>
                  <a:ext uri="{FF2B5EF4-FFF2-40B4-BE49-F238E27FC236}">
                    <a16:creationId xmlns:a16="http://schemas.microsoft.com/office/drawing/2014/main" id="{A86A8F15-BD6D-4243-9579-6097D18549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195" name="Line 1203">
                  <a:extLst>
                    <a:ext uri="{FF2B5EF4-FFF2-40B4-BE49-F238E27FC236}">
                      <a16:creationId xmlns:a16="http://schemas.microsoft.com/office/drawing/2014/main" id="{30FCE761-9092-4A43-8C19-84796F8616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96" name="Line 1204">
                  <a:extLst>
                    <a:ext uri="{FF2B5EF4-FFF2-40B4-BE49-F238E27FC236}">
                      <a16:creationId xmlns:a16="http://schemas.microsoft.com/office/drawing/2014/main" id="{E60E634B-2386-481C-9E8B-CB9FCAB635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97" name="Line 1205">
                  <a:extLst>
                    <a:ext uri="{FF2B5EF4-FFF2-40B4-BE49-F238E27FC236}">
                      <a16:creationId xmlns:a16="http://schemas.microsoft.com/office/drawing/2014/main" id="{E4FED79A-7437-4E55-8C4B-DE20E882B0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189" name="Rectangle 1206">
                <a:extLst>
                  <a:ext uri="{FF2B5EF4-FFF2-40B4-BE49-F238E27FC236}">
                    <a16:creationId xmlns:a16="http://schemas.microsoft.com/office/drawing/2014/main" id="{83F03C56-8A7D-48CE-8047-A670A5E753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90" name="Rectangle 1207">
                <a:extLst>
                  <a:ext uri="{FF2B5EF4-FFF2-40B4-BE49-F238E27FC236}">
                    <a16:creationId xmlns:a16="http://schemas.microsoft.com/office/drawing/2014/main" id="{4548CCF1-5C92-466C-81AB-60DC37DB4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91" name="Line 1208">
                <a:extLst>
                  <a:ext uri="{FF2B5EF4-FFF2-40B4-BE49-F238E27FC236}">
                    <a16:creationId xmlns:a16="http://schemas.microsoft.com/office/drawing/2014/main" id="{134F968E-3FC9-4CE0-A7E3-17956D4CF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92" name="Line 1209">
                <a:extLst>
                  <a:ext uri="{FF2B5EF4-FFF2-40B4-BE49-F238E27FC236}">
                    <a16:creationId xmlns:a16="http://schemas.microsoft.com/office/drawing/2014/main" id="{7CDBE5AE-2608-4C80-A80D-87AFDF341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93" name="Rectangle 1210">
                <a:extLst>
                  <a:ext uri="{FF2B5EF4-FFF2-40B4-BE49-F238E27FC236}">
                    <a16:creationId xmlns:a16="http://schemas.microsoft.com/office/drawing/2014/main" id="{BE70C304-B61E-4E45-9940-53C823A9D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94" name="Text Box 1211">
                <a:extLst>
                  <a:ext uri="{FF2B5EF4-FFF2-40B4-BE49-F238E27FC236}">
                    <a16:creationId xmlns:a16="http://schemas.microsoft.com/office/drawing/2014/main" id="{4CD7DE5D-DAEF-4827-81A2-67071A54C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14" name="Group 1212">
              <a:extLst>
                <a:ext uri="{FF2B5EF4-FFF2-40B4-BE49-F238E27FC236}">
                  <a16:creationId xmlns:a16="http://schemas.microsoft.com/office/drawing/2014/main" id="{A06EDE13-542D-407B-B8EE-B8F08B1C63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771"/>
              <a:ext cx="513" cy="446"/>
              <a:chOff x="3937" y="633"/>
              <a:chExt cx="513" cy="446"/>
            </a:xfrm>
          </p:grpSpPr>
          <p:sp>
            <p:nvSpPr>
              <p:cNvPr id="44159" name="Line 1213">
                <a:extLst>
                  <a:ext uri="{FF2B5EF4-FFF2-40B4-BE49-F238E27FC236}">
                    <a16:creationId xmlns:a16="http://schemas.microsoft.com/office/drawing/2014/main" id="{1AD59BFA-C8F0-4FFD-962A-EA031A429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60" name="Line 1214">
                <a:extLst>
                  <a:ext uri="{FF2B5EF4-FFF2-40B4-BE49-F238E27FC236}">
                    <a16:creationId xmlns:a16="http://schemas.microsoft.com/office/drawing/2014/main" id="{C71E839D-A39E-425B-BD64-1206439D6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61" name="Oval 1215">
                <a:extLst>
                  <a:ext uri="{FF2B5EF4-FFF2-40B4-BE49-F238E27FC236}">
                    <a16:creationId xmlns:a16="http://schemas.microsoft.com/office/drawing/2014/main" id="{B9AE5484-B26F-4BA9-BD80-FA386CF27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62" name="Line 1216">
                <a:extLst>
                  <a:ext uri="{FF2B5EF4-FFF2-40B4-BE49-F238E27FC236}">
                    <a16:creationId xmlns:a16="http://schemas.microsoft.com/office/drawing/2014/main" id="{2F5A4232-8FD9-42CF-8611-C1A6150B0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63" name="Line 1217">
                <a:extLst>
                  <a:ext uri="{FF2B5EF4-FFF2-40B4-BE49-F238E27FC236}">
                    <a16:creationId xmlns:a16="http://schemas.microsoft.com/office/drawing/2014/main" id="{D8D7A276-D365-4580-BA04-92CFB53AF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64" name="Rectangle 1218">
                <a:extLst>
                  <a:ext uri="{FF2B5EF4-FFF2-40B4-BE49-F238E27FC236}">
                    <a16:creationId xmlns:a16="http://schemas.microsoft.com/office/drawing/2014/main" id="{F471E5E4-00D2-4643-8309-3250E80B3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165" name="Oval 1219">
                <a:extLst>
                  <a:ext uri="{FF2B5EF4-FFF2-40B4-BE49-F238E27FC236}">
                    <a16:creationId xmlns:a16="http://schemas.microsoft.com/office/drawing/2014/main" id="{D1289492-157C-492A-B27D-04A04935F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166" name="Group 1220">
                <a:extLst>
                  <a:ext uri="{FF2B5EF4-FFF2-40B4-BE49-F238E27FC236}">
                    <a16:creationId xmlns:a16="http://schemas.microsoft.com/office/drawing/2014/main" id="{A15CB879-19A5-4609-934F-BD1D7F7F07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177" name="Line 1221">
                  <a:extLst>
                    <a:ext uri="{FF2B5EF4-FFF2-40B4-BE49-F238E27FC236}">
                      <a16:creationId xmlns:a16="http://schemas.microsoft.com/office/drawing/2014/main" id="{9D9FAB27-94E1-40F4-A53A-C36F912A3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78" name="Line 1222">
                  <a:extLst>
                    <a:ext uri="{FF2B5EF4-FFF2-40B4-BE49-F238E27FC236}">
                      <a16:creationId xmlns:a16="http://schemas.microsoft.com/office/drawing/2014/main" id="{0D0AFFC5-0852-430B-9BEF-31CD91657A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79" name="Line 1223">
                  <a:extLst>
                    <a:ext uri="{FF2B5EF4-FFF2-40B4-BE49-F238E27FC236}">
                      <a16:creationId xmlns:a16="http://schemas.microsoft.com/office/drawing/2014/main" id="{ACEC4E39-FB78-4652-BBF1-8E03B0372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167" name="Group 1224">
                <a:extLst>
                  <a:ext uri="{FF2B5EF4-FFF2-40B4-BE49-F238E27FC236}">
                    <a16:creationId xmlns:a16="http://schemas.microsoft.com/office/drawing/2014/main" id="{324D0853-E8E7-4B4B-86BD-8614AB4B54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174" name="Line 1225">
                  <a:extLst>
                    <a:ext uri="{FF2B5EF4-FFF2-40B4-BE49-F238E27FC236}">
                      <a16:creationId xmlns:a16="http://schemas.microsoft.com/office/drawing/2014/main" id="{7B5BF770-2313-45A5-ACD5-876FEDFC3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75" name="Line 1226">
                  <a:extLst>
                    <a:ext uri="{FF2B5EF4-FFF2-40B4-BE49-F238E27FC236}">
                      <a16:creationId xmlns:a16="http://schemas.microsoft.com/office/drawing/2014/main" id="{82BB340C-89ED-4DB5-BB29-F8925D34A5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76" name="Line 1227">
                  <a:extLst>
                    <a:ext uri="{FF2B5EF4-FFF2-40B4-BE49-F238E27FC236}">
                      <a16:creationId xmlns:a16="http://schemas.microsoft.com/office/drawing/2014/main" id="{648854D9-B815-498A-AF96-462D849A00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168" name="Rectangle 1228">
                <a:extLst>
                  <a:ext uri="{FF2B5EF4-FFF2-40B4-BE49-F238E27FC236}">
                    <a16:creationId xmlns:a16="http://schemas.microsoft.com/office/drawing/2014/main" id="{85210C35-E146-4A49-87CD-E059F2440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69" name="Rectangle 1229">
                <a:extLst>
                  <a:ext uri="{FF2B5EF4-FFF2-40B4-BE49-F238E27FC236}">
                    <a16:creationId xmlns:a16="http://schemas.microsoft.com/office/drawing/2014/main" id="{92F1CF13-4360-4538-B335-058697BA4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70" name="Line 1230">
                <a:extLst>
                  <a:ext uri="{FF2B5EF4-FFF2-40B4-BE49-F238E27FC236}">
                    <a16:creationId xmlns:a16="http://schemas.microsoft.com/office/drawing/2014/main" id="{88061990-8185-4A91-A4B7-677533F37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71" name="Line 1231">
                <a:extLst>
                  <a:ext uri="{FF2B5EF4-FFF2-40B4-BE49-F238E27FC236}">
                    <a16:creationId xmlns:a16="http://schemas.microsoft.com/office/drawing/2014/main" id="{BDDB5B50-B03F-4BE7-8483-9F24EA2192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72" name="Rectangle 1232">
                <a:extLst>
                  <a:ext uri="{FF2B5EF4-FFF2-40B4-BE49-F238E27FC236}">
                    <a16:creationId xmlns:a16="http://schemas.microsoft.com/office/drawing/2014/main" id="{0108E490-D695-43F2-B0BF-B933D3BC9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73" name="Text Box 1233">
                <a:extLst>
                  <a:ext uri="{FF2B5EF4-FFF2-40B4-BE49-F238E27FC236}">
                    <a16:creationId xmlns:a16="http://schemas.microsoft.com/office/drawing/2014/main" id="{7865C120-3D54-4158-B70A-414BFCB54E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15" name="Group 1234">
              <a:extLst>
                <a:ext uri="{FF2B5EF4-FFF2-40B4-BE49-F238E27FC236}">
                  <a16:creationId xmlns:a16="http://schemas.microsoft.com/office/drawing/2014/main" id="{D3B3D3FF-6C2B-4A5C-9681-445892160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9" y="2640"/>
              <a:ext cx="513" cy="446"/>
              <a:chOff x="3937" y="633"/>
              <a:chExt cx="513" cy="446"/>
            </a:xfrm>
          </p:grpSpPr>
          <p:sp>
            <p:nvSpPr>
              <p:cNvPr id="44138" name="Line 1235">
                <a:extLst>
                  <a:ext uri="{FF2B5EF4-FFF2-40B4-BE49-F238E27FC236}">
                    <a16:creationId xmlns:a16="http://schemas.microsoft.com/office/drawing/2014/main" id="{A8403C01-C584-43E6-9925-56C61E005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39" name="Line 1236">
                <a:extLst>
                  <a:ext uri="{FF2B5EF4-FFF2-40B4-BE49-F238E27FC236}">
                    <a16:creationId xmlns:a16="http://schemas.microsoft.com/office/drawing/2014/main" id="{14514E0D-5D30-4EF8-8A55-DBEFCE852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40" name="Oval 1237">
                <a:extLst>
                  <a:ext uri="{FF2B5EF4-FFF2-40B4-BE49-F238E27FC236}">
                    <a16:creationId xmlns:a16="http://schemas.microsoft.com/office/drawing/2014/main" id="{A082E96E-067D-46F9-876E-EF59FA72F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41" name="Line 1238">
                <a:extLst>
                  <a:ext uri="{FF2B5EF4-FFF2-40B4-BE49-F238E27FC236}">
                    <a16:creationId xmlns:a16="http://schemas.microsoft.com/office/drawing/2014/main" id="{4F9CF237-84BB-4160-B234-0E8E872E6C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42" name="Line 1239">
                <a:extLst>
                  <a:ext uri="{FF2B5EF4-FFF2-40B4-BE49-F238E27FC236}">
                    <a16:creationId xmlns:a16="http://schemas.microsoft.com/office/drawing/2014/main" id="{91FDE5E9-001B-459D-9F98-6667CC2EA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43" name="Rectangle 1240">
                <a:extLst>
                  <a:ext uri="{FF2B5EF4-FFF2-40B4-BE49-F238E27FC236}">
                    <a16:creationId xmlns:a16="http://schemas.microsoft.com/office/drawing/2014/main" id="{E8DC45A5-98E7-4056-BEB4-2E382F82C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144" name="Oval 1241">
                <a:extLst>
                  <a:ext uri="{FF2B5EF4-FFF2-40B4-BE49-F238E27FC236}">
                    <a16:creationId xmlns:a16="http://schemas.microsoft.com/office/drawing/2014/main" id="{01A915A6-F9D0-4679-95B9-C86F24F2F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145" name="Group 1242">
                <a:extLst>
                  <a:ext uri="{FF2B5EF4-FFF2-40B4-BE49-F238E27FC236}">
                    <a16:creationId xmlns:a16="http://schemas.microsoft.com/office/drawing/2014/main" id="{416CEB91-B828-456A-85FC-233932D692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156" name="Line 1243">
                  <a:extLst>
                    <a:ext uri="{FF2B5EF4-FFF2-40B4-BE49-F238E27FC236}">
                      <a16:creationId xmlns:a16="http://schemas.microsoft.com/office/drawing/2014/main" id="{7C7141A7-3B8D-4D3B-A364-D1F6187CAB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57" name="Line 1244">
                  <a:extLst>
                    <a:ext uri="{FF2B5EF4-FFF2-40B4-BE49-F238E27FC236}">
                      <a16:creationId xmlns:a16="http://schemas.microsoft.com/office/drawing/2014/main" id="{D93B518B-7A83-436F-9892-4210B7B5D6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58" name="Line 1245">
                  <a:extLst>
                    <a:ext uri="{FF2B5EF4-FFF2-40B4-BE49-F238E27FC236}">
                      <a16:creationId xmlns:a16="http://schemas.microsoft.com/office/drawing/2014/main" id="{71B8B6FE-0BAB-488B-BF8D-1BBF46B069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146" name="Group 1246">
                <a:extLst>
                  <a:ext uri="{FF2B5EF4-FFF2-40B4-BE49-F238E27FC236}">
                    <a16:creationId xmlns:a16="http://schemas.microsoft.com/office/drawing/2014/main" id="{F943BDC6-4660-485E-8F8E-1F8E679075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153" name="Line 1247">
                  <a:extLst>
                    <a:ext uri="{FF2B5EF4-FFF2-40B4-BE49-F238E27FC236}">
                      <a16:creationId xmlns:a16="http://schemas.microsoft.com/office/drawing/2014/main" id="{DD60CCC1-1C6B-4CE9-BB82-7D60B0938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54" name="Line 1248">
                  <a:extLst>
                    <a:ext uri="{FF2B5EF4-FFF2-40B4-BE49-F238E27FC236}">
                      <a16:creationId xmlns:a16="http://schemas.microsoft.com/office/drawing/2014/main" id="{8A270975-4C48-4BF0-B580-9E7A6DA6F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55" name="Line 1249">
                  <a:extLst>
                    <a:ext uri="{FF2B5EF4-FFF2-40B4-BE49-F238E27FC236}">
                      <a16:creationId xmlns:a16="http://schemas.microsoft.com/office/drawing/2014/main" id="{18368DEF-6CE4-41E5-8B71-1A694459D6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147" name="Rectangle 1250">
                <a:extLst>
                  <a:ext uri="{FF2B5EF4-FFF2-40B4-BE49-F238E27FC236}">
                    <a16:creationId xmlns:a16="http://schemas.microsoft.com/office/drawing/2014/main" id="{D09784CC-EDB3-4622-93D7-726F7BC6E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48" name="Rectangle 1251">
                <a:extLst>
                  <a:ext uri="{FF2B5EF4-FFF2-40B4-BE49-F238E27FC236}">
                    <a16:creationId xmlns:a16="http://schemas.microsoft.com/office/drawing/2014/main" id="{57FF7F11-D2B9-4F35-8CD3-EDFE21520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49" name="Line 1252">
                <a:extLst>
                  <a:ext uri="{FF2B5EF4-FFF2-40B4-BE49-F238E27FC236}">
                    <a16:creationId xmlns:a16="http://schemas.microsoft.com/office/drawing/2014/main" id="{473271CC-8DFF-4E2F-B1C2-89635205E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50" name="Line 1253">
                <a:extLst>
                  <a:ext uri="{FF2B5EF4-FFF2-40B4-BE49-F238E27FC236}">
                    <a16:creationId xmlns:a16="http://schemas.microsoft.com/office/drawing/2014/main" id="{2FAA10B9-08F4-4B58-B6AC-877614A509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51" name="Rectangle 1254">
                <a:extLst>
                  <a:ext uri="{FF2B5EF4-FFF2-40B4-BE49-F238E27FC236}">
                    <a16:creationId xmlns:a16="http://schemas.microsoft.com/office/drawing/2014/main" id="{817BBA4A-4EB5-4823-B266-39AEEDF50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52" name="Text Box 1255">
                <a:extLst>
                  <a:ext uri="{FF2B5EF4-FFF2-40B4-BE49-F238E27FC236}">
                    <a16:creationId xmlns:a16="http://schemas.microsoft.com/office/drawing/2014/main" id="{8B440860-3901-4211-8007-DEFBBF2C65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  <p:grpSp>
          <p:nvGrpSpPr>
            <p:cNvPr id="44116" name="Group 1256">
              <a:extLst>
                <a:ext uri="{FF2B5EF4-FFF2-40B4-BE49-F238E27FC236}">
                  <a16:creationId xmlns:a16="http://schemas.microsoft.com/office/drawing/2014/main" id="{FD8D3F6D-6F2D-4EF5-BDCF-F680E08EE9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" y="2866"/>
              <a:ext cx="513" cy="446"/>
              <a:chOff x="3937" y="633"/>
              <a:chExt cx="513" cy="446"/>
            </a:xfrm>
          </p:grpSpPr>
          <p:sp>
            <p:nvSpPr>
              <p:cNvPr id="44117" name="Line 1257">
                <a:extLst>
                  <a:ext uri="{FF2B5EF4-FFF2-40B4-BE49-F238E27FC236}">
                    <a16:creationId xmlns:a16="http://schemas.microsoft.com/office/drawing/2014/main" id="{E1A05859-1E20-4F52-B745-DA9E6CA7C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18" name="Line 1258">
                <a:extLst>
                  <a:ext uri="{FF2B5EF4-FFF2-40B4-BE49-F238E27FC236}">
                    <a16:creationId xmlns:a16="http://schemas.microsoft.com/office/drawing/2014/main" id="{0DA65A95-B0B6-4A44-8B98-3A3D0519E9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19" name="Oval 1259">
                <a:extLst>
                  <a:ext uri="{FF2B5EF4-FFF2-40B4-BE49-F238E27FC236}">
                    <a16:creationId xmlns:a16="http://schemas.microsoft.com/office/drawing/2014/main" id="{10DE5C8A-4042-43A3-B136-D76F209F3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20" name="Line 1260">
                <a:extLst>
                  <a:ext uri="{FF2B5EF4-FFF2-40B4-BE49-F238E27FC236}">
                    <a16:creationId xmlns:a16="http://schemas.microsoft.com/office/drawing/2014/main" id="{A3A68FE6-9537-4F09-BB5B-A56BD7CE14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21" name="Line 1261">
                <a:extLst>
                  <a:ext uri="{FF2B5EF4-FFF2-40B4-BE49-F238E27FC236}">
                    <a16:creationId xmlns:a16="http://schemas.microsoft.com/office/drawing/2014/main" id="{55BE86A4-FC31-40FE-B2F2-491D12897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22" name="Rectangle 1262">
                <a:extLst>
                  <a:ext uri="{FF2B5EF4-FFF2-40B4-BE49-F238E27FC236}">
                    <a16:creationId xmlns:a16="http://schemas.microsoft.com/office/drawing/2014/main" id="{172E7844-DECC-49D0-B564-C4D6D4D55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/>
              </a:p>
            </p:txBody>
          </p:sp>
          <p:sp>
            <p:nvSpPr>
              <p:cNvPr id="44123" name="Oval 1263">
                <a:extLst>
                  <a:ext uri="{FF2B5EF4-FFF2-40B4-BE49-F238E27FC236}">
                    <a16:creationId xmlns:a16="http://schemas.microsoft.com/office/drawing/2014/main" id="{38D3FDB2-9F94-430E-BD9C-49EDDFB4C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4124" name="Group 1264">
                <a:extLst>
                  <a:ext uri="{FF2B5EF4-FFF2-40B4-BE49-F238E27FC236}">
                    <a16:creationId xmlns:a16="http://schemas.microsoft.com/office/drawing/2014/main" id="{1D9C5F1F-5925-4009-A67F-969B20BFE1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44135" name="Line 1265">
                  <a:extLst>
                    <a:ext uri="{FF2B5EF4-FFF2-40B4-BE49-F238E27FC236}">
                      <a16:creationId xmlns:a16="http://schemas.microsoft.com/office/drawing/2014/main" id="{C39DEEB3-B267-4145-A7A8-10649C360F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36" name="Line 1266">
                  <a:extLst>
                    <a:ext uri="{FF2B5EF4-FFF2-40B4-BE49-F238E27FC236}">
                      <a16:creationId xmlns:a16="http://schemas.microsoft.com/office/drawing/2014/main" id="{F4612242-B3F3-4586-970B-F3B77FA677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37" name="Line 1267">
                  <a:extLst>
                    <a:ext uri="{FF2B5EF4-FFF2-40B4-BE49-F238E27FC236}">
                      <a16:creationId xmlns:a16="http://schemas.microsoft.com/office/drawing/2014/main" id="{08B17D76-98E1-4CF5-9DC0-9796C9F97F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125" name="Group 1268">
                <a:extLst>
                  <a:ext uri="{FF2B5EF4-FFF2-40B4-BE49-F238E27FC236}">
                    <a16:creationId xmlns:a16="http://schemas.microsoft.com/office/drawing/2014/main" id="{B7B1EA17-7E83-4396-814F-5A6377307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44132" name="Line 1269">
                  <a:extLst>
                    <a:ext uri="{FF2B5EF4-FFF2-40B4-BE49-F238E27FC236}">
                      <a16:creationId xmlns:a16="http://schemas.microsoft.com/office/drawing/2014/main" id="{3065039F-37DA-4277-9373-98715E1C34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33" name="Line 1270">
                  <a:extLst>
                    <a:ext uri="{FF2B5EF4-FFF2-40B4-BE49-F238E27FC236}">
                      <a16:creationId xmlns:a16="http://schemas.microsoft.com/office/drawing/2014/main" id="{A4405EEF-6143-4AA5-BEAF-BC89F48A3D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34" name="Line 1271">
                  <a:extLst>
                    <a:ext uri="{FF2B5EF4-FFF2-40B4-BE49-F238E27FC236}">
                      <a16:creationId xmlns:a16="http://schemas.microsoft.com/office/drawing/2014/main" id="{428D9C2B-1866-42DC-B20A-78901A21AD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4126" name="Rectangle 1272">
                <a:extLst>
                  <a:ext uri="{FF2B5EF4-FFF2-40B4-BE49-F238E27FC236}">
                    <a16:creationId xmlns:a16="http://schemas.microsoft.com/office/drawing/2014/main" id="{00E92764-E502-40A7-B68E-3D2BB86D9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27" name="Rectangle 1273">
                <a:extLst>
                  <a:ext uri="{FF2B5EF4-FFF2-40B4-BE49-F238E27FC236}">
                    <a16:creationId xmlns:a16="http://schemas.microsoft.com/office/drawing/2014/main" id="{47713315-11AE-467A-9683-08502F863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28" name="Line 1274">
                <a:extLst>
                  <a:ext uri="{FF2B5EF4-FFF2-40B4-BE49-F238E27FC236}">
                    <a16:creationId xmlns:a16="http://schemas.microsoft.com/office/drawing/2014/main" id="{CE94C622-D7A9-4998-9DF7-C5F4E7E83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29" name="Line 1275">
                <a:extLst>
                  <a:ext uri="{FF2B5EF4-FFF2-40B4-BE49-F238E27FC236}">
                    <a16:creationId xmlns:a16="http://schemas.microsoft.com/office/drawing/2014/main" id="{0CF0D3AB-B5F4-4E30-B63F-DFD1BF551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130" name="Rectangle 1276">
                <a:extLst>
                  <a:ext uri="{FF2B5EF4-FFF2-40B4-BE49-F238E27FC236}">
                    <a16:creationId xmlns:a16="http://schemas.microsoft.com/office/drawing/2014/main" id="{39ED393F-BF5F-4669-BC31-C3CA4F0DB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4131" name="Text Box 1277">
                <a:extLst>
                  <a:ext uri="{FF2B5EF4-FFF2-40B4-BE49-F238E27FC236}">
                    <a16:creationId xmlns:a16="http://schemas.microsoft.com/office/drawing/2014/main" id="{A61FF56C-9461-4485-B22C-214723C158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000"/>
              </a:p>
              <a:p>
                <a:pPr algn="ctr"/>
                <a:r>
                  <a:rPr lang="en-US" altLang="en-US" sz="100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en-US" sz="1000"/>
                  <a:t>data link</a:t>
                </a:r>
              </a:p>
              <a:p>
                <a:pPr algn="ctr"/>
                <a:r>
                  <a:rPr lang="en-US" altLang="en-US" sz="1000"/>
                  <a:t>physical</a:t>
                </a:r>
                <a:endParaRPr lang="en-US" altLang="en-US"/>
              </a:p>
            </p:txBody>
          </p:sp>
        </p:grpSp>
      </p:grpSp>
      <p:sp>
        <p:nvSpPr>
          <p:cNvPr id="632064" name="Rectangle 1280">
            <a:extLst>
              <a:ext uri="{FF2B5EF4-FFF2-40B4-BE49-F238E27FC236}">
                <a16:creationId xmlns:a16="http://schemas.microsoft.com/office/drawing/2014/main" id="{75B59577-2447-49CA-996C-0527D0AAF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858839"/>
            <a:ext cx="388939" cy="1381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32065" name="Rectangle 1281">
            <a:extLst>
              <a:ext uri="{FF2B5EF4-FFF2-40B4-BE49-F238E27FC236}">
                <a16:creationId xmlns:a16="http://schemas.microsoft.com/office/drawing/2014/main" id="{4ABC96DF-0386-40CA-A85B-79F7F659F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1" y="1509713"/>
            <a:ext cx="596900" cy="1381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32066" name="Rectangle 1282">
            <a:extLst>
              <a:ext uri="{FF2B5EF4-FFF2-40B4-BE49-F238E27FC236}">
                <a16:creationId xmlns:a16="http://schemas.microsoft.com/office/drawing/2014/main" id="{D8763861-CFDB-45E2-9A67-4635BB0B5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4487863"/>
            <a:ext cx="388939" cy="1381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4 0.01227 L 0.00382 0.094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0.07269 L 0.02726 0.18982 L 0.02726 0.1132 L 0.07118 0.11112 L 0.07257 0.18982 L 0.11667 0.14144 L 0.11667 0.07871 L 0.16059 0.07686 L 0.10903 0.23426 L 0.11511 0.15949 L 0.1559 0.15949 L 0.15747 0.23635 L 0.1059 0.34537 L 0.10295 0.27061 L 0.14236 0.26875 L 0.14688 0.39584 L 0.1559 0.3213 L 0.19236 0.31922 L 0.19688 0.39792 L 0.1059 0.49908 L 0.1059 0.41621 L 0.14236 0.41621 L 0.14236 0.49699 L 0.18785 0.53542 L 0.18785 0.44653 L 0.2257 0.44653 L 0.22865 0.52732 L 0.31198 0.50301 L 0.31198 0.43843 " pathEditMode="relative" ptsTypes="AAAAAAAAAAAAAAAAAAAAAAAAAAAAAA">
                                      <p:cBhvr>
                                        <p:cTn id="31" dur="5000" fill="hold"/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 L -0.00156 -0.0710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6320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064" grpId="0" animBg="1"/>
      <p:bldP spid="632064" grpId="1" animBg="1"/>
      <p:bldP spid="632064" grpId="2" animBg="1"/>
      <p:bldP spid="632065" grpId="0" animBg="1"/>
      <p:bldP spid="632065" grpId="1" animBg="1"/>
      <p:bldP spid="632065" grpId="2" animBg="1"/>
      <p:bldP spid="632066" grpId="0" animBg="1"/>
      <p:bldP spid="632066" grpId="1" animBg="1"/>
      <p:bldP spid="632066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>
            <a:extLst>
              <a:ext uri="{FF2B5EF4-FFF2-40B4-BE49-F238E27FC236}">
                <a16:creationId xmlns:a16="http://schemas.microsoft.com/office/drawing/2014/main" id="{9BB8B243-46C7-4646-AA86-6A670343E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key network-layer functions</a:t>
            </a: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FB19F0D0-5A3F-447C-99CF-43B908CA5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5477" y="1905002"/>
            <a:ext cx="7680325" cy="3754439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i="1" dirty="0">
                <a:solidFill>
                  <a:srgbClr val="CC0000"/>
                </a:solidFill>
              </a:rPr>
              <a:t>network-layer functions: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US" altLang="en-US" i="1" dirty="0">
                <a:solidFill>
                  <a:srgbClr val="000099"/>
                </a:solidFill>
              </a:rPr>
              <a:t>forwarding:</a:t>
            </a:r>
            <a:r>
              <a:rPr lang="en-US" altLang="en-US" dirty="0"/>
              <a:t> move packets from router</a:t>
            </a:r>
            <a:r>
              <a:rPr lang="ja-JP" altLang="en-US"/>
              <a:t>’</a:t>
            </a:r>
            <a:r>
              <a:rPr lang="en-US" altLang="ja-JP" dirty="0"/>
              <a:t>s input to appropriate router output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</a:pPr>
            <a:r>
              <a:rPr lang="en-US" altLang="en-US" i="1" dirty="0">
                <a:solidFill>
                  <a:srgbClr val="000099"/>
                </a:solidFill>
              </a:rPr>
              <a:t>routing:</a:t>
            </a:r>
            <a:r>
              <a:rPr lang="en-US" altLang="en-US" dirty="0"/>
              <a:t> determine route taken by packets from source to destination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i="1" dirty="0">
                <a:latin typeface="Gill Sans MT" panose="020B0502020104020203" pitchFamily="34" charset="0"/>
              </a:rPr>
              <a:t>routing algorithms</a:t>
            </a:r>
            <a:endParaRPr lang="en-US" altLang="en-US" dirty="0">
              <a:latin typeface="Gill Sans MT" panose="020B05020201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>
            <a:extLst>
              <a:ext uri="{FF2B5EF4-FFF2-40B4-BE49-F238E27FC236}">
                <a16:creationId xmlns:a16="http://schemas.microsoft.com/office/drawing/2014/main" id="{CF1F8408-FAA1-4FF6-811F-072AD5E83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3" y="228600"/>
            <a:ext cx="8023225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+mj-cs"/>
              </a:rPr>
              <a:t>Network layer: data plane, control plane</a:t>
            </a: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ABD05A39-4CE6-44DD-8BD3-161C4D7D5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9416" y="1625600"/>
            <a:ext cx="3825875" cy="46482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Data plane</a:t>
            </a:r>
          </a:p>
          <a:p>
            <a:pPr marL="292093" indent="-292093">
              <a:buFont typeface="Wingdings" charset="2"/>
              <a:buChar char="§"/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local, per-router function</a:t>
            </a:r>
          </a:p>
          <a:p>
            <a:pPr marL="292093" indent="-292093">
              <a:buFont typeface="Wingdings" charset="2"/>
              <a:buChar char="§"/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determines how datagram arriving on router input port is forwarded to router output port</a:t>
            </a:r>
          </a:p>
          <a:p>
            <a:pPr marL="292093" indent="-292093">
              <a:buFont typeface="Wingdings" charset="2"/>
              <a:buChar char="§"/>
              <a:defRPr/>
            </a:pPr>
            <a:r>
              <a:rPr lang="en-US" sz="2400" dirty="0">
                <a:ea typeface="ＭＳ Ｐゴシック" charset="0"/>
                <a:cs typeface="ＭＳ Ｐゴシック" charset="0"/>
              </a:rPr>
              <a:t>forwarding function</a:t>
            </a:r>
          </a:p>
          <a:p>
            <a:pPr>
              <a:buFont typeface="Wingding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0F24AA8-340A-41DE-8A0B-D729826B1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6" y="1611313"/>
            <a:ext cx="449103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  <a:defRPr/>
            </a:pPr>
            <a:r>
              <a:rPr lang="en-US" i="1" dirty="0">
                <a:solidFill>
                  <a:srgbClr val="CC0000"/>
                </a:solidFill>
              </a:rPr>
              <a:t>Control plane</a:t>
            </a:r>
          </a:p>
          <a:p>
            <a:pPr marL="228594" indent="-228594">
              <a:defRPr/>
            </a:pPr>
            <a:r>
              <a:rPr lang="en-US" sz="2400" dirty="0"/>
              <a:t>network-wide logic</a:t>
            </a:r>
          </a:p>
          <a:p>
            <a:pPr marL="228594" indent="-228594">
              <a:defRPr/>
            </a:pPr>
            <a:r>
              <a:rPr lang="en-US" sz="2400" dirty="0"/>
              <a:t>determines how datagram is routed among routers along end-end path from source host to destination host</a:t>
            </a:r>
          </a:p>
          <a:p>
            <a:pPr marL="228594" indent="-228594">
              <a:defRPr/>
            </a:pPr>
            <a:r>
              <a:rPr lang="en-US" sz="2400" dirty="0"/>
              <a:t>two control-plane approaches:</a:t>
            </a:r>
          </a:p>
          <a:p>
            <a:pPr lvl="1">
              <a:defRPr/>
            </a:pPr>
            <a:r>
              <a:rPr lang="en-US" i="1" dirty="0">
                <a:solidFill>
                  <a:srgbClr val="000090"/>
                </a:solidFill>
                <a:latin typeface="Gill Sans MT" charset="0"/>
              </a:rPr>
              <a:t>traditional routing algorithms: </a:t>
            </a:r>
            <a:r>
              <a:rPr lang="en-US" dirty="0">
                <a:latin typeface="Gill Sans MT" charset="0"/>
              </a:rPr>
              <a:t>implemented in routers</a:t>
            </a:r>
          </a:p>
          <a:p>
            <a:pPr lvl="1">
              <a:defRPr/>
            </a:pPr>
            <a:r>
              <a:rPr lang="en-US" i="1" dirty="0">
                <a:solidFill>
                  <a:srgbClr val="000090"/>
                </a:solidFill>
                <a:latin typeface="Gill Sans MT" charset="0"/>
              </a:rPr>
              <a:t>software-defined networking (SDN)</a:t>
            </a:r>
            <a:r>
              <a:rPr lang="en-US" dirty="0">
                <a:latin typeface="Gill Sans MT" charset="0"/>
              </a:rPr>
              <a:t>: implemented in (remote) servers</a:t>
            </a:r>
          </a:p>
          <a:p>
            <a:pPr>
              <a:defRPr/>
            </a:pPr>
            <a:endParaRPr lang="en-US" dirty="0"/>
          </a:p>
          <a:p>
            <a:pPr>
              <a:buFont typeface="Wingdings" charset="0"/>
              <a:buNone/>
              <a:defRPr/>
            </a:pPr>
            <a:endParaRPr lang="en-US" dirty="0"/>
          </a:p>
        </p:txBody>
      </p:sp>
      <p:grpSp>
        <p:nvGrpSpPr>
          <p:cNvPr id="46085" name="Group 8">
            <a:extLst>
              <a:ext uri="{FF2B5EF4-FFF2-40B4-BE49-F238E27FC236}">
                <a16:creationId xmlns:a16="http://schemas.microsoft.com/office/drawing/2014/main" id="{6930CD22-C81C-4896-B7C9-ED5BC795D85F}"/>
              </a:ext>
            </a:extLst>
          </p:cNvPr>
          <p:cNvGrpSpPr>
            <a:grpSpLocks/>
          </p:cNvGrpSpPr>
          <p:nvPr/>
        </p:nvGrpSpPr>
        <p:grpSpPr bwMode="auto">
          <a:xfrm>
            <a:off x="596903" y="4378326"/>
            <a:ext cx="3643313" cy="1582739"/>
            <a:chOff x="842050" y="4767952"/>
            <a:chExt cx="3644169" cy="1582996"/>
          </a:xfrm>
        </p:grpSpPr>
        <p:sp>
          <p:nvSpPr>
            <p:cNvPr id="10" name="Freeform 2">
              <a:extLst>
                <a:ext uri="{FF2B5EF4-FFF2-40B4-BE49-F238E27FC236}">
                  <a16:creationId xmlns:a16="http://schemas.microsoft.com/office/drawing/2014/main" id="{354448A0-4256-4CF5-8AA9-686A3EFC1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86" y="5436399"/>
              <a:ext cx="1894333" cy="914549"/>
            </a:xfrm>
            <a:custGeom>
              <a:avLst/>
              <a:gdLst>
                <a:gd name="T0" fmla="*/ 1611 w 10001"/>
                <a:gd name="T1" fmla="*/ 374679 h 10125"/>
                <a:gd name="T2" fmla="*/ 287991 w 10001"/>
                <a:gd name="T3" fmla="*/ 147961 h 10125"/>
                <a:gd name="T4" fmla="*/ 1260716 w 10001"/>
                <a:gd name="T5" fmla="*/ 93322 h 10125"/>
                <a:gd name="T6" fmla="*/ 2011909 w 10001"/>
                <a:gd name="T7" fmla="*/ 0 h 10125"/>
                <a:gd name="T8" fmla="*/ 2706712 w 10001"/>
                <a:gd name="T9" fmla="*/ 93600 h 10125"/>
                <a:gd name="T10" fmla="*/ 3255305 w 10001"/>
                <a:gd name="T11" fmla="*/ 46104 h 10125"/>
                <a:gd name="T12" fmla="*/ 4023415 w 10001"/>
                <a:gd name="T13" fmla="*/ 277276 h 10125"/>
                <a:gd name="T14" fmla="*/ 3463544 w 10001"/>
                <a:gd name="T15" fmla="*/ 630526 h 10125"/>
                <a:gd name="T16" fmla="*/ 2817478 w 10001"/>
                <a:gd name="T17" fmla="*/ 864758 h 10125"/>
                <a:gd name="T18" fmla="*/ 2137577 w 10001"/>
                <a:gd name="T19" fmla="*/ 820324 h 10125"/>
                <a:gd name="T20" fmla="*/ 1760571 w 10001"/>
                <a:gd name="T21" fmla="*/ 919490 h 10125"/>
                <a:gd name="T22" fmla="*/ 1264743 w 10001"/>
                <a:gd name="T23" fmla="*/ 929416 h 10125"/>
                <a:gd name="T24" fmla="*/ 877667 w 10001"/>
                <a:gd name="T25" fmla="*/ 732382 h 10125"/>
                <a:gd name="T26" fmla="*/ 478105 w 10001"/>
                <a:gd name="T27" fmla="*/ 695276 h 10125"/>
                <a:gd name="T28" fmla="*/ 1611 w 10001"/>
                <a:gd name="T29" fmla="*/ 374679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6CCFF"/>
                </a:gs>
                <a:gs pos="100000">
                  <a:srgbClr val="FFFFFF"/>
                </a:gs>
                <a:gs pos="50000">
                  <a:schemeClr val="bg1"/>
                </a:gs>
              </a:gsLst>
              <a:lin ang="0" scaled="1"/>
              <a:tileRect/>
            </a:gra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5D4A4F3-033E-4FAA-8C77-AA0F144D3C4A}"/>
                </a:ext>
              </a:extLst>
            </p:cNvPr>
            <p:cNvCxnSpPr/>
            <p:nvPr/>
          </p:nvCxnSpPr>
          <p:spPr>
            <a:xfrm flipV="1">
              <a:off x="3261968" y="5558656"/>
              <a:ext cx="500180" cy="157189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5100667-59E1-49D3-B904-FFE49873A1EC}"/>
                </a:ext>
              </a:extLst>
            </p:cNvPr>
            <p:cNvCxnSpPr/>
            <p:nvPr/>
          </p:nvCxnSpPr>
          <p:spPr>
            <a:xfrm>
              <a:off x="3111121" y="5774591"/>
              <a:ext cx="862215" cy="10479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56BA246-3C69-464F-9166-634FA0F664AD}"/>
                </a:ext>
              </a:extLst>
            </p:cNvPr>
            <p:cNvCxnSpPr/>
            <p:nvPr/>
          </p:nvCxnSpPr>
          <p:spPr>
            <a:xfrm>
              <a:off x="3123824" y="5880971"/>
              <a:ext cx="714543" cy="27468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11E68A-07AA-45EF-ABA6-6CF8C84B414F}"/>
                </a:ext>
              </a:extLst>
            </p:cNvPr>
            <p:cNvCxnSpPr/>
            <p:nvPr/>
          </p:nvCxnSpPr>
          <p:spPr>
            <a:xfrm flipH="1">
              <a:off x="1283479" y="5801583"/>
              <a:ext cx="1506892" cy="1587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093" name="TextBox 265">
              <a:extLst>
                <a:ext uri="{FF2B5EF4-FFF2-40B4-BE49-F238E27FC236}">
                  <a16:creationId xmlns:a16="http://schemas.microsoft.com/office/drawing/2014/main" id="{74D06210-F761-4ABF-9A68-2BA19C61E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9689" cy="277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200"/>
                <a:t>1</a:t>
              </a:r>
            </a:p>
          </p:txBody>
        </p:sp>
        <p:sp>
          <p:nvSpPr>
            <p:cNvPr id="46094" name="TextBox 281">
              <a:extLst>
                <a:ext uri="{FF2B5EF4-FFF2-40B4-BE49-F238E27FC236}">
                  <a16:creationId xmlns:a16="http://schemas.microsoft.com/office/drawing/2014/main" id="{0828672D-DA42-4CD1-A50A-9F27227F2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8" y="5761037"/>
              <a:ext cx="269689" cy="277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200"/>
                <a:t>2</a:t>
              </a:r>
            </a:p>
          </p:txBody>
        </p:sp>
        <p:sp>
          <p:nvSpPr>
            <p:cNvPr id="46095" name="TextBox 282">
              <a:extLst>
                <a:ext uri="{FF2B5EF4-FFF2-40B4-BE49-F238E27FC236}">
                  <a16:creationId xmlns:a16="http://schemas.microsoft.com/office/drawing/2014/main" id="{048ECDD6-6BC6-4EC8-A18B-0CA97720B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9689" cy="277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200"/>
                <a:t>3</a:t>
              </a:r>
            </a:p>
          </p:txBody>
        </p:sp>
        <p:grpSp>
          <p:nvGrpSpPr>
            <p:cNvPr id="46096" name="Group 5">
              <a:extLst>
                <a:ext uri="{FF2B5EF4-FFF2-40B4-BE49-F238E27FC236}">
                  <a16:creationId xmlns:a16="http://schemas.microsoft.com/office/drawing/2014/main" id="{5FB2BCFD-EC09-4F04-8F6A-E29BBE8FA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4"/>
              <a:ext cx="1616075" cy="524196"/>
              <a:chOff x="-4079003" y="2717403"/>
              <a:chExt cx="1616718" cy="525393"/>
            </a:xfrm>
          </p:grpSpPr>
          <p:sp>
            <p:nvSpPr>
              <p:cNvPr id="46109" name="Rectangle 97">
                <a:extLst>
                  <a:ext uri="{FF2B5EF4-FFF2-40B4-BE49-F238E27FC236}">
                    <a16:creationId xmlns:a16="http://schemas.microsoft.com/office/drawing/2014/main" id="{B31FFA21-4DCA-4D60-AE1F-17E8D6CB1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52413" y="2965119"/>
                <a:ext cx="1290538" cy="20875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6110" name="Rectangle 98">
                <a:extLst>
                  <a:ext uri="{FF2B5EF4-FFF2-40B4-BE49-F238E27FC236}">
                    <a16:creationId xmlns:a16="http://schemas.microsoft.com/office/drawing/2014/main" id="{00E41E03-F244-439D-8875-34DECC17F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6111" name="Line 99">
                <a:extLst>
                  <a:ext uri="{FF2B5EF4-FFF2-40B4-BE49-F238E27FC236}">
                    <a16:creationId xmlns:a16="http://schemas.microsoft.com/office/drawing/2014/main" id="{BDF4D214-FFBC-45A2-AC15-B80276BE5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2" name="Rectangle 104">
                <a:extLst>
                  <a:ext uri="{FF2B5EF4-FFF2-40B4-BE49-F238E27FC236}">
                    <a16:creationId xmlns:a16="http://schemas.microsoft.com/office/drawing/2014/main" id="{B2D13710-2ACF-4796-83EF-3FFD07BA9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6113" name="Text Box 105">
                <a:extLst>
                  <a:ext uri="{FF2B5EF4-FFF2-40B4-BE49-F238E27FC236}">
                    <a16:creationId xmlns:a16="http://schemas.microsoft.com/office/drawing/2014/main" id="{367D2624-412C-4BDB-B7FA-92E9944E6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01994" cy="277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200"/>
                  <a:t>0111</a:t>
                </a:r>
              </a:p>
            </p:txBody>
          </p:sp>
          <p:sp>
            <p:nvSpPr>
              <p:cNvPr id="46114" name="Line 119">
                <a:extLst>
                  <a:ext uri="{FF2B5EF4-FFF2-40B4-BE49-F238E27FC236}">
                    <a16:creationId xmlns:a16="http://schemas.microsoft.com/office/drawing/2014/main" id="{1C8AC181-AC4D-4309-A2D8-DB484FD55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097" name="TextBox 6">
              <a:extLst>
                <a:ext uri="{FF2B5EF4-FFF2-40B4-BE49-F238E27FC236}">
                  <a16:creationId xmlns:a16="http://schemas.microsoft.com/office/drawing/2014/main" id="{66375A5B-0FDE-4E80-937C-6D0E74648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050" y="4767952"/>
              <a:ext cx="1992313" cy="523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/>
                <a:t>values in arriving </a:t>
              </a:r>
            </a:p>
            <a:p>
              <a:r>
                <a:rPr lang="en-US" altLang="en-US" sz="1400"/>
                <a:t>packet header</a:t>
              </a:r>
              <a:endParaRPr lang="en-US" altLang="en-US" sz="1800"/>
            </a:p>
          </p:txBody>
        </p:sp>
        <p:grpSp>
          <p:nvGrpSpPr>
            <p:cNvPr id="46098" name="Group 357">
              <a:extLst>
                <a:ext uri="{FF2B5EF4-FFF2-40B4-BE49-F238E27FC236}">
                  <a16:creationId xmlns:a16="http://schemas.microsoft.com/office/drawing/2014/main" id="{053A9158-9EF4-4658-B57F-A33BC2958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AEA2F3E-C59F-4DDF-BF3E-BCB5D0DCA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3504" y="1693538"/>
                <a:ext cx="1125467" cy="319572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C49813F-7121-4832-8D36-E1F62AC10139}"/>
                  </a:ext>
                </a:extLst>
              </p:cNvPr>
              <p:cNvSpPr/>
              <p:nvPr/>
            </p:nvSpPr>
            <p:spPr bwMode="auto">
              <a:xfrm>
                <a:off x="1870334" y="1738514"/>
                <a:ext cx="1128637" cy="11599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32605CC-AE74-430B-B16A-D6BD09AC5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0334" y="1575177"/>
                <a:ext cx="1125465" cy="319572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E6CDE3D-0888-4A9B-84F7-F3F4F830952F}"/>
                  </a:ext>
                </a:extLst>
              </p:cNvPr>
              <p:cNvSpPr/>
              <p:nvPr/>
            </p:nvSpPr>
            <p:spPr bwMode="auto">
              <a:xfrm>
                <a:off x="2158833" y="1672232"/>
                <a:ext cx="548468" cy="160970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A3EBB61-2591-4FBA-9CB2-159A3FEA8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767" y="1631990"/>
                <a:ext cx="662599" cy="111258"/>
              </a:xfrm>
              <a:custGeom>
                <a:avLst/>
                <a:gdLst>
                  <a:gd name="T0" fmla="*/ 0 w 3723451"/>
                  <a:gd name="T1" fmla="*/ 27219 h 932950"/>
                  <a:gd name="T2" fmla="*/ 116589 w 3723451"/>
                  <a:gd name="T3" fmla="*/ 321 h 932950"/>
                  <a:gd name="T4" fmla="*/ 330241 w 3723451"/>
                  <a:gd name="T5" fmla="*/ 62079 h 932950"/>
                  <a:gd name="T6" fmla="*/ 534068 w 3723451"/>
                  <a:gd name="T7" fmla="*/ 0 h 932950"/>
                  <a:gd name="T8" fmla="*/ 662599 w 3723451"/>
                  <a:gd name="T9" fmla="*/ 24703 h 932950"/>
                  <a:gd name="T10" fmla="*/ 566972 w 3723451"/>
                  <a:gd name="T11" fmla="*/ 55080 h 932950"/>
                  <a:gd name="T12" fmla="*/ 536184 w 3723451"/>
                  <a:gd name="T13" fmla="*/ 46891 h 932950"/>
                  <a:gd name="T14" fmla="*/ 333995 w 3723451"/>
                  <a:gd name="T15" fmla="*/ 111258 h 932950"/>
                  <a:gd name="T16" fmla="*/ 126634 w 3723451"/>
                  <a:gd name="T17" fmla="*/ 49258 h 932950"/>
                  <a:gd name="T18" fmla="*/ 93107 w 3723451"/>
                  <a:gd name="T19" fmla="*/ 55950 h 932950"/>
                  <a:gd name="T20" fmla="*/ 0 w 3723451"/>
                  <a:gd name="T21" fmla="*/ 27219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B76C1D0-EE17-4458-BB2C-9138490E7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103" y="1726678"/>
                <a:ext cx="244114" cy="97055"/>
              </a:xfrm>
              <a:custGeom>
                <a:avLst/>
                <a:gdLst>
                  <a:gd name="T0" fmla="*/ 0 w 1366596"/>
                  <a:gd name="T1" fmla="*/ 0 h 809868"/>
                  <a:gd name="T2" fmla="*/ 244114 w 1366596"/>
                  <a:gd name="T3" fmla="*/ 74997 h 809868"/>
                  <a:gd name="T4" fmla="*/ 154523 w 1366596"/>
                  <a:gd name="T5" fmla="*/ 97055 h 809868"/>
                  <a:gd name="T6" fmla="*/ 822 w 1366596"/>
                  <a:gd name="T7" fmla="*/ 5128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D7B5FE4-44C1-4E81-B7DC-D2ECC2177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086" y="1729045"/>
                <a:ext cx="240945" cy="97056"/>
              </a:xfrm>
              <a:custGeom>
                <a:avLst/>
                <a:gdLst>
                  <a:gd name="T0" fmla="*/ 237656 w 1348191"/>
                  <a:gd name="T1" fmla="*/ 0 h 791462"/>
                  <a:gd name="T2" fmla="*/ 240945 w 1348191"/>
                  <a:gd name="T3" fmla="*/ 46835 h 791462"/>
                  <a:gd name="T4" fmla="*/ 87168 w 1348191"/>
                  <a:gd name="T5" fmla="*/ 97056 h 791462"/>
                  <a:gd name="T6" fmla="*/ 0 w 1348191"/>
                  <a:gd name="T7" fmla="*/ 75049 h 791462"/>
                  <a:gd name="T8" fmla="*/ 237656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8DF95BB-DABA-45F3-861B-2AB69BD3840D}"/>
                  </a:ext>
                </a:extLst>
              </p:cNvPr>
              <p:cNvCxnSpPr>
                <a:cxnSpLocks noChangeShapeType="1"/>
                <a:endCxn id="24" idx="2"/>
              </p:cNvCxnSpPr>
              <p:nvPr/>
            </p:nvCxnSpPr>
            <p:spPr bwMode="auto">
              <a:xfrm flipH="1" flipV="1">
                <a:off x="1870334" y="1736147"/>
                <a:ext cx="3169" cy="12309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683E7F0-3AF6-4E24-A1FB-05E1D48DA91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5800" y="1733779"/>
                <a:ext cx="3171" cy="12309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099" name="Freeform 120">
              <a:extLst>
                <a:ext uri="{FF2B5EF4-FFF2-40B4-BE49-F238E27FC236}">
                  <a16:creationId xmlns:a16="http://schemas.microsoft.com/office/drawing/2014/main" id="{E7450C51-9AC5-4608-9B1E-9C66FD9EE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EDEB269-86ED-488A-AC50-0067F11E3B00}"/>
              </a:ext>
            </a:extLst>
          </p:cNvPr>
          <p:cNvGrpSpPr>
            <a:grpSpLocks/>
          </p:cNvGrpSpPr>
          <p:nvPr/>
        </p:nvGrpSpPr>
        <p:grpSpPr bwMode="auto">
          <a:xfrm>
            <a:off x="1454150" y="2020890"/>
            <a:ext cx="6027739" cy="1439863"/>
            <a:chOff x="1492879" y="2061336"/>
            <a:chExt cx="6027737" cy="1440135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6597E862-E3B0-437C-BC55-5F1BF71F74C1}"/>
                </a:ext>
              </a:extLst>
            </p:cNvPr>
            <p:cNvSpPr/>
            <p:nvPr/>
          </p:nvSpPr>
          <p:spPr bwMode="auto">
            <a:xfrm>
              <a:off x="1929442" y="2064512"/>
              <a:ext cx="5043486" cy="10177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A63BD01B-7975-4E2E-B62C-F9E0BBFBE94D}"/>
                </a:ext>
              </a:extLst>
            </p:cNvPr>
            <p:cNvSpPr/>
            <p:nvPr/>
          </p:nvSpPr>
          <p:spPr bwMode="auto">
            <a:xfrm>
              <a:off x="1740529" y="2067687"/>
              <a:ext cx="198438" cy="138615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57F3C815-8767-43B4-9CF3-31B0DD2EEB44}"/>
                </a:ext>
              </a:extLst>
            </p:cNvPr>
            <p:cNvSpPr/>
            <p:nvPr/>
          </p:nvSpPr>
          <p:spPr bwMode="auto">
            <a:xfrm flipH="1">
              <a:off x="6969753" y="2061336"/>
              <a:ext cx="219075" cy="1370272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48421" name="Group 950">
              <a:extLst>
                <a:ext uri="{FF2B5EF4-FFF2-40B4-BE49-F238E27FC236}">
                  <a16:creationId xmlns:a16="http://schemas.microsoft.com/office/drawing/2014/main" id="{EB274264-0B3A-4D5D-921E-42955D69A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48455" name="Freeform 951">
                <a:extLst>
                  <a:ext uri="{FF2B5EF4-FFF2-40B4-BE49-F238E27FC236}">
                    <a16:creationId xmlns:a16="http://schemas.microsoft.com/office/drawing/2014/main" id="{B47D64F5-2FB6-478F-8730-F35E52898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56" name="Rectangle 952">
                <a:extLst>
                  <a:ext uri="{FF2B5EF4-FFF2-40B4-BE49-F238E27FC236}">
                    <a16:creationId xmlns:a16="http://schemas.microsoft.com/office/drawing/2014/main" id="{8C2303E2-4629-45CD-848F-9A08E8FCA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57" name="Freeform 953">
                <a:extLst>
                  <a:ext uri="{FF2B5EF4-FFF2-40B4-BE49-F238E27FC236}">
                    <a16:creationId xmlns:a16="http://schemas.microsoft.com/office/drawing/2014/main" id="{5941D707-4C0D-433D-A4C5-9075B5F76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58" name="Freeform 954">
                <a:extLst>
                  <a:ext uri="{FF2B5EF4-FFF2-40B4-BE49-F238E27FC236}">
                    <a16:creationId xmlns:a16="http://schemas.microsoft.com/office/drawing/2014/main" id="{4F14F0A0-83D3-4103-A994-37610E4C77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59" name="Rectangle 955">
                <a:extLst>
                  <a:ext uri="{FF2B5EF4-FFF2-40B4-BE49-F238E27FC236}">
                    <a16:creationId xmlns:a16="http://schemas.microsoft.com/office/drawing/2014/main" id="{4C2527A7-A2E0-4962-A876-32C17F7AE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8460" name="Group 956">
                <a:extLst>
                  <a:ext uri="{FF2B5EF4-FFF2-40B4-BE49-F238E27FC236}">
                    <a16:creationId xmlns:a16="http://schemas.microsoft.com/office/drawing/2014/main" id="{D2A58266-A3A7-43AE-9AF8-90E68883BB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485" name="AutoShape 957">
                  <a:extLst>
                    <a:ext uri="{FF2B5EF4-FFF2-40B4-BE49-F238E27FC236}">
                      <a16:creationId xmlns:a16="http://schemas.microsoft.com/office/drawing/2014/main" id="{DFB645BD-D086-4098-95B8-DC56F927FF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86" name="AutoShape 958">
                  <a:extLst>
                    <a:ext uri="{FF2B5EF4-FFF2-40B4-BE49-F238E27FC236}">
                      <a16:creationId xmlns:a16="http://schemas.microsoft.com/office/drawing/2014/main" id="{8DAA5985-FA03-494C-A9DC-B3A88F9AFE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61" name="Rectangle 959">
                <a:extLst>
                  <a:ext uri="{FF2B5EF4-FFF2-40B4-BE49-F238E27FC236}">
                    <a16:creationId xmlns:a16="http://schemas.microsoft.com/office/drawing/2014/main" id="{1AA5F1E0-DC1B-4853-A6FB-A4609EF81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8462" name="Group 960">
                <a:extLst>
                  <a:ext uri="{FF2B5EF4-FFF2-40B4-BE49-F238E27FC236}">
                    <a16:creationId xmlns:a16="http://schemas.microsoft.com/office/drawing/2014/main" id="{79A1A584-A6F0-464C-8763-D5469ACA61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483" name="AutoShape 961">
                  <a:extLst>
                    <a:ext uri="{FF2B5EF4-FFF2-40B4-BE49-F238E27FC236}">
                      <a16:creationId xmlns:a16="http://schemas.microsoft.com/office/drawing/2014/main" id="{65CE7CC3-060B-4C3C-BA49-620AB73492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84" name="AutoShape 962">
                  <a:extLst>
                    <a:ext uri="{FF2B5EF4-FFF2-40B4-BE49-F238E27FC236}">
                      <a16:creationId xmlns:a16="http://schemas.microsoft.com/office/drawing/2014/main" id="{38B9251E-23EC-4B2E-9989-944DE955BD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63" name="Rectangle 963">
                <a:extLst>
                  <a:ext uri="{FF2B5EF4-FFF2-40B4-BE49-F238E27FC236}">
                    <a16:creationId xmlns:a16="http://schemas.microsoft.com/office/drawing/2014/main" id="{D95C06EC-056A-40E0-A0BB-907A0B6A3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64" name="Rectangle 964">
                <a:extLst>
                  <a:ext uri="{FF2B5EF4-FFF2-40B4-BE49-F238E27FC236}">
                    <a16:creationId xmlns:a16="http://schemas.microsoft.com/office/drawing/2014/main" id="{4C366473-B094-48EE-8974-15D551901D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8465" name="Group 965">
                <a:extLst>
                  <a:ext uri="{FF2B5EF4-FFF2-40B4-BE49-F238E27FC236}">
                    <a16:creationId xmlns:a16="http://schemas.microsoft.com/office/drawing/2014/main" id="{945D6859-B433-4193-80B6-8E9E1DD916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481" name="AutoShape 966">
                  <a:extLst>
                    <a:ext uri="{FF2B5EF4-FFF2-40B4-BE49-F238E27FC236}">
                      <a16:creationId xmlns:a16="http://schemas.microsoft.com/office/drawing/2014/main" id="{647B3960-86ED-4D2E-97EE-64AEB6F091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82" name="AutoShape 967">
                  <a:extLst>
                    <a:ext uri="{FF2B5EF4-FFF2-40B4-BE49-F238E27FC236}">
                      <a16:creationId xmlns:a16="http://schemas.microsoft.com/office/drawing/2014/main" id="{6913557B-24C3-4007-B535-5B93257855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66" name="Freeform 968">
                <a:extLst>
                  <a:ext uri="{FF2B5EF4-FFF2-40B4-BE49-F238E27FC236}">
                    <a16:creationId xmlns:a16="http://schemas.microsoft.com/office/drawing/2014/main" id="{EBFD50E2-52F4-49C3-AFE0-24A1D94604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467" name="Group 969">
                <a:extLst>
                  <a:ext uri="{FF2B5EF4-FFF2-40B4-BE49-F238E27FC236}">
                    <a16:creationId xmlns:a16="http://schemas.microsoft.com/office/drawing/2014/main" id="{C2A5A954-F0D9-48D3-B149-EC5F6F9237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479" name="AutoShape 970">
                  <a:extLst>
                    <a:ext uri="{FF2B5EF4-FFF2-40B4-BE49-F238E27FC236}">
                      <a16:creationId xmlns:a16="http://schemas.microsoft.com/office/drawing/2014/main" id="{C1E0CA11-295D-43F7-9E08-F83A00155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80" name="AutoShape 971">
                  <a:extLst>
                    <a:ext uri="{FF2B5EF4-FFF2-40B4-BE49-F238E27FC236}">
                      <a16:creationId xmlns:a16="http://schemas.microsoft.com/office/drawing/2014/main" id="{F8F2C25F-B2ED-4BDB-8843-7F500BD4B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68" name="Rectangle 972">
                <a:extLst>
                  <a:ext uri="{FF2B5EF4-FFF2-40B4-BE49-F238E27FC236}">
                    <a16:creationId xmlns:a16="http://schemas.microsoft.com/office/drawing/2014/main" id="{42B5C112-1DBB-4E7E-84C7-847271CCC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69" name="Freeform 973">
                <a:extLst>
                  <a:ext uri="{FF2B5EF4-FFF2-40B4-BE49-F238E27FC236}">
                    <a16:creationId xmlns:a16="http://schemas.microsoft.com/office/drawing/2014/main" id="{96801559-7138-4758-80EC-7DFC4124B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70" name="Freeform 974">
                <a:extLst>
                  <a:ext uri="{FF2B5EF4-FFF2-40B4-BE49-F238E27FC236}">
                    <a16:creationId xmlns:a16="http://schemas.microsoft.com/office/drawing/2014/main" id="{EBCDC7BA-5231-44EE-AF8F-BEDCE6C1F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71" name="Oval 975">
                <a:extLst>
                  <a:ext uri="{FF2B5EF4-FFF2-40B4-BE49-F238E27FC236}">
                    <a16:creationId xmlns:a16="http://schemas.microsoft.com/office/drawing/2014/main" id="{E20D4794-F50F-4F71-A94E-559F55C64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72" name="Freeform 976">
                <a:extLst>
                  <a:ext uri="{FF2B5EF4-FFF2-40B4-BE49-F238E27FC236}">
                    <a16:creationId xmlns:a16="http://schemas.microsoft.com/office/drawing/2014/main" id="{3873B65A-B67B-4281-8DFB-14A3CFA54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73" name="AutoShape 977">
                <a:extLst>
                  <a:ext uri="{FF2B5EF4-FFF2-40B4-BE49-F238E27FC236}">
                    <a16:creationId xmlns:a16="http://schemas.microsoft.com/office/drawing/2014/main" id="{46626A34-A176-4AAD-989E-11E23A925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74" name="AutoShape 978">
                <a:extLst>
                  <a:ext uri="{FF2B5EF4-FFF2-40B4-BE49-F238E27FC236}">
                    <a16:creationId xmlns:a16="http://schemas.microsoft.com/office/drawing/2014/main" id="{5A47429B-06A3-40BC-8F87-BE6F2D3AF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75" name="Oval 979">
                <a:extLst>
                  <a:ext uri="{FF2B5EF4-FFF2-40B4-BE49-F238E27FC236}">
                    <a16:creationId xmlns:a16="http://schemas.microsoft.com/office/drawing/2014/main" id="{98BD8C19-C8CC-4C46-B5ED-5743AF9DA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76" name="Oval 980">
                <a:extLst>
                  <a:ext uri="{FF2B5EF4-FFF2-40B4-BE49-F238E27FC236}">
                    <a16:creationId xmlns:a16="http://schemas.microsoft.com/office/drawing/2014/main" id="{2C9D9A2E-1169-48DB-AB52-67DD290BE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8477" name="Oval 981">
                <a:extLst>
                  <a:ext uri="{FF2B5EF4-FFF2-40B4-BE49-F238E27FC236}">
                    <a16:creationId xmlns:a16="http://schemas.microsoft.com/office/drawing/2014/main" id="{80660DC6-3D35-4D94-94BF-E3DF4C2D3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78" name="Rectangle 982">
                <a:extLst>
                  <a:ext uri="{FF2B5EF4-FFF2-40B4-BE49-F238E27FC236}">
                    <a16:creationId xmlns:a16="http://schemas.microsoft.com/office/drawing/2014/main" id="{3DBC406E-0F13-4552-B84F-2EAF1BF7B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grpSp>
          <p:nvGrpSpPr>
            <p:cNvPr id="48422" name="Group 950">
              <a:extLst>
                <a:ext uri="{FF2B5EF4-FFF2-40B4-BE49-F238E27FC236}">
                  <a16:creationId xmlns:a16="http://schemas.microsoft.com/office/drawing/2014/main" id="{A53965F4-036E-4F87-A8D8-B011194A4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48423" name="Freeform 951">
                <a:extLst>
                  <a:ext uri="{FF2B5EF4-FFF2-40B4-BE49-F238E27FC236}">
                    <a16:creationId xmlns:a16="http://schemas.microsoft.com/office/drawing/2014/main" id="{FFD0CB77-EF40-4DD1-86C2-6D55711AC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24" name="Rectangle 952">
                <a:extLst>
                  <a:ext uri="{FF2B5EF4-FFF2-40B4-BE49-F238E27FC236}">
                    <a16:creationId xmlns:a16="http://schemas.microsoft.com/office/drawing/2014/main" id="{3B12C1F7-70EB-4754-88FA-473746E9A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25" name="Freeform 953">
                <a:extLst>
                  <a:ext uri="{FF2B5EF4-FFF2-40B4-BE49-F238E27FC236}">
                    <a16:creationId xmlns:a16="http://schemas.microsoft.com/office/drawing/2014/main" id="{0EE6250B-EFF4-40D7-8691-71D877CAE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26" name="Freeform 954">
                <a:extLst>
                  <a:ext uri="{FF2B5EF4-FFF2-40B4-BE49-F238E27FC236}">
                    <a16:creationId xmlns:a16="http://schemas.microsoft.com/office/drawing/2014/main" id="{57D2D3B8-8BEC-4BF6-AF3E-968423AD3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27" name="Rectangle 955">
                <a:extLst>
                  <a:ext uri="{FF2B5EF4-FFF2-40B4-BE49-F238E27FC236}">
                    <a16:creationId xmlns:a16="http://schemas.microsoft.com/office/drawing/2014/main" id="{E3C9818B-6F24-4531-AC0D-7D558810A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8428" name="Group 956">
                <a:extLst>
                  <a:ext uri="{FF2B5EF4-FFF2-40B4-BE49-F238E27FC236}">
                    <a16:creationId xmlns:a16="http://schemas.microsoft.com/office/drawing/2014/main" id="{2671F91D-18D6-42A3-9415-4A0157A7EB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453" name="AutoShape 957">
                  <a:extLst>
                    <a:ext uri="{FF2B5EF4-FFF2-40B4-BE49-F238E27FC236}">
                      <a16:creationId xmlns:a16="http://schemas.microsoft.com/office/drawing/2014/main" id="{533E0B72-A918-4714-9F25-503C368DB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54" name="AutoShape 958">
                  <a:extLst>
                    <a:ext uri="{FF2B5EF4-FFF2-40B4-BE49-F238E27FC236}">
                      <a16:creationId xmlns:a16="http://schemas.microsoft.com/office/drawing/2014/main" id="{8C28A43E-B6C2-4C44-AE7B-DEC03A27CD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29" name="Rectangle 959">
                <a:extLst>
                  <a:ext uri="{FF2B5EF4-FFF2-40B4-BE49-F238E27FC236}">
                    <a16:creationId xmlns:a16="http://schemas.microsoft.com/office/drawing/2014/main" id="{64B2656D-8E3F-4245-925E-DA60B94D8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8430" name="Group 960">
                <a:extLst>
                  <a:ext uri="{FF2B5EF4-FFF2-40B4-BE49-F238E27FC236}">
                    <a16:creationId xmlns:a16="http://schemas.microsoft.com/office/drawing/2014/main" id="{8B2BF796-2B30-49FE-A6B5-251285385B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451" name="AutoShape 961">
                  <a:extLst>
                    <a:ext uri="{FF2B5EF4-FFF2-40B4-BE49-F238E27FC236}">
                      <a16:creationId xmlns:a16="http://schemas.microsoft.com/office/drawing/2014/main" id="{27DF7810-3CDA-4A86-83D8-CDE107E042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52" name="AutoShape 962">
                  <a:extLst>
                    <a:ext uri="{FF2B5EF4-FFF2-40B4-BE49-F238E27FC236}">
                      <a16:creationId xmlns:a16="http://schemas.microsoft.com/office/drawing/2014/main" id="{27A343AF-CCF3-46EE-9372-C79395577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31" name="Rectangle 963">
                <a:extLst>
                  <a:ext uri="{FF2B5EF4-FFF2-40B4-BE49-F238E27FC236}">
                    <a16:creationId xmlns:a16="http://schemas.microsoft.com/office/drawing/2014/main" id="{FE3A919E-AF49-4374-A345-2790A339B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32" name="Rectangle 964">
                <a:extLst>
                  <a:ext uri="{FF2B5EF4-FFF2-40B4-BE49-F238E27FC236}">
                    <a16:creationId xmlns:a16="http://schemas.microsoft.com/office/drawing/2014/main" id="{2C5DEB0F-0ACE-4BD8-9101-4D7BA8F02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48433" name="Group 965">
                <a:extLst>
                  <a:ext uri="{FF2B5EF4-FFF2-40B4-BE49-F238E27FC236}">
                    <a16:creationId xmlns:a16="http://schemas.microsoft.com/office/drawing/2014/main" id="{3564C0FF-B08B-41D9-8791-34D5FCF105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449" name="AutoShape 966">
                  <a:extLst>
                    <a:ext uri="{FF2B5EF4-FFF2-40B4-BE49-F238E27FC236}">
                      <a16:creationId xmlns:a16="http://schemas.microsoft.com/office/drawing/2014/main" id="{AE9BA711-4360-4828-A4D9-CC54720C92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50" name="AutoShape 967">
                  <a:extLst>
                    <a:ext uri="{FF2B5EF4-FFF2-40B4-BE49-F238E27FC236}">
                      <a16:creationId xmlns:a16="http://schemas.microsoft.com/office/drawing/2014/main" id="{8CBE371A-CA52-4F0C-BDA9-F91796D50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34" name="Freeform 968">
                <a:extLst>
                  <a:ext uri="{FF2B5EF4-FFF2-40B4-BE49-F238E27FC236}">
                    <a16:creationId xmlns:a16="http://schemas.microsoft.com/office/drawing/2014/main" id="{B757E8CA-F2E5-456F-9515-86122954B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435" name="Group 969">
                <a:extLst>
                  <a:ext uri="{FF2B5EF4-FFF2-40B4-BE49-F238E27FC236}">
                    <a16:creationId xmlns:a16="http://schemas.microsoft.com/office/drawing/2014/main" id="{3D17691B-6C20-4F3D-8152-4CC785E5D7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447" name="AutoShape 970">
                  <a:extLst>
                    <a:ext uri="{FF2B5EF4-FFF2-40B4-BE49-F238E27FC236}">
                      <a16:creationId xmlns:a16="http://schemas.microsoft.com/office/drawing/2014/main" id="{0CC3936E-B8E4-4548-9551-CE46D4972E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8448" name="AutoShape 971">
                  <a:extLst>
                    <a:ext uri="{FF2B5EF4-FFF2-40B4-BE49-F238E27FC236}">
                      <a16:creationId xmlns:a16="http://schemas.microsoft.com/office/drawing/2014/main" id="{E03182D7-A88A-43EB-99E0-447CCCF6F3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48436" name="Rectangle 972">
                <a:extLst>
                  <a:ext uri="{FF2B5EF4-FFF2-40B4-BE49-F238E27FC236}">
                    <a16:creationId xmlns:a16="http://schemas.microsoft.com/office/drawing/2014/main" id="{EBF34DBC-5898-4A86-8453-E2C998FB9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37" name="Freeform 973">
                <a:extLst>
                  <a:ext uri="{FF2B5EF4-FFF2-40B4-BE49-F238E27FC236}">
                    <a16:creationId xmlns:a16="http://schemas.microsoft.com/office/drawing/2014/main" id="{FAF8C29B-E087-40E2-90B9-85418CFFA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38" name="Freeform 974">
                <a:extLst>
                  <a:ext uri="{FF2B5EF4-FFF2-40B4-BE49-F238E27FC236}">
                    <a16:creationId xmlns:a16="http://schemas.microsoft.com/office/drawing/2014/main" id="{047695F5-638A-4D51-9B52-5F231C082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39" name="Oval 975">
                <a:extLst>
                  <a:ext uri="{FF2B5EF4-FFF2-40B4-BE49-F238E27FC236}">
                    <a16:creationId xmlns:a16="http://schemas.microsoft.com/office/drawing/2014/main" id="{97208C14-5903-4CEB-A7E7-8F5FE6D14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40" name="Freeform 976">
                <a:extLst>
                  <a:ext uri="{FF2B5EF4-FFF2-40B4-BE49-F238E27FC236}">
                    <a16:creationId xmlns:a16="http://schemas.microsoft.com/office/drawing/2014/main" id="{213922F2-A233-4324-89C4-FB12C82B5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41" name="AutoShape 977">
                <a:extLst>
                  <a:ext uri="{FF2B5EF4-FFF2-40B4-BE49-F238E27FC236}">
                    <a16:creationId xmlns:a16="http://schemas.microsoft.com/office/drawing/2014/main" id="{4DC4F524-F266-4014-B6AA-D90A4539D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42" name="AutoShape 978">
                <a:extLst>
                  <a:ext uri="{FF2B5EF4-FFF2-40B4-BE49-F238E27FC236}">
                    <a16:creationId xmlns:a16="http://schemas.microsoft.com/office/drawing/2014/main" id="{AAFDC248-37F5-4145-BB99-6F7F3C9D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43" name="Oval 979">
                <a:extLst>
                  <a:ext uri="{FF2B5EF4-FFF2-40B4-BE49-F238E27FC236}">
                    <a16:creationId xmlns:a16="http://schemas.microsoft.com/office/drawing/2014/main" id="{6B250808-FFBE-4C8D-BBB1-87A6BC038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44" name="Oval 980">
                <a:extLst>
                  <a:ext uri="{FF2B5EF4-FFF2-40B4-BE49-F238E27FC236}">
                    <a16:creationId xmlns:a16="http://schemas.microsoft.com/office/drawing/2014/main" id="{A641EA5F-88CB-4857-9518-F417E391E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8445" name="Oval 981">
                <a:extLst>
                  <a:ext uri="{FF2B5EF4-FFF2-40B4-BE49-F238E27FC236}">
                    <a16:creationId xmlns:a16="http://schemas.microsoft.com/office/drawing/2014/main" id="{B6F78B22-7F58-4BBF-B5B4-1206AC65B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446" name="Rectangle 982">
                <a:extLst>
                  <a:ext uri="{FF2B5EF4-FFF2-40B4-BE49-F238E27FC236}">
                    <a16:creationId xmlns:a16="http://schemas.microsoft.com/office/drawing/2014/main" id="{40214531-5324-40B7-A64B-3579B2DC5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</p:grpSp>
      <p:sp>
        <p:nvSpPr>
          <p:cNvPr id="48130" name="Freeform 2">
            <a:extLst>
              <a:ext uri="{FF2B5EF4-FFF2-40B4-BE49-F238E27FC236}">
                <a16:creationId xmlns:a16="http://schemas.microsoft.com/office/drawing/2014/main" id="{0F34621D-4CF3-45BB-B8E4-B98DB6727322}"/>
              </a:ext>
            </a:extLst>
          </p:cNvPr>
          <p:cNvSpPr>
            <a:spLocks/>
          </p:cNvSpPr>
          <p:nvPr/>
        </p:nvSpPr>
        <p:spPr bwMode="auto">
          <a:xfrm>
            <a:off x="2592391" y="5749925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7B4CF349-60F9-44CD-A8AA-56DE32119B39}"/>
              </a:ext>
            </a:extLst>
          </p:cNvPr>
          <p:cNvCxnSpPr/>
          <p:nvPr/>
        </p:nvCxnSpPr>
        <p:spPr>
          <a:xfrm flipV="1">
            <a:off x="3262316" y="5900738"/>
            <a:ext cx="1316037" cy="1317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B265C9CE-9632-4FD1-86D8-B57E1949F0A5}"/>
              </a:ext>
            </a:extLst>
          </p:cNvPr>
          <p:cNvCxnSpPr/>
          <p:nvPr/>
        </p:nvCxnSpPr>
        <p:spPr>
          <a:xfrm>
            <a:off x="3151189" y="6088064"/>
            <a:ext cx="2259012" cy="29845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26B3188-5F40-44F9-B089-3E2E128049D4}"/>
              </a:ext>
            </a:extLst>
          </p:cNvPr>
          <p:cNvCxnSpPr/>
          <p:nvPr/>
        </p:nvCxnSpPr>
        <p:spPr>
          <a:xfrm>
            <a:off x="3163891" y="6192842"/>
            <a:ext cx="714375" cy="276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49216C9-83D3-4CE6-B7F8-8081D71B3E7E}"/>
              </a:ext>
            </a:extLst>
          </p:cNvPr>
          <p:cNvCxnSpPr/>
          <p:nvPr/>
        </p:nvCxnSpPr>
        <p:spPr>
          <a:xfrm flipV="1">
            <a:off x="4181479" y="6386515"/>
            <a:ext cx="1247775" cy="8255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8C72C2ED-1126-498C-8989-12B73DC16CFC}"/>
              </a:ext>
            </a:extLst>
          </p:cNvPr>
          <p:cNvCxnSpPr/>
          <p:nvPr/>
        </p:nvCxnSpPr>
        <p:spPr>
          <a:xfrm>
            <a:off x="4841878" y="5934078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06CF455-4C80-4333-92EC-141625F64F86}"/>
              </a:ext>
            </a:extLst>
          </p:cNvPr>
          <p:cNvCxnSpPr/>
          <p:nvPr/>
        </p:nvCxnSpPr>
        <p:spPr>
          <a:xfrm flipV="1">
            <a:off x="4125914" y="6088064"/>
            <a:ext cx="1790700" cy="29845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226BEE74-F685-4904-911E-CCC465A56FB6}"/>
              </a:ext>
            </a:extLst>
          </p:cNvPr>
          <p:cNvCxnSpPr/>
          <p:nvPr/>
        </p:nvCxnSpPr>
        <p:spPr>
          <a:xfrm flipV="1">
            <a:off x="5453064" y="6116641"/>
            <a:ext cx="588963" cy="26987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1488540-40D6-4284-AADE-A1FC237685DC}"/>
              </a:ext>
            </a:extLst>
          </p:cNvPr>
          <p:cNvCxnSpPr/>
          <p:nvPr/>
        </p:nvCxnSpPr>
        <p:spPr>
          <a:xfrm>
            <a:off x="4595816" y="5900741"/>
            <a:ext cx="814387" cy="401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261" name="Group 48260">
            <a:extLst>
              <a:ext uri="{FF2B5EF4-FFF2-40B4-BE49-F238E27FC236}">
                <a16:creationId xmlns:a16="http://schemas.microsoft.com/office/drawing/2014/main" id="{39E9E6B4-ED39-41CA-845D-8E62B30B77AE}"/>
              </a:ext>
            </a:extLst>
          </p:cNvPr>
          <p:cNvGrpSpPr>
            <a:grpSpLocks/>
          </p:cNvGrpSpPr>
          <p:nvPr/>
        </p:nvGrpSpPr>
        <p:grpSpPr bwMode="auto">
          <a:xfrm>
            <a:off x="1525588" y="3003554"/>
            <a:ext cx="6978650" cy="1102530"/>
            <a:chOff x="1526216" y="3003498"/>
            <a:chExt cx="6978041" cy="1102528"/>
          </a:xfrm>
        </p:grpSpPr>
        <p:sp>
          <p:nvSpPr>
            <p:cNvPr id="48415" name="TextBox 399">
              <a:extLst>
                <a:ext uri="{FF2B5EF4-FFF2-40B4-BE49-F238E27FC236}">
                  <a16:creationId xmlns:a16="http://schemas.microsoft.com/office/drawing/2014/main" id="{DA14B85A-1D59-47C6-AB68-700C29837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0832" y="3628973"/>
              <a:ext cx="622231" cy="477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alt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altLang="en-US" sz="1400"/>
                <a:t>plane</a:t>
              </a:r>
            </a:p>
          </p:txBody>
        </p:sp>
        <p:sp>
          <p:nvSpPr>
            <p:cNvPr id="48416" name="TextBox 400">
              <a:extLst>
                <a:ext uri="{FF2B5EF4-FFF2-40B4-BE49-F238E27FC236}">
                  <a16:creationId xmlns:a16="http://schemas.microsoft.com/office/drawing/2014/main" id="{68BB79E4-8897-4A51-8432-4DDA4B1C5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2578" y="3003498"/>
              <a:ext cx="721608" cy="477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alt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altLang="en-US" sz="1400"/>
                <a:t>plane</a:t>
              </a:r>
            </a:p>
          </p:txBody>
        </p: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63A9BDC8-70F3-439C-85D1-A686A00D68B7}"/>
                </a:ext>
              </a:extLst>
            </p:cNvPr>
            <p:cNvCxnSpPr/>
            <p:nvPr/>
          </p:nvCxnSpPr>
          <p:spPr bwMode="auto">
            <a:xfrm flipV="1">
              <a:off x="1526216" y="3579760"/>
              <a:ext cx="6978041" cy="1111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84AF495-E9AD-48B9-A38A-C1F26362191E}"/>
              </a:ext>
            </a:extLst>
          </p:cNvPr>
          <p:cNvGrpSpPr>
            <a:grpSpLocks/>
          </p:cNvGrpSpPr>
          <p:nvPr/>
        </p:nvGrpSpPr>
        <p:grpSpPr bwMode="auto">
          <a:xfrm>
            <a:off x="2436816" y="2735266"/>
            <a:ext cx="4295775" cy="320675"/>
            <a:chOff x="2433511" y="2792111"/>
            <a:chExt cx="4296530" cy="320561"/>
          </a:xfrm>
        </p:grpSpPr>
        <p:grpSp>
          <p:nvGrpSpPr>
            <p:cNvPr id="48390" name="Group 401">
              <a:extLst>
                <a:ext uri="{FF2B5EF4-FFF2-40B4-BE49-F238E27FC236}">
                  <a16:creationId xmlns:a16="http://schemas.microsoft.com/office/drawing/2014/main" id="{3495BCB3-654D-403E-BA01-189FEE0F7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E7FAB6EB-6098-47D2-9F0B-BFA4054692B8}"/>
                  </a:ext>
                </a:extLst>
              </p:cNvPr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0E9A264F-5DF1-4C68-A9C3-BD048593867C}"/>
                  </a:ext>
                </a:extLst>
              </p:cNvPr>
              <p:cNvCxnSpPr/>
              <p:nvPr/>
            </p:nvCxnSpPr>
            <p:spPr>
              <a:xfrm>
                <a:off x="2931664" y="4004411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16A16BA3-4BA5-4925-B45B-C3B4533A0111}"/>
                  </a:ext>
                </a:extLst>
              </p:cNvPr>
              <p:cNvCxnSpPr/>
              <p:nvPr/>
            </p:nvCxnSpPr>
            <p:spPr>
              <a:xfrm>
                <a:off x="2931664" y="4066980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CF39C52B-03E4-40E2-AB5A-4B1B6D5D8C74}"/>
                  </a:ext>
                </a:extLst>
              </p:cNvPr>
              <p:cNvCxnSpPr>
                <a:stCxn id="403" idx="2"/>
              </p:cNvCxnSpPr>
              <p:nvPr/>
            </p:nvCxnSpPr>
            <p:spPr>
              <a:xfrm flipH="1" flipV="1">
                <a:off x="3148883" y="4004411"/>
                <a:ext cx="0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91" name="Group 406">
              <a:extLst>
                <a:ext uri="{FF2B5EF4-FFF2-40B4-BE49-F238E27FC236}">
                  <a16:creationId xmlns:a16="http://schemas.microsoft.com/office/drawing/2014/main" id="{EB5ED31D-3509-4B38-84F0-BCEA5D373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F419752C-3A6A-4363-849D-1623BD32010F}"/>
                  </a:ext>
                </a:extLst>
              </p:cNvPr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7BD02F16-369A-445E-9209-44EFEFB592BE}"/>
                  </a:ext>
                </a:extLst>
              </p:cNvPr>
              <p:cNvCxnSpPr/>
              <p:nvPr/>
            </p:nvCxnSpPr>
            <p:spPr>
              <a:xfrm>
                <a:off x="2930935" y="4004811"/>
                <a:ext cx="4246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7D677592-8BBD-4AA9-8CD4-EF993A8001CB}"/>
                  </a:ext>
                </a:extLst>
              </p:cNvPr>
              <p:cNvCxnSpPr/>
              <p:nvPr/>
            </p:nvCxnSpPr>
            <p:spPr>
              <a:xfrm>
                <a:off x="2930935" y="4067381"/>
                <a:ext cx="4246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DA79B8BD-335A-4337-A313-B812E3E916B2}"/>
                  </a:ext>
                </a:extLst>
              </p:cNvPr>
              <p:cNvCxnSpPr>
                <a:stCxn id="408" idx="2"/>
              </p:cNvCxnSpPr>
              <p:nvPr/>
            </p:nvCxnSpPr>
            <p:spPr>
              <a:xfrm flipH="1" flipV="1">
                <a:off x="3147171" y="4004811"/>
                <a:ext cx="1949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92" name="Group 411">
              <a:extLst>
                <a:ext uri="{FF2B5EF4-FFF2-40B4-BE49-F238E27FC236}">
                  <a16:creationId xmlns:a16="http://schemas.microsoft.com/office/drawing/2014/main" id="{5908FD6A-4F92-43A7-9E7B-3F90959E9B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C139827A-19DE-458F-8225-8B06B573F967}"/>
                  </a:ext>
                </a:extLst>
              </p:cNvPr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4" name="Straight Connector 413">
                <a:extLst>
                  <a:ext uri="{FF2B5EF4-FFF2-40B4-BE49-F238E27FC236}">
                    <a16:creationId xmlns:a16="http://schemas.microsoft.com/office/drawing/2014/main" id="{9E55F533-6282-44F9-9D5D-45E574DC8BB5}"/>
                  </a:ext>
                </a:extLst>
              </p:cNvPr>
              <p:cNvCxnSpPr/>
              <p:nvPr/>
            </p:nvCxnSpPr>
            <p:spPr>
              <a:xfrm>
                <a:off x="2931113" y="400481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>
                <a:extLst>
                  <a:ext uri="{FF2B5EF4-FFF2-40B4-BE49-F238E27FC236}">
                    <a16:creationId xmlns:a16="http://schemas.microsoft.com/office/drawing/2014/main" id="{65466E2F-67A0-42E6-A5B2-816F6E4991F3}"/>
                  </a:ext>
                </a:extLst>
              </p:cNvPr>
              <p:cNvCxnSpPr/>
              <p:nvPr/>
            </p:nvCxnSpPr>
            <p:spPr>
              <a:xfrm>
                <a:off x="2931113" y="406738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8E4B4540-B9C9-449A-B463-C8B0D2916A5C}"/>
                  </a:ext>
                </a:extLst>
              </p:cNvPr>
              <p:cNvCxnSpPr>
                <a:stCxn id="413" idx="2"/>
              </p:cNvCxnSpPr>
              <p:nvPr/>
            </p:nvCxnSpPr>
            <p:spPr>
              <a:xfrm flipH="1" flipV="1">
                <a:off x="3147351" y="4004811"/>
                <a:ext cx="1947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93" name="Group 416">
              <a:extLst>
                <a:ext uri="{FF2B5EF4-FFF2-40B4-BE49-F238E27FC236}">
                  <a16:creationId xmlns:a16="http://schemas.microsoft.com/office/drawing/2014/main" id="{236B3694-64E8-448B-8190-3E28B7BE6C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56D9B329-2AB9-4430-8EDB-BF599B4F6D6D}"/>
                  </a:ext>
                </a:extLst>
              </p:cNvPr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9" name="Straight Connector 418">
                <a:extLst>
                  <a:ext uri="{FF2B5EF4-FFF2-40B4-BE49-F238E27FC236}">
                    <a16:creationId xmlns:a16="http://schemas.microsoft.com/office/drawing/2014/main" id="{DCE8BBEF-280A-4105-BA65-E32F32DC556B}"/>
                  </a:ext>
                </a:extLst>
              </p:cNvPr>
              <p:cNvCxnSpPr/>
              <p:nvPr/>
            </p:nvCxnSpPr>
            <p:spPr>
              <a:xfrm>
                <a:off x="2931371" y="4004811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FE82C710-A094-4CD6-B4EE-4DD54FEE5DDB}"/>
                  </a:ext>
                </a:extLst>
              </p:cNvPr>
              <p:cNvCxnSpPr/>
              <p:nvPr/>
            </p:nvCxnSpPr>
            <p:spPr>
              <a:xfrm>
                <a:off x="2931371" y="4067381"/>
                <a:ext cx="424654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2FE5AF0E-2381-402F-89C0-E60F9D4A62CC}"/>
                  </a:ext>
                </a:extLst>
              </p:cNvPr>
              <p:cNvCxnSpPr>
                <a:stCxn id="418" idx="2"/>
              </p:cNvCxnSpPr>
              <p:nvPr/>
            </p:nvCxnSpPr>
            <p:spPr>
              <a:xfrm flipH="1" flipV="1">
                <a:off x="3148590" y="4004811"/>
                <a:ext cx="0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94" name="Group 421">
              <a:extLst>
                <a:ext uri="{FF2B5EF4-FFF2-40B4-BE49-F238E27FC236}">
                  <a16:creationId xmlns:a16="http://schemas.microsoft.com/office/drawing/2014/main" id="{7100018B-2B10-47A9-98C9-17DD22C527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66D2217F-10EB-4D63-A525-430BA581C3EA}"/>
                  </a:ext>
                </a:extLst>
              </p:cNvPr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5CE78CE6-8F71-4379-8741-115CCBCA987F}"/>
                  </a:ext>
                </a:extLst>
              </p:cNvPr>
              <p:cNvCxnSpPr/>
              <p:nvPr/>
            </p:nvCxnSpPr>
            <p:spPr>
              <a:xfrm>
                <a:off x="2931587" y="400481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AEF10C47-59A0-4419-AD78-63CE123EC820}"/>
                  </a:ext>
                </a:extLst>
              </p:cNvPr>
              <p:cNvCxnSpPr/>
              <p:nvPr/>
            </p:nvCxnSpPr>
            <p:spPr>
              <a:xfrm>
                <a:off x="2931587" y="4067381"/>
                <a:ext cx="424682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>
                <a:extLst>
                  <a:ext uri="{FF2B5EF4-FFF2-40B4-BE49-F238E27FC236}">
                    <a16:creationId xmlns:a16="http://schemas.microsoft.com/office/drawing/2014/main" id="{67BF5A2A-6BF7-423F-AAFD-D624C7EAAFF0}"/>
                  </a:ext>
                </a:extLst>
              </p:cNvPr>
              <p:cNvCxnSpPr>
                <a:stCxn id="423" idx="2"/>
              </p:cNvCxnSpPr>
              <p:nvPr/>
            </p:nvCxnSpPr>
            <p:spPr>
              <a:xfrm flipH="1" flipV="1">
                <a:off x="3147825" y="4004811"/>
                <a:ext cx="1947" cy="23710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260" name="Group 48259">
            <a:extLst>
              <a:ext uri="{FF2B5EF4-FFF2-40B4-BE49-F238E27FC236}">
                <a16:creationId xmlns:a16="http://schemas.microsoft.com/office/drawing/2014/main" id="{8E106391-4247-422A-9322-D3C45013F915}"/>
              </a:ext>
            </a:extLst>
          </p:cNvPr>
          <p:cNvGrpSpPr>
            <a:grpSpLocks/>
          </p:cNvGrpSpPr>
          <p:nvPr/>
        </p:nvGrpSpPr>
        <p:grpSpPr bwMode="auto">
          <a:xfrm>
            <a:off x="1855789" y="3709991"/>
            <a:ext cx="5211763" cy="2740025"/>
            <a:chOff x="1856416" y="3709935"/>
            <a:chExt cx="5211763" cy="2739614"/>
          </a:xfrm>
        </p:grpSpPr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2E7F478A-1235-422D-8E35-111F60BE06CC}"/>
                </a:ext>
              </a:extLst>
            </p:cNvPr>
            <p:cNvSpPr/>
            <p:nvPr/>
          </p:nvSpPr>
          <p:spPr>
            <a:xfrm>
              <a:off x="1877053" y="5330529"/>
              <a:ext cx="1281113" cy="758711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80FBA9A5-66E0-4656-8E50-8AAAA493C85C}"/>
                </a:ext>
              </a:extLst>
            </p:cNvPr>
            <p:cNvSpPr/>
            <p:nvPr/>
          </p:nvSpPr>
          <p:spPr>
            <a:xfrm>
              <a:off x="6202992" y="5428939"/>
              <a:ext cx="865187" cy="55395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D7B62663-52B3-4E23-881F-C39258416948}"/>
                </a:ext>
              </a:extLst>
            </p:cNvPr>
            <p:cNvSpPr/>
            <p:nvPr/>
          </p:nvSpPr>
          <p:spPr>
            <a:xfrm>
              <a:off x="5377492" y="5449574"/>
              <a:ext cx="676275" cy="89680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EFEFA32B-DA22-461B-8895-D9698CD3CD68}"/>
                </a:ext>
              </a:extLst>
            </p:cNvPr>
            <p:cNvSpPr/>
            <p:nvPr/>
          </p:nvSpPr>
          <p:spPr>
            <a:xfrm>
              <a:off x="4340853" y="5470208"/>
              <a:ext cx="514350" cy="40157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E8F4E9A2-4F5F-46E4-8F97-4EB9C9270F92}"/>
                </a:ext>
              </a:extLst>
            </p:cNvPr>
            <p:cNvSpPr/>
            <p:nvPr/>
          </p:nvSpPr>
          <p:spPr>
            <a:xfrm>
              <a:off x="3561391" y="5433701"/>
              <a:ext cx="573087" cy="101584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48277" name="Group 28">
              <a:extLst>
                <a:ext uri="{FF2B5EF4-FFF2-40B4-BE49-F238E27FC236}">
                  <a16:creationId xmlns:a16="http://schemas.microsoft.com/office/drawing/2014/main" id="{2188CD31-B425-47F6-9270-0485E8888B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88D02058-BA32-4AEE-9970-E670F7417DF6}"/>
                  </a:ext>
                </a:extLst>
              </p:cNvPr>
              <p:cNvSpPr/>
              <p:nvPr/>
            </p:nvSpPr>
            <p:spPr bwMode="auto"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8371" name="Group 498">
                <a:extLst>
                  <a:ext uri="{FF2B5EF4-FFF2-40B4-BE49-F238E27FC236}">
                    <a16:creationId xmlns:a16="http://schemas.microsoft.com/office/drawing/2014/main" id="{1AC4ADE5-9313-4CFC-B0DD-0B194EE3A5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40ECF349-B048-43D5-A0B1-8E35F240EA9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6" name="Rectangle 515">
                  <a:extLst>
                    <a:ext uri="{FF2B5EF4-FFF2-40B4-BE49-F238E27FC236}">
                      <a16:creationId xmlns:a16="http://schemas.microsoft.com/office/drawing/2014/main" id="{250F1262-BEF2-43C6-A9B3-94CA8E4FB210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088B34B9-66AA-4488-8B94-3F759D0E3C73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78CBC272-21D9-4119-8F81-017A24554BFF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8BA6A42B-D67C-4ECE-8E5D-D9BCF61E82DD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0B5E4C19-04EF-4CAB-B3D5-EA70F1823DF5}"/>
                  </a:ext>
                </a:extLst>
              </p:cNvPr>
              <p:cNvSpPr/>
              <p:nvPr/>
            </p:nvSpPr>
            <p:spPr bwMode="auto"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2" name="Straight Connector 501">
                <a:extLst>
                  <a:ext uri="{FF2B5EF4-FFF2-40B4-BE49-F238E27FC236}">
                    <a16:creationId xmlns:a16="http://schemas.microsoft.com/office/drawing/2014/main" id="{F790DA85-E8B0-4C7F-96EA-86E88E79DE45}"/>
                  </a:ext>
                </a:extLst>
              </p:cNvPr>
              <p:cNvCxnSpPr/>
              <p:nvPr/>
            </p:nvCxnSpPr>
            <p:spPr bwMode="auto">
              <a:xfrm>
                <a:off x="1861178" y="3981356"/>
                <a:ext cx="17463" cy="130155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>
                <a:extLst>
                  <a:ext uri="{FF2B5EF4-FFF2-40B4-BE49-F238E27FC236}">
                    <a16:creationId xmlns:a16="http://schemas.microsoft.com/office/drawing/2014/main" id="{88271552-06EB-40EF-B779-66734EDA3A3C}"/>
                  </a:ext>
                </a:extLst>
              </p:cNvPr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375" name="Group 504">
                <a:extLst>
                  <a:ext uri="{FF2B5EF4-FFF2-40B4-BE49-F238E27FC236}">
                    <a16:creationId xmlns:a16="http://schemas.microsoft.com/office/drawing/2014/main" id="{11C0B0A3-B346-4962-A5BB-3DF53175D3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71D4B91C-90E2-4F1A-8D14-A285CA0BA8D8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7" name="Rectangle 506">
                  <a:extLst>
                    <a:ext uri="{FF2B5EF4-FFF2-40B4-BE49-F238E27FC236}">
                      <a16:creationId xmlns:a16="http://schemas.microsoft.com/office/drawing/2014/main" id="{6BF19C6D-311A-4E24-9018-190A7E94D79A}"/>
                    </a:ext>
                  </a:extLst>
                </p:cNvPr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CBEF0A2A-3214-4E9E-9DD7-D224AE9D8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509" name="Freeform 508">
                  <a:extLst>
                    <a:ext uri="{FF2B5EF4-FFF2-40B4-BE49-F238E27FC236}">
                      <a16:creationId xmlns:a16="http://schemas.microsoft.com/office/drawing/2014/main" id="{7033DB83-C090-4B85-93BF-1B4578392129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0" name="Freeform 509">
                  <a:extLst>
                    <a:ext uri="{FF2B5EF4-FFF2-40B4-BE49-F238E27FC236}">
                      <a16:creationId xmlns:a16="http://schemas.microsoft.com/office/drawing/2014/main" id="{A1939FB1-8A60-412C-A3BC-47EA6E5CCB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511" name="Freeform 510">
                  <a:extLst>
                    <a:ext uri="{FF2B5EF4-FFF2-40B4-BE49-F238E27FC236}">
                      <a16:creationId xmlns:a16="http://schemas.microsoft.com/office/drawing/2014/main" id="{47495055-00D6-4F8E-8281-A05BC9C636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512" name="Freeform 511">
                  <a:extLst>
                    <a:ext uri="{FF2B5EF4-FFF2-40B4-BE49-F238E27FC236}">
                      <a16:creationId xmlns:a16="http://schemas.microsoft.com/office/drawing/2014/main" id="{5C34EEFF-D0FD-4BDA-80E3-C24D476AE3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B8267BB7-D8DD-463D-AF8D-89B16699D455}"/>
                    </a:ext>
                  </a:extLst>
                </p:cNvPr>
                <p:cNvCxnSpPr>
                  <a:cxnSpLocks noChangeShapeType="1"/>
                  <a:endCxn id="508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E90876FD-118E-4A5B-B21C-7A904F615A3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48278" name="Group 29">
              <a:extLst>
                <a:ext uri="{FF2B5EF4-FFF2-40B4-BE49-F238E27FC236}">
                  <a16:creationId xmlns:a16="http://schemas.microsoft.com/office/drawing/2014/main" id="{2EE77717-5667-485D-A8C9-289458DD8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4DD7712C-A9BA-4A85-B5E0-5E761D5C8A87}"/>
                  </a:ext>
                </a:extLst>
              </p:cNvPr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0" name="Straight Connector 549">
                <a:extLst>
                  <a:ext uri="{FF2B5EF4-FFF2-40B4-BE49-F238E27FC236}">
                    <a16:creationId xmlns:a16="http://schemas.microsoft.com/office/drawing/2014/main" id="{3D97D45B-1BB5-4140-8246-0317614FC1C7}"/>
                  </a:ext>
                </a:extLst>
              </p:cNvPr>
              <p:cNvCxnSpPr/>
              <p:nvPr/>
            </p:nvCxnSpPr>
            <p:spPr bwMode="auto">
              <a:xfrm flipH="1">
                <a:off x="4078916" y="4019450"/>
                <a:ext cx="1587" cy="13650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352" name="Group 552">
                <a:extLst>
                  <a:ext uri="{FF2B5EF4-FFF2-40B4-BE49-F238E27FC236}">
                    <a16:creationId xmlns:a16="http://schemas.microsoft.com/office/drawing/2014/main" id="{279C23B9-2FFF-4A18-A44F-F2155AE19E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562" name="Oval 561">
                  <a:extLst>
                    <a:ext uri="{FF2B5EF4-FFF2-40B4-BE49-F238E27FC236}">
                      <a16:creationId xmlns:a16="http://schemas.microsoft.com/office/drawing/2014/main" id="{2E1AB4C2-B7F7-4F74-A8A9-08D35D3AD2C9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3" name="Rectangle 562">
                  <a:extLst>
                    <a:ext uri="{FF2B5EF4-FFF2-40B4-BE49-F238E27FC236}">
                      <a16:creationId xmlns:a16="http://schemas.microsoft.com/office/drawing/2014/main" id="{925FA765-F8F4-49B6-A273-122E13411C18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4" name="Oval 563">
                  <a:extLst>
                    <a:ext uri="{FF2B5EF4-FFF2-40B4-BE49-F238E27FC236}">
                      <a16:creationId xmlns:a16="http://schemas.microsoft.com/office/drawing/2014/main" id="{E78E8686-A6B6-4D21-B67D-A46C2A946F87}"/>
                    </a:ext>
                  </a:extLst>
                </p:cNvPr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A5926837-818B-471D-85AB-89045C64AA74}"/>
                    </a:ext>
                  </a:extLst>
                </p:cNvPr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FAEE8496-A967-450E-9306-FD7066BA0204}"/>
                    </a:ext>
                  </a:extLst>
                </p:cNvPr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E5588A6D-E66A-4136-BE13-65A4E065E6E9}"/>
                  </a:ext>
                </a:extLst>
              </p:cNvPr>
              <p:cNvSpPr/>
              <p:nvPr/>
            </p:nvSpPr>
            <p:spPr bwMode="auto"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7" name="Straight Connector 556">
                <a:extLst>
                  <a:ext uri="{FF2B5EF4-FFF2-40B4-BE49-F238E27FC236}">
                    <a16:creationId xmlns:a16="http://schemas.microsoft.com/office/drawing/2014/main" id="{592CA2AB-1444-4695-9153-8314AB210705}"/>
                  </a:ext>
                </a:extLst>
              </p:cNvPr>
              <p:cNvCxnSpPr/>
              <p:nvPr/>
            </p:nvCxnSpPr>
            <p:spPr bwMode="auto">
              <a:xfrm flipH="1">
                <a:off x="3566153" y="4027387"/>
                <a:ext cx="3175" cy="145075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355" name="Group 538">
                <a:extLst>
                  <a:ext uri="{FF2B5EF4-FFF2-40B4-BE49-F238E27FC236}">
                    <a16:creationId xmlns:a16="http://schemas.microsoft.com/office/drawing/2014/main" id="{E8706BC2-CE2B-4F43-9210-BE5D1B4539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40" name="Oval 539">
                  <a:extLst>
                    <a:ext uri="{FF2B5EF4-FFF2-40B4-BE49-F238E27FC236}">
                      <a16:creationId xmlns:a16="http://schemas.microsoft.com/office/drawing/2014/main" id="{BD485661-9CEB-434B-903C-1C42CAF8B57F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1" name="Rectangle 540">
                  <a:extLst>
                    <a:ext uri="{FF2B5EF4-FFF2-40B4-BE49-F238E27FC236}">
                      <a16:creationId xmlns:a16="http://schemas.microsoft.com/office/drawing/2014/main" id="{D2D2C341-B9AB-415A-B6A1-F973EB85210C}"/>
                    </a:ext>
                  </a:extLst>
                </p:cNvPr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2" name="Oval 541">
                  <a:extLst>
                    <a:ext uri="{FF2B5EF4-FFF2-40B4-BE49-F238E27FC236}">
                      <a16:creationId xmlns:a16="http://schemas.microsoft.com/office/drawing/2014/main" id="{63F46D65-0C86-4B73-AA70-0E5CE0FA6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8A3F203E-431E-4F4A-AB8D-F66FB371EE03}"/>
                    </a:ext>
                  </a:extLst>
                </p:cNvPr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AEE4A5F0-F741-4126-912A-574CE4045E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24C9832A-A47F-4453-AF54-4B5C2E2EB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546" name="Freeform 545">
                  <a:extLst>
                    <a:ext uri="{FF2B5EF4-FFF2-40B4-BE49-F238E27FC236}">
                      <a16:creationId xmlns:a16="http://schemas.microsoft.com/office/drawing/2014/main" id="{53397346-7159-43D5-AF8E-ACC02588FC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CCF52B06-F6F6-44E1-9095-B90D7FAA95C7}"/>
                    </a:ext>
                  </a:extLst>
                </p:cNvPr>
                <p:cNvCxnSpPr>
                  <a:cxnSpLocks noChangeShapeType="1"/>
                  <a:endCxn id="542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8" name="Straight Connector 547">
                  <a:extLst>
                    <a:ext uri="{FF2B5EF4-FFF2-40B4-BE49-F238E27FC236}">
                      <a16:creationId xmlns:a16="http://schemas.microsoft.com/office/drawing/2014/main" id="{72290DE3-495C-44B9-9F2A-2F431FC95C3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48279" name="Group 30">
              <a:extLst>
                <a:ext uri="{FF2B5EF4-FFF2-40B4-BE49-F238E27FC236}">
                  <a16:creationId xmlns:a16="http://schemas.microsoft.com/office/drawing/2014/main" id="{78B7F836-D735-4C62-B69B-2C2AB423F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4D5BE80C-8DC3-4173-ACE2-4F7A16EA0AB1}"/>
                  </a:ext>
                </a:extLst>
              </p:cNvPr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0" name="Straight Connector 579">
                <a:extLst>
                  <a:ext uri="{FF2B5EF4-FFF2-40B4-BE49-F238E27FC236}">
                    <a16:creationId xmlns:a16="http://schemas.microsoft.com/office/drawing/2014/main" id="{D2D00D7B-200C-4B78-AD7B-BB4371A845FB}"/>
                  </a:ext>
                </a:extLst>
              </p:cNvPr>
              <p:cNvCxnSpPr/>
              <p:nvPr/>
            </p:nvCxnSpPr>
            <p:spPr bwMode="auto">
              <a:xfrm flipH="1">
                <a:off x="4861553" y="4024212"/>
                <a:ext cx="1588" cy="13650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330" name="Group 580">
                <a:extLst>
                  <a:ext uri="{FF2B5EF4-FFF2-40B4-BE49-F238E27FC236}">
                    <a16:creationId xmlns:a16="http://schemas.microsoft.com/office/drawing/2014/main" id="{C540ECC5-51C4-499D-9901-B54786D50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589" name="Oval 588">
                  <a:extLst>
                    <a:ext uri="{FF2B5EF4-FFF2-40B4-BE49-F238E27FC236}">
                      <a16:creationId xmlns:a16="http://schemas.microsoft.com/office/drawing/2014/main" id="{CD2E803B-4C64-4391-8026-E697DD26BC9D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0" name="Rectangle 589">
                  <a:extLst>
                    <a:ext uri="{FF2B5EF4-FFF2-40B4-BE49-F238E27FC236}">
                      <a16:creationId xmlns:a16="http://schemas.microsoft.com/office/drawing/2014/main" id="{BE905BAE-BFB6-44E8-AC89-25192AC0BC73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1" name="Oval 590">
                  <a:extLst>
                    <a:ext uri="{FF2B5EF4-FFF2-40B4-BE49-F238E27FC236}">
                      <a16:creationId xmlns:a16="http://schemas.microsoft.com/office/drawing/2014/main" id="{D6680286-ADD8-4076-B48D-3C3595DD9E43}"/>
                    </a:ext>
                  </a:extLst>
                </p:cNvPr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AF77C1EA-1059-44FF-8E70-9E2A3E5D1B46}"/>
                    </a:ext>
                  </a:extLst>
                </p:cNvPr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A189465F-E0D3-4CB1-B9C3-7D9B737652BC}"/>
                    </a:ext>
                  </a:extLst>
                </p:cNvPr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77925FCB-C237-4AB0-9554-CE4A45062BDC}"/>
                  </a:ext>
                </a:extLst>
              </p:cNvPr>
              <p:cNvSpPr/>
              <p:nvPr/>
            </p:nvSpPr>
            <p:spPr bwMode="auto"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4" name="Straight Connector 583">
                <a:extLst>
                  <a:ext uri="{FF2B5EF4-FFF2-40B4-BE49-F238E27FC236}">
                    <a16:creationId xmlns:a16="http://schemas.microsoft.com/office/drawing/2014/main" id="{4792FF08-415F-4E12-B507-FEF9C898DA48}"/>
                  </a:ext>
                </a:extLst>
              </p:cNvPr>
              <p:cNvCxnSpPr/>
              <p:nvPr/>
            </p:nvCxnSpPr>
            <p:spPr bwMode="auto">
              <a:xfrm flipH="1">
                <a:off x="4348791" y="4032148"/>
                <a:ext cx="3175" cy="145075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333" name="Group 568">
                <a:extLst>
                  <a:ext uri="{FF2B5EF4-FFF2-40B4-BE49-F238E27FC236}">
                    <a16:creationId xmlns:a16="http://schemas.microsoft.com/office/drawing/2014/main" id="{22597E56-FB30-48EB-8B71-788986B202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570" name="Oval 569">
                  <a:extLst>
                    <a:ext uri="{FF2B5EF4-FFF2-40B4-BE49-F238E27FC236}">
                      <a16:creationId xmlns:a16="http://schemas.microsoft.com/office/drawing/2014/main" id="{C2DEBBCB-ED0C-4F73-B5CB-71DDD669FA42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1" name="Rectangle 570">
                  <a:extLst>
                    <a:ext uri="{FF2B5EF4-FFF2-40B4-BE49-F238E27FC236}">
                      <a16:creationId xmlns:a16="http://schemas.microsoft.com/office/drawing/2014/main" id="{AC476ED4-E4F4-4A40-BFF2-1F9C72A3B01C}"/>
                    </a:ext>
                  </a:extLst>
                </p:cNvPr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2" name="Oval 571">
                  <a:extLst>
                    <a:ext uri="{FF2B5EF4-FFF2-40B4-BE49-F238E27FC236}">
                      <a16:creationId xmlns:a16="http://schemas.microsoft.com/office/drawing/2014/main" id="{2B85D27D-5220-4F40-B557-4A5918181D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573" name="Freeform 572">
                  <a:extLst>
                    <a:ext uri="{FF2B5EF4-FFF2-40B4-BE49-F238E27FC236}">
                      <a16:creationId xmlns:a16="http://schemas.microsoft.com/office/drawing/2014/main" id="{F4AD8194-16DE-4993-B58D-110048ED6737}"/>
                    </a:ext>
                  </a:extLst>
                </p:cNvPr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4" name="Freeform 573">
                  <a:extLst>
                    <a:ext uri="{FF2B5EF4-FFF2-40B4-BE49-F238E27FC236}">
                      <a16:creationId xmlns:a16="http://schemas.microsoft.com/office/drawing/2014/main" id="{55F9A8A5-8089-466B-8849-43238204E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575" name="Freeform 574">
                  <a:extLst>
                    <a:ext uri="{FF2B5EF4-FFF2-40B4-BE49-F238E27FC236}">
                      <a16:creationId xmlns:a16="http://schemas.microsoft.com/office/drawing/2014/main" id="{03D411FC-51DC-45A4-831A-A8E8EC0CD6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576" name="Freeform 575">
                  <a:extLst>
                    <a:ext uri="{FF2B5EF4-FFF2-40B4-BE49-F238E27FC236}">
                      <a16:creationId xmlns:a16="http://schemas.microsoft.com/office/drawing/2014/main" id="{A89642E5-0C9F-45AD-9243-9C9940A14D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41EC07C0-9BE6-4A8E-8651-CEEC4101C960}"/>
                    </a:ext>
                  </a:extLst>
                </p:cNvPr>
                <p:cNvCxnSpPr>
                  <a:cxnSpLocks noChangeShapeType="1"/>
                  <a:endCxn id="572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BB3EB7EF-FBBE-4FD8-AA30-924FE3C2A9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48280" name="Group 48257">
              <a:extLst>
                <a:ext uri="{FF2B5EF4-FFF2-40B4-BE49-F238E27FC236}">
                  <a16:creationId xmlns:a16="http://schemas.microsoft.com/office/drawing/2014/main" id="{D58E4EDF-E398-4985-B54A-CB328E34E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FFD2A77F-983D-4961-A7F6-64C9A6C1DAAB}"/>
                  </a:ext>
                </a:extLst>
              </p:cNvPr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5375C094-341D-41CC-B287-8C72CE8725DD}"/>
                  </a:ext>
                </a:extLst>
              </p:cNvPr>
              <p:cNvCxnSpPr/>
              <p:nvPr/>
            </p:nvCxnSpPr>
            <p:spPr bwMode="auto">
              <a:xfrm flipH="1">
                <a:off x="6064879" y="4006752"/>
                <a:ext cx="1588" cy="136504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308" name="Group 607">
                <a:extLst>
                  <a:ext uri="{FF2B5EF4-FFF2-40B4-BE49-F238E27FC236}">
                    <a16:creationId xmlns:a16="http://schemas.microsoft.com/office/drawing/2014/main" id="{C5915436-8296-4366-8F2D-87461BE82D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616" name="Oval 615">
                  <a:extLst>
                    <a:ext uri="{FF2B5EF4-FFF2-40B4-BE49-F238E27FC236}">
                      <a16:creationId xmlns:a16="http://schemas.microsoft.com/office/drawing/2014/main" id="{78DA1DE2-920F-4C13-8B51-D8549AFF9456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7" name="Rectangle 616">
                  <a:extLst>
                    <a:ext uri="{FF2B5EF4-FFF2-40B4-BE49-F238E27FC236}">
                      <a16:creationId xmlns:a16="http://schemas.microsoft.com/office/drawing/2014/main" id="{191F1C9F-39B7-46ED-A88D-83870E89A6BC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8" name="Oval 617">
                  <a:extLst>
                    <a:ext uri="{FF2B5EF4-FFF2-40B4-BE49-F238E27FC236}">
                      <a16:creationId xmlns:a16="http://schemas.microsoft.com/office/drawing/2014/main" id="{3996F5CA-F4E5-4708-9EFF-019B9080E3CF}"/>
                    </a:ext>
                  </a:extLst>
                </p:cNvPr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19" name="Straight Connector 618">
                  <a:extLst>
                    <a:ext uri="{FF2B5EF4-FFF2-40B4-BE49-F238E27FC236}">
                      <a16:creationId xmlns:a16="http://schemas.microsoft.com/office/drawing/2014/main" id="{E91AE4AB-8A4D-42C1-B95A-CB410406498B}"/>
                    </a:ext>
                  </a:extLst>
                </p:cNvPr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Straight Connector 619">
                  <a:extLst>
                    <a:ext uri="{FF2B5EF4-FFF2-40B4-BE49-F238E27FC236}">
                      <a16:creationId xmlns:a16="http://schemas.microsoft.com/office/drawing/2014/main" id="{350BAF03-E66D-4937-9BC1-AAA700C232BC}"/>
                    </a:ext>
                  </a:extLst>
                </p:cNvPr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DD24CA4D-4DDA-4FE1-9CA5-AB8DAC23D7F9}"/>
                  </a:ext>
                </a:extLst>
              </p:cNvPr>
              <p:cNvSpPr/>
              <p:nvPr/>
            </p:nvSpPr>
            <p:spPr bwMode="auto"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1" name="Straight Connector 610">
                <a:extLst>
                  <a:ext uri="{FF2B5EF4-FFF2-40B4-BE49-F238E27FC236}">
                    <a16:creationId xmlns:a16="http://schemas.microsoft.com/office/drawing/2014/main" id="{FC9DAC8C-5147-482E-A617-42000165426B}"/>
                  </a:ext>
                </a:extLst>
              </p:cNvPr>
              <p:cNvCxnSpPr/>
              <p:nvPr/>
            </p:nvCxnSpPr>
            <p:spPr bwMode="auto">
              <a:xfrm flipH="1">
                <a:off x="5552117" y="4014689"/>
                <a:ext cx="3175" cy="145075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311" name="Group 595">
                <a:extLst>
                  <a:ext uri="{FF2B5EF4-FFF2-40B4-BE49-F238E27FC236}">
                    <a16:creationId xmlns:a16="http://schemas.microsoft.com/office/drawing/2014/main" id="{542EAFA8-B90D-4CB6-B6A5-05832B761A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97" name="Oval 596">
                  <a:extLst>
                    <a:ext uri="{FF2B5EF4-FFF2-40B4-BE49-F238E27FC236}">
                      <a16:creationId xmlns:a16="http://schemas.microsoft.com/office/drawing/2014/main" id="{3E868987-9337-4E93-8598-AA94843F1BAA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98" name="Rectangle 597">
                  <a:extLst>
                    <a:ext uri="{FF2B5EF4-FFF2-40B4-BE49-F238E27FC236}">
                      <a16:creationId xmlns:a16="http://schemas.microsoft.com/office/drawing/2014/main" id="{828635D0-A5A7-4023-87C2-BE001F1B4A59}"/>
                    </a:ext>
                  </a:extLst>
                </p:cNvPr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9" name="Oval 598">
                  <a:extLst>
                    <a:ext uri="{FF2B5EF4-FFF2-40B4-BE49-F238E27FC236}">
                      <a16:creationId xmlns:a16="http://schemas.microsoft.com/office/drawing/2014/main" id="{EB00A99F-FC5A-403D-84CE-3C5A90E9A3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F11CF390-EED7-424D-B8C2-B4D5ABC445C1}"/>
                    </a:ext>
                  </a:extLst>
                </p:cNvPr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1" name="Freeform 600">
                  <a:extLst>
                    <a:ext uri="{FF2B5EF4-FFF2-40B4-BE49-F238E27FC236}">
                      <a16:creationId xmlns:a16="http://schemas.microsoft.com/office/drawing/2014/main" id="{3C2E56E7-582D-4A48-A815-D5BDCB361C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602" name="Freeform 601">
                  <a:extLst>
                    <a:ext uri="{FF2B5EF4-FFF2-40B4-BE49-F238E27FC236}">
                      <a16:creationId xmlns:a16="http://schemas.microsoft.com/office/drawing/2014/main" id="{79955EBD-BC09-4711-B3B3-8ACCBE1ADF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603" name="Freeform 602">
                  <a:extLst>
                    <a:ext uri="{FF2B5EF4-FFF2-40B4-BE49-F238E27FC236}">
                      <a16:creationId xmlns:a16="http://schemas.microsoft.com/office/drawing/2014/main" id="{E0284AED-ED7F-47D2-BF30-0B9B9A0EE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cxnSp>
              <p:nvCxnSpPr>
                <p:cNvPr id="604" name="Straight Connector 603">
                  <a:extLst>
                    <a:ext uri="{FF2B5EF4-FFF2-40B4-BE49-F238E27FC236}">
                      <a16:creationId xmlns:a16="http://schemas.microsoft.com/office/drawing/2014/main" id="{8EA2FAA6-A8D4-46A7-89AE-F19084AEE2BE}"/>
                    </a:ext>
                  </a:extLst>
                </p:cNvPr>
                <p:cNvCxnSpPr>
                  <a:cxnSpLocks noChangeShapeType="1"/>
                  <a:endCxn id="599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05" name="Straight Connector 604">
                  <a:extLst>
                    <a:ext uri="{FF2B5EF4-FFF2-40B4-BE49-F238E27FC236}">
                      <a16:creationId xmlns:a16="http://schemas.microsoft.com/office/drawing/2014/main" id="{21D38AF6-79C4-4022-8475-6AFA1A69C1D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48281" name="Group 48258">
              <a:extLst>
                <a:ext uri="{FF2B5EF4-FFF2-40B4-BE49-F238E27FC236}">
                  <a16:creationId xmlns:a16="http://schemas.microsoft.com/office/drawing/2014/main" id="{2E88BD89-17B8-4088-A79D-3A8A56F7FC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1CA5C763-3220-448F-A120-A99849A07A5A}"/>
                  </a:ext>
                </a:extLst>
              </p:cNvPr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077CFB67-8631-4445-8A20-052A1101FCE7}"/>
                  </a:ext>
                </a:extLst>
              </p:cNvPr>
              <p:cNvCxnSpPr/>
              <p:nvPr/>
            </p:nvCxnSpPr>
            <p:spPr bwMode="auto">
              <a:xfrm flipH="1">
                <a:off x="7060242" y="3994054"/>
                <a:ext cx="1587" cy="136663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86" name="Group 634">
                <a:extLst>
                  <a:ext uri="{FF2B5EF4-FFF2-40B4-BE49-F238E27FC236}">
                    <a16:creationId xmlns:a16="http://schemas.microsoft.com/office/drawing/2014/main" id="{C695446E-4C5F-453E-8312-57AFD4CCE9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643" name="Oval 642">
                  <a:extLst>
                    <a:ext uri="{FF2B5EF4-FFF2-40B4-BE49-F238E27FC236}">
                      <a16:creationId xmlns:a16="http://schemas.microsoft.com/office/drawing/2014/main" id="{E5249A0B-BF51-4780-9548-8A7BBF76C562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40AF5FC0-2C33-45E4-9B2F-C300EE4531E5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5" name="Oval 644">
                  <a:extLst>
                    <a:ext uri="{FF2B5EF4-FFF2-40B4-BE49-F238E27FC236}">
                      <a16:creationId xmlns:a16="http://schemas.microsoft.com/office/drawing/2014/main" id="{F533EC07-5BB0-4A7D-B526-6A0954B0C013}"/>
                    </a:ext>
                  </a:extLst>
                </p:cNvPr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46" name="Straight Connector 645">
                  <a:extLst>
                    <a:ext uri="{FF2B5EF4-FFF2-40B4-BE49-F238E27FC236}">
                      <a16:creationId xmlns:a16="http://schemas.microsoft.com/office/drawing/2014/main" id="{619A56C9-4C8D-408D-8B09-C15DFFEAD508}"/>
                    </a:ext>
                  </a:extLst>
                </p:cNvPr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>
                  <a:extLst>
                    <a:ext uri="{FF2B5EF4-FFF2-40B4-BE49-F238E27FC236}">
                      <a16:creationId xmlns:a16="http://schemas.microsoft.com/office/drawing/2014/main" id="{2D3E0972-FBA6-4A45-A7A6-57E351BFEAC3}"/>
                    </a:ext>
                  </a:extLst>
                </p:cNvPr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37A0CA36-371B-4AA6-A096-60927A2EBA3D}"/>
                  </a:ext>
                </a:extLst>
              </p:cNvPr>
              <p:cNvSpPr/>
              <p:nvPr/>
            </p:nvSpPr>
            <p:spPr bwMode="auto"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8" name="Straight Connector 637">
                <a:extLst>
                  <a:ext uri="{FF2B5EF4-FFF2-40B4-BE49-F238E27FC236}">
                    <a16:creationId xmlns:a16="http://schemas.microsoft.com/office/drawing/2014/main" id="{6F735C99-68F9-4ADB-9281-F8F501AB5E1F}"/>
                  </a:ext>
                </a:extLst>
              </p:cNvPr>
              <p:cNvCxnSpPr/>
              <p:nvPr/>
            </p:nvCxnSpPr>
            <p:spPr bwMode="auto">
              <a:xfrm flipH="1">
                <a:off x="6547479" y="4001991"/>
                <a:ext cx="3175" cy="1452344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89" name="Group 622">
                <a:extLst>
                  <a:ext uri="{FF2B5EF4-FFF2-40B4-BE49-F238E27FC236}">
                    <a16:creationId xmlns:a16="http://schemas.microsoft.com/office/drawing/2014/main" id="{A023C293-E501-4AEF-B14A-275DA3A72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624" name="Oval 623">
                  <a:extLst>
                    <a:ext uri="{FF2B5EF4-FFF2-40B4-BE49-F238E27FC236}">
                      <a16:creationId xmlns:a16="http://schemas.microsoft.com/office/drawing/2014/main" id="{00AD0DEE-6E04-4ECF-A3C1-ED951834D1D1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25" name="Rectangle 624">
                  <a:extLst>
                    <a:ext uri="{FF2B5EF4-FFF2-40B4-BE49-F238E27FC236}">
                      <a16:creationId xmlns:a16="http://schemas.microsoft.com/office/drawing/2014/main" id="{3B83C026-EDBA-45E5-991C-38A632369199}"/>
                    </a:ext>
                  </a:extLst>
                </p:cNvPr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6" name="Oval 625">
                  <a:extLst>
                    <a:ext uri="{FF2B5EF4-FFF2-40B4-BE49-F238E27FC236}">
                      <a16:creationId xmlns:a16="http://schemas.microsoft.com/office/drawing/2014/main" id="{7C16B2F4-27C1-4B39-A258-B720D601E0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D39782A4-B755-43A8-9841-560FAFDBEA8B}"/>
                    </a:ext>
                  </a:extLst>
                </p:cNvPr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E6B240B7-8526-4205-94AA-BE6CF10B5F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14B73FA8-47B4-4196-BEA4-7B67CDA82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864FE437-D1BD-4CFE-8A74-5327571C8E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cxnSp>
              <p:nvCxnSpPr>
                <p:cNvPr id="631" name="Straight Connector 630">
                  <a:extLst>
                    <a:ext uri="{FF2B5EF4-FFF2-40B4-BE49-F238E27FC236}">
                      <a16:creationId xmlns:a16="http://schemas.microsoft.com/office/drawing/2014/main" id="{3649CD75-A4C7-4411-A900-92ADAF6836B2}"/>
                    </a:ext>
                  </a:extLst>
                </p:cNvPr>
                <p:cNvCxnSpPr>
                  <a:cxnSpLocks noChangeShapeType="1"/>
                  <a:endCxn id="626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32" name="Straight Connector 631">
                  <a:extLst>
                    <a:ext uri="{FF2B5EF4-FFF2-40B4-BE49-F238E27FC236}">
                      <a16:creationId xmlns:a16="http://schemas.microsoft.com/office/drawing/2014/main" id="{D9221371-00A1-4DF1-8E89-9A3CCC2FC1B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73D49C-E66D-41D5-BA16-BC4954880198}"/>
              </a:ext>
            </a:extLst>
          </p:cNvPr>
          <p:cNvGrpSpPr>
            <a:grpSpLocks/>
          </p:cNvGrpSpPr>
          <p:nvPr/>
        </p:nvGrpSpPr>
        <p:grpSpPr bwMode="auto">
          <a:xfrm>
            <a:off x="2381254" y="2476503"/>
            <a:ext cx="4416425" cy="2314575"/>
            <a:chOff x="2381956" y="2435173"/>
            <a:chExt cx="4415330" cy="2315048"/>
          </a:xfrm>
        </p:grpSpPr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5A665352-3C0A-4582-BFE4-189093CE0A5E}"/>
                </a:ext>
              </a:extLst>
            </p:cNvPr>
            <p:cNvSpPr/>
            <p:nvPr/>
          </p:nvSpPr>
          <p:spPr>
            <a:xfrm>
              <a:off x="2381956" y="2439937"/>
              <a:ext cx="296789" cy="1743431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CC0000"/>
                </a:solidFill>
              </a:endParaRPr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9D00C737-496A-48A0-B2A6-F87BFF1E7E3F}"/>
                </a:ext>
              </a:extLst>
            </p:cNvPr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C133EC48-6F37-40E9-90BA-2C4CFB0F54E9}"/>
                </a:ext>
              </a:extLst>
            </p:cNvPr>
            <p:cNvCxnSpPr/>
            <p:nvPr/>
          </p:nvCxnSpPr>
          <p:spPr>
            <a:xfrm flipV="1">
              <a:off x="5791061" y="2687638"/>
              <a:ext cx="7936" cy="2062583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C3ECA831-5C00-4EB5-9B39-67BCF26394B8}"/>
                </a:ext>
              </a:extLst>
            </p:cNvPr>
            <p:cNvCxnSpPr/>
            <p:nvPr/>
          </p:nvCxnSpPr>
          <p:spPr>
            <a:xfrm flipV="1">
              <a:off x="4599144" y="2708279"/>
              <a:ext cx="17458" cy="2037179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>
              <a:extLst>
                <a:ext uri="{FF2B5EF4-FFF2-40B4-BE49-F238E27FC236}">
                  <a16:creationId xmlns:a16="http://schemas.microsoft.com/office/drawing/2014/main" id="{D41ECCE9-02D1-4685-8BEC-0E487FB4E6FF}"/>
                </a:ext>
              </a:extLst>
            </p:cNvPr>
            <p:cNvCxnSpPr/>
            <p:nvPr/>
          </p:nvCxnSpPr>
          <p:spPr>
            <a:xfrm flipH="1" flipV="1">
              <a:off x="3807178" y="2762265"/>
              <a:ext cx="9523" cy="1983193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143" name="Text Box 167">
            <a:extLst>
              <a:ext uri="{FF2B5EF4-FFF2-40B4-BE49-F238E27FC236}">
                <a16:creationId xmlns:a16="http://schemas.microsoft.com/office/drawing/2014/main" id="{6B30FCE1-4C6B-4A24-836E-AA06AFC34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7" y="236540"/>
            <a:ext cx="6535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600">
                <a:solidFill>
                  <a:srgbClr val="000099"/>
                </a:solidFill>
                <a:latin typeface="Gill Sans MT" panose="020B0502020104020203" pitchFamily="34" charset="0"/>
              </a:rPr>
              <a:t>Logically centralized control plane</a:t>
            </a:r>
          </a:p>
        </p:txBody>
      </p:sp>
      <p:sp>
        <p:nvSpPr>
          <p:cNvPr id="48145" name="TextBox 335">
            <a:extLst>
              <a:ext uri="{FF2B5EF4-FFF2-40B4-BE49-F238E27FC236}">
                <a16:creationId xmlns:a16="http://schemas.microsoft.com/office/drawing/2014/main" id="{03E8E71F-20E5-41FF-893B-C78AAA6CB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9" y="1063628"/>
            <a:ext cx="845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A distinct (typically remote) controller interacts with local control agents (CAs)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F65745-BA78-402E-BB6D-E1D73C7881ED}"/>
              </a:ext>
            </a:extLst>
          </p:cNvPr>
          <p:cNvGrpSpPr>
            <a:grpSpLocks/>
          </p:cNvGrpSpPr>
          <p:nvPr/>
        </p:nvGrpSpPr>
        <p:grpSpPr bwMode="auto">
          <a:xfrm>
            <a:off x="2055814" y="4687891"/>
            <a:ext cx="4957763" cy="693737"/>
            <a:chOff x="2055070" y="4690247"/>
            <a:chExt cx="4956877" cy="694339"/>
          </a:xfrm>
        </p:grpSpPr>
        <p:grpSp>
          <p:nvGrpSpPr>
            <p:cNvPr id="48242" name="Group 554">
              <a:extLst>
                <a:ext uri="{FF2B5EF4-FFF2-40B4-BE49-F238E27FC236}">
                  <a16:creationId xmlns:a16="http://schemas.microsoft.com/office/drawing/2014/main" id="{A1793752-115E-497A-A837-60624A0DE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2B401FCB-E237-4D47-ADD2-2D7CB719309F}"/>
                  </a:ext>
                </a:extLst>
              </p:cNvPr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9" name="Straight Connector 558">
                <a:extLst>
                  <a:ext uri="{FF2B5EF4-FFF2-40B4-BE49-F238E27FC236}">
                    <a16:creationId xmlns:a16="http://schemas.microsoft.com/office/drawing/2014/main" id="{9ADD2436-5B1D-4653-937B-E4A15865834B}"/>
                  </a:ext>
                </a:extLst>
              </p:cNvPr>
              <p:cNvCxnSpPr/>
              <p:nvPr/>
            </p:nvCxnSpPr>
            <p:spPr>
              <a:xfrm>
                <a:off x="2932124" y="4005058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559">
                <a:extLst>
                  <a:ext uri="{FF2B5EF4-FFF2-40B4-BE49-F238E27FC236}">
                    <a16:creationId xmlns:a16="http://schemas.microsoft.com/office/drawing/2014/main" id="{40C43FC7-37EC-41C7-A137-18968C1AF51C}"/>
                  </a:ext>
                </a:extLst>
              </p:cNvPr>
              <p:cNvCxnSpPr/>
              <p:nvPr/>
            </p:nvCxnSpPr>
            <p:spPr>
              <a:xfrm>
                <a:off x="2932124" y="4068645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>
                <a:extLst>
                  <a:ext uri="{FF2B5EF4-FFF2-40B4-BE49-F238E27FC236}">
                    <a16:creationId xmlns:a16="http://schemas.microsoft.com/office/drawing/2014/main" id="{102F9A63-D1EF-422A-8D4A-97851B70FCAE}"/>
                  </a:ext>
                </a:extLst>
              </p:cNvPr>
              <p:cNvCxnSpPr>
                <a:stCxn id="558" idx="2"/>
              </p:cNvCxnSpPr>
              <p:nvPr/>
            </p:nvCxnSpPr>
            <p:spPr>
              <a:xfrm flipH="1" flipV="1">
                <a:off x="3148146" y="4005058"/>
                <a:ext cx="1589" cy="236859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43" name="Group 582">
              <a:extLst>
                <a:ext uri="{FF2B5EF4-FFF2-40B4-BE49-F238E27FC236}">
                  <a16:creationId xmlns:a16="http://schemas.microsoft.com/office/drawing/2014/main" id="{DE72FC9D-B6D9-4AE4-85AC-EE1ADFB3DE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83C7DC58-54C1-4932-ADCD-37031C166D21}"/>
                  </a:ext>
                </a:extLst>
              </p:cNvPr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6" name="Straight Connector 585">
                <a:extLst>
                  <a:ext uri="{FF2B5EF4-FFF2-40B4-BE49-F238E27FC236}">
                    <a16:creationId xmlns:a16="http://schemas.microsoft.com/office/drawing/2014/main" id="{6CB8477C-1459-4892-B923-BCFAF947EB38}"/>
                  </a:ext>
                </a:extLst>
              </p:cNvPr>
              <p:cNvCxnSpPr/>
              <p:nvPr/>
            </p:nvCxnSpPr>
            <p:spPr>
              <a:xfrm>
                <a:off x="2931985" y="4005125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586">
                <a:extLst>
                  <a:ext uri="{FF2B5EF4-FFF2-40B4-BE49-F238E27FC236}">
                    <a16:creationId xmlns:a16="http://schemas.microsoft.com/office/drawing/2014/main" id="{882E696B-9478-453A-A2A2-BACB7B00217C}"/>
                  </a:ext>
                </a:extLst>
              </p:cNvPr>
              <p:cNvCxnSpPr/>
              <p:nvPr/>
            </p:nvCxnSpPr>
            <p:spPr>
              <a:xfrm>
                <a:off x="2931985" y="4068711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587">
                <a:extLst>
                  <a:ext uri="{FF2B5EF4-FFF2-40B4-BE49-F238E27FC236}">
                    <a16:creationId xmlns:a16="http://schemas.microsoft.com/office/drawing/2014/main" id="{F4D81D5F-0EDE-4160-9002-8F7C2119C711}"/>
                  </a:ext>
                </a:extLst>
              </p:cNvPr>
              <p:cNvCxnSpPr>
                <a:stCxn id="585" idx="2"/>
              </p:cNvCxnSpPr>
              <p:nvPr/>
            </p:nvCxnSpPr>
            <p:spPr>
              <a:xfrm flipH="1" flipV="1">
                <a:off x="3148007" y="4005125"/>
                <a:ext cx="1588" cy="236859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44" name="Group 609">
              <a:extLst>
                <a:ext uri="{FF2B5EF4-FFF2-40B4-BE49-F238E27FC236}">
                  <a16:creationId xmlns:a16="http://schemas.microsoft.com/office/drawing/2014/main" id="{DE38E0CA-A63B-4B00-B400-B8341B9BA1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B8A476F7-D759-448C-B679-5D85BF42716A}"/>
                  </a:ext>
                </a:extLst>
              </p:cNvPr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3" name="Straight Connector 612">
                <a:extLst>
                  <a:ext uri="{FF2B5EF4-FFF2-40B4-BE49-F238E27FC236}">
                    <a16:creationId xmlns:a16="http://schemas.microsoft.com/office/drawing/2014/main" id="{1876F0D2-2F46-4ED1-A73D-B3C147E103DF}"/>
                  </a:ext>
                </a:extLst>
              </p:cNvPr>
              <p:cNvCxnSpPr/>
              <p:nvPr/>
            </p:nvCxnSpPr>
            <p:spPr>
              <a:xfrm>
                <a:off x="2931771" y="4004922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>
                <a:extLst>
                  <a:ext uri="{FF2B5EF4-FFF2-40B4-BE49-F238E27FC236}">
                    <a16:creationId xmlns:a16="http://schemas.microsoft.com/office/drawing/2014/main" id="{54C79B20-7CA3-4451-A231-F7ECFAAE42BF}"/>
                  </a:ext>
                </a:extLst>
              </p:cNvPr>
              <p:cNvCxnSpPr/>
              <p:nvPr/>
            </p:nvCxnSpPr>
            <p:spPr>
              <a:xfrm>
                <a:off x="2931771" y="4068509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CE49CB61-77BA-4F76-82FF-FA589081F45C}"/>
                  </a:ext>
                </a:extLst>
              </p:cNvPr>
              <p:cNvCxnSpPr>
                <a:stCxn id="612" idx="2"/>
              </p:cNvCxnSpPr>
              <p:nvPr/>
            </p:nvCxnSpPr>
            <p:spPr>
              <a:xfrm flipH="1" flipV="1">
                <a:off x="3147792" y="4004922"/>
                <a:ext cx="1588" cy="236858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45" name="Group 636">
              <a:extLst>
                <a:ext uri="{FF2B5EF4-FFF2-40B4-BE49-F238E27FC236}">
                  <a16:creationId xmlns:a16="http://schemas.microsoft.com/office/drawing/2014/main" id="{AE4EDBF0-4BF3-405D-9720-B484AF5F25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4313851F-0779-4D36-8147-964D6F99B90C}"/>
                  </a:ext>
                </a:extLst>
              </p:cNvPr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40" name="Straight Connector 639">
                <a:extLst>
                  <a:ext uri="{FF2B5EF4-FFF2-40B4-BE49-F238E27FC236}">
                    <a16:creationId xmlns:a16="http://schemas.microsoft.com/office/drawing/2014/main" id="{4E451B93-74E1-4FA5-984A-45998B4F8EC9}"/>
                  </a:ext>
                </a:extLst>
              </p:cNvPr>
              <p:cNvCxnSpPr/>
              <p:nvPr/>
            </p:nvCxnSpPr>
            <p:spPr>
              <a:xfrm>
                <a:off x="2931660" y="4005215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Straight Connector 640">
                <a:extLst>
                  <a:ext uri="{FF2B5EF4-FFF2-40B4-BE49-F238E27FC236}">
                    <a16:creationId xmlns:a16="http://schemas.microsoft.com/office/drawing/2014/main" id="{EC7A4154-4D1E-47A8-9595-7BB7015DC339}"/>
                  </a:ext>
                </a:extLst>
              </p:cNvPr>
              <p:cNvCxnSpPr/>
              <p:nvPr/>
            </p:nvCxnSpPr>
            <p:spPr>
              <a:xfrm>
                <a:off x="2931660" y="4067152"/>
                <a:ext cx="425689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>
                <a:extLst>
                  <a:ext uri="{FF2B5EF4-FFF2-40B4-BE49-F238E27FC236}">
                    <a16:creationId xmlns:a16="http://schemas.microsoft.com/office/drawing/2014/main" id="{F8FEE778-FB95-4142-80EC-EDC19331582C}"/>
                  </a:ext>
                </a:extLst>
              </p:cNvPr>
              <p:cNvCxnSpPr>
                <a:stCxn id="639" idx="2"/>
              </p:cNvCxnSpPr>
              <p:nvPr/>
            </p:nvCxnSpPr>
            <p:spPr>
              <a:xfrm flipH="1" flipV="1">
                <a:off x="3147681" y="4005215"/>
                <a:ext cx="1588" cy="23663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46" name="Group 554">
              <a:extLst>
                <a:ext uri="{FF2B5EF4-FFF2-40B4-BE49-F238E27FC236}">
                  <a16:creationId xmlns:a16="http://schemas.microsoft.com/office/drawing/2014/main" id="{E0889FFD-AA96-49A9-B35B-EE184ED06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096014B9-8D85-4F9D-8B18-50B16404B23D}"/>
                  </a:ext>
                </a:extLst>
              </p:cNvPr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C24F623D-3061-4F05-A31B-85ACCA130DF7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A4CA53CE-0692-4C2E-AD92-983C3B85DDBF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E7E3A90E-A634-40F1-9DB0-148BDCFABA3A}"/>
                  </a:ext>
                </a:extLst>
              </p:cNvPr>
              <p:cNvCxnSpPr>
                <a:stCxn id="358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147" name="Group 347">
            <a:extLst>
              <a:ext uri="{FF2B5EF4-FFF2-40B4-BE49-F238E27FC236}">
                <a16:creationId xmlns:a16="http://schemas.microsoft.com/office/drawing/2014/main" id="{55DAF00F-46CA-4136-AF08-479E2D1E0B24}"/>
              </a:ext>
            </a:extLst>
          </p:cNvPr>
          <p:cNvGrpSpPr>
            <a:grpSpLocks/>
          </p:cNvGrpSpPr>
          <p:nvPr/>
        </p:nvGrpSpPr>
        <p:grpSpPr bwMode="auto">
          <a:xfrm>
            <a:off x="5856289" y="5943600"/>
            <a:ext cx="588963" cy="242888"/>
            <a:chOff x="1871277" y="1576300"/>
            <a:chExt cx="1128371" cy="437861"/>
          </a:xfrm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0F2E584D-4D66-41B7-BE3D-E5E5B632B9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6"/>
              <a:ext cx="1125331" cy="320525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301329B7-5C51-4646-90F5-502F14FCBB26}"/>
                </a:ext>
              </a:extLst>
            </p:cNvPr>
            <p:cNvSpPr/>
            <p:nvPr/>
          </p:nvSpPr>
          <p:spPr bwMode="auto"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BF8904A6-5D1F-420F-B097-529134F9CF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5E571DE7-16D2-423B-BA91-2D05F8D58D7E}"/>
                </a:ext>
              </a:extLst>
            </p:cNvPr>
            <p:cNvSpPr/>
            <p:nvPr/>
          </p:nvSpPr>
          <p:spPr bwMode="auto">
            <a:xfrm>
              <a:off x="2160212" y="1673602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21B8EA10-3C7F-40BD-BA35-F8EE60504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2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7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6 h 932950"/>
                <a:gd name="T12" fmla="*/ 536535 w 3723451"/>
                <a:gd name="T13" fmla="*/ 47040 h 932950"/>
                <a:gd name="T14" fmla="*/ 334214 w 3723451"/>
                <a:gd name="T15" fmla="*/ 111612 h 932950"/>
                <a:gd name="T16" fmla="*/ 126717 w 3723451"/>
                <a:gd name="T17" fmla="*/ 49415 h 932950"/>
                <a:gd name="T18" fmla="*/ 93168 w 3723451"/>
                <a:gd name="T19" fmla="*/ 56128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FAE3D412-5D06-43A7-A9D7-17AB11A9B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8"/>
              <a:ext cx="243315" cy="97302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8 h 809868"/>
                <a:gd name="T4" fmla="*/ 154017 w 1366596"/>
                <a:gd name="T5" fmla="*/ 97302 h 809868"/>
                <a:gd name="T6" fmla="*/ 819 w 1366596"/>
                <a:gd name="T7" fmla="*/ 51415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CA50CA43-3E61-4BCE-83D3-173055B36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2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2 h 791462"/>
                <a:gd name="T6" fmla="*/ 0 w 1348191"/>
                <a:gd name="T7" fmla="*/ 75239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2B0914B-56DE-47DE-8F97-0A054274EE21}"/>
                </a:ext>
              </a:extLst>
            </p:cNvPr>
            <p:cNvCxnSpPr>
              <a:cxnSpLocks noChangeShapeType="1"/>
              <a:endCxn id="365" idx="2"/>
            </p:cNvCxnSpPr>
            <p:nvPr/>
          </p:nvCxnSpPr>
          <p:spPr bwMode="auto">
            <a:xfrm flipH="1" flipV="1">
              <a:off x="1871277" y="1736563"/>
              <a:ext cx="3040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31BB420-41ED-49D4-A90B-C50A971138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2"/>
              <a:ext cx="3040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148" name="Group 347">
            <a:extLst>
              <a:ext uri="{FF2B5EF4-FFF2-40B4-BE49-F238E27FC236}">
                <a16:creationId xmlns:a16="http://schemas.microsoft.com/office/drawing/2014/main" id="{1B80D747-A0CD-4EBB-9455-5F2B9EDC6DD8}"/>
              </a:ext>
            </a:extLst>
          </p:cNvPr>
          <p:cNvGrpSpPr>
            <a:grpSpLocks/>
          </p:cNvGrpSpPr>
          <p:nvPr/>
        </p:nvGrpSpPr>
        <p:grpSpPr bwMode="auto">
          <a:xfrm>
            <a:off x="4375153" y="5802316"/>
            <a:ext cx="588963" cy="242887"/>
            <a:chOff x="1871277" y="1576300"/>
            <a:chExt cx="1128371" cy="437861"/>
          </a:xfrm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BB54808C-9863-4A2C-876D-CE2FE7DD9A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9" y="1693635"/>
              <a:ext cx="1125329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7DC3729B-C592-4E08-9A9F-FBECDDDD1543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F43B1D01-56A0-4ECF-90CA-C8341934143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67F93597-3219-49E6-9478-E42B4BC0659C}"/>
                </a:ext>
              </a:extLst>
            </p:cNvPr>
            <p:cNvSpPr/>
            <p:nvPr/>
          </p:nvSpPr>
          <p:spPr bwMode="auto">
            <a:xfrm>
              <a:off x="2160214" y="1673603"/>
              <a:ext cx="547457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D90C353B-5BE5-4718-84BF-3B728744F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1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6 w 3723451"/>
                <a:gd name="T5" fmla="*/ 62276 h 932950"/>
                <a:gd name="T6" fmla="*/ 534416 w 3723451"/>
                <a:gd name="T7" fmla="*/ 0 h 932950"/>
                <a:gd name="T8" fmla="*/ 663031 w 3723451"/>
                <a:gd name="T9" fmla="*/ 24782 h 932950"/>
                <a:gd name="T10" fmla="*/ 567342 w 3723451"/>
                <a:gd name="T11" fmla="*/ 55255 h 932950"/>
                <a:gd name="T12" fmla="*/ 536534 w 3723451"/>
                <a:gd name="T13" fmla="*/ 47039 h 932950"/>
                <a:gd name="T14" fmla="*/ 334213 w 3723451"/>
                <a:gd name="T15" fmla="*/ 111611 h 932950"/>
                <a:gd name="T16" fmla="*/ 126716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A10284F2-FA71-4476-B53F-D214C0D0A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1" y="1727977"/>
              <a:ext cx="243314" cy="97303"/>
            </a:xfrm>
            <a:custGeom>
              <a:avLst/>
              <a:gdLst>
                <a:gd name="T0" fmla="*/ 0 w 1366596"/>
                <a:gd name="T1" fmla="*/ 0 h 809868"/>
                <a:gd name="T2" fmla="*/ 243314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70370B6A-16EC-4802-B759-6B0B6E15D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4" cy="97303"/>
            </a:xfrm>
            <a:custGeom>
              <a:avLst/>
              <a:gdLst>
                <a:gd name="T0" fmla="*/ 236994 w 1348191"/>
                <a:gd name="T1" fmla="*/ 0 h 791462"/>
                <a:gd name="T2" fmla="*/ 240274 w 1348191"/>
                <a:gd name="T3" fmla="*/ 46954 h 791462"/>
                <a:gd name="T4" fmla="*/ 86925 w 1348191"/>
                <a:gd name="T5" fmla="*/ 97303 h 791462"/>
                <a:gd name="T6" fmla="*/ 0 w 1348191"/>
                <a:gd name="T7" fmla="*/ 75240 h 791462"/>
                <a:gd name="T8" fmla="*/ 23699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2DB911CA-A21D-4A25-A14B-BE8A03531B49}"/>
                </a:ext>
              </a:extLst>
            </p:cNvPr>
            <p:cNvCxnSpPr>
              <a:cxnSpLocks noChangeShapeType="1"/>
              <a:endCxn id="375" idx="2"/>
            </p:cNvCxnSpPr>
            <p:nvPr/>
          </p:nvCxnSpPr>
          <p:spPr bwMode="auto">
            <a:xfrm flipH="1" flipV="1">
              <a:off x="1871277" y="1736563"/>
              <a:ext cx="3042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3CE8B738-2766-48D6-8D14-E9EE2D72F4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6" y="1733700"/>
              <a:ext cx="3042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149" name="Group 347">
            <a:extLst>
              <a:ext uri="{FF2B5EF4-FFF2-40B4-BE49-F238E27FC236}">
                <a16:creationId xmlns:a16="http://schemas.microsoft.com/office/drawing/2014/main" id="{568B9971-F021-4EA0-9629-42DEAE484E01}"/>
              </a:ext>
            </a:extLst>
          </p:cNvPr>
          <p:cNvGrpSpPr>
            <a:grpSpLocks/>
          </p:cNvGrpSpPr>
          <p:nvPr/>
        </p:nvGrpSpPr>
        <p:grpSpPr bwMode="auto">
          <a:xfrm>
            <a:off x="5167314" y="6262691"/>
            <a:ext cx="588963" cy="242887"/>
            <a:chOff x="1871277" y="1576300"/>
            <a:chExt cx="1128371" cy="437861"/>
          </a:xfrm>
        </p:grpSpPr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165CC643-7C6A-4EA2-9795-E0CC400076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173388DE-EBE9-4CC1-9680-D8B765FDA227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9165E690-E2A9-42C7-9E33-FD46B66CFD1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8A14FDC3-0D6C-441E-B26F-0357A5E0559E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41EA28CC-BEB3-4E20-8FCB-4C43D4DD6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F4845E1F-6444-4C45-BD8A-DF0873A1C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D73A95C7-587D-42AB-BAEC-168C04C0F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10AEAD4C-1475-4107-9BE7-EA282A614EED}"/>
                </a:ext>
              </a:extLst>
            </p:cNvPr>
            <p:cNvCxnSpPr>
              <a:cxnSpLocks noChangeShapeType="1"/>
              <a:endCxn id="41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A3CE3D8C-9F57-4EE6-BAE9-3A49D6400C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150" name="Group 347">
            <a:extLst>
              <a:ext uri="{FF2B5EF4-FFF2-40B4-BE49-F238E27FC236}">
                <a16:creationId xmlns:a16="http://schemas.microsoft.com/office/drawing/2014/main" id="{525DFACE-0168-4FF1-90E2-FC0AC857FED4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6354767"/>
            <a:ext cx="588963" cy="242887"/>
            <a:chOff x="1871277" y="1576300"/>
            <a:chExt cx="1128371" cy="437861"/>
          </a:xfrm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368B96E9-3A5D-44A5-BB6B-C384D1CC66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D2D7D753-F8F6-4E35-B2F7-B21C577827EB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4DC23ABE-6E79-4A86-B64A-984AED52DE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9BAADF25-98C4-4A3E-84CC-A1183FD52DE2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EF59CEE6-1EB9-48B3-A3D7-31A018031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31E27CA6-FAC5-479D-8879-8503984DB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53C86860-A67A-445E-A138-657402BE1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99266D20-12E2-4754-850F-C19748A1CA12}"/>
                </a:ext>
              </a:extLst>
            </p:cNvPr>
            <p:cNvCxnSpPr>
              <a:cxnSpLocks noChangeShapeType="1"/>
              <a:endCxn id="434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D4FEFC9D-B44E-413A-B6BF-1803447236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B39701-16E9-4C48-9274-678C61D58C3B}"/>
              </a:ext>
            </a:extLst>
          </p:cNvPr>
          <p:cNvGrpSpPr>
            <a:grpSpLocks/>
          </p:cNvGrpSpPr>
          <p:nvPr/>
        </p:nvGrpSpPr>
        <p:grpSpPr bwMode="auto">
          <a:xfrm>
            <a:off x="1925640" y="2220915"/>
            <a:ext cx="5095874" cy="2831043"/>
            <a:chOff x="1925876" y="2212958"/>
            <a:chExt cx="5095391" cy="2832231"/>
          </a:xfrm>
        </p:grpSpPr>
        <p:grpSp>
          <p:nvGrpSpPr>
            <p:cNvPr id="48178" name="Group 11">
              <a:extLst>
                <a:ext uri="{FF2B5EF4-FFF2-40B4-BE49-F238E27FC236}">
                  <a16:creationId xmlns:a16="http://schemas.microsoft.com/office/drawing/2014/main" id="{62DAEC9D-085D-4BF4-BC22-4628817CDE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948" y="2212958"/>
              <a:ext cx="3598520" cy="493919"/>
              <a:chOff x="2704632" y="2011398"/>
              <a:chExt cx="3598520" cy="493919"/>
            </a:xfrm>
          </p:grpSpPr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DB015FC1-E5AD-4F56-B231-E9355FA24523}"/>
                  </a:ext>
                </a:extLst>
              </p:cNvPr>
              <p:cNvSpPr/>
              <p:nvPr/>
            </p:nvSpPr>
            <p:spPr bwMode="auto">
              <a:xfrm>
                <a:off x="2722092" y="2011398"/>
                <a:ext cx="3581060" cy="492331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01C85EC4-8D04-4D96-943B-6AB68A836C5E}"/>
                  </a:ext>
                </a:extLst>
              </p:cNvPr>
              <p:cNvSpPr/>
              <p:nvPr/>
            </p:nvSpPr>
            <p:spPr bwMode="auto">
              <a:xfrm>
                <a:off x="2704632" y="2012986"/>
                <a:ext cx="3581060" cy="492331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8205" name="TextBox 389">
                <a:extLst>
                  <a:ext uri="{FF2B5EF4-FFF2-40B4-BE49-F238E27FC236}">
                    <a16:creationId xmlns:a16="http://schemas.microsoft.com/office/drawing/2014/main" id="{EFE78A96-11D4-47E1-84E2-50D90AA74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3126" y="2127167"/>
                <a:ext cx="2056778" cy="289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Remote Controller</a:t>
                </a:r>
              </a:p>
            </p:txBody>
          </p:sp>
        </p:grpSp>
        <p:grpSp>
          <p:nvGrpSpPr>
            <p:cNvPr id="48179" name="Group 441">
              <a:extLst>
                <a:ext uri="{FF2B5EF4-FFF2-40B4-BE49-F238E27FC236}">
                  <a16:creationId xmlns:a16="http://schemas.microsoft.com/office/drawing/2014/main" id="{1EE5BFDE-E105-4CEF-8CB3-461DC46228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5876" y="4223578"/>
              <a:ext cx="923837" cy="406570"/>
              <a:chOff x="2705100" y="2011480"/>
              <a:chExt cx="3598690" cy="494427"/>
            </a:xfrm>
          </p:grpSpPr>
          <p:sp>
            <p:nvSpPr>
              <p:cNvPr id="443" name="Oval 442">
                <a:extLst>
                  <a:ext uri="{FF2B5EF4-FFF2-40B4-BE49-F238E27FC236}">
                    <a16:creationId xmlns:a16="http://schemas.microsoft.com/office/drawing/2014/main" id="{BD0D08FD-D6B8-40D7-A538-43CDEE3A38A6}"/>
                  </a:ext>
                </a:extLst>
              </p:cNvPr>
              <p:cNvSpPr/>
              <p:nvPr/>
            </p:nvSpPr>
            <p:spPr bwMode="auto"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EEA360ED-E32A-4C6B-89F9-5C94F416D8CC}"/>
                  </a:ext>
                </a:extLst>
              </p:cNvPr>
              <p:cNvSpPr/>
              <p:nvPr/>
            </p:nvSpPr>
            <p:spPr bwMode="auto"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8202" name="TextBox 389">
                <a:extLst>
                  <a:ext uri="{FF2B5EF4-FFF2-40B4-BE49-F238E27FC236}">
                    <a16:creationId xmlns:a16="http://schemas.microsoft.com/office/drawing/2014/main" id="{439DFBF2-67F6-431A-8515-EED74E49F8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7507" y="2127167"/>
                <a:ext cx="1968016" cy="351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CA</a:t>
                </a:r>
              </a:p>
            </p:txBody>
          </p:sp>
        </p:grpSp>
        <p:grpSp>
          <p:nvGrpSpPr>
            <p:cNvPr id="48180" name="Group 16">
              <a:extLst>
                <a:ext uri="{FF2B5EF4-FFF2-40B4-BE49-F238E27FC236}">
                  <a16:creationId xmlns:a16="http://schemas.microsoft.com/office/drawing/2014/main" id="{7460EE90-6781-4D48-B472-5BA5F57F50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9508" y="4760377"/>
              <a:ext cx="463568" cy="284812"/>
              <a:chOff x="3558850" y="4573304"/>
              <a:chExt cx="463568" cy="284812"/>
            </a:xfrm>
          </p:grpSpPr>
          <p:grpSp>
            <p:nvGrpSpPr>
              <p:cNvPr id="48196" name="Group 12">
                <a:extLst>
                  <a:ext uri="{FF2B5EF4-FFF2-40B4-BE49-F238E27FC236}">
                    <a16:creationId xmlns:a16="http://schemas.microsoft.com/office/drawing/2014/main" id="{C3F37636-BF8C-46B5-8DD0-24CAB1EF69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55ECFFFE-8495-4FBE-8616-BA8C4E242BAE}"/>
                    </a:ext>
                  </a:extLst>
                </p:cNvPr>
                <p:cNvSpPr/>
                <p:nvPr/>
              </p:nvSpPr>
              <p:spPr bwMode="auto"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BE3B0EC6-3B3B-4156-A754-547BA67DC08E}"/>
                    </a:ext>
                  </a:extLst>
                </p:cNvPr>
                <p:cNvSpPr/>
                <p:nvPr/>
              </p:nvSpPr>
              <p:spPr bwMode="auto"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8197" name="TextBox 389">
                <a:extLst>
                  <a:ext uri="{FF2B5EF4-FFF2-40B4-BE49-F238E27FC236}">
                    <a16:creationId xmlns:a16="http://schemas.microsoft.com/office/drawing/2014/main" id="{6C11555B-A133-4E89-9B41-1F582EAF17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624" y="4573304"/>
                <a:ext cx="434693" cy="284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altLang="en-US" sz="1400">
                    <a:solidFill>
                      <a:schemeClr val="bg1"/>
                    </a:solidFill>
                  </a:rPr>
                  <a:t>CA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181" name="Group 450">
              <a:extLst>
                <a:ext uri="{FF2B5EF4-FFF2-40B4-BE49-F238E27FC236}">
                  <a16:creationId xmlns:a16="http://schemas.microsoft.com/office/drawing/2014/main" id="{0F7FA8CB-F89A-4DAF-AA29-E49CB21F5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9656" y="4758258"/>
              <a:ext cx="463568" cy="284812"/>
              <a:chOff x="3558850" y="4573304"/>
              <a:chExt cx="463568" cy="284812"/>
            </a:xfrm>
          </p:grpSpPr>
          <p:grpSp>
            <p:nvGrpSpPr>
              <p:cNvPr id="48192" name="Group 451">
                <a:extLst>
                  <a:ext uri="{FF2B5EF4-FFF2-40B4-BE49-F238E27FC236}">
                    <a16:creationId xmlns:a16="http://schemas.microsoft.com/office/drawing/2014/main" id="{35556E82-777B-48EA-AE0F-C45AF7CB74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4ECEA0BF-A32A-4275-B7A4-3CC9104B7FAC}"/>
                    </a:ext>
                  </a:extLst>
                </p:cNvPr>
                <p:cNvSpPr/>
                <p:nvPr/>
              </p:nvSpPr>
              <p:spPr bwMode="auto"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07EC810E-CFD1-4900-A97B-8F32B6921B95}"/>
                    </a:ext>
                  </a:extLst>
                </p:cNvPr>
                <p:cNvSpPr/>
                <p:nvPr/>
              </p:nvSpPr>
              <p:spPr bwMode="auto"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8193" name="TextBox 389">
                <a:extLst>
                  <a:ext uri="{FF2B5EF4-FFF2-40B4-BE49-F238E27FC236}">
                    <a16:creationId xmlns:a16="http://schemas.microsoft.com/office/drawing/2014/main" id="{0E4E04D5-FD31-4908-9B15-2AFC3A5152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624" y="4573304"/>
                <a:ext cx="434693" cy="284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altLang="en-US" sz="1400">
                    <a:solidFill>
                      <a:schemeClr val="bg1"/>
                    </a:solidFill>
                  </a:rPr>
                  <a:t>CA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182" name="Group 455">
              <a:extLst>
                <a:ext uri="{FF2B5EF4-FFF2-40B4-BE49-F238E27FC236}">
                  <a16:creationId xmlns:a16="http://schemas.microsoft.com/office/drawing/2014/main" id="{35FCBA6B-3F65-4019-9D9A-D11237F99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9912" y="4756140"/>
              <a:ext cx="463568" cy="284812"/>
              <a:chOff x="3558850" y="4573304"/>
              <a:chExt cx="463568" cy="284812"/>
            </a:xfrm>
          </p:grpSpPr>
          <p:grpSp>
            <p:nvGrpSpPr>
              <p:cNvPr id="48188" name="Group 456">
                <a:extLst>
                  <a:ext uri="{FF2B5EF4-FFF2-40B4-BE49-F238E27FC236}">
                    <a16:creationId xmlns:a16="http://schemas.microsoft.com/office/drawing/2014/main" id="{C2B4CAB5-0581-44BA-9EDF-CE523A745E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136D7FE4-30BE-4D03-9B79-BEE4B120B02B}"/>
                    </a:ext>
                  </a:extLst>
                </p:cNvPr>
                <p:cNvSpPr/>
                <p:nvPr/>
              </p:nvSpPr>
              <p:spPr bwMode="auto"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9221F75D-C151-43BF-91F3-14FB5F0DF1F6}"/>
                    </a:ext>
                  </a:extLst>
                </p:cNvPr>
                <p:cNvSpPr/>
                <p:nvPr/>
              </p:nvSpPr>
              <p:spPr bwMode="auto"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8189" name="TextBox 389">
                <a:extLst>
                  <a:ext uri="{FF2B5EF4-FFF2-40B4-BE49-F238E27FC236}">
                    <a16:creationId xmlns:a16="http://schemas.microsoft.com/office/drawing/2014/main" id="{83D79B6A-B7AE-4C64-9DCE-2DD2497AD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624" y="4573304"/>
                <a:ext cx="434693" cy="284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altLang="en-US" sz="1400">
                    <a:solidFill>
                      <a:schemeClr val="bg1"/>
                    </a:solidFill>
                  </a:rPr>
                  <a:t>CA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183" name="Group 460">
              <a:extLst>
                <a:ext uri="{FF2B5EF4-FFF2-40B4-BE49-F238E27FC236}">
                  <a16:creationId xmlns:a16="http://schemas.microsoft.com/office/drawing/2014/main" id="{3FA84DCB-32FB-483A-A013-D2DCAFA814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7699" y="4754022"/>
              <a:ext cx="463568" cy="284812"/>
              <a:chOff x="3558850" y="4573304"/>
              <a:chExt cx="463568" cy="284812"/>
            </a:xfrm>
          </p:grpSpPr>
          <p:grpSp>
            <p:nvGrpSpPr>
              <p:cNvPr id="48184" name="Group 461">
                <a:extLst>
                  <a:ext uri="{FF2B5EF4-FFF2-40B4-BE49-F238E27FC236}">
                    <a16:creationId xmlns:a16="http://schemas.microsoft.com/office/drawing/2014/main" id="{9EE6D363-C139-49C8-8710-879BDE5CEB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F62E8F45-E6CB-4783-8960-418720F7ACC6}"/>
                    </a:ext>
                  </a:extLst>
                </p:cNvPr>
                <p:cNvSpPr/>
                <p:nvPr/>
              </p:nvSpPr>
              <p:spPr bwMode="auto"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09F929FE-938A-4FA0-A8F8-3DE47D992AAD}"/>
                    </a:ext>
                  </a:extLst>
                </p:cNvPr>
                <p:cNvSpPr/>
                <p:nvPr/>
              </p:nvSpPr>
              <p:spPr bwMode="auto"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8185" name="TextBox 389">
                <a:extLst>
                  <a:ext uri="{FF2B5EF4-FFF2-40B4-BE49-F238E27FC236}">
                    <a16:creationId xmlns:a16="http://schemas.microsoft.com/office/drawing/2014/main" id="{5A00C446-B504-4046-8F15-66D4E4AE39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624" y="4573304"/>
                <a:ext cx="434693" cy="284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altLang="en-US" sz="1400">
                    <a:solidFill>
                      <a:schemeClr val="bg1"/>
                    </a:solidFill>
                  </a:rPr>
                  <a:t>CA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8154" name="Group 1">
            <a:extLst>
              <a:ext uri="{FF2B5EF4-FFF2-40B4-BE49-F238E27FC236}">
                <a16:creationId xmlns:a16="http://schemas.microsoft.com/office/drawing/2014/main" id="{F29512EC-8BAB-4C63-90FA-B4042AA534F6}"/>
              </a:ext>
            </a:extLst>
          </p:cNvPr>
          <p:cNvGrpSpPr>
            <a:grpSpLocks/>
          </p:cNvGrpSpPr>
          <p:nvPr/>
        </p:nvGrpSpPr>
        <p:grpSpPr bwMode="auto">
          <a:xfrm>
            <a:off x="938215" y="5527679"/>
            <a:ext cx="2704850" cy="902474"/>
            <a:chOff x="938213" y="5237164"/>
            <a:chExt cx="2704852" cy="902473"/>
          </a:xfrm>
        </p:grpSpPr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0C1690E-FE4E-4F30-AAF5-94000CA5E54E}"/>
                </a:ext>
              </a:extLst>
            </p:cNvPr>
            <p:cNvCxnSpPr/>
            <p:nvPr/>
          </p:nvCxnSpPr>
          <p:spPr>
            <a:xfrm flipH="1">
              <a:off x="1282700" y="5802312"/>
              <a:ext cx="1508125" cy="1588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157" name="TextBox 265">
              <a:extLst>
                <a:ext uri="{FF2B5EF4-FFF2-40B4-BE49-F238E27FC236}">
                  <a16:creationId xmlns:a16="http://schemas.microsoft.com/office/drawing/2014/main" id="{5EF19C64-8B57-413B-8EDB-86A1A7D2C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2" y="5473700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200"/>
                <a:t>1</a:t>
              </a:r>
            </a:p>
          </p:txBody>
        </p:sp>
        <p:sp>
          <p:nvSpPr>
            <p:cNvPr id="48158" name="TextBox 281">
              <a:extLst>
                <a:ext uri="{FF2B5EF4-FFF2-40B4-BE49-F238E27FC236}">
                  <a16:creationId xmlns:a16="http://schemas.microsoft.com/office/drawing/2014/main" id="{DC4B9888-3DE2-4374-8BAC-C0EE0721F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9" y="5761038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200"/>
                <a:t>2</a:t>
              </a:r>
            </a:p>
          </p:txBody>
        </p:sp>
        <p:grpSp>
          <p:nvGrpSpPr>
            <p:cNvPr id="48159" name="Group 5">
              <a:extLst>
                <a:ext uri="{FF2B5EF4-FFF2-40B4-BE49-F238E27FC236}">
                  <a16:creationId xmlns:a16="http://schemas.microsoft.com/office/drawing/2014/main" id="{4544D3E7-FDEE-4C8F-AA95-81BFFF097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4"/>
              <a:ext cx="1616075" cy="524150"/>
              <a:chOff x="-4079003" y="2717403"/>
              <a:chExt cx="1616718" cy="525347"/>
            </a:xfrm>
          </p:grpSpPr>
          <p:sp>
            <p:nvSpPr>
              <p:cNvPr id="48172" name="Rectangle 97">
                <a:extLst>
                  <a:ext uri="{FF2B5EF4-FFF2-40B4-BE49-F238E27FC236}">
                    <a16:creationId xmlns:a16="http://schemas.microsoft.com/office/drawing/2014/main" id="{FE0A7864-B918-4B7E-869F-40C4FA118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52413" y="2965119"/>
                <a:ext cx="1290538" cy="20875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173" name="Rectangle 98">
                <a:extLst>
                  <a:ext uri="{FF2B5EF4-FFF2-40B4-BE49-F238E27FC236}">
                    <a16:creationId xmlns:a16="http://schemas.microsoft.com/office/drawing/2014/main" id="{69A9073D-4CF2-4BFE-8507-094F54483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174" name="Line 99">
                <a:extLst>
                  <a:ext uri="{FF2B5EF4-FFF2-40B4-BE49-F238E27FC236}">
                    <a16:creationId xmlns:a16="http://schemas.microsoft.com/office/drawing/2014/main" id="{13D897F8-555B-44D3-99BF-A14129AD4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75" name="Rectangle 104">
                <a:extLst>
                  <a:ext uri="{FF2B5EF4-FFF2-40B4-BE49-F238E27FC236}">
                    <a16:creationId xmlns:a16="http://schemas.microsoft.com/office/drawing/2014/main" id="{164B9B29-0C17-4DB3-B482-7122DBB60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48176" name="Text Box 105">
                <a:extLst>
                  <a:ext uri="{FF2B5EF4-FFF2-40B4-BE49-F238E27FC236}">
                    <a16:creationId xmlns:a16="http://schemas.microsoft.com/office/drawing/2014/main" id="{0F69CA14-5E6F-45A6-88A3-B650686606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01876" cy="2776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200"/>
                  <a:t>0111</a:t>
                </a:r>
              </a:p>
            </p:txBody>
          </p:sp>
          <p:sp>
            <p:nvSpPr>
              <p:cNvPr id="48177" name="Line 119">
                <a:extLst>
                  <a:ext uri="{FF2B5EF4-FFF2-40B4-BE49-F238E27FC236}">
                    <a16:creationId xmlns:a16="http://schemas.microsoft.com/office/drawing/2014/main" id="{A0839292-00E0-4137-9EA3-1AA7DF6B1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8160" name="Freeform 120">
              <a:extLst>
                <a:ext uri="{FF2B5EF4-FFF2-40B4-BE49-F238E27FC236}">
                  <a16:creationId xmlns:a16="http://schemas.microsoft.com/office/drawing/2014/main" id="{ECD648C3-4899-4B4A-AD2D-D133A1B46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61" name="Group 357">
              <a:extLst>
                <a:ext uri="{FF2B5EF4-FFF2-40B4-BE49-F238E27FC236}">
                  <a16:creationId xmlns:a16="http://schemas.microsoft.com/office/drawing/2014/main" id="{D17CDD5B-6B8D-43FE-B3B1-51716EFF9C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AD425076-4C93-4B8A-AE75-5CD2D91FA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1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DAEC565A-EDF7-4528-930A-AC2F0C935542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ACA323A6-3F5A-412C-B796-6AC4A3342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E3965D4D-20DB-403B-B5B4-0E39B790DE09}"/>
                  </a:ext>
                </a:extLst>
              </p:cNvPr>
              <p:cNvSpPr/>
              <p:nvPr/>
            </p:nvSpPr>
            <p:spPr bwMode="auto">
              <a:xfrm>
                <a:off x="2159710" y="1673340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B9858B83-27EF-4930-AD0D-E10509F97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70 h 932950"/>
                  <a:gd name="T6" fmla="*/ 533941 w 3723451"/>
                  <a:gd name="T7" fmla="*/ 0 h 932950"/>
                  <a:gd name="T8" fmla="*/ 662442 w 3723451"/>
                  <a:gd name="T9" fmla="*/ 24700 h 932950"/>
                  <a:gd name="T10" fmla="*/ 566838 w 3723451"/>
                  <a:gd name="T11" fmla="*/ 55072 h 932950"/>
                  <a:gd name="T12" fmla="*/ 536057 w 3723451"/>
                  <a:gd name="T13" fmla="*/ 46883 h 932950"/>
                  <a:gd name="T14" fmla="*/ 333916 w 3723451"/>
                  <a:gd name="T15" fmla="*/ 111241 h 932950"/>
                  <a:gd name="T16" fmla="*/ 126604 w 3723451"/>
                  <a:gd name="T17" fmla="*/ 49251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41" name="Freeform 440">
                <a:extLst>
                  <a:ext uri="{FF2B5EF4-FFF2-40B4-BE49-F238E27FC236}">
                    <a16:creationId xmlns:a16="http://schemas.microsoft.com/office/drawing/2014/main" id="{DAEFD04E-1EA2-46EE-BB7F-1C778D743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8BA3D67E-1911-4C85-A591-E1702173E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268E5834-D5CC-478C-964C-1A0FF39ED214}"/>
                  </a:ext>
                </a:extLst>
              </p:cNvPr>
              <p:cNvCxnSpPr>
                <a:cxnSpLocks noChangeShapeType="1"/>
                <a:endCxn id="354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8" name="Straight Connector 467">
                <a:extLst>
                  <a:ext uri="{FF2B5EF4-FFF2-40B4-BE49-F238E27FC236}">
                    <a16:creationId xmlns:a16="http://schemas.microsoft.com/office/drawing/2014/main" id="{706D4BE5-4021-43F4-9D6A-D51C6D5BFEF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8"/>
                <a:ext cx="3169" cy="123075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8162" name="TextBox 282">
              <a:extLst>
                <a:ext uri="{FF2B5EF4-FFF2-40B4-BE49-F238E27FC236}">
                  <a16:creationId xmlns:a16="http://schemas.microsoft.com/office/drawing/2014/main" id="{AD8FD287-2617-40EC-8124-B024B50D4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200"/>
                <a:t>3</a:t>
              </a:r>
            </a:p>
          </p:txBody>
        </p:sp>
      </p:grpSp>
      <p:sp>
        <p:nvSpPr>
          <p:cNvPr id="48155" name="TextBox 6">
            <a:extLst>
              <a:ext uri="{FF2B5EF4-FFF2-40B4-BE49-F238E27FC236}">
                <a16:creationId xmlns:a16="http://schemas.microsoft.com/office/drawing/2014/main" id="{2F946C4F-D0CF-49D7-BE52-2C7B771D1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4" y="4903790"/>
            <a:ext cx="19923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/>
              <a:t>values in arriving </a:t>
            </a:r>
          </a:p>
          <a:p>
            <a:r>
              <a:rPr lang="en-US" altLang="en-US" sz="1400"/>
              <a:t>packet header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371875E5-59B8-4A2D-BACE-E763B3227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Network service model</a:t>
            </a:r>
          </a:p>
        </p:txBody>
      </p:sp>
      <p:sp>
        <p:nvSpPr>
          <p:cNvPr id="49154" name="Rectangle 13">
            <a:extLst>
              <a:ext uri="{FF2B5EF4-FFF2-40B4-BE49-F238E27FC236}">
                <a16:creationId xmlns:a16="http://schemas.microsoft.com/office/drawing/2014/main" id="{CFA5FB05-641C-4D86-8D27-E97592D45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3" y="1430340"/>
            <a:ext cx="755491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Q:</a:t>
            </a:r>
            <a:r>
              <a:rPr lang="en-US" altLang="en-US" sz="2800">
                <a:latin typeface="Gill Sans MT" panose="020B0502020104020203" pitchFamily="34" charset="0"/>
              </a:rPr>
              <a:t> What </a:t>
            </a:r>
            <a:r>
              <a:rPr lang="en-US" altLang="en-US" sz="2800" i="1">
                <a:solidFill>
                  <a:srgbClr val="000099"/>
                </a:solidFill>
                <a:latin typeface="Gill Sans MT" panose="020B0502020104020203" pitchFamily="34" charset="0"/>
              </a:rPr>
              <a:t>service model</a:t>
            </a:r>
            <a:r>
              <a:rPr lang="en-US" altLang="en-US" sz="2800">
                <a:latin typeface="Gill Sans MT" panose="020B0502020104020203" pitchFamily="34" charset="0"/>
              </a:rPr>
              <a:t> for </a:t>
            </a:r>
            <a:r>
              <a:rPr lang="ja-JP" altLang="en-US" sz="2800">
                <a:latin typeface="Gill Sans MT" panose="020B0502020104020203" pitchFamily="34" charset="0"/>
              </a:rPr>
              <a:t>“</a:t>
            </a:r>
            <a:r>
              <a:rPr lang="en-US" altLang="ja-JP" sz="2800">
                <a:latin typeface="Gill Sans MT" panose="020B0502020104020203" pitchFamily="34" charset="0"/>
              </a:rPr>
              <a:t>channel</a:t>
            </a:r>
            <a:r>
              <a:rPr lang="ja-JP" altLang="en-US" sz="2800">
                <a:latin typeface="Gill Sans MT" panose="020B0502020104020203" pitchFamily="34" charset="0"/>
              </a:rPr>
              <a:t>”</a:t>
            </a:r>
            <a:r>
              <a:rPr lang="en-US" altLang="ja-JP" sz="2800">
                <a:latin typeface="Gill Sans MT" panose="020B0502020104020203" pitchFamily="34" charset="0"/>
              </a:rPr>
              <a:t> transporting datagrams from sender to receiver?</a:t>
            </a:r>
            <a:endParaRPr lang="en-US" altLang="en-US" sz="2800">
              <a:latin typeface="Gill Sans MT" panose="020B0502020104020203" pitchFamily="34" charset="0"/>
            </a:endParaRPr>
          </a:p>
        </p:txBody>
      </p:sp>
      <p:sp>
        <p:nvSpPr>
          <p:cNvPr id="8198" name="Rectangle 15">
            <a:extLst>
              <a:ext uri="{FF2B5EF4-FFF2-40B4-BE49-F238E27FC236}">
                <a16:creationId xmlns:a16="http://schemas.microsoft.com/office/drawing/2014/main" id="{C7F55BCE-929C-485F-B253-0A7D6B23E1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42913" y="2587625"/>
            <a:ext cx="3810000" cy="2528888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example services for individual datagrams:</a:t>
            </a:r>
          </a:p>
          <a:p>
            <a:pPr>
              <a:buFont typeface="Wingdings" charset="2"/>
              <a:buChar char="§"/>
              <a:defRPr/>
            </a:pPr>
            <a:r>
              <a:rPr lang="en-US" sz="2400">
                <a:ea typeface="ＭＳ Ｐゴシック" charset="0"/>
                <a:cs typeface="+mn-cs"/>
              </a:rPr>
              <a:t>guaranteed delivery</a:t>
            </a:r>
          </a:p>
          <a:p>
            <a:pPr>
              <a:buFont typeface="Wingdings" charset="2"/>
              <a:buChar char="§"/>
              <a:defRPr/>
            </a:pPr>
            <a:r>
              <a:rPr lang="en-US" sz="2400">
                <a:ea typeface="ＭＳ Ｐゴシック" charset="0"/>
                <a:cs typeface="+mn-cs"/>
              </a:rPr>
              <a:t>guaranteed delivery with less than 40 msec delay</a:t>
            </a:r>
          </a:p>
        </p:txBody>
      </p:sp>
      <p:sp>
        <p:nvSpPr>
          <p:cNvPr id="49156" name="Rectangle 16">
            <a:extLst>
              <a:ext uri="{FF2B5EF4-FFF2-40B4-BE49-F238E27FC236}">
                <a16:creationId xmlns:a16="http://schemas.microsoft.com/office/drawing/2014/main" id="{3EFDA8E2-4EBC-4AA1-82FE-0661D32515E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59300" y="2579691"/>
            <a:ext cx="3810000" cy="36861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example services for a flow of datagrams:</a:t>
            </a:r>
          </a:p>
          <a:p>
            <a:r>
              <a:rPr lang="en-US" altLang="en-US" sz="2400"/>
              <a:t>in-order datagram delivery</a:t>
            </a:r>
          </a:p>
          <a:p>
            <a:r>
              <a:rPr lang="en-US" altLang="en-US" sz="2400"/>
              <a:t>guaranteed minimum bandwidth to flow</a:t>
            </a:r>
          </a:p>
          <a:p>
            <a:r>
              <a:rPr lang="en-US" altLang="en-US" sz="2400"/>
              <a:t>restrictions on changes in inter-packet spacing</a:t>
            </a:r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9204-262F-919E-D34A-E45EF299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>
            <a:extLst>
              <a:ext uri="{FF2B5EF4-FFF2-40B4-BE49-F238E27FC236}">
                <a16:creationId xmlns:a16="http://schemas.microsoft.com/office/drawing/2014/main" id="{A6400E09-B56D-E50D-521E-CEBA316D00C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759704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* Overview of Network layer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data plane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control plane</a:t>
            </a:r>
          </a:p>
          <a:p>
            <a:pPr marL="0" indent="0">
              <a:buNone/>
            </a:pPr>
            <a:r>
              <a:rPr lang="en-US" altLang="en-US" sz="2400" dirty="0"/>
              <a:t>* What</a:t>
            </a:r>
            <a:r>
              <a:rPr lang="ja-JP" altLang="en-US" sz="2400"/>
              <a:t>’</a:t>
            </a:r>
            <a:r>
              <a:rPr lang="en-US" altLang="ja-JP" sz="2400" dirty="0"/>
              <a:t>s inside a router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* Generalized Forward and SDN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Match 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Action 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OpenFlow  examples of match-plus-action in action</a:t>
            </a:r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24E10F0C-B9A4-6AE8-3874-26273B9F4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400" dirty="0">
                <a:solidFill>
                  <a:srgbClr val="000099"/>
                </a:solidFill>
                <a:latin typeface="Gill Sans MT" panose="020B0502020104020203" pitchFamily="34" charset="0"/>
              </a:rPr>
              <a:t>Outline </a:t>
            </a:r>
          </a:p>
        </p:txBody>
      </p:sp>
    </p:spTree>
    <p:extLst>
      <p:ext uri="{BB962C8B-B14F-4D97-AF65-F5344CB8AC3E}">
        <p14:creationId xmlns:p14="http://schemas.microsoft.com/office/powerpoint/2010/main" val="133068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AD2DA1F5-834C-4FDC-806D-572966FEB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r>
              <a:rPr lang="en-US" altLang="en-US" sz="4000"/>
              <a:t>Router architecture overview</a:t>
            </a:r>
            <a:endParaRPr lang="en-US" altLang="en-US"/>
          </a:p>
        </p:txBody>
      </p:sp>
      <p:grpSp>
        <p:nvGrpSpPr>
          <p:cNvPr id="52226" name="Group 60">
            <a:extLst>
              <a:ext uri="{FF2B5EF4-FFF2-40B4-BE49-F238E27FC236}">
                <a16:creationId xmlns:a16="http://schemas.microsoft.com/office/drawing/2014/main" id="{B21D1179-3D58-4BC0-AC64-4B7290F9B975}"/>
              </a:ext>
            </a:extLst>
          </p:cNvPr>
          <p:cNvGrpSpPr>
            <a:grpSpLocks/>
          </p:cNvGrpSpPr>
          <p:nvPr/>
        </p:nvGrpSpPr>
        <p:grpSpPr bwMode="auto">
          <a:xfrm>
            <a:off x="2787654" y="3333751"/>
            <a:ext cx="1609726" cy="2343151"/>
            <a:chOff x="2418" y="1882"/>
            <a:chExt cx="1014" cy="1476"/>
          </a:xfrm>
        </p:grpSpPr>
        <p:sp>
          <p:nvSpPr>
            <p:cNvPr id="52278" name="Rectangle 45">
              <a:extLst>
                <a:ext uri="{FF2B5EF4-FFF2-40B4-BE49-F238E27FC236}">
                  <a16:creationId xmlns:a16="http://schemas.microsoft.com/office/drawing/2014/main" id="{6E90DA4D-32E4-4484-AA7D-AD65DA6F3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9" name="Text Box 48">
              <a:extLst>
                <a:ext uri="{FF2B5EF4-FFF2-40B4-BE49-F238E27FC236}">
                  <a16:creationId xmlns:a16="http://schemas.microsoft.com/office/drawing/2014/main" id="{6C71D047-A8FF-4839-AD1F-7A0451F0C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6" y="2418"/>
              <a:ext cx="795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800"/>
                <a:t>high-seed 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/>
                <a:t>switching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/>
                <a:t>fabric</a:t>
              </a:r>
            </a:p>
          </p:txBody>
        </p:sp>
      </p:grpSp>
      <p:sp>
        <p:nvSpPr>
          <p:cNvPr id="52227" name="Rectangle 46">
            <a:extLst>
              <a:ext uri="{FF2B5EF4-FFF2-40B4-BE49-F238E27FC236}">
                <a16:creationId xmlns:a16="http://schemas.microsoft.com/office/drawing/2014/main" id="{66106D9E-B761-4E02-939D-0276A6644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6" y="2371726"/>
            <a:ext cx="1590675" cy="6477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2228" name="Text Box 47">
            <a:extLst>
              <a:ext uri="{FF2B5EF4-FFF2-40B4-BE49-F238E27FC236}">
                <a16:creationId xmlns:a16="http://schemas.microsoft.com/office/drawing/2014/main" id="{904FA61D-46C6-4D1D-B181-E0755E823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7756" y="2413003"/>
            <a:ext cx="1197764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800"/>
              <a:t>routing </a:t>
            </a:r>
          </a:p>
          <a:p>
            <a:pPr algn="ctr">
              <a:lnSpc>
                <a:spcPct val="85000"/>
              </a:lnSpc>
            </a:pPr>
            <a:r>
              <a:rPr lang="en-US" altLang="en-US" sz="1800"/>
              <a:t>processor</a:t>
            </a:r>
          </a:p>
        </p:txBody>
      </p:sp>
      <p:sp>
        <p:nvSpPr>
          <p:cNvPr id="52229" name="Line 50">
            <a:extLst>
              <a:ext uri="{FF2B5EF4-FFF2-40B4-BE49-F238E27FC236}">
                <a16:creationId xmlns:a16="http://schemas.microsoft.com/office/drawing/2014/main" id="{F61DF940-74D3-4E25-A4AF-8BAD090DB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3776" y="2890839"/>
            <a:ext cx="19051" cy="571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2230" name="Group 17">
            <a:extLst>
              <a:ext uri="{FF2B5EF4-FFF2-40B4-BE49-F238E27FC236}">
                <a16:creationId xmlns:a16="http://schemas.microsoft.com/office/drawing/2014/main" id="{C98FEA38-4D08-4AAE-B38C-D1990910ED69}"/>
              </a:ext>
            </a:extLst>
          </p:cNvPr>
          <p:cNvGrpSpPr>
            <a:grpSpLocks/>
          </p:cNvGrpSpPr>
          <p:nvPr/>
        </p:nvGrpSpPr>
        <p:grpSpPr bwMode="auto">
          <a:xfrm>
            <a:off x="744541" y="3348042"/>
            <a:ext cx="2033587" cy="566737"/>
            <a:chOff x="930" y="1989"/>
            <a:chExt cx="1482" cy="357"/>
          </a:xfrm>
        </p:grpSpPr>
        <p:sp>
          <p:nvSpPr>
            <p:cNvPr id="52273" name="Rectangle 9">
              <a:extLst>
                <a:ext uri="{FF2B5EF4-FFF2-40B4-BE49-F238E27FC236}">
                  <a16:creationId xmlns:a16="http://schemas.microsoft.com/office/drawing/2014/main" id="{7977FDE9-3598-4282-940F-782020981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89"/>
              <a:ext cx="1086" cy="3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4" name="Rectangle 5">
              <a:extLst>
                <a:ext uri="{FF2B5EF4-FFF2-40B4-BE49-F238E27FC236}">
                  <a16:creationId xmlns:a16="http://schemas.microsoft.com/office/drawing/2014/main" id="{23C6AF56-33E6-4C48-8B7D-B91281B2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5" name="Rectangle 6">
              <a:extLst>
                <a:ext uri="{FF2B5EF4-FFF2-40B4-BE49-F238E27FC236}">
                  <a16:creationId xmlns:a16="http://schemas.microsoft.com/office/drawing/2014/main" id="{0DCEFE66-8BC1-43E3-BF8A-0A8B2CD41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6" name="Rectangle 8">
              <a:extLst>
                <a:ext uri="{FF2B5EF4-FFF2-40B4-BE49-F238E27FC236}">
                  <a16:creationId xmlns:a16="http://schemas.microsoft.com/office/drawing/2014/main" id="{5CCFC8C4-2CA5-4F0A-BB40-AB3B569C6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7" name="Line 16">
              <a:extLst>
                <a:ext uri="{FF2B5EF4-FFF2-40B4-BE49-F238E27FC236}">
                  <a16:creationId xmlns:a16="http://schemas.microsoft.com/office/drawing/2014/main" id="{64A2C4E3-5E6C-44D8-9BE6-AB71144C0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169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2231" name="Group 18">
            <a:extLst>
              <a:ext uri="{FF2B5EF4-FFF2-40B4-BE49-F238E27FC236}">
                <a16:creationId xmlns:a16="http://schemas.microsoft.com/office/drawing/2014/main" id="{C848F755-10A8-471B-BC83-44AC65BBFCD3}"/>
              </a:ext>
            </a:extLst>
          </p:cNvPr>
          <p:cNvGrpSpPr>
            <a:grpSpLocks/>
          </p:cNvGrpSpPr>
          <p:nvPr/>
        </p:nvGrpSpPr>
        <p:grpSpPr bwMode="auto">
          <a:xfrm>
            <a:off x="733426" y="5086350"/>
            <a:ext cx="2058988" cy="566739"/>
            <a:chOff x="930" y="1989"/>
            <a:chExt cx="1482" cy="357"/>
          </a:xfrm>
        </p:grpSpPr>
        <p:sp>
          <p:nvSpPr>
            <p:cNvPr id="52268" name="Rectangle 19">
              <a:extLst>
                <a:ext uri="{FF2B5EF4-FFF2-40B4-BE49-F238E27FC236}">
                  <a16:creationId xmlns:a16="http://schemas.microsoft.com/office/drawing/2014/main" id="{9B5B4953-8A0E-421D-9845-AAC9D00A0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89"/>
              <a:ext cx="1088" cy="3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69" name="Rectangle 20">
              <a:extLst>
                <a:ext uri="{FF2B5EF4-FFF2-40B4-BE49-F238E27FC236}">
                  <a16:creationId xmlns:a16="http://schemas.microsoft.com/office/drawing/2014/main" id="{DC24A6ED-1F20-48CB-A1E8-72C2FF3E6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0" name="Rectangle 21">
              <a:extLst>
                <a:ext uri="{FF2B5EF4-FFF2-40B4-BE49-F238E27FC236}">
                  <a16:creationId xmlns:a16="http://schemas.microsoft.com/office/drawing/2014/main" id="{D6A585DD-0739-4131-8C6B-04348A55E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1" name="Rectangle 22">
              <a:extLst>
                <a:ext uri="{FF2B5EF4-FFF2-40B4-BE49-F238E27FC236}">
                  <a16:creationId xmlns:a16="http://schemas.microsoft.com/office/drawing/2014/main" id="{85650939-6137-40DC-82F1-43502DC8F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72" name="Line 23">
              <a:extLst>
                <a:ext uri="{FF2B5EF4-FFF2-40B4-BE49-F238E27FC236}">
                  <a16:creationId xmlns:a16="http://schemas.microsoft.com/office/drawing/2014/main" id="{DBA57B5D-DAFF-4578-A349-2593AA2B2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169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2232" name="Group 29">
            <a:extLst>
              <a:ext uri="{FF2B5EF4-FFF2-40B4-BE49-F238E27FC236}">
                <a16:creationId xmlns:a16="http://schemas.microsoft.com/office/drawing/2014/main" id="{C0DB5BC7-3997-4193-A200-B136C4EA2FCE}"/>
              </a:ext>
            </a:extLst>
          </p:cNvPr>
          <p:cNvGrpSpPr>
            <a:grpSpLocks/>
          </p:cNvGrpSpPr>
          <p:nvPr/>
        </p:nvGrpSpPr>
        <p:grpSpPr bwMode="auto">
          <a:xfrm rot="2656396">
            <a:off x="1363663" y="4238626"/>
            <a:ext cx="546100" cy="546100"/>
            <a:chOff x="354" y="2715"/>
            <a:chExt cx="344" cy="344"/>
          </a:xfrm>
        </p:grpSpPr>
        <p:sp>
          <p:nvSpPr>
            <p:cNvPr id="52264" name="Oval 25">
              <a:extLst>
                <a:ext uri="{FF2B5EF4-FFF2-40B4-BE49-F238E27FC236}">
                  <a16:creationId xmlns:a16="http://schemas.microsoft.com/office/drawing/2014/main" id="{F3F8D7A9-1268-4AC1-86C1-2A3384E48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65" name="Oval 26">
              <a:extLst>
                <a:ext uri="{FF2B5EF4-FFF2-40B4-BE49-F238E27FC236}">
                  <a16:creationId xmlns:a16="http://schemas.microsoft.com/office/drawing/2014/main" id="{B1A98684-99BC-498C-82CD-EA3DAA8FA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66" name="Oval 27">
              <a:extLst>
                <a:ext uri="{FF2B5EF4-FFF2-40B4-BE49-F238E27FC236}">
                  <a16:creationId xmlns:a16="http://schemas.microsoft.com/office/drawing/2014/main" id="{DD0C6A36-D837-45CE-BD64-9FE1CE539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67" name="Oval 28">
              <a:extLst>
                <a:ext uri="{FF2B5EF4-FFF2-40B4-BE49-F238E27FC236}">
                  <a16:creationId xmlns:a16="http://schemas.microsoft.com/office/drawing/2014/main" id="{489148A4-B01D-4847-B1C6-86F8955F3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2233" name="Text Box 57">
            <a:extLst>
              <a:ext uri="{FF2B5EF4-FFF2-40B4-BE49-F238E27FC236}">
                <a16:creationId xmlns:a16="http://schemas.microsoft.com/office/drawing/2014/main" id="{46F3800E-685B-483B-867D-9F1A8B33F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4" y="5732463"/>
            <a:ext cx="19287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router input ports</a:t>
            </a:r>
          </a:p>
        </p:txBody>
      </p:sp>
      <p:grpSp>
        <p:nvGrpSpPr>
          <p:cNvPr id="52234" name="Group 37">
            <a:extLst>
              <a:ext uri="{FF2B5EF4-FFF2-40B4-BE49-F238E27FC236}">
                <a16:creationId xmlns:a16="http://schemas.microsoft.com/office/drawing/2014/main" id="{24C3B268-2423-4D93-8A0C-5B3F6B404421}"/>
              </a:ext>
            </a:extLst>
          </p:cNvPr>
          <p:cNvGrpSpPr>
            <a:grpSpLocks/>
          </p:cNvGrpSpPr>
          <p:nvPr/>
        </p:nvGrpSpPr>
        <p:grpSpPr bwMode="auto">
          <a:xfrm>
            <a:off x="4344990" y="3352801"/>
            <a:ext cx="1957387" cy="566739"/>
            <a:chOff x="-51" y="2454"/>
            <a:chExt cx="1482" cy="357"/>
          </a:xfrm>
        </p:grpSpPr>
        <p:grpSp>
          <p:nvGrpSpPr>
            <p:cNvPr id="52258" name="Group 36">
              <a:extLst>
                <a:ext uri="{FF2B5EF4-FFF2-40B4-BE49-F238E27FC236}">
                  <a16:creationId xmlns:a16="http://schemas.microsoft.com/office/drawing/2014/main" id="{A98786C3-8B3E-418F-A975-54B2509254F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52260" name="Rectangle 31">
                <a:extLst>
                  <a:ext uri="{FF2B5EF4-FFF2-40B4-BE49-F238E27FC236}">
                    <a16:creationId xmlns:a16="http://schemas.microsoft.com/office/drawing/2014/main" id="{73AA887F-ADC7-471D-9138-F0010520A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2261" name="Rectangle 32">
                <a:extLst>
                  <a:ext uri="{FF2B5EF4-FFF2-40B4-BE49-F238E27FC236}">
                    <a16:creationId xmlns:a16="http://schemas.microsoft.com/office/drawing/2014/main" id="{4D8EA19C-D09F-4577-869B-909EB1E96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8" cy="1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2262" name="Rectangle 33">
                <a:extLst>
                  <a:ext uri="{FF2B5EF4-FFF2-40B4-BE49-F238E27FC236}">
                    <a16:creationId xmlns:a16="http://schemas.microsoft.com/office/drawing/2014/main" id="{70A00FC8-90DB-44EA-A58B-AC25E4A1A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2263" name="Rectangle 34">
                <a:extLst>
                  <a:ext uri="{FF2B5EF4-FFF2-40B4-BE49-F238E27FC236}">
                    <a16:creationId xmlns:a16="http://schemas.microsoft.com/office/drawing/2014/main" id="{B686C3EB-02B8-4FED-B956-71A0B00D7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1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52259" name="Line 35">
              <a:extLst>
                <a:ext uri="{FF2B5EF4-FFF2-40B4-BE49-F238E27FC236}">
                  <a16:creationId xmlns:a16="http://schemas.microsoft.com/office/drawing/2014/main" id="{E7E633DA-12B8-4CC7-AC9B-6806DCF07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2235" name="Group 38">
            <a:extLst>
              <a:ext uri="{FF2B5EF4-FFF2-40B4-BE49-F238E27FC236}">
                <a16:creationId xmlns:a16="http://schemas.microsoft.com/office/drawing/2014/main" id="{76B2975F-EF1B-43F0-9782-14E5B87EF84D}"/>
              </a:ext>
            </a:extLst>
          </p:cNvPr>
          <p:cNvGrpSpPr>
            <a:grpSpLocks/>
          </p:cNvGrpSpPr>
          <p:nvPr/>
        </p:nvGrpSpPr>
        <p:grpSpPr bwMode="auto">
          <a:xfrm>
            <a:off x="4364038" y="5086350"/>
            <a:ext cx="2011363" cy="566739"/>
            <a:chOff x="-51" y="2454"/>
            <a:chExt cx="1482" cy="357"/>
          </a:xfrm>
        </p:grpSpPr>
        <p:grpSp>
          <p:nvGrpSpPr>
            <p:cNvPr id="52252" name="Group 39">
              <a:extLst>
                <a:ext uri="{FF2B5EF4-FFF2-40B4-BE49-F238E27FC236}">
                  <a16:creationId xmlns:a16="http://schemas.microsoft.com/office/drawing/2014/main" id="{BC76B48C-22FB-4CD8-9788-00FF53D7D15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52254" name="Rectangle 40">
                <a:extLst>
                  <a:ext uri="{FF2B5EF4-FFF2-40B4-BE49-F238E27FC236}">
                    <a16:creationId xmlns:a16="http://schemas.microsoft.com/office/drawing/2014/main" id="{36229CA9-69BB-407A-9531-81967661D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2255" name="Rectangle 41">
                <a:extLst>
                  <a:ext uri="{FF2B5EF4-FFF2-40B4-BE49-F238E27FC236}">
                    <a16:creationId xmlns:a16="http://schemas.microsoft.com/office/drawing/2014/main" id="{D0900049-4140-4A02-A41E-A69DFD515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2256" name="Rectangle 42">
                <a:extLst>
                  <a:ext uri="{FF2B5EF4-FFF2-40B4-BE49-F238E27FC236}">
                    <a16:creationId xmlns:a16="http://schemas.microsoft.com/office/drawing/2014/main" id="{6BE3C295-EF86-40D8-B608-CBC33FB17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2257" name="Rectangle 43">
                <a:extLst>
                  <a:ext uri="{FF2B5EF4-FFF2-40B4-BE49-F238E27FC236}">
                    <a16:creationId xmlns:a16="http://schemas.microsoft.com/office/drawing/2014/main" id="{AE0747C7-BA9A-44C3-85E8-CAAF6AF3E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52253" name="Line 44">
              <a:extLst>
                <a:ext uri="{FF2B5EF4-FFF2-40B4-BE49-F238E27FC236}">
                  <a16:creationId xmlns:a16="http://schemas.microsoft.com/office/drawing/2014/main" id="{AD04C365-ECEF-4F1B-B9A9-488574530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2236" name="Group 51">
            <a:extLst>
              <a:ext uri="{FF2B5EF4-FFF2-40B4-BE49-F238E27FC236}">
                <a16:creationId xmlns:a16="http://schemas.microsoft.com/office/drawing/2014/main" id="{155D8638-90AC-4311-B167-CF8511D6C789}"/>
              </a:ext>
            </a:extLst>
          </p:cNvPr>
          <p:cNvGrpSpPr>
            <a:grpSpLocks/>
          </p:cNvGrpSpPr>
          <p:nvPr/>
        </p:nvGrpSpPr>
        <p:grpSpPr bwMode="auto">
          <a:xfrm rot="2656396">
            <a:off x="5230814" y="4229101"/>
            <a:ext cx="546100" cy="546100"/>
            <a:chOff x="354" y="2715"/>
            <a:chExt cx="344" cy="344"/>
          </a:xfrm>
        </p:grpSpPr>
        <p:sp>
          <p:nvSpPr>
            <p:cNvPr id="52248" name="Oval 52">
              <a:extLst>
                <a:ext uri="{FF2B5EF4-FFF2-40B4-BE49-F238E27FC236}">
                  <a16:creationId xmlns:a16="http://schemas.microsoft.com/office/drawing/2014/main" id="{ABF30847-CE2A-47B1-85D7-8D148EAAA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49" name="Oval 53">
              <a:extLst>
                <a:ext uri="{FF2B5EF4-FFF2-40B4-BE49-F238E27FC236}">
                  <a16:creationId xmlns:a16="http://schemas.microsoft.com/office/drawing/2014/main" id="{D31FD415-1CC4-4042-8D0D-3B2671AD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50" name="Oval 54">
              <a:extLst>
                <a:ext uri="{FF2B5EF4-FFF2-40B4-BE49-F238E27FC236}">
                  <a16:creationId xmlns:a16="http://schemas.microsoft.com/office/drawing/2014/main" id="{F0FA756E-C662-4A53-964F-9CE558767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2251" name="Oval 55">
              <a:extLst>
                <a:ext uri="{FF2B5EF4-FFF2-40B4-BE49-F238E27FC236}">
                  <a16:creationId xmlns:a16="http://schemas.microsoft.com/office/drawing/2014/main" id="{7F78D2B4-98E1-4ACD-AD57-C0608A68F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2237" name="Text Box 58">
            <a:extLst>
              <a:ext uri="{FF2B5EF4-FFF2-40B4-BE49-F238E27FC236}">
                <a16:creationId xmlns:a16="http://schemas.microsoft.com/office/drawing/2014/main" id="{20752313-7BF4-4C16-8724-AE113284F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78" y="5773737"/>
            <a:ext cx="20697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router output ports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41D9BF-2AF4-41A5-8224-062CF3D7F0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3428" y="3143251"/>
            <a:ext cx="7802563" cy="12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262ADB0-4BB9-4F97-A625-FB7312CA9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6" y="3179764"/>
            <a:ext cx="218598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600" i="1" dirty="0">
                <a:solidFill>
                  <a:srgbClr val="CC0000"/>
                </a:solidFill>
              </a:rPr>
              <a:t>forwarding data plane  </a:t>
            </a:r>
            <a:r>
              <a:rPr lang="en-US" altLang="en-US" sz="1600" dirty="0"/>
              <a:t>(hardware</a:t>
            </a:r>
            <a:r>
              <a:rPr lang="en-US" altLang="en-US" sz="1600"/>
              <a:t>) operates </a:t>
            </a:r>
            <a:r>
              <a:rPr lang="en-US" altLang="en-US" sz="1600" dirty="0"/>
              <a:t>in nanosecond timeframe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4FEE52-C2C0-4FC9-B447-00D4CB4E3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8" y="2076452"/>
            <a:ext cx="28797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600" i="1">
                <a:solidFill>
                  <a:srgbClr val="CC0000"/>
                </a:solidFill>
              </a:rPr>
              <a:t>routing, management</a:t>
            </a:r>
          </a:p>
          <a:p>
            <a:pPr algn="r"/>
            <a:r>
              <a:rPr lang="en-US" altLang="en-US" sz="1600" i="1">
                <a:solidFill>
                  <a:srgbClr val="CC0000"/>
                </a:solidFill>
              </a:rPr>
              <a:t>control plane </a:t>
            </a:r>
            <a:r>
              <a:rPr lang="en-US" altLang="en-US" sz="1600"/>
              <a:t>(software)</a:t>
            </a:r>
          </a:p>
          <a:p>
            <a:pPr algn="r"/>
            <a:r>
              <a:rPr lang="en-US" altLang="en-US" sz="1600"/>
              <a:t>operates in millisecond </a:t>
            </a:r>
          </a:p>
          <a:p>
            <a:pPr algn="r"/>
            <a:r>
              <a:rPr lang="en-US" altLang="en-US" sz="1600"/>
              <a:t>time frame</a:t>
            </a:r>
          </a:p>
        </p:txBody>
      </p:sp>
      <p:sp>
        <p:nvSpPr>
          <p:cNvPr id="52242" name="Freeform 10">
            <a:extLst>
              <a:ext uri="{FF2B5EF4-FFF2-40B4-BE49-F238E27FC236}">
                <a16:creationId xmlns:a16="http://schemas.microsoft.com/office/drawing/2014/main" id="{17EE127C-340A-4AE3-B28F-0CCABABB2BC1}"/>
              </a:ext>
            </a:extLst>
          </p:cNvPr>
          <p:cNvSpPr>
            <a:spLocks/>
          </p:cNvSpPr>
          <p:nvPr/>
        </p:nvSpPr>
        <p:spPr bwMode="auto">
          <a:xfrm>
            <a:off x="2198689" y="2667003"/>
            <a:ext cx="512763" cy="73025"/>
          </a:xfrm>
          <a:custGeom>
            <a:avLst/>
            <a:gdLst>
              <a:gd name="T0" fmla="*/ 487003 w 512919"/>
              <a:gd name="T1" fmla="*/ 70891 h 73266"/>
              <a:gd name="T2" fmla="*/ 511349 w 512919"/>
              <a:gd name="T3" fmla="*/ 0 h 73266"/>
              <a:gd name="T4" fmla="*/ 146098 w 512919"/>
              <a:gd name="T5" fmla="*/ 11815 h 73266"/>
              <a:gd name="T6" fmla="*/ 97399 w 512919"/>
              <a:gd name="T7" fmla="*/ 23630 h 73266"/>
              <a:gd name="T8" fmla="*/ 0 w 512919"/>
              <a:gd name="T9" fmla="*/ 11815 h 73266"/>
              <a:gd name="T10" fmla="*/ 0 w 512919"/>
              <a:gd name="T11" fmla="*/ 11815 h 73266"/>
              <a:gd name="T12" fmla="*/ 511349 w 512919"/>
              <a:gd name="T13" fmla="*/ 11815 h 732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2919"/>
              <a:gd name="T22" fmla="*/ 0 h 73266"/>
              <a:gd name="T23" fmla="*/ 512919 w 512919"/>
              <a:gd name="T24" fmla="*/ 73266 h 732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2919" h="73266">
                <a:moveTo>
                  <a:pt x="488494" y="73266"/>
                </a:moveTo>
                <a:lnTo>
                  <a:pt x="512919" y="0"/>
                </a:lnTo>
                <a:cubicBezTo>
                  <a:pt x="390795" y="4070"/>
                  <a:pt x="268529" y="5036"/>
                  <a:pt x="146548" y="12211"/>
                </a:cubicBezTo>
                <a:cubicBezTo>
                  <a:pt x="129793" y="13196"/>
                  <a:pt x="114483" y="24422"/>
                  <a:pt x="97699" y="24422"/>
                </a:cubicBezTo>
                <a:cubicBezTo>
                  <a:pt x="64879" y="24422"/>
                  <a:pt x="0" y="12211"/>
                  <a:pt x="0" y="12211"/>
                </a:cubicBezTo>
                <a:lnTo>
                  <a:pt x="512919" y="122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243" name="Freeform 11">
            <a:extLst>
              <a:ext uri="{FF2B5EF4-FFF2-40B4-BE49-F238E27FC236}">
                <a16:creationId xmlns:a16="http://schemas.microsoft.com/office/drawing/2014/main" id="{52F169A5-16F3-4BA8-8AC9-35501E76B22C}"/>
              </a:ext>
            </a:extLst>
          </p:cNvPr>
          <p:cNvSpPr>
            <a:spLocks/>
          </p:cNvSpPr>
          <p:nvPr/>
        </p:nvSpPr>
        <p:spPr bwMode="auto">
          <a:xfrm>
            <a:off x="-144463" y="647701"/>
            <a:ext cx="8802688" cy="2197100"/>
          </a:xfrm>
          <a:custGeom>
            <a:avLst/>
            <a:gdLst>
              <a:gd name="T0" fmla="*/ 8252106 w 8802811"/>
              <a:gd name="T1" fmla="*/ 0 h 2197979"/>
              <a:gd name="T2" fmla="*/ 8288733 w 8802811"/>
              <a:gd name="T3" fmla="*/ 352707 h 2197979"/>
              <a:gd name="T4" fmla="*/ 8300945 w 8802811"/>
              <a:gd name="T5" fmla="*/ 985142 h 2197979"/>
              <a:gd name="T6" fmla="*/ 8313157 w 8802811"/>
              <a:gd name="T7" fmla="*/ 1204063 h 2197979"/>
              <a:gd name="T8" fmla="*/ 8337573 w 8802811"/>
              <a:gd name="T9" fmla="*/ 1374335 h 2197979"/>
              <a:gd name="T10" fmla="*/ 8313157 w 8802811"/>
              <a:gd name="T11" fmla="*/ 1301360 h 2197979"/>
              <a:gd name="T12" fmla="*/ 8300945 w 8802811"/>
              <a:gd name="T13" fmla="*/ 1216224 h 2197979"/>
              <a:gd name="T14" fmla="*/ 8288733 w 8802811"/>
              <a:gd name="T15" fmla="*/ 1167577 h 2197979"/>
              <a:gd name="T16" fmla="*/ 8252106 w 8802811"/>
              <a:gd name="T17" fmla="*/ 985142 h 2197979"/>
              <a:gd name="T18" fmla="*/ 8239894 w 8802811"/>
              <a:gd name="T19" fmla="*/ 851357 h 2197979"/>
              <a:gd name="T20" fmla="*/ 8215466 w 8802811"/>
              <a:gd name="T21" fmla="*/ 681086 h 2197979"/>
              <a:gd name="T22" fmla="*/ 8203254 w 8802811"/>
              <a:gd name="T23" fmla="*/ 547302 h 2197979"/>
              <a:gd name="T24" fmla="*/ 8178839 w 8802811"/>
              <a:gd name="T25" fmla="*/ 547302 h 2197979"/>
              <a:gd name="T26" fmla="*/ 8178839 w 8802811"/>
              <a:gd name="T27" fmla="*/ 547302 h 2197979"/>
              <a:gd name="T28" fmla="*/ 8410838 w 8802811"/>
              <a:gd name="T29" fmla="*/ 620274 h 2197979"/>
              <a:gd name="T30" fmla="*/ 8471893 w 8802811"/>
              <a:gd name="T31" fmla="*/ 681086 h 2197979"/>
              <a:gd name="T32" fmla="*/ 8557363 w 8802811"/>
              <a:gd name="T33" fmla="*/ 790546 h 2197979"/>
              <a:gd name="T34" fmla="*/ 8581787 w 8802811"/>
              <a:gd name="T35" fmla="*/ 863520 h 2197979"/>
              <a:gd name="T36" fmla="*/ 8618427 w 8802811"/>
              <a:gd name="T37" fmla="*/ 948655 h 2197979"/>
              <a:gd name="T38" fmla="*/ 8691690 w 8802811"/>
              <a:gd name="T39" fmla="*/ 1179738 h 2197979"/>
              <a:gd name="T40" fmla="*/ 8703889 w 8802811"/>
              <a:gd name="T41" fmla="*/ 1252712 h 2197979"/>
              <a:gd name="T42" fmla="*/ 8716105 w 8802811"/>
              <a:gd name="T43" fmla="*/ 1337848 h 2197979"/>
              <a:gd name="T44" fmla="*/ 8740529 w 8802811"/>
              <a:gd name="T45" fmla="*/ 1398658 h 2197979"/>
              <a:gd name="T46" fmla="*/ 8801584 w 8802811"/>
              <a:gd name="T47" fmla="*/ 1398658 h 2197979"/>
              <a:gd name="T48" fmla="*/ 8801584 w 8802811"/>
              <a:gd name="T49" fmla="*/ 1398658 h 2197979"/>
              <a:gd name="T50" fmla="*/ 8789368 w 8802811"/>
              <a:gd name="T51" fmla="*/ 1666229 h 2197979"/>
              <a:gd name="T52" fmla="*/ 8789368 w 8802811"/>
              <a:gd name="T53" fmla="*/ 1666229 h 2197979"/>
              <a:gd name="T54" fmla="*/ 8703889 w 8802811"/>
              <a:gd name="T55" fmla="*/ 1568931 h 2197979"/>
              <a:gd name="T56" fmla="*/ 8642842 w 8802811"/>
              <a:gd name="T57" fmla="*/ 1508118 h 2197979"/>
              <a:gd name="T58" fmla="*/ 8581787 w 8802811"/>
              <a:gd name="T59" fmla="*/ 1410821 h 2197979"/>
              <a:gd name="T60" fmla="*/ 8508524 w 8802811"/>
              <a:gd name="T61" fmla="*/ 1325685 h 2197979"/>
              <a:gd name="T62" fmla="*/ 8435261 w 8802811"/>
              <a:gd name="T63" fmla="*/ 1228387 h 2197979"/>
              <a:gd name="T64" fmla="*/ 8300945 w 8802811"/>
              <a:gd name="T65" fmla="*/ 1033790 h 2197979"/>
              <a:gd name="T66" fmla="*/ 8227678 w 8802811"/>
              <a:gd name="T67" fmla="*/ 912168 h 2197979"/>
              <a:gd name="T68" fmla="*/ 8215466 w 8802811"/>
              <a:gd name="T69" fmla="*/ 875682 h 2197979"/>
              <a:gd name="T70" fmla="*/ 8191051 w 8802811"/>
              <a:gd name="T71" fmla="*/ 839194 h 2197979"/>
              <a:gd name="T72" fmla="*/ 8178839 w 8802811"/>
              <a:gd name="T73" fmla="*/ 790546 h 2197979"/>
              <a:gd name="T74" fmla="*/ 8129991 w 8802811"/>
              <a:gd name="T75" fmla="*/ 717572 h 2197979"/>
              <a:gd name="T76" fmla="*/ 8117788 w 8802811"/>
              <a:gd name="T77" fmla="*/ 705410 h 2197979"/>
              <a:gd name="T78" fmla="*/ 8215466 w 8802811"/>
              <a:gd name="T79" fmla="*/ 778383 h 2197979"/>
              <a:gd name="T80" fmla="*/ 8252106 w 8802811"/>
              <a:gd name="T81" fmla="*/ 814870 h 2197979"/>
              <a:gd name="T82" fmla="*/ 8361996 w 8802811"/>
              <a:gd name="T83" fmla="*/ 912168 h 2197979"/>
              <a:gd name="T84" fmla="*/ 8435261 w 8802811"/>
              <a:gd name="T85" fmla="*/ 1009466 h 2197979"/>
              <a:gd name="T86" fmla="*/ 8471893 w 8802811"/>
              <a:gd name="T87" fmla="*/ 1045954 h 2197979"/>
              <a:gd name="T88" fmla="*/ 8459685 w 8802811"/>
              <a:gd name="T89" fmla="*/ 1033790 h 2197979"/>
              <a:gd name="T90" fmla="*/ 632656 w 8802811"/>
              <a:gd name="T91" fmla="*/ 2152719 h 2197979"/>
              <a:gd name="T92" fmla="*/ 1524038 w 8802811"/>
              <a:gd name="T93" fmla="*/ 2189205 h 2197979"/>
              <a:gd name="T94" fmla="*/ 1035614 w 8802811"/>
              <a:gd name="T95" fmla="*/ 2152719 h 2197979"/>
              <a:gd name="T96" fmla="*/ 547181 w 8802811"/>
              <a:gd name="T97" fmla="*/ 2104070 h 2197979"/>
              <a:gd name="T98" fmla="*/ 70968 w 8802811"/>
              <a:gd name="T99" fmla="*/ 2079746 h 2197979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8802811"/>
              <a:gd name="T151" fmla="*/ 0 h 2197979"/>
              <a:gd name="T152" fmla="*/ 8802811 w 8802811"/>
              <a:gd name="T153" fmla="*/ 2197979 h 2197979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8802811" h="2197979">
                <a:moveTo>
                  <a:pt x="8253255" y="0"/>
                </a:moveTo>
                <a:lnTo>
                  <a:pt x="8289892" y="354119"/>
                </a:lnTo>
                <a:cubicBezTo>
                  <a:pt x="8293963" y="565776"/>
                  <a:pt x="8296057" y="777480"/>
                  <a:pt x="8302104" y="989090"/>
                </a:cubicBezTo>
                <a:cubicBezTo>
                  <a:pt x="8304200" y="1062439"/>
                  <a:pt x="8308222" y="1135763"/>
                  <a:pt x="8314317" y="1208888"/>
                </a:cubicBezTo>
                <a:cubicBezTo>
                  <a:pt x="8316142" y="1230787"/>
                  <a:pt x="8344376" y="1368573"/>
                  <a:pt x="8338741" y="1379842"/>
                </a:cubicBezTo>
                <a:cubicBezTo>
                  <a:pt x="8327228" y="1402867"/>
                  <a:pt x="8314317" y="1306576"/>
                  <a:pt x="8314317" y="1306576"/>
                </a:cubicBezTo>
                <a:cubicBezTo>
                  <a:pt x="8310246" y="1278084"/>
                  <a:pt x="8307253" y="1249416"/>
                  <a:pt x="8302104" y="1221099"/>
                </a:cubicBezTo>
                <a:cubicBezTo>
                  <a:pt x="8299101" y="1204587"/>
                  <a:pt x="8292894" y="1188767"/>
                  <a:pt x="8289892" y="1172255"/>
                </a:cubicBezTo>
                <a:cubicBezTo>
                  <a:pt x="8255975" y="985729"/>
                  <a:pt x="8304437" y="1193793"/>
                  <a:pt x="8253255" y="989090"/>
                </a:cubicBezTo>
                <a:cubicBezTo>
                  <a:pt x="8249184" y="944316"/>
                  <a:pt x="8246400" y="899407"/>
                  <a:pt x="8241043" y="854769"/>
                </a:cubicBezTo>
                <a:cubicBezTo>
                  <a:pt x="8234184" y="797616"/>
                  <a:pt x="8221830" y="741142"/>
                  <a:pt x="8216618" y="683815"/>
                </a:cubicBezTo>
                <a:cubicBezTo>
                  <a:pt x="8212547" y="639041"/>
                  <a:pt x="8216237" y="592868"/>
                  <a:pt x="8204406" y="549494"/>
                </a:cubicBezTo>
                <a:cubicBezTo>
                  <a:pt x="8202264" y="541639"/>
                  <a:pt x="8188123" y="549494"/>
                  <a:pt x="8179981" y="549494"/>
                </a:cubicBezTo>
                <a:cubicBezTo>
                  <a:pt x="8254412" y="566668"/>
                  <a:pt x="8345942" y="574712"/>
                  <a:pt x="8412016" y="622760"/>
                </a:cubicBezTo>
                <a:cubicBezTo>
                  <a:pt x="8435295" y="639688"/>
                  <a:pt x="8454344" y="661962"/>
                  <a:pt x="8473077" y="683815"/>
                </a:cubicBezTo>
                <a:cubicBezTo>
                  <a:pt x="8503283" y="719051"/>
                  <a:pt x="8558564" y="793714"/>
                  <a:pt x="8558564" y="793714"/>
                </a:cubicBezTo>
                <a:cubicBezTo>
                  <a:pt x="8566706" y="818136"/>
                  <a:pt x="8573747" y="842953"/>
                  <a:pt x="8582989" y="866980"/>
                </a:cubicBezTo>
                <a:cubicBezTo>
                  <a:pt x="8594118" y="895913"/>
                  <a:pt x="8610878" y="922718"/>
                  <a:pt x="8619626" y="952457"/>
                </a:cubicBezTo>
                <a:cubicBezTo>
                  <a:pt x="8696833" y="1214937"/>
                  <a:pt x="8583806" y="939035"/>
                  <a:pt x="8692900" y="1184466"/>
                </a:cubicBezTo>
                <a:cubicBezTo>
                  <a:pt x="8696971" y="1208888"/>
                  <a:pt x="8701347" y="1233261"/>
                  <a:pt x="8705112" y="1257732"/>
                </a:cubicBezTo>
                <a:cubicBezTo>
                  <a:pt x="8709489" y="1286179"/>
                  <a:pt x="8710343" y="1315287"/>
                  <a:pt x="8717324" y="1343209"/>
                </a:cubicBezTo>
                <a:cubicBezTo>
                  <a:pt x="8722641" y="1364474"/>
                  <a:pt x="8723911" y="1391524"/>
                  <a:pt x="8741749" y="1404264"/>
                </a:cubicBezTo>
                <a:cubicBezTo>
                  <a:pt x="8758312" y="1416094"/>
                  <a:pt x="8782457" y="1404264"/>
                  <a:pt x="8802811" y="1404264"/>
                </a:cubicBezTo>
                <a:lnTo>
                  <a:pt x="8790599" y="1672906"/>
                </a:lnTo>
                <a:cubicBezTo>
                  <a:pt x="8762103" y="1640343"/>
                  <a:pt x="8734463" y="1607012"/>
                  <a:pt x="8705112" y="1575218"/>
                </a:cubicBezTo>
                <a:cubicBezTo>
                  <a:pt x="8685588" y="1554069"/>
                  <a:pt x="8661601" y="1536976"/>
                  <a:pt x="8644050" y="1514163"/>
                </a:cubicBezTo>
                <a:cubicBezTo>
                  <a:pt x="8620635" y="1483727"/>
                  <a:pt x="8605699" y="1447440"/>
                  <a:pt x="8582989" y="1416475"/>
                </a:cubicBezTo>
                <a:cubicBezTo>
                  <a:pt x="8560794" y="1386213"/>
                  <a:pt x="8533160" y="1360302"/>
                  <a:pt x="8509714" y="1330998"/>
                </a:cubicBezTo>
                <a:cubicBezTo>
                  <a:pt x="8484284" y="1299214"/>
                  <a:pt x="8459970" y="1266525"/>
                  <a:pt x="8436440" y="1233310"/>
                </a:cubicBezTo>
                <a:cubicBezTo>
                  <a:pt x="8390753" y="1168818"/>
                  <a:pt x="8331459" y="1111315"/>
                  <a:pt x="8302104" y="1037934"/>
                </a:cubicBezTo>
                <a:cubicBezTo>
                  <a:pt x="8267999" y="952679"/>
                  <a:pt x="8291374" y="993995"/>
                  <a:pt x="8228830" y="915824"/>
                </a:cubicBezTo>
                <a:cubicBezTo>
                  <a:pt x="8224759" y="903613"/>
                  <a:pt x="8222375" y="890703"/>
                  <a:pt x="8216618" y="879191"/>
                </a:cubicBezTo>
                <a:cubicBezTo>
                  <a:pt x="8210054" y="866064"/>
                  <a:pt x="8197975" y="856047"/>
                  <a:pt x="8192193" y="842558"/>
                </a:cubicBezTo>
                <a:cubicBezTo>
                  <a:pt x="8185581" y="827133"/>
                  <a:pt x="8185874" y="809428"/>
                  <a:pt x="8179981" y="793714"/>
                </a:cubicBezTo>
                <a:cubicBezTo>
                  <a:pt x="8162237" y="746401"/>
                  <a:pt x="8160946" y="750260"/>
                  <a:pt x="8131131" y="720448"/>
                </a:cubicBezTo>
                <a:lnTo>
                  <a:pt x="8118919" y="708237"/>
                </a:lnTo>
                <a:cubicBezTo>
                  <a:pt x="8151485" y="732659"/>
                  <a:pt x="8185112" y="755728"/>
                  <a:pt x="8216618" y="781503"/>
                </a:cubicBezTo>
                <a:cubicBezTo>
                  <a:pt x="8229985" y="792438"/>
                  <a:pt x="8240257" y="806764"/>
                  <a:pt x="8253255" y="818136"/>
                </a:cubicBezTo>
                <a:cubicBezTo>
                  <a:pt x="8303675" y="862248"/>
                  <a:pt x="8321173" y="865438"/>
                  <a:pt x="8363166" y="915824"/>
                </a:cubicBezTo>
                <a:cubicBezTo>
                  <a:pt x="8389226" y="947093"/>
                  <a:pt x="8407656" y="984731"/>
                  <a:pt x="8436440" y="1013512"/>
                </a:cubicBezTo>
                <a:lnTo>
                  <a:pt x="8473077" y="1050145"/>
                </a:lnTo>
                <a:lnTo>
                  <a:pt x="8460865" y="1037934"/>
                </a:lnTo>
                <a:lnTo>
                  <a:pt x="632746" y="2161346"/>
                </a:lnTo>
                <a:lnTo>
                  <a:pt x="1524248" y="2197979"/>
                </a:lnTo>
                <a:lnTo>
                  <a:pt x="1035754" y="2161346"/>
                </a:lnTo>
                <a:cubicBezTo>
                  <a:pt x="712856" y="2131451"/>
                  <a:pt x="1008547" y="2123752"/>
                  <a:pt x="547260" y="2112502"/>
                </a:cubicBezTo>
                <a:cubicBezTo>
                  <a:pt x="37453" y="2100069"/>
                  <a:pt x="-102777" y="2174947"/>
                  <a:pt x="70978" y="2088080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/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D32685C4-F102-4002-921E-CCE806171A45}"/>
              </a:ext>
            </a:extLst>
          </p:cNvPr>
          <p:cNvCxnSpPr>
            <a:cxnSpLocks noChangeShapeType="1"/>
            <a:endCxn id="52271" idx="0"/>
          </p:cNvCxnSpPr>
          <p:nvPr/>
        </p:nvCxnSpPr>
        <p:spPr bwMode="auto">
          <a:xfrm rot="5400000">
            <a:off x="1215233" y="3729834"/>
            <a:ext cx="2473325" cy="347663"/>
          </a:xfrm>
          <a:prstGeom prst="bentConnector3">
            <a:avLst>
              <a:gd name="adj1" fmla="val -60"/>
            </a:avLst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45" name="Content Placeholder 1">
            <a:extLst>
              <a:ext uri="{FF2B5EF4-FFF2-40B4-BE49-F238E27FC236}">
                <a16:creationId xmlns:a16="http://schemas.microsoft.com/office/drawing/2014/main" id="{EB9C59B2-6530-4D13-A2F5-8186188C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87466"/>
            <a:ext cx="7772400" cy="585787"/>
          </a:xfrm>
        </p:spPr>
        <p:txBody>
          <a:bodyPr/>
          <a:lstStyle/>
          <a:p>
            <a:r>
              <a:rPr lang="en-US" altLang="en-US"/>
              <a:t>high-level view of generic router architecture: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2">
            <a:extLst>
              <a:ext uri="{FF2B5EF4-FFF2-40B4-BE49-F238E27FC236}">
                <a16:creationId xmlns:a16="http://schemas.microsoft.com/office/drawing/2014/main" id="{A5B1CF97-0571-432D-A80D-D51B9189B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3" y="1306517"/>
            <a:ext cx="4568825" cy="1836737"/>
          </a:xfrm>
          <a:prstGeom prst="rect">
            <a:avLst/>
          </a:prstGeom>
          <a:solidFill>
            <a:schemeClr val="bg1"/>
          </a:solidFill>
          <a:ln w="19050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51" name="Rectangle 13">
            <a:extLst>
              <a:ext uri="{FF2B5EF4-FFF2-40B4-BE49-F238E27FC236}">
                <a16:creationId xmlns:a16="http://schemas.microsoft.com/office/drawing/2014/main" id="{4DF53D10-B205-423D-B1BE-9A8A7B00B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6" y="1820866"/>
            <a:ext cx="1417639" cy="828675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line</a:t>
            </a:r>
          </a:p>
          <a:p>
            <a:pPr algn="ctr"/>
            <a:r>
              <a:rPr lang="en-US" altLang="en-US" sz="1800"/>
              <a:t>termination</a:t>
            </a:r>
          </a:p>
        </p:txBody>
      </p:sp>
      <p:sp>
        <p:nvSpPr>
          <p:cNvPr id="53252" name="Rectangle 14">
            <a:extLst>
              <a:ext uri="{FF2B5EF4-FFF2-40B4-BE49-F238E27FC236}">
                <a16:creationId xmlns:a16="http://schemas.microsoft.com/office/drawing/2014/main" id="{54A94985-66B9-431A-9684-59946C768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7291" y="1492251"/>
            <a:ext cx="1152525" cy="1409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53" name="Rectangle 15">
            <a:extLst>
              <a:ext uri="{FF2B5EF4-FFF2-40B4-BE49-F238E27FC236}">
                <a16:creationId xmlns:a16="http://schemas.microsoft.com/office/drawing/2014/main" id="{C6E3191A-D47B-4B7C-B592-D276FF44F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4" y="1443039"/>
            <a:ext cx="1247775" cy="150495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54" name="Line 16">
            <a:extLst>
              <a:ext uri="{FF2B5EF4-FFF2-40B4-BE49-F238E27FC236}">
                <a16:creationId xmlns:a16="http://schemas.microsoft.com/office/drawing/2014/main" id="{6FEED2C3-FB2B-4342-AD78-84237BB97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1479" y="2232025"/>
            <a:ext cx="423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5" name="Line 30">
            <a:extLst>
              <a:ext uri="{FF2B5EF4-FFF2-40B4-BE49-F238E27FC236}">
                <a16:creationId xmlns:a16="http://schemas.microsoft.com/office/drawing/2014/main" id="{4E027406-C554-4D64-959D-B9F918FB3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9963" y="2211390"/>
            <a:ext cx="1905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6" name="Line 31">
            <a:extLst>
              <a:ext uri="{FF2B5EF4-FFF2-40B4-BE49-F238E27FC236}">
                <a16:creationId xmlns:a16="http://schemas.microsoft.com/office/drawing/2014/main" id="{39CA5D6C-10D0-4F95-ADFC-1C976B900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2989" y="2168526"/>
            <a:ext cx="1905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7" name="Line 32">
            <a:extLst>
              <a:ext uri="{FF2B5EF4-FFF2-40B4-BE49-F238E27FC236}">
                <a16:creationId xmlns:a16="http://schemas.microsoft.com/office/drawing/2014/main" id="{9E557580-7E12-43C9-AA3C-35A4A3AFD6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3639" y="2209801"/>
            <a:ext cx="7366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8" name="Rectangle 33">
            <a:extLst>
              <a:ext uri="{FF2B5EF4-FFF2-40B4-BE49-F238E27FC236}">
                <a16:creationId xmlns:a16="http://schemas.microsoft.com/office/drawing/2014/main" id="{CDB6E4D4-F4AA-4FA8-A72B-FDA1ABEA4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1801816"/>
            <a:ext cx="1055688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link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layer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protocol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(receive)</a:t>
            </a:r>
          </a:p>
        </p:txBody>
      </p:sp>
      <p:sp>
        <p:nvSpPr>
          <p:cNvPr id="53259" name="Text Box 35">
            <a:extLst>
              <a:ext uri="{FF2B5EF4-FFF2-40B4-BE49-F238E27FC236}">
                <a16:creationId xmlns:a16="http://schemas.microsoft.com/office/drawing/2014/main" id="{169EC75A-2A89-4B9A-86F5-B17795E4A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534" y="1455739"/>
            <a:ext cx="126188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lookup,</a:t>
            </a:r>
          </a:p>
          <a:p>
            <a:pPr algn="ctr"/>
            <a:r>
              <a:rPr lang="en-US" altLang="en-US" sz="1800"/>
              <a:t>forwarding</a:t>
            </a:r>
          </a:p>
          <a:p>
            <a:pPr algn="ctr"/>
            <a:endParaRPr lang="en-US" altLang="en-US" sz="1800"/>
          </a:p>
          <a:p>
            <a:pPr algn="ctr"/>
            <a:endParaRPr lang="en-US" altLang="en-US" sz="1800"/>
          </a:p>
          <a:p>
            <a:pPr algn="ctr"/>
            <a:r>
              <a:rPr lang="en-US" altLang="en-US" sz="1800"/>
              <a:t>queueing</a:t>
            </a:r>
          </a:p>
        </p:txBody>
      </p:sp>
      <p:sp>
        <p:nvSpPr>
          <p:cNvPr id="53260" name="Rectangle 3">
            <a:extLst>
              <a:ext uri="{FF2B5EF4-FFF2-40B4-BE49-F238E27FC236}">
                <a16:creationId xmlns:a16="http://schemas.microsoft.com/office/drawing/2014/main" id="{51672A38-41EC-4E4D-BB21-D414DD936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293688"/>
            <a:ext cx="7772400" cy="609600"/>
          </a:xfrm>
        </p:spPr>
        <p:txBody>
          <a:bodyPr/>
          <a:lstStyle/>
          <a:p>
            <a:r>
              <a:rPr lang="en-US" altLang="en-US" sz="4000"/>
              <a:t>Input port functions</a:t>
            </a:r>
            <a:endParaRPr lang="en-US" altLang="en-US"/>
          </a:p>
        </p:txBody>
      </p:sp>
      <p:sp>
        <p:nvSpPr>
          <p:cNvPr id="53261" name="Rectangle 4">
            <a:extLst>
              <a:ext uri="{FF2B5EF4-FFF2-40B4-BE49-F238E27FC236}">
                <a16:creationId xmlns:a16="http://schemas.microsoft.com/office/drawing/2014/main" id="{81235387-4147-46D2-95ED-2341ECBEA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94076" y="3746500"/>
            <a:ext cx="5456239" cy="2667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00099"/>
                </a:solidFill>
              </a:rPr>
              <a:t>decentralized switching</a:t>
            </a:r>
            <a:r>
              <a:rPr lang="en-US" altLang="en-US" sz="2400" i="1" dirty="0">
                <a:solidFill>
                  <a:srgbClr val="000099"/>
                </a:solidFill>
              </a:rPr>
              <a:t>:</a:t>
            </a:r>
            <a:r>
              <a:rPr lang="en-US" altLang="en-US" sz="2400" dirty="0">
                <a:solidFill>
                  <a:srgbClr val="000099"/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using header field values, lookup output port using forwarding table in input port memory </a:t>
            </a:r>
            <a:r>
              <a:rPr lang="en-US" altLang="en-US" sz="2200" i="1" dirty="0"/>
              <a:t>(“match plus action”)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queuing: if datagrams arrive faster than forwarding rate into switch fabric</a:t>
            </a:r>
          </a:p>
        </p:txBody>
      </p:sp>
      <p:sp>
        <p:nvSpPr>
          <p:cNvPr id="53262" name="Text Box 5">
            <a:extLst>
              <a:ext uri="{FF2B5EF4-FFF2-40B4-BE49-F238E27FC236}">
                <a16:creationId xmlns:a16="http://schemas.microsoft.com/office/drawing/2014/main" id="{19F63A47-52C9-4979-A23E-1D0C2CC36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58" y="3054351"/>
            <a:ext cx="21948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2000">
                <a:solidFill>
                  <a:srgbClr val="000099"/>
                </a:solidFill>
              </a:rPr>
              <a:t>physical layer:</a:t>
            </a:r>
          </a:p>
          <a:p>
            <a:pPr algn="r"/>
            <a:r>
              <a:rPr lang="en-US" altLang="en-US" sz="2000"/>
              <a:t>bit-level reception</a:t>
            </a:r>
            <a:endParaRPr lang="en-US" altLang="en-US" sz="1800"/>
          </a:p>
        </p:txBody>
      </p:sp>
      <p:sp>
        <p:nvSpPr>
          <p:cNvPr id="53263" name="Text Box 6">
            <a:extLst>
              <a:ext uri="{FF2B5EF4-FFF2-40B4-BE49-F238E27FC236}">
                <a16:creationId xmlns:a16="http://schemas.microsoft.com/office/drawing/2014/main" id="{1760029E-501D-4E70-85A5-EE07E7F3F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14" y="3783013"/>
            <a:ext cx="18373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2000" dirty="0">
                <a:solidFill>
                  <a:srgbClr val="000099"/>
                </a:solidFill>
              </a:rPr>
              <a:t>data link layer:</a:t>
            </a:r>
          </a:p>
          <a:p>
            <a:pPr algn="r"/>
            <a:r>
              <a:rPr lang="en-US" altLang="en-US" sz="2000" dirty="0"/>
              <a:t>e.g., Ethernet</a:t>
            </a:r>
          </a:p>
        </p:txBody>
      </p:sp>
      <p:sp>
        <p:nvSpPr>
          <p:cNvPr id="53264" name="Line 45">
            <a:extLst>
              <a:ext uri="{FF2B5EF4-FFF2-40B4-BE49-F238E27FC236}">
                <a16:creationId xmlns:a16="http://schemas.microsoft.com/office/drawing/2014/main" id="{C6251051-E595-429D-AE02-D35A95480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9129" y="690565"/>
            <a:ext cx="11113" cy="2865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5" name="Rectangle 46">
            <a:extLst>
              <a:ext uri="{FF2B5EF4-FFF2-40B4-BE49-F238E27FC236}">
                <a16:creationId xmlns:a16="http://schemas.microsoft.com/office/drawing/2014/main" id="{D7FE557C-54AD-4214-9824-232275CAB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1200" y="1819278"/>
            <a:ext cx="1055688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switch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fabric</a:t>
            </a:r>
          </a:p>
        </p:txBody>
      </p:sp>
      <p:grpSp>
        <p:nvGrpSpPr>
          <p:cNvPr id="53266" name="Group 56">
            <a:extLst>
              <a:ext uri="{FF2B5EF4-FFF2-40B4-BE49-F238E27FC236}">
                <a16:creationId xmlns:a16="http://schemas.microsoft.com/office/drawing/2014/main" id="{FDE76581-885A-4692-B413-9F51869FF289}"/>
              </a:ext>
            </a:extLst>
          </p:cNvPr>
          <p:cNvGrpSpPr>
            <a:grpSpLocks/>
          </p:cNvGrpSpPr>
          <p:nvPr/>
        </p:nvGrpSpPr>
        <p:grpSpPr bwMode="auto">
          <a:xfrm>
            <a:off x="5175254" y="2062163"/>
            <a:ext cx="993775" cy="468312"/>
            <a:chOff x="310" y="3526"/>
            <a:chExt cx="1040" cy="457"/>
          </a:xfrm>
        </p:grpSpPr>
        <p:sp>
          <p:nvSpPr>
            <p:cNvPr id="53272" name="Rectangle 47">
              <a:extLst>
                <a:ext uri="{FF2B5EF4-FFF2-40B4-BE49-F238E27FC236}">
                  <a16:creationId xmlns:a16="http://schemas.microsoft.com/office/drawing/2014/main" id="{8BAD4A48-9A54-4FB0-BF32-525FFECD6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3273" name="Line 48">
              <a:extLst>
                <a:ext uri="{FF2B5EF4-FFF2-40B4-BE49-F238E27FC236}">
                  <a16:creationId xmlns:a16="http://schemas.microsoft.com/office/drawing/2014/main" id="{B90E8562-D986-4AE2-97EC-8BC48A418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74" name="Line 49">
              <a:extLst>
                <a:ext uri="{FF2B5EF4-FFF2-40B4-BE49-F238E27FC236}">
                  <a16:creationId xmlns:a16="http://schemas.microsoft.com/office/drawing/2014/main" id="{F60EC078-7D2E-4993-B150-F25901AC7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75" name="Line 50">
              <a:extLst>
                <a:ext uri="{FF2B5EF4-FFF2-40B4-BE49-F238E27FC236}">
                  <a16:creationId xmlns:a16="http://schemas.microsoft.com/office/drawing/2014/main" id="{11E2EF89-C4EA-4FE2-9D5A-F860BB0B9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76" name="Line 51">
              <a:extLst>
                <a:ext uri="{FF2B5EF4-FFF2-40B4-BE49-F238E27FC236}">
                  <a16:creationId xmlns:a16="http://schemas.microsoft.com/office/drawing/2014/main" id="{580ACD19-9615-45C7-931B-494C5F971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77" name="Line 52">
              <a:extLst>
                <a:ext uri="{FF2B5EF4-FFF2-40B4-BE49-F238E27FC236}">
                  <a16:creationId xmlns:a16="http://schemas.microsoft.com/office/drawing/2014/main" id="{039C9FC3-7169-45CE-BED7-8A1038AAE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78" name="Line 53">
              <a:extLst>
                <a:ext uri="{FF2B5EF4-FFF2-40B4-BE49-F238E27FC236}">
                  <a16:creationId xmlns:a16="http://schemas.microsoft.com/office/drawing/2014/main" id="{8CDF31B2-6A41-4C18-9E66-E0CD9323B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79" name="Line 54">
              <a:extLst>
                <a:ext uri="{FF2B5EF4-FFF2-40B4-BE49-F238E27FC236}">
                  <a16:creationId xmlns:a16="http://schemas.microsoft.com/office/drawing/2014/main" id="{78AD30EE-112C-4D19-91A8-C6539B819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280" name="Line 55">
              <a:extLst>
                <a:ext uri="{FF2B5EF4-FFF2-40B4-BE49-F238E27FC236}">
                  <a16:creationId xmlns:a16="http://schemas.microsoft.com/office/drawing/2014/main" id="{3A1FD28A-1A35-4955-8B50-37D25B3F9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9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3267" name="Line 58">
            <a:extLst>
              <a:ext uri="{FF2B5EF4-FFF2-40B4-BE49-F238E27FC236}">
                <a16:creationId xmlns:a16="http://schemas.microsoft.com/office/drawing/2014/main" id="{8734DD6D-B68D-407E-8C36-C23D29EE0F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6016" y="2743201"/>
            <a:ext cx="446087" cy="490539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8" name="Line 59">
            <a:extLst>
              <a:ext uri="{FF2B5EF4-FFF2-40B4-BE49-F238E27FC236}">
                <a16:creationId xmlns:a16="http://schemas.microsoft.com/office/drawing/2014/main" id="{A32A86F0-70EA-464A-A184-097D5E3BEF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5063" y="2940054"/>
            <a:ext cx="1193800" cy="13382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9" name="Line 60">
            <a:extLst>
              <a:ext uri="{FF2B5EF4-FFF2-40B4-BE49-F238E27FC236}">
                <a16:creationId xmlns:a16="http://schemas.microsoft.com/office/drawing/2014/main" id="{54C204F6-DAD8-4E00-AF5E-8D9E26F62E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10141" y="3070228"/>
            <a:ext cx="669925" cy="790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2">
            <a:extLst>
              <a:ext uri="{FF2B5EF4-FFF2-40B4-BE49-F238E27FC236}">
                <a16:creationId xmlns:a16="http://schemas.microsoft.com/office/drawing/2014/main" id="{33CBDFC5-9424-49A6-A26F-F470412FF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3" y="1306517"/>
            <a:ext cx="4568825" cy="1836737"/>
          </a:xfrm>
          <a:prstGeom prst="rect">
            <a:avLst/>
          </a:prstGeom>
          <a:solidFill>
            <a:schemeClr val="bg1"/>
          </a:solidFill>
          <a:ln w="19050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4275" name="Rectangle 13">
            <a:extLst>
              <a:ext uri="{FF2B5EF4-FFF2-40B4-BE49-F238E27FC236}">
                <a16:creationId xmlns:a16="http://schemas.microsoft.com/office/drawing/2014/main" id="{776A26D0-5A2D-4287-B4AA-F362605A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6" y="1820866"/>
            <a:ext cx="1417639" cy="828675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line</a:t>
            </a:r>
          </a:p>
          <a:p>
            <a:pPr algn="ctr"/>
            <a:r>
              <a:rPr lang="en-US" altLang="en-US" sz="1800"/>
              <a:t>termination</a:t>
            </a:r>
          </a:p>
        </p:txBody>
      </p:sp>
      <p:sp>
        <p:nvSpPr>
          <p:cNvPr id="54276" name="Rectangle 14">
            <a:extLst>
              <a:ext uri="{FF2B5EF4-FFF2-40B4-BE49-F238E27FC236}">
                <a16:creationId xmlns:a16="http://schemas.microsoft.com/office/drawing/2014/main" id="{5CB0036B-406B-4800-ADFD-AEC0E51BA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7291" y="1492251"/>
            <a:ext cx="1152525" cy="1409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4277" name="Rectangle 15">
            <a:extLst>
              <a:ext uri="{FF2B5EF4-FFF2-40B4-BE49-F238E27FC236}">
                <a16:creationId xmlns:a16="http://schemas.microsoft.com/office/drawing/2014/main" id="{733586DF-F8F4-4C18-ACAD-EFB830B0F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4" y="1443039"/>
            <a:ext cx="1247775" cy="150495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4278" name="Line 16">
            <a:extLst>
              <a:ext uri="{FF2B5EF4-FFF2-40B4-BE49-F238E27FC236}">
                <a16:creationId xmlns:a16="http://schemas.microsoft.com/office/drawing/2014/main" id="{E4209247-0DA3-414D-8CE9-4A8E37DBB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1479" y="2232025"/>
            <a:ext cx="423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79" name="Line 30">
            <a:extLst>
              <a:ext uri="{FF2B5EF4-FFF2-40B4-BE49-F238E27FC236}">
                <a16:creationId xmlns:a16="http://schemas.microsoft.com/office/drawing/2014/main" id="{508A3816-F25C-446A-B233-F95B750EA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9963" y="2211390"/>
            <a:ext cx="1905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80" name="Line 31">
            <a:extLst>
              <a:ext uri="{FF2B5EF4-FFF2-40B4-BE49-F238E27FC236}">
                <a16:creationId xmlns:a16="http://schemas.microsoft.com/office/drawing/2014/main" id="{E533EABC-7549-45D9-B11D-232103DFF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2989" y="2168526"/>
            <a:ext cx="1905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81" name="Line 32">
            <a:extLst>
              <a:ext uri="{FF2B5EF4-FFF2-40B4-BE49-F238E27FC236}">
                <a16:creationId xmlns:a16="http://schemas.microsoft.com/office/drawing/2014/main" id="{AFE6656F-3E7C-4897-8F38-BCF4757DFC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3639" y="2209801"/>
            <a:ext cx="7366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82" name="Rectangle 33">
            <a:extLst>
              <a:ext uri="{FF2B5EF4-FFF2-40B4-BE49-F238E27FC236}">
                <a16:creationId xmlns:a16="http://schemas.microsoft.com/office/drawing/2014/main" id="{06A3313E-7290-4F2C-A352-104B2557E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1801816"/>
            <a:ext cx="1055688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link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layer 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protocol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(receive)</a:t>
            </a:r>
          </a:p>
        </p:txBody>
      </p:sp>
      <p:sp>
        <p:nvSpPr>
          <p:cNvPr id="54283" name="Text Box 35">
            <a:extLst>
              <a:ext uri="{FF2B5EF4-FFF2-40B4-BE49-F238E27FC236}">
                <a16:creationId xmlns:a16="http://schemas.microsoft.com/office/drawing/2014/main" id="{53327D96-3675-48AC-9DB7-45EB5C507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534" y="1455739"/>
            <a:ext cx="126188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lookup,</a:t>
            </a:r>
          </a:p>
          <a:p>
            <a:pPr algn="ctr"/>
            <a:r>
              <a:rPr lang="en-US" altLang="en-US" sz="1800"/>
              <a:t>forwarding</a:t>
            </a:r>
          </a:p>
          <a:p>
            <a:pPr algn="ctr"/>
            <a:endParaRPr lang="en-US" altLang="en-US" sz="1800"/>
          </a:p>
          <a:p>
            <a:pPr algn="ctr"/>
            <a:endParaRPr lang="en-US" altLang="en-US" sz="1800"/>
          </a:p>
          <a:p>
            <a:pPr algn="ctr"/>
            <a:r>
              <a:rPr lang="en-US" altLang="en-US" sz="1800"/>
              <a:t>queueing</a:t>
            </a:r>
          </a:p>
        </p:txBody>
      </p:sp>
      <p:sp>
        <p:nvSpPr>
          <p:cNvPr id="54284" name="Rectangle 3">
            <a:extLst>
              <a:ext uri="{FF2B5EF4-FFF2-40B4-BE49-F238E27FC236}">
                <a16:creationId xmlns:a16="http://schemas.microsoft.com/office/drawing/2014/main" id="{65A7991C-499A-4062-9B65-146C3287E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293688"/>
            <a:ext cx="7772400" cy="609600"/>
          </a:xfrm>
        </p:spPr>
        <p:txBody>
          <a:bodyPr/>
          <a:lstStyle/>
          <a:p>
            <a:r>
              <a:rPr lang="en-US" altLang="en-US" sz="4000"/>
              <a:t>Input port functions</a:t>
            </a:r>
            <a:endParaRPr lang="en-US" altLang="en-US"/>
          </a:p>
        </p:txBody>
      </p:sp>
      <p:sp>
        <p:nvSpPr>
          <p:cNvPr id="54285" name="Rectangle 4">
            <a:extLst>
              <a:ext uri="{FF2B5EF4-FFF2-40B4-BE49-F238E27FC236}">
                <a16:creationId xmlns:a16="http://schemas.microsoft.com/office/drawing/2014/main" id="{B43DBF08-B9B9-49F9-8D1F-61776DB21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94076" y="3492500"/>
            <a:ext cx="5456239" cy="2667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99"/>
                </a:solidFill>
              </a:rPr>
              <a:t>decentralized switching</a:t>
            </a:r>
            <a:r>
              <a:rPr lang="en-US" altLang="en-US" sz="2400" i="1">
                <a:solidFill>
                  <a:srgbClr val="000099"/>
                </a:solidFill>
              </a:rPr>
              <a:t>:</a:t>
            </a:r>
            <a:r>
              <a:rPr lang="en-US" altLang="en-US" sz="2400">
                <a:solidFill>
                  <a:srgbClr val="000099"/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200"/>
              <a:t>using header field values, lookup output port using forwarding table in input port memory </a:t>
            </a:r>
            <a:r>
              <a:rPr lang="en-US" altLang="en-US" sz="2200" i="1"/>
              <a:t>(“match plus action”)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CC0000"/>
                </a:solidFill>
              </a:rPr>
              <a:t>destination-based forwarding: </a:t>
            </a:r>
            <a:r>
              <a:rPr lang="en-US" altLang="en-US" sz="2200"/>
              <a:t>forward based only on destination IP address (traditional)</a:t>
            </a:r>
            <a:endParaRPr lang="en-US" altLang="ja-JP" sz="2200"/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CC0000"/>
                </a:solidFill>
              </a:rPr>
              <a:t>generalized forwarding: </a:t>
            </a:r>
            <a:r>
              <a:rPr lang="en-US" altLang="en-US" sz="2200"/>
              <a:t>forward based on any set of header field values</a:t>
            </a:r>
          </a:p>
        </p:txBody>
      </p:sp>
      <p:sp>
        <p:nvSpPr>
          <p:cNvPr id="54286" name="Text Box 5">
            <a:extLst>
              <a:ext uri="{FF2B5EF4-FFF2-40B4-BE49-F238E27FC236}">
                <a16:creationId xmlns:a16="http://schemas.microsoft.com/office/drawing/2014/main" id="{357B51FB-D4F1-49D8-977F-C4A3305A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58" y="3054351"/>
            <a:ext cx="21948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2000">
                <a:solidFill>
                  <a:srgbClr val="000099"/>
                </a:solidFill>
              </a:rPr>
              <a:t>physical layer:</a:t>
            </a:r>
          </a:p>
          <a:p>
            <a:pPr algn="r"/>
            <a:r>
              <a:rPr lang="en-US" altLang="en-US" sz="2000"/>
              <a:t>bit-level reception</a:t>
            </a:r>
            <a:endParaRPr lang="en-US" altLang="en-US" sz="1800"/>
          </a:p>
        </p:txBody>
      </p:sp>
      <p:sp>
        <p:nvSpPr>
          <p:cNvPr id="54287" name="Text Box 6">
            <a:extLst>
              <a:ext uri="{FF2B5EF4-FFF2-40B4-BE49-F238E27FC236}">
                <a16:creationId xmlns:a16="http://schemas.microsoft.com/office/drawing/2014/main" id="{3E91D402-8938-44A2-8CC8-C37AD4345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14" y="3783013"/>
            <a:ext cx="18373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2000" dirty="0">
                <a:solidFill>
                  <a:srgbClr val="000099"/>
                </a:solidFill>
              </a:rPr>
              <a:t>data link layer:</a:t>
            </a:r>
          </a:p>
          <a:p>
            <a:pPr algn="r"/>
            <a:r>
              <a:rPr lang="en-US" altLang="en-US" sz="2000" dirty="0"/>
              <a:t>e.g., Ethernet</a:t>
            </a:r>
          </a:p>
        </p:txBody>
      </p:sp>
      <p:sp>
        <p:nvSpPr>
          <p:cNvPr id="54288" name="Line 45">
            <a:extLst>
              <a:ext uri="{FF2B5EF4-FFF2-40B4-BE49-F238E27FC236}">
                <a16:creationId xmlns:a16="http://schemas.microsoft.com/office/drawing/2014/main" id="{1E4C818D-21AA-4E97-B8D4-70A4858BA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9129" y="690565"/>
            <a:ext cx="11113" cy="2865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89" name="Rectangle 46">
            <a:extLst>
              <a:ext uri="{FF2B5EF4-FFF2-40B4-BE49-F238E27FC236}">
                <a16:creationId xmlns:a16="http://schemas.microsoft.com/office/drawing/2014/main" id="{71E6AAE7-0D69-49D4-B066-1EAAD8A9D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1200" y="1819278"/>
            <a:ext cx="1055688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/>
              <a:t>switch</a:t>
            </a:r>
          </a:p>
          <a:p>
            <a:pPr algn="ctr">
              <a:lnSpc>
                <a:spcPct val="90000"/>
              </a:lnSpc>
            </a:pPr>
            <a:r>
              <a:rPr lang="en-US" altLang="en-US" sz="1800"/>
              <a:t>fabric</a:t>
            </a:r>
          </a:p>
        </p:txBody>
      </p:sp>
      <p:grpSp>
        <p:nvGrpSpPr>
          <p:cNvPr id="54290" name="Group 56">
            <a:extLst>
              <a:ext uri="{FF2B5EF4-FFF2-40B4-BE49-F238E27FC236}">
                <a16:creationId xmlns:a16="http://schemas.microsoft.com/office/drawing/2014/main" id="{579465D3-B8E5-4AC3-BBA3-6C0DC0388260}"/>
              </a:ext>
            </a:extLst>
          </p:cNvPr>
          <p:cNvGrpSpPr>
            <a:grpSpLocks/>
          </p:cNvGrpSpPr>
          <p:nvPr/>
        </p:nvGrpSpPr>
        <p:grpSpPr bwMode="auto">
          <a:xfrm>
            <a:off x="5175254" y="2062163"/>
            <a:ext cx="993775" cy="468312"/>
            <a:chOff x="310" y="3526"/>
            <a:chExt cx="1040" cy="457"/>
          </a:xfrm>
        </p:grpSpPr>
        <p:sp>
          <p:nvSpPr>
            <p:cNvPr id="54296" name="Rectangle 47">
              <a:extLst>
                <a:ext uri="{FF2B5EF4-FFF2-40B4-BE49-F238E27FC236}">
                  <a16:creationId xmlns:a16="http://schemas.microsoft.com/office/drawing/2014/main" id="{0462ECF2-1EC8-4A84-9612-F0508960B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4297" name="Line 48">
              <a:extLst>
                <a:ext uri="{FF2B5EF4-FFF2-40B4-BE49-F238E27FC236}">
                  <a16:creationId xmlns:a16="http://schemas.microsoft.com/office/drawing/2014/main" id="{7FC17219-9052-45B9-A43B-209C01D99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298" name="Line 49">
              <a:extLst>
                <a:ext uri="{FF2B5EF4-FFF2-40B4-BE49-F238E27FC236}">
                  <a16:creationId xmlns:a16="http://schemas.microsoft.com/office/drawing/2014/main" id="{7C99CF9B-6AEE-4A5D-B3AE-610BCA78F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299" name="Line 50">
              <a:extLst>
                <a:ext uri="{FF2B5EF4-FFF2-40B4-BE49-F238E27FC236}">
                  <a16:creationId xmlns:a16="http://schemas.microsoft.com/office/drawing/2014/main" id="{08790D7B-1751-46F1-A12A-CC5A579C3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300" name="Line 51">
              <a:extLst>
                <a:ext uri="{FF2B5EF4-FFF2-40B4-BE49-F238E27FC236}">
                  <a16:creationId xmlns:a16="http://schemas.microsoft.com/office/drawing/2014/main" id="{B9515389-828F-4A74-AB65-6FA8356DA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301" name="Line 52">
              <a:extLst>
                <a:ext uri="{FF2B5EF4-FFF2-40B4-BE49-F238E27FC236}">
                  <a16:creationId xmlns:a16="http://schemas.microsoft.com/office/drawing/2014/main" id="{43C71E9C-BE41-4B8C-8956-4A62A9094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302" name="Line 53">
              <a:extLst>
                <a:ext uri="{FF2B5EF4-FFF2-40B4-BE49-F238E27FC236}">
                  <a16:creationId xmlns:a16="http://schemas.microsoft.com/office/drawing/2014/main" id="{04386A2C-E3E2-4B11-A8F9-233E17A8A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303" name="Line 54">
              <a:extLst>
                <a:ext uri="{FF2B5EF4-FFF2-40B4-BE49-F238E27FC236}">
                  <a16:creationId xmlns:a16="http://schemas.microsoft.com/office/drawing/2014/main" id="{C1958B6A-096E-41E4-95E8-31146ABB7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304" name="Line 55">
              <a:extLst>
                <a:ext uri="{FF2B5EF4-FFF2-40B4-BE49-F238E27FC236}">
                  <a16:creationId xmlns:a16="http://schemas.microsoft.com/office/drawing/2014/main" id="{9D40247A-11B3-4F83-A806-28984C7EB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9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4291" name="Line 58">
            <a:extLst>
              <a:ext uri="{FF2B5EF4-FFF2-40B4-BE49-F238E27FC236}">
                <a16:creationId xmlns:a16="http://schemas.microsoft.com/office/drawing/2014/main" id="{8D40B6A2-FE10-4FC9-8CEF-1FEA2D7740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6016" y="2743201"/>
            <a:ext cx="446087" cy="490539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92" name="Line 59">
            <a:extLst>
              <a:ext uri="{FF2B5EF4-FFF2-40B4-BE49-F238E27FC236}">
                <a16:creationId xmlns:a16="http://schemas.microsoft.com/office/drawing/2014/main" id="{D13D896E-B546-4BE3-A5BD-8FA6FE3291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5063" y="2940054"/>
            <a:ext cx="1193800" cy="13382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93" name="Line 60">
            <a:extLst>
              <a:ext uri="{FF2B5EF4-FFF2-40B4-BE49-F238E27FC236}">
                <a16:creationId xmlns:a16="http://schemas.microsoft.com/office/drawing/2014/main" id="{3EA02761-44EE-4A08-947D-F2476B975C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3814" y="3070226"/>
            <a:ext cx="476251" cy="57785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3">
            <a:extLst>
              <a:ext uri="{FF2B5EF4-FFF2-40B4-BE49-F238E27FC236}">
                <a16:creationId xmlns:a16="http://schemas.microsoft.com/office/drawing/2014/main" id="{F9EB327B-84E2-4CA4-8733-C5317A75B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30" y="1537603"/>
            <a:ext cx="5285421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/>
            <a:r>
              <a:rPr lang="en-US" altLang="en-US" sz="1800" b="1">
                <a:cs typeface="Times New Roman" panose="02020603050405020304" pitchFamily="18" charset="0"/>
              </a:rPr>
              <a:t>Destination Address Range</a:t>
            </a:r>
          </a:p>
          <a:p>
            <a:pPr algn="just"/>
            <a:endParaRPr lang="en-US" altLang="en-US" sz="1800" b="1"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11001000 00010111 00010000 00000000</a:t>
            </a:r>
            <a:endParaRPr lang="en-US" altLang="en-US" sz="2000" b="1">
              <a:latin typeface="Courier New" panose="02070309020205020404" pitchFamily="49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through</a:t>
            </a:r>
            <a:r>
              <a:rPr lang="en-US" altLang="en-US" sz="1800">
                <a:latin typeface="Comic Sans MS" panose="030F0702030302020204" pitchFamily="66" charset="0"/>
                <a:cs typeface="Times New Roman" panose="02020603050405020304" pitchFamily="18" charset="0"/>
              </a:rPr>
              <a:t>                                 </a:t>
            </a:r>
            <a:endParaRPr lang="en-US" altLang="en-US" sz="2000">
              <a:latin typeface="Comic Sans MS" panose="030F0702030302020204" pitchFamily="66" charset="0"/>
            </a:endParaRPr>
          </a:p>
          <a:p>
            <a:pPr algn="just"/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11001000 00010111 00010111 11111111</a:t>
            </a:r>
          </a:p>
          <a:p>
            <a:pPr algn="just"/>
            <a:endParaRPr lang="en-US" altLang="en-US" sz="1800" b="1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11001000 00010111 00011000 00000000</a:t>
            </a:r>
            <a:endParaRPr lang="en-US" altLang="en-US" sz="2000" b="1">
              <a:latin typeface="Courier New" panose="02070309020205020404" pitchFamily="49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through</a:t>
            </a:r>
            <a:endParaRPr lang="en-US" altLang="en-US" sz="2000"/>
          </a:p>
          <a:p>
            <a:pPr algn="just"/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11001000 00010111 00011000 11111111  </a:t>
            </a:r>
          </a:p>
          <a:p>
            <a:pPr algn="just"/>
            <a:endParaRPr lang="en-US" altLang="en-US" sz="2000" b="1">
              <a:latin typeface="Courier New" panose="02070309020205020404" pitchFamily="49" charset="0"/>
            </a:endParaRPr>
          </a:p>
          <a:p>
            <a:pPr algn="just"/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11001000 00010111 00011001 00000000</a:t>
            </a:r>
            <a:endParaRPr lang="en-US" altLang="en-US" sz="2000" b="1">
              <a:latin typeface="Courier New" panose="02070309020205020404" pitchFamily="49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through</a:t>
            </a:r>
            <a:endParaRPr lang="en-US" altLang="en-US" sz="2000"/>
          </a:p>
          <a:p>
            <a:pPr algn="just"/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11001000 00010111 00011111 11111111  </a:t>
            </a:r>
          </a:p>
          <a:p>
            <a:pPr algn="just"/>
            <a:endParaRPr lang="en-US" altLang="en-US" sz="1800"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otherwise</a:t>
            </a:r>
          </a:p>
        </p:txBody>
      </p:sp>
      <p:sp>
        <p:nvSpPr>
          <p:cNvPr id="55298" name="Rectangle 5">
            <a:extLst>
              <a:ext uri="{FF2B5EF4-FFF2-40B4-BE49-F238E27FC236}">
                <a16:creationId xmlns:a16="http://schemas.microsoft.com/office/drawing/2014/main" id="{739FDBF2-2531-4D67-9E86-FD3A507A0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183" y="1538320"/>
            <a:ext cx="156966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Link Interface</a:t>
            </a: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endParaRPr lang="en-US" altLang="en-US" sz="1800" u="sng"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0</a:t>
            </a: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1</a:t>
            </a: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2</a:t>
            </a: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endParaRPr lang="en-US" altLang="en-US" sz="1800"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cs typeface="Times New Roman" panose="02020603050405020304" pitchFamily="18" charset="0"/>
              </a:rPr>
              <a:t>3  </a:t>
            </a:r>
            <a:endParaRPr lang="en-US" altLang="en-US" sz="2000"/>
          </a:p>
          <a:p>
            <a:pPr algn="just"/>
            <a:endParaRPr lang="en-US" altLang="en-US" sz="1800" b="1">
              <a:cs typeface="Times New Roman" panose="02020603050405020304" pitchFamily="18" charset="0"/>
            </a:endParaRPr>
          </a:p>
        </p:txBody>
      </p:sp>
      <p:sp>
        <p:nvSpPr>
          <p:cNvPr id="55299" name="Rectangle 6">
            <a:extLst>
              <a:ext uri="{FF2B5EF4-FFF2-40B4-BE49-F238E27FC236}">
                <a16:creationId xmlns:a16="http://schemas.microsoft.com/office/drawing/2014/main" id="{E286E373-8331-4FA2-9AA2-A87E22598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91" y="1266828"/>
            <a:ext cx="7223125" cy="4525963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5300" name="Line 7">
            <a:extLst>
              <a:ext uri="{FF2B5EF4-FFF2-40B4-BE49-F238E27FC236}">
                <a16:creationId xmlns:a16="http://schemas.microsoft.com/office/drawing/2014/main" id="{9FCA83C8-A88C-4A3D-9EE3-DF374435C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477" y="2084388"/>
            <a:ext cx="722312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1" name="Line 8">
            <a:extLst>
              <a:ext uri="{FF2B5EF4-FFF2-40B4-BE49-F238E27FC236}">
                <a16:creationId xmlns:a16="http://schemas.microsoft.com/office/drawing/2014/main" id="{2FE428AC-5C06-42B6-867D-C337B4698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5" y="3119439"/>
            <a:ext cx="722312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2" name="Line 9">
            <a:extLst>
              <a:ext uri="{FF2B5EF4-FFF2-40B4-BE49-F238E27FC236}">
                <a16:creationId xmlns:a16="http://schemas.microsoft.com/office/drawing/2014/main" id="{1D4AF556-A49E-4CA1-8048-C814DF61D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116" y="4241800"/>
            <a:ext cx="722312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3" name="Line 10">
            <a:extLst>
              <a:ext uri="{FF2B5EF4-FFF2-40B4-BE49-F238E27FC236}">
                <a16:creationId xmlns:a16="http://schemas.microsoft.com/office/drawing/2014/main" id="{3EF0FF63-4646-40A2-9138-486A5BE63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65" y="5343525"/>
            <a:ext cx="722312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4" name="Line 11">
            <a:extLst>
              <a:ext uri="{FF2B5EF4-FFF2-40B4-BE49-F238E27FC236}">
                <a16:creationId xmlns:a16="http://schemas.microsoft.com/office/drawing/2014/main" id="{5E88ECAC-E024-416D-908F-CC46F5D3E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9313" y="1277938"/>
            <a:ext cx="0" cy="4514851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5" name="Text Box 12">
            <a:extLst>
              <a:ext uri="{FF2B5EF4-FFF2-40B4-BE49-F238E27FC236}">
                <a16:creationId xmlns:a16="http://schemas.microsoft.com/office/drawing/2014/main" id="{109D116E-F9BC-4492-96F7-1025DBFFD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4" y="6007103"/>
            <a:ext cx="72302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Q:</a:t>
            </a:r>
            <a:r>
              <a:rPr lang="en-US" altLang="en-US">
                <a:latin typeface="Gill Sans MT" panose="020B0502020104020203" pitchFamily="34" charset="0"/>
              </a:rPr>
              <a:t> but what happens if ranges don</a:t>
            </a:r>
            <a:r>
              <a:rPr lang="ja-JP" altLang="en-US">
                <a:latin typeface="Gill Sans MT" panose="020B0502020104020203" pitchFamily="34" charset="0"/>
              </a:rPr>
              <a:t>’</a:t>
            </a:r>
            <a:r>
              <a:rPr lang="en-US" altLang="ja-JP">
                <a:latin typeface="Gill Sans MT" panose="020B0502020104020203" pitchFamily="34" charset="0"/>
              </a:rPr>
              <a:t>t divide up so nicely? </a:t>
            </a:r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18446" name="Rectangle 17">
            <a:extLst>
              <a:ext uri="{FF2B5EF4-FFF2-40B4-BE49-F238E27FC236}">
                <a16:creationId xmlns:a16="http://schemas.microsoft.com/office/drawing/2014/main" id="{8AC9DA31-6680-4FD8-9B72-09E744348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3" y="107951"/>
            <a:ext cx="6378575" cy="8636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ea typeface="ＭＳ Ｐゴシック" charset="0"/>
                <a:cs typeface="+mj-cs"/>
              </a:rPr>
              <a:t>Destination-based forwarding</a:t>
            </a:r>
          </a:p>
        </p:txBody>
      </p:sp>
      <p:sp>
        <p:nvSpPr>
          <p:cNvPr id="55308" name="TextBox 1">
            <a:extLst>
              <a:ext uri="{FF2B5EF4-FFF2-40B4-BE49-F238E27FC236}">
                <a16:creationId xmlns:a16="http://schemas.microsoft.com/office/drawing/2014/main" id="{9AEB343A-1638-419C-B3A0-914AC8671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91" y="1036639"/>
            <a:ext cx="2008883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i="1">
                <a:solidFill>
                  <a:srgbClr val="CC0000"/>
                </a:solidFill>
              </a:rPr>
              <a:t>forwarding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0">
            <a:extLst>
              <a:ext uri="{FF2B5EF4-FFF2-40B4-BE49-F238E27FC236}">
                <a16:creationId xmlns:a16="http://schemas.microsoft.com/office/drawing/2014/main" id="{1CB1D2FB-EABE-4AF3-9CD5-0FAAAA44C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1335088"/>
            <a:ext cx="8001000" cy="1371600"/>
          </a:xfrm>
          <a:prstGeom prst="rect">
            <a:avLst/>
          </a:prstGeom>
          <a:solidFill>
            <a:schemeClr val="bg1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6323" name="Rectangle 18">
            <a:extLst>
              <a:ext uri="{FF2B5EF4-FFF2-40B4-BE49-F238E27FC236}">
                <a16:creationId xmlns:a16="http://schemas.microsoft.com/office/drawing/2014/main" id="{35B7B27A-F8B5-46B6-AE62-F5E69B076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9" y="5673728"/>
            <a:ext cx="1636713" cy="269875"/>
          </a:xfrm>
          <a:prstGeom prst="rect">
            <a:avLst/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6324" name="Rectangle 17">
            <a:extLst>
              <a:ext uri="{FF2B5EF4-FFF2-40B4-BE49-F238E27FC236}">
                <a16:creationId xmlns:a16="http://schemas.microsoft.com/office/drawing/2014/main" id="{2365452B-F38F-4B90-85C3-26A25AFF3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078" y="6069016"/>
            <a:ext cx="1636713" cy="269875"/>
          </a:xfrm>
          <a:prstGeom prst="rect">
            <a:avLst/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9464" name="Rectangle 2">
            <a:extLst>
              <a:ext uri="{FF2B5EF4-FFF2-40B4-BE49-F238E27FC236}">
                <a16:creationId xmlns:a16="http://schemas.microsoft.com/office/drawing/2014/main" id="{24155C5F-41C0-45FB-8CF0-72CB773D3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95251"/>
            <a:ext cx="7772400" cy="909639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Longest prefix matching</a:t>
            </a:r>
          </a:p>
        </p:txBody>
      </p:sp>
      <p:sp>
        <p:nvSpPr>
          <p:cNvPr id="56326" name="Rectangle 5">
            <a:extLst>
              <a:ext uri="{FF2B5EF4-FFF2-40B4-BE49-F238E27FC236}">
                <a16:creationId xmlns:a16="http://schemas.microsoft.com/office/drawing/2014/main" id="{E40C172B-4667-4463-9D7A-0FA4CD98B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293" y="3007306"/>
            <a:ext cx="5285421" cy="2119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Destination Address Range                        </a:t>
            </a: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00010*** ********* 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00011000 *********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latin typeface="Courier New" panose="02070309020205020404" pitchFamily="49" charset="0"/>
                <a:cs typeface="Times New Roman" panose="02020603050405020304" pitchFamily="18" charset="0"/>
              </a:rPr>
              <a:t>11001000 00010111 00011*** *********</a:t>
            </a:r>
            <a:endParaRPr lang="en-US" altLang="en-US" sz="2000" dirty="0">
              <a:latin typeface="Comic Sans MS" panose="030F0702030302020204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otherwise  </a:t>
            </a:r>
            <a:r>
              <a:rPr lang="en-US" altLang="en-US" sz="1800" dirty="0">
                <a:latin typeface="Times" panose="02020603050405020304" pitchFamily="18" charset="0"/>
                <a:cs typeface="Times New Roman" panose="02020603050405020304" pitchFamily="18" charset="0"/>
              </a:rPr>
              <a:t>           </a:t>
            </a:r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33116DBC-F5A5-45F1-80ED-EF4168052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52" y="6024840"/>
            <a:ext cx="512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/>
              <a:t>DA: 11001000  00010111  00011000  10101010</a:t>
            </a:r>
            <a:r>
              <a:rPr lang="en-US" altLang="en-US" sz="1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56328" name="Text Box 8">
            <a:extLst>
              <a:ext uri="{FF2B5EF4-FFF2-40B4-BE49-F238E27FC236}">
                <a16:creationId xmlns:a16="http://schemas.microsoft.com/office/drawing/2014/main" id="{0676A741-2B39-4906-AA89-FC345CAEB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90" y="5272089"/>
            <a:ext cx="13532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000099"/>
                </a:solidFill>
              </a:rPr>
              <a:t>examples:</a:t>
            </a:r>
          </a:p>
        </p:txBody>
      </p:sp>
      <p:sp>
        <p:nvSpPr>
          <p:cNvPr id="56329" name="Text Box 9">
            <a:extLst>
              <a:ext uri="{FF2B5EF4-FFF2-40B4-BE49-F238E27FC236}">
                <a16:creationId xmlns:a16="http://schemas.microsoft.com/office/drawing/2014/main" id="{C3207571-D6BA-48E0-8B4D-BBAF54DE0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6" y="5641976"/>
            <a:ext cx="51175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DA: 11001000  00010111  00010110  10100001 </a:t>
            </a:r>
          </a:p>
        </p:txBody>
      </p:sp>
      <p:sp>
        <p:nvSpPr>
          <p:cNvPr id="56330" name="Text Box 15">
            <a:extLst>
              <a:ext uri="{FF2B5EF4-FFF2-40B4-BE49-F238E27FC236}">
                <a16:creationId xmlns:a16="http://schemas.microsoft.com/office/drawing/2014/main" id="{5A6118A8-E917-4EFA-B480-3D7D04154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690" y="5640389"/>
            <a:ext cx="1851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CC0000"/>
                </a:solidFill>
                <a:latin typeface="Gill Sans MT" panose="020B0502020104020203" pitchFamily="34" charset="0"/>
              </a:rPr>
              <a:t>which interface?</a:t>
            </a:r>
          </a:p>
        </p:txBody>
      </p:sp>
      <p:sp>
        <p:nvSpPr>
          <p:cNvPr id="56331" name="Text Box 16">
            <a:extLst>
              <a:ext uri="{FF2B5EF4-FFF2-40B4-BE49-F238E27FC236}">
                <a16:creationId xmlns:a16="http://schemas.microsoft.com/office/drawing/2014/main" id="{640ACBFE-05DA-4E11-9DD3-3A13BBBD0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315" y="5991227"/>
            <a:ext cx="1851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CC0000"/>
                </a:solidFill>
                <a:latin typeface="Gill Sans MT" panose="020B0502020104020203" pitchFamily="34" charset="0"/>
              </a:rPr>
              <a:t>which interface?</a:t>
            </a:r>
          </a:p>
        </p:txBody>
      </p:sp>
      <p:sp>
        <p:nvSpPr>
          <p:cNvPr id="56332" name="Text Box 19">
            <a:extLst>
              <a:ext uri="{FF2B5EF4-FFF2-40B4-BE49-F238E27FC236}">
                <a16:creationId xmlns:a16="http://schemas.microsoft.com/office/drawing/2014/main" id="{C115F2E7-41C1-45C0-8B09-CCC262B13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1" y="1490663"/>
            <a:ext cx="7799388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800">
                <a:latin typeface="Gill Sans MT" panose="020B0502020104020203" pitchFamily="34" charset="0"/>
              </a:rPr>
              <a:t>when looking for forwarding table entry for given destination address, use </a:t>
            </a:r>
            <a:r>
              <a:rPr lang="en-US" altLang="en-US" sz="2800" i="1">
                <a:solidFill>
                  <a:srgbClr val="000099"/>
                </a:solidFill>
                <a:latin typeface="Gill Sans MT" panose="020B0502020104020203" pitchFamily="34" charset="0"/>
              </a:rPr>
              <a:t>longest</a:t>
            </a:r>
            <a:r>
              <a:rPr lang="en-US" altLang="en-US" sz="2800">
                <a:latin typeface="Gill Sans MT" panose="020B0502020104020203" pitchFamily="34" charset="0"/>
              </a:rPr>
              <a:t> address prefix that matches destination address.</a:t>
            </a:r>
          </a:p>
        </p:txBody>
      </p:sp>
      <p:sp>
        <p:nvSpPr>
          <p:cNvPr id="56333" name="Text Box 22">
            <a:extLst>
              <a:ext uri="{FF2B5EF4-FFF2-40B4-BE49-F238E27FC236}">
                <a16:creationId xmlns:a16="http://schemas.microsoft.com/office/drawing/2014/main" id="{4E5512FD-DACB-4E13-B046-6B4ECF27E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2" y="1036637"/>
            <a:ext cx="3304751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longest prefix matching</a:t>
            </a:r>
          </a:p>
        </p:txBody>
      </p:sp>
      <p:sp>
        <p:nvSpPr>
          <p:cNvPr id="56334" name="Rectangle 24">
            <a:extLst>
              <a:ext uri="{FF2B5EF4-FFF2-40B4-BE49-F238E27FC236}">
                <a16:creationId xmlns:a16="http://schemas.microsoft.com/office/drawing/2014/main" id="{E472E142-DA28-4AFC-BD21-655E6C6E7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90" y="3022603"/>
            <a:ext cx="7459663" cy="2106613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6335" name="Line 25">
            <a:extLst>
              <a:ext uri="{FF2B5EF4-FFF2-40B4-BE49-F238E27FC236}">
                <a16:creationId xmlns:a16="http://schemas.microsoft.com/office/drawing/2014/main" id="{7C16686C-8027-4930-8AD3-F91D97160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190" y="3457575"/>
            <a:ext cx="7448551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36" name="Line 26">
            <a:extLst>
              <a:ext uri="{FF2B5EF4-FFF2-40B4-BE49-F238E27FC236}">
                <a16:creationId xmlns:a16="http://schemas.microsoft.com/office/drawing/2014/main" id="{20ACFF94-8525-435D-95FE-06931B7CC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2351" y="3887788"/>
            <a:ext cx="7448551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37" name="Line 27">
            <a:extLst>
              <a:ext uri="{FF2B5EF4-FFF2-40B4-BE49-F238E27FC236}">
                <a16:creationId xmlns:a16="http://schemas.microsoft.com/office/drawing/2014/main" id="{087BC779-8777-4CB3-B84B-06853A052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6951" y="4306888"/>
            <a:ext cx="7448551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38" name="Line 28">
            <a:extLst>
              <a:ext uri="{FF2B5EF4-FFF2-40B4-BE49-F238E27FC236}">
                <a16:creationId xmlns:a16="http://schemas.microsoft.com/office/drawing/2014/main" id="{D11C99E2-A0C9-4DFE-8534-6F739FBBD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3776" y="4737100"/>
            <a:ext cx="7448551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39" name="Line 29">
            <a:extLst>
              <a:ext uri="{FF2B5EF4-FFF2-40B4-BE49-F238E27FC236}">
                <a16:creationId xmlns:a16="http://schemas.microsoft.com/office/drawing/2014/main" id="{DA637CCF-AA33-4CDA-9013-48DD5FA2B3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6963" y="3022603"/>
            <a:ext cx="0" cy="211772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40" name="Text Box 30">
            <a:extLst>
              <a:ext uri="{FF2B5EF4-FFF2-40B4-BE49-F238E27FC236}">
                <a16:creationId xmlns:a16="http://schemas.microsoft.com/office/drawing/2014/main" id="{709D8D0F-F207-479C-9789-E8388E54D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414" y="2965452"/>
            <a:ext cx="1556836" cy="211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1800"/>
              <a:t>Link interface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0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1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2</a:t>
            </a:r>
          </a:p>
          <a:p>
            <a:pPr>
              <a:lnSpc>
                <a:spcPct val="150000"/>
              </a:lnSpc>
            </a:pPr>
            <a:r>
              <a:rPr lang="en-US" altLang="en-US" sz="1800"/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99D5C1A4-7F79-4472-8555-9EF6EDFD5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325" y="247651"/>
            <a:ext cx="7772400" cy="685800"/>
          </a:xfrm>
        </p:spPr>
        <p:txBody>
          <a:bodyPr/>
          <a:lstStyle/>
          <a:p>
            <a:r>
              <a:rPr lang="en-US" altLang="en-US" sz="4000"/>
              <a:t>Switching fabrics</a:t>
            </a:r>
            <a:endParaRPr lang="en-US" altLang="en-US"/>
          </a:p>
        </p:txBody>
      </p:sp>
      <p:sp>
        <p:nvSpPr>
          <p:cNvPr id="24582" name="Rectangle 4">
            <a:extLst>
              <a:ext uri="{FF2B5EF4-FFF2-40B4-BE49-F238E27FC236}">
                <a16:creationId xmlns:a16="http://schemas.microsoft.com/office/drawing/2014/main" id="{D7662235-0F37-4EF7-9E90-ABDFB567C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1177925"/>
            <a:ext cx="7772400" cy="4648200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transfer packet from input buffer to appropriate output buffer</a:t>
            </a:r>
          </a:p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switching rate: rate at which packets can be transfer from inputs to outputs</a:t>
            </a:r>
          </a:p>
          <a:p>
            <a:pPr lvl="1">
              <a:buFont typeface="Arial"/>
              <a:buChar char="•"/>
              <a:defRPr/>
            </a:pPr>
            <a:r>
              <a:rPr lang="en-US" sz="2000">
                <a:ea typeface="ＭＳ Ｐゴシック" charset="0"/>
              </a:rPr>
              <a:t>often measured as multiple of input/output line rate</a:t>
            </a:r>
          </a:p>
          <a:p>
            <a:pPr lvl="1">
              <a:buFont typeface="Arial"/>
              <a:buChar char="•"/>
              <a:defRPr/>
            </a:pPr>
            <a:r>
              <a:rPr lang="en-US" sz="2000">
                <a:ea typeface="ＭＳ Ｐゴシック" charset="0"/>
              </a:rPr>
              <a:t>N inputs: switching rate N times line rate desirable</a:t>
            </a:r>
          </a:p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three types of switching fabrics</a:t>
            </a:r>
          </a:p>
        </p:txBody>
      </p:sp>
      <p:grpSp>
        <p:nvGrpSpPr>
          <p:cNvPr id="58372" name="Group 30">
            <a:extLst>
              <a:ext uri="{FF2B5EF4-FFF2-40B4-BE49-F238E27FC236}">
                <a16:creationId xmlns:a16="http://schemas.microsoft.com/office/drawing/2014/main" id="{05537F09-7117-4C7F-970F-7DE6C0C1C99D}"/>
              </a:ext>
            </a:extLst>
          </p:cNvPr>
          <p:cNvGrpSpPr>
            <a:grpSpLocks/>
          </p:cNvGrpSpPr>
          <p:nvPr/>
        </p:nvGrpSpPr>
        <p:grpSpPr bwMode="auto">
          <a:xfrm>
            <a:off x="742951" y="4283075"/>
            <a:ext cx="890588" cy="215900"/>
            <a:chOff x="876" y="2800"/>
            <a:chExt cx="642" cy="175"/>
          </a:xfrm>
        </p:grpSpPr>
        <p:sp>
          <p:nvSpPr>
            <p:cNvPr id="58502" name="Rectangle 7">
              <a:extLst>
                <a:ext uri="{FF2B5EF4-FFF2-40B4-BE49-F238E27FC236}">
                  <a16:creationId xmlns:a16="http://schemas.microsoft.com/office/drawing/2014/main" id="{4F5B4971-9F27-4B27-A704-5B493AA9E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503" name="Rectangle 8">
              <a:extLst>
                <a:ext uri="{FF2B5EF4-FFF2-40B4-BE49-F238E27FC236}">
                  <a16:creationId xmlns:a16="http://schemas.microsoft.com/office/drawing/2014/main" id="{6DD6972E-1E57-4CC2-B95A-4F0561C66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504" name="Rectangle 9">
              <a:extLst>
                <a:ext uri="{FF2B5EF4-FFF2-40B4-BE49-F238E27FC236}">
                  <a16:creationId xmlns:a16="http://schemas.microsoft.com/office/drawing/2014/main" id="{5BD3D4B2-906A-4B43-BE9D-F5CA9154C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505" name="Rectangle 10">
              <a:extLst>
                <a:ext uri="{FF2B5EF4-FFF2-40B4-BE49-F238E27FC236}">
                  <a16:creationId xmlns:a16="http://schemas.microsoft.com/office/drawing/2014/main" id="{56B6D8F8-7C12-4DE0-8B8B-8CC9EBCD3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506" name="Line 11">
              <a:extLst>
                <a:ext uri="{FF2B5EF4-FFF2-40B4-BE49-F238E27FC236}">
                  <a16:creationId xmlns:a16="http://schemas.microsoft.com/office/drawing/2014/main" id="{F296F5B6-DE0C-4F43-AD1C-D9373D5E5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73" name="Group 45">
            <a:extLst>
              <a:ext uri="{FF2B5EF4-FFF2-40B4-BE49-F238E27FC236}">
                <a16:creationId xmlns:a16="http://schemas.microsoft.com/office/drawing/2014/main" id="{4D535A44-7B79-48AE-93F2-753DFF6AE658}"/>
              </a:ext>
            </a:extLst>
          </p:cNvPr>
          <p:cNvGrpSpPr>
            <a:grpSpLocks/>
          </p:cNvGrpSpPr>
          <p:nvPr/>
        </p:nvGrpSpPr>
        <p:grpSpPr bwMode="auto">
          <a:xfrm>
            <a:off x="719141" y="4678363"/>
            <a:ext cx="890587" cy="215900"/>
            <a:chOff x="876" y="2800"/>
            <a:chExt cx="642" cy="175"/>
          </a:xfrm>
        </p:grpSpPr>
        <p:sp>
          <p:nvSpPr>
            <p:cNvPr id="58497" name="Rectangle 46">
              <a:extLst>
                <a:ext uri="{FF2B5EF4-FFF2-40B4-BE49-F238E27FC236}">
                  <a16:creationId xmlns:a16="http://schemas.microsoft.com/office/drawing/2014/main" id="{8ECCE261-5BFD-440F-BFB7-0F315963C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8" name="Rectangle 47">
              <a:extLst>
                <a:ext uri="{FF2B5EF4-FFF2-40B4-BE49-F238E27FC236}">
                  <a16:creationId xmlns:a16="http://schemas.microsoft.com/office/drawing/2014/main" id="{BCCCE163-4DF8-4E34-8583-F0F8496C0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9" name="Rectangle 48">
              <a:extLst>
                <a:ext uri="{FF2B5EF4-FFF2-40B4-BE49-F238E27FC236}">
                  <a16:creationId xmlns:a16="http://schemas.microsoft.com/office/drawing/2014/main" id="{BA233068-EFF0-40C8-81A8-58D7972E1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500" name="Rectangle 49">
              <a:extLst>
                <a:ext uri="{FF2B5EF4-FFF2-40B4-BE49-F238E27FC236}">
                  <a16:creationId xmlns:a16="http://schemas.microsoft.com/office/drawing/2014/main" id="{CAFE791D-B00A-4C8D-A880-F6162676A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501" name="Line 50">
              <a:extLst>
                <a:ext uri="{FF2B5EF4-FFF2-40B4-BE49-F238E27FC236}">
                  <a16:creationId xmlns:a16="http://schemas.microsoft.com/office/drawing/2014/main" id="{9235F12C-769D-4A98-AB3F-AC861404C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74" name="Group 51">
            <a:extLst>
              <a:ext uri="{FF2B5EF4-FFF2-40B4-BE49-F238E27FC236}">
                <a16:creationId xmlns:a16="http://schemas.microsoft.com/office/drawing/2014/main" id="{134A30FB-0ED8-40C1-8A08-B68158BEA994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5105401"/>
            <a:ext cx="890588" cy="215900"/>
            <a:chOff x="876" y="2800"/>
            <a:chExt cx="642" cy="175"/>
          </a:xfrm>
        </p:grpSpPr>
        <p:sp>
          <p:nvSpPr>
            <p:cNvPr id="58492" name="Rectangle 52">
              <a:extLst>
                <a:ext uri="{FF2B5EF4-FFF2-40B4-BE49-F238E27FC236}">
                  <a16:creationId xmlns:a16="http://schemas.microsoft.com/office/drawing/2014/main" id="{23F1A2EA-C58F-4CAC-BF60-EFC33B63C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3" name="Rectangle 53">
              <a:extLst>
                <a:ext uri="{FF2B5EF4-FFF2-40B4-BE49-F238E27FC236}">
                  <a16:creationId xmlns:a16="http://schemas.microsoft.com/office/drawing/2014/main" id="{F035A003-F810-495E-9F0F-861043ABD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4" name="Rectangle 54">
              <a:extLst>
                <a:ext uri="{FF2B5EF4-FFF2-40B4-BE49-F238E27FC236}">
                  <a16:creationId xmlns:a16="http://schemas.microsoft.com/office/drawing/2014/main" id="{603AE8CE-BD7C-430F-8D56-E2B40BCBC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5" name="Rectangle 55">
              <a:extLst>
                <a:ext uri="{FF2B5EF4-FFF2-40B4-BE49-F238E27FC236}">
                  <a16:creationId xmlns:a16="http://schemas.microsoft.com/office/drawing/2014/main" id="{42D61D63-F72C-4969-BE84-0CB13AB5B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6" name="Line 56">
              <a:extLst>
                <a:ext uri="{FF2B5EF4-FFF2-40B4-BE49-F238E27FC236}">
                  <a16:creationId xmlns:a16="http://schemas.microsoft.com/office/drawing/2014/main" id="{845BC127-C8EA-431E-A37A-9823C9171F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75" name="Rectangle 57">
            <a:extLst>
              <a:ext uri="{FF2B5EF4-FFF2-40B4-BE49-F238E27FC236}">
                <a16:creationId xmlns:a16="http://schemas.microsoft.com/office/drawing/2014/main" id="{52B1DD55-1DF0-4FF0-A24C-490CF5BE2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9" y="4200526"/>
            <a:ext cx="704851" cy="1176339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grpSp>
        <p:nvGrpSpPr>
          <p:cNvPr id="58376" name="Group 64">
            <a:extLst>
              <a:ext uri="{FF2B5EF4-FFF2-40B4-BE49-F238E27FC236}">
                <a16:creationId xmlns:a16="http://schemas.microsoft.com/office/drawing/2014/main" id="{63AC9ABC-54FE-4553-ABFC-66E2BD3C77D1}"/>
              </a:ext>
            </a:extLst>
          </p:cNvPr>
          <p:cNvGrpSpPr>
            <a:grpSpLocks/>
          </p:cNvGrpSpPr>
          <p:nvPr/>
        </p:nvGrpSpPr>
        <p:grpSpPr bwMode="auto">
          <a:xfrm>
            <a:off x="2311401" y="4281489"/>
            <a:ext cx="890588" cy="215900"/>
            <a:chOff x="455" y="3463"/>
            <a:chExt cx="561" cy="136"/>
          </a:xfrm>
        </p:grpSpPr>
        <p:sp>
          <p:nvSpPr>
            <p:cNvPr id="58487" name="Rectangle 59">
              <a:extLst>
                <a:ext uri="{FF2B5EF4-FFF2-40B4-BE49-F238E27FC236}">
                  <a16:creationId xmlns:a16="http://schemas.microsoft.com/office/drawing/2014/main" id="{9A5DAE58-10DF-4252-BCCA-B444917F3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8" name="Rectangle 60">
              <a:extLst>
                <a:ext uri="{FF2B5EF4-FFF2-40B4-BE49-F238E27FC236}">
                  <a16:creationId xmlns:a16="http://schemas.microsoft.com/office/drawing/2014/main" id="{ABE0606E-8ACE-4E8B-B5B7-0BAF64EC6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9" name="Rectangle 61">
              <a:extLst>
                <a:ext uri="{FF2B5EF4-FFF2-40B4-BE49-F238E27FC236}">
                  <a16:creationId xmlns:a16="http://schemas.microsoft.com/office/drawing/2014/main" id="{0FE89AD2-CEEA-4502-A0FF-9F204D28E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0" name="Rectangle 62">
              <a:extLst>
                <a:ext uri="{FF2B5EF4-FFF2-40B4-BE49-F238E27FC236}">
                  <a16:creationId xmlns:a16="http://schemas.microsoft.com/office/drawing/2014/main" id="{F68BCADD-B790-4A7E-A0E0-40C2FF2A4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91" name="Line 63">
              <a:extLst>
                <a:ext uri="{FF2B5EF4-FFF2-40B4-BE49-F238E27FC236}">
                  <a16:creationId xmlns:a16="http://schemas.microsoft.com/office/drawing/2014/main" id="{82196028-5E49-40AF-A986-80BD4163A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77" name="Group 65">
            <a:extLst>
              <a:ext uri="{FF2B5EF4-FFF2-40B4-BE49-F238E27FC236}">
                <a16:creationId xmlns:a16="http://schemas.microsoft.com/office/drawing/2014/main" id="{7C72F20F-52B8-4503-9131-45316715EEAC}"/>
              </a:ext>
            </a:extLst>
          </p:cNvPr>
          <p:cNvGrpSpPr>
            <a:grpSpLocks/>
          </p:cNvGrpSpPr>
          <p:nvPr/>
        </p:nvGrpSpPr>
        <p:grpSpPr bwMode="auto">
          <a:xfrm>
            <a:off x="2316166" y="4673601"/>
            <a:ext cx="890587" cy="215900"/>
            <a:chOff x="455" y="3463"/>
            <a:chExt cx="561" cy="136"/>
          </a:xfrm>
        </p:grpSpPr>
        <p:sp>
          <p:nvSpPr>
            <p:cNvPr id="58482" name="Rectangle 66">
              <a:extLst>
                <a:ext uri="{FF2B5EF4-FFF2-40B4-BE49-F238E27FC236}">
                  <a16:creationId xmlns:a16="http://schemas.microsoft.com/office/drawing/2014/main" id="{CA3920E9-3425-4A86-8F41-4F045FD68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3" name="Rectangle 67">
              <a:extLst>
                <a:ext uri="{FF2B5EF4-FFF2-40B4-BE49-F238E27FC236}">
                  <a16:creationId xmlns:a16="http://schemas.microsoft.com/office/drawing/2014/main" id="{F876666C-F671-4013-A188-8130A45FC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4" name="Rectangle 68">
              <a:extLst>
                <a:ext uri="{FF2B5EF4-FFF2-40B4-BE49-F238E27FC236}">
                  <a16:creationId xmlns:a16="http://schemas.microsoft.com/office/drawing/2014/main" id="{893BE688-614F-48FA-8FFB-A9392D619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5" name="Rectangle 69">
              <a:extLst>
                <a:ext uri="{FF2B5EF4-FFF2-40B4-BE49-F238E27FC236}">
                  <a16:creationId xmlns:a16="http://schemas.microsoft.com/office/drawing/2014/main" id="{3698A7CE-ACF6-46FC-8261-B877E79E3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6" name="Line 70">
              <a:extLst>
                <a:ext uri="{FF2B5EF4-FFF2-40B4-BE49-F238E27FC236}">
                  <a16:creationId xmlns:a16="http://schemas.microsoft.com/office/drawing/2014/main" id="{F17C7C4A-3661-4AF5-B693-FCA9DA7E7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78" name="Group 71">
            <a:extLst>
              <a:ext uri="{FF2B5EF4-FFF2-40B4-BE49-F238E27FC236}">
                <a16:creationId xmlns:a16="http://schemas.microsoft.com/office/drawing/2014/main" id="{3C99644E-66C9-4424-B657-804D5DAED459}"/>
              </a:ext>
            </a:extLst>
          </p:cNvPr>
          <p:cNvGrpSpPr>
            <a:grpSpLocks/>
          </p:cNvGrpSpPr>
          <p:nvPr/>
        </p:nvGrpSpPr>
        <p:grpSpPr bwMode="auto">
          <a:xfrm>
            <a:off x="2311401" y="5100639"/>
            <a:ext cx="890588" cy="215900"/>
            <a:chOff x="455" y="3463"/>
            <a:chExt cx="561" cy="136"/>
          </a:xfrm>
        </p:grpSpPr>
        <p:sp>
          <p:nvSpPr>
            <p:cNvPr id="58477" name="Rectangle 72">
              <a:extLst>
                <a:ext uri="{FF2B5EF4-FFF2-40B4-BE49-F238E27FC236}">
                  <a16:creationId xmlns:a16="http://schemas.microsoft.com/office/drawing/2014/main" id="{7554E5D4-FD0F-480D-9E49-3C918B869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8" name="Rectangle 73">
              <a:extLst>
                <a:ext uri="{FF2B5EF4-FFF2-40B4-BE49-F238E27FC236}">
                  <a16:creationId xmlns:a16="http://schemas.microsoft.com/office/drawing/2014/main" id="{3698F7F2-1A97-4D1D-8188-27EB84AFE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9" name="Rectangle 74">
              <a:extLst>
                <a:ext uri="{FF2B5EF4-FFF2-40B4-BE49-F238E27FC236}">
                  <a16:creationId xmlns:a16="http://schemas.microsoft.com/office/drawing/2014/main" id="{0FC4A123-A853-4A77-BE69-D10D880BA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0" name="Rectangle 75">
              <a:extLst>
                <a:ext uri="{FF2B5EF4-FFF2-40B4-BE49-F238E27FC236}">
                  <a16:creationId xmlns:a16="http://schemas.microsoft.com/office/drawing/2014/main" id="{9E46551F-C8CF-48FE-8592-6743F6F6D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81" name="Line 76">
              <a:extLst>
                <a:ext uri="{FF2B5EF4-FFF2-40B4-BE49-F238E27FC236}">
                  <a16:creationId xmlns:a16="http://schemas.microsoft.com/office/drawing/2014/main" id="{12EB7897-E4BF-4EF9-8544-9BF70B633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79" name="Text Box 78">
            <a:extLst>
              <a:ext uri="{FF2B5EF4-FFF2-40B4-BE49-F238E27FC236}">
                <a16:creationId xmlns:a16="http://schemas.microsoft.com/office/drawing/2014/main" id="{AEBE833C-9973-42F3-9C39-55B47875C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2" y="5586413"/>
            <a:ext cx="1018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memory</a:t>
            </a:r>
          </a:p>
        </p:txBody>
      </p:sp>
      <p:sp>
        <p:nvSpPr>
          <p:cNvPr id="58380" name="Text Box 79">
            <a:extLst>
              <a:ext uri="{FF2B5EF4-FFF2-40B4-BE49-F238E27FC236}">
                <a16:creationId xmlns:a16="http://schemas.microsoft.com/office/drawing/2014/main" id="{71C4A821-FE10-44FA-B6F8-EFE5C75D9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529" y="4518027"/>
            <a:ext cx="8306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/>
              <a:t>memory</a:t>
            </a:r>
          </a:p>
        </p:txBody>
      </p:sp>
      <p:grpSp>
        <p:nvGrpSpPr>
          <p:cNvPr id="58381" name="Group 80">
            <a:extLst>
              <a:ext uri="{FF2B5EF4-FFF2-40B4-BE49-F238E27FC236}">
                <a16:creationId xmlns:a16="http://schemas.microsoft.com/office/drawing/2014/main" id="{90C9D39B-309F-4D26-8F21-C74A923282A1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4267201"/>
            <a:ext cx="890588" cy="215900"/>
            <a:chOff x="876" y="2800"/>
            <a:chExt cx="642" cy="175"/>
          </a:xfrm>
        </p:grpSpPr>
        <p:sp>
          <p:nvSpPr>
            <p:cNvPr id="58472" name="Rectangle 81">
              <a:extLst>
                <a:ext uri="{FF2B5EF4-FFF2-40B4-BE49-F238E27FC236}">
                  <a16:creationId xmlns:a16="http://schemas.microsoft.com/office/drawing/2014/main" id="{1377CCA7-A4D3-4CDC-9C06-5FDC9E3D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3" name="Rectangle 82">
              <a:extLst>
                <a:ext uri="{FF2B5EF4-FFF2-40B4-BE49-F238E27FC236}">
                  <a16:creationId xmlns:a16="http://schemas.microsoft.com/office/drawing/2014/main" id="{CF50C851-180F-41F0-BD6C-7B1CCAE08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4" name="Rectangle 83">
              <a:extLst>
                <a:ext uri="{FF2B5EF4-FFF2-40B4-BE49-F238E27FC236}">
                  <a16:creationId xmlns:a16="http://schemas.microsoft.com/office/drawing/2014/main" id="{1C2859D1-CC14-4B87-A64D-ED1979C73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5" name="Rectangle 84">
              <a:extLst>
                <a:ext uri="{FF2B5EF4-FFF2-40B4-BE49-F238E27FC236}">
                  <a16:creationId xmlns:a16="http://schemas.microsoft.com/office/drawing/2014/main" id="{F43D428A-1F7C-4DCD-AC87-77FB00664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6" name="Line 85">
              <a:extLst>
                <a:ext uri="{FF2B5EF4-FFF2-40B4-BE49-F238E27FC236}">
                  <a16:creationId xmlns:a16="http://schemas.microsoft.com/office/drawing/2014/main" id="{73091C4D-4648-439D-9B03-90CA055C8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82" name="Group 86">
            <a:extLst>
              <a:ext uri="{FF2B5EF4-FFF2-40B4-BE49-F238E27FC236}">
                <a16:creationId xmlns:a16="http://schemas.microsoft.com/office/drawing/2014/main" id="{8B412F4E-1037-4A81-BB41-F9BBC7C043D0}"/>
              </a:ext>
            </a:extLst>
          </p:cNvPr>
          <p:cNvGrpSpPr>
            <a:grpSpLocks/>
          </p:cNvGrpSpPr>
          <p:nvPr/>
        </p:nvGrpSpPr>
        <p:grpSpPr bwMode="auto">
          <a:xfrm>
            <a:off x="3646490" y="4662489"/>
            <a:ext cx="890587" cy="215900"/>
            <a:chOff x="876" y="2800"/>
            <a:chExt cx="642" cy="175"/>
          </a:xfrm>
        </p:grpSpPr>
        <p:sp>
          <p:nvSpPr>
            <p:cNvPr id="58467" name="Rectangle 87">
              <a:extLst>
                <a:ext uri="{FF2B5EF4-FFF2-40B4-BE49-F238E27FC236}">
                  <a16:creationId xmlns:a16="http://schemas.microsoft.com/office/drawing/2014/main" id="{1748697B-8EED-42CA-8A8D-6B692BD71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8" name="Rectangle 88">
              <a:extLst>
                <a:ext uri="{FF2B5EF4-FFF2-40B4-BE49-F238E27FC236}">
                  <a16:creationId xmlns:a16="http://schemas.microsoft.com/office/drawing/2014/main" id="{A3F37D9B-C0BC-42F9-A59C-FB71ADA52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9" name="Rectangle 89">
              <a:extLst>
                <a:ext uri="{FF2B5EF4-FFF2-40B4-BE49-F238E27FC236}">
                  <a16:creationId xmlns:a16="http://schemas.microsoft.com/office/drawing/2014/main" id="{724ACF2D-D087-47CF-B250-0976E4F20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0" name="Rectangle 90">
              <a:extLst>
                <a:ext uri="{FF2B5EF4-FFF2-40B4-BE49-F238E27FC236}">
                  <a16:creationId xmlns:a16="http://schemas.microsoft.com/office/drawing/2014/main" id="{9A3B7630-CED4-4CF1-855C-E63459E9D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71" name="Line 91">
              <a:extLst>
                <a:ext uri="{FF2B5EF4-FFF2-40B4-BE49-F238E27FC236}">
                  <a16:creationId xmlns:a16="http://schemas.microsoft.com/office/drawing/2014/main" id="{C4B7CE1B-BC72-48EE-BB3A-B77E7390F7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83" name="Group 92">
            <a:extLst>
              <a:ext uri="{FF2B5EF4-FFF2-40B4-BE49-F238E27FC236}">
                <a16:creationId xmlns:a16="http://schemas.microsoft.com/office/drawing/2014/main" id="{8932B8F6-3287-45B0-8C41-061254244BD9}"/>
              </a:ext>
            </a:extLst>
          </p:cNvPr>
          <p:cNvGrpSpPr>
            <a:grpSpLocks/>
          </p:cNvGrpSpPr>
          <p:nvPr/>
        </p:nvGrpSpPr>
        <p:grpSpPr bwMode="auto">
          <a:xfrm>
            <a:off x="3641726" y="5089526"/>
            <a:ext cx="890588" cy="215900"/>
            <a:chOff x="876" y="2800"/>
            <a:chExt cx="642" cy="175"/>
          </a:xfrm>
        </p:grpSpPr>
        <p:sp>
          <p:nvSpPr>
            <p:cNvPr id="58462" name="Rectangle 93">
              <a:extLst>
                <a:ext uri="{FF2B5EF4-FFF2-40B4-BE49-F238E27FC236}">
                  <a16:creationId xmlns:a16="http://schemas.microsoft.com/office/drawing/2014/main" id="{2F26869B-AFD1-42BD-AF60-F9F9C6EB4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3" name="Rectangle 94">
              <a:extLst>
                <a:ext uri="{FF2B5EF4-FFF2-40B4-BE49-F238E27FC236}">
                  <a16:creationId xmlns:a16="http://schemas.microsoft.com/office/drawing/2014/main" id="{BE9FB560-5796-4FBD-A677-88D74F5C2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4" name="Rectangle 95">
              <a:extLst>
                <a:ext uri="{FF2B5EF4-FFF2-40B4-BE49-F238E27FC236}">
                  <a16:creationId xmlns:a16="http://schemas.microsoft.com/office/drawing/2014/main" id="{76079BFF-4AFA-46CA-899E-BC9E9527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5" name="Rectangle 96">
              <a:extLst>
                <a:ext uri="{FF2B5EF4-FFF2-40B4-BE49-F238E27FC236}">
                  <a16:creationId xmlns:a16="http://schemas.microsoft.com/office/drawing/2014/main" id="{AD4640EA-2CF0-4054-A09F-22E339345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6" name="Line 97">
              <a:extLst>
                <a:ext uri="{FF2B5EF4-FFF2-40B4-BE49-F238E27FC236}">
                  <a16:creationId xmlns:a16="http://schemas.microsoft.com/office/drawing/2014/main" id="{E963408A-CD10-4697-B961-BAAF113134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84" name="Line 98">
            <a:extLst>
              <a:ext uri="{FF2B5EF4-FFF2-40B4-BE49-F238E27FC236}">
                <a16:creationId xmlns:a16="http://schemas.microsoft.com/office/drawing/2014/main" id="{1CE6A8A8-817A-4A6D-80F0-054E19968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4270375"/>
            <a:ext cx="0" cy="10033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8385" name="Group 99">
            <a:extLst>
              <a:ext uri="{FF2B5EF4-FFF2-40B4-BE49-F238E27FC236}">
                <a16:creationId xmlns:a16="http://schemas.microsoft.com/office/drawing/2014/main" id="{1C23DC81-8F70-4932-BB92-1D534DFFAA20}"/>
              </a:ext>
            </a:extLst>
          </p:cNvPr>
          <p:cNvGrpSpPr>
            <a:grpSpLocks/>
          </p:cNvGrpSpPr>
          <p:nvPr/>
        </p:nvGrpSpPr>
        <p:grpSpPr bwMode="auto">
          <a:xfrm>
            <a:off x="4603751" y="4254501"/>
            <a:ext cx="890588" cy="215900"/>
            <a:chOff x="455" y="3463"/>
            <a:chExt cx="561" cy="136"/>
          </a:xfrm>
        </p:grpSpPr>
        <p:sp>
          <p:nvSpPr>
            <p:cNvPr id="58457" name="Rectangle 100">
              <a:extLst>
                <a:ext uri="{FF2B5EF4-FFF2-40B4-BE49-F238E27FC236}">
                  <a16:creationId xmlns:a16="http://schemas.microsoft.com/office/drawing/2014/main" id="{145F4737-CBB5-4131-9FA8-C22E75FFE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8" name="Rectangle 101">
              <a:extLst>
                <a:ext uri="{FF2B5EF4-FFF2-40B4-BE49-F238E27FC236}">
                  <a16:creationId xmlns:a16="http://schemas.microsoft.com/office/drawing/2014/main" id="{52E8D937-18E1-4F06-A1B6-6814A0DDF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9" name="Rectangle 102">
              <a:extLst>
                <a:ext uri="{FF2B5EF4-FFF2-40B4-BE49-F238E27FC236}">
                  <a16:creationId xmlns:a16="http://schemas.microsoft.com/office/drawing/2014/main" id="{72E28FD2-B5E9-469D-8CF6-F30AD7E77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0" name="Rectangle 103">
              <a:extLst>
                <a:ext uri="{FF2B5EF4-FFF2-40B4-BE49-F238E27FC236}">
                  <a16:creationId xmlns:a16="http://schemas.microsoft.com/office/drawing/2014/main" id="{B561EE52-EA2A-4FCF-80F5-F10084473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61" name="Line 104">
              <a:extLst>
                <a:ext uri="{FF2B5EF4-FFF2-40B4-BE49-F238E27FC236}">
                  <a16:creationId xmlns:a16="http://schemas.microsoft.com/office/drawing/2014/main" id="{A35663DE-C16F-46AA-A054-09173C5EE9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86" name="Group 105">
            <a:extLst>
              <a:ext uri="{FF2B5EF4-FFF2-40B4-BE49-F238E27FC236}">
                <a16:creationId xmlns:a16="http://schemas.microsoft.com/office/drawing/2014/main" id="{3D27CA07-7348-4321-AFC5-FAA94FDC5CF5}"/>
              </a:ext>
            </a:extLst>
          </p:cNvPr>
          <p:cNvGrpSpPr>
            <a:grpSpLocks/>
          </p:cNvGrpSpPr>
          <p:nvPr/>
        </p:nvGrpSpPr>
        <p:grpSpPr bwMode="auto">
          <a:xfrm>
            <a:off x="4608516" y="4646614"/>
            <a:ext cx="890587" cy="215900"/>
            <a:chOff x="455" y="3463"/>
            <a:chExt cx="561" cy="136"/>
          </a:xfrm>
        </p:grpSpPr>
        <p:sp>
          <p:nvSpPr>
            <p:cNvPr id="58452" name="Rectangle 106">
              <a:extLst>
                <a:ext uri="{FF2B5EF4-FFF2-40B4-BE49-F238E27FC236}">
                  <a16:creationId xmlns:a16="http://schemas.microsoft.com/office/drawing/2014/main" id="{1305FCCD-9063-481F-A0FC-243F64AA1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3" name="Rectangle 107">
              <a:extLst>
                <a:ext uri="{FF2B5EF4-FFF2-40B4-BE49-F238E27FC236}">
                  <a16:creationId xmlns:a16="http://schemas.microsoft.com/office/drawing/2014/main" id="{D6F76F5A-E804-4F99-9256-D8C6250EF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4" name="Rectangle 108">
              <a:extLst>
                <a:ext uri="{FF2B5EF4-FFF2-40B4-BE49-F238E27FC236}">
                  <a16:creationId xmlns:a16="http://schemas.microsoft.com/office/drawing/2014/main" id="{0AF198CF-4689-44D8-BCB5-5A9C167A2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5" name="Rectangle 109">
              <a:extLst>
                <a:ext uri="{FF2B5EF4-FFF2-40B4-BE49-F238E27FC236}">
                  <a16:creationId xmlns:a16="http://schemas.microsoft.com/office/drawing/2014/main" id="{C85D6AAE-4B5D-4232-8020-4CDDEA83B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6" name="Line 110">
              <a:extLst>
                <a:ext uri="{FF2B5EF4-FFF2-40B4-BE49-F238E27FC236}">
                  <a16:creationId xmlns:a16="http://schemas.microsoft.com/office/drawing/2014/main" id="{EF97EE0D-881D-4E5D-A140-70CD7E390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87" name="Group 111">
            <a:extLst>
              <a:ext uri="{FF2B5EF4-FFF2-40B4-BE49-F238E27FC236}">
                <a16:creationId xmlns:a16="http://schemas.microsoft.com/office/drawing/2014/main" id="{B9C35B3D-6AC1-43A4-8833-2164139D4837}"/>
              </a:ext>
            </a:extLst>
          </p:cNvPr>
          <p:cNvGrpSpPr>
            <a:grpSpLocks/>
          </p:cNvGrpSpPr>
          <p:nvPr/>
        </p:nvGrpSpPr>
        <p:grpSpPr bwMode="auto">
          <a:xfrm>
            <a:off x="4603751" y="5073651"/>
            <a:ext cx="890588" cy="215900"/>
            <a:chOff x="455" y="3463"/>
            <a:chExt cx="561" cy="136"/>
          </a:xfrm>
        </p:grpSpPr>
        <p:sp>
          <p:nvSpPr>
            <p:cNvPr id="58447" name="Rectangle 112">
              <a:extLst>
                <a:ext uri="{FF2B5EF4-FFF2-40B4-BE49-F238E27FC236}">
                  <a16:creationId xmlns:a16="http://schemas.microsoft.com/office/drawing/2014/main" id="{F146543A-26D0-4C7C-94B5-D6C497A5A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8" name="Rectangle 113">
              <a:extLst>
                <a:ext uri="{FF2B5EF4-FFF2-40B4-BE49-F238E27FC236}">
                  <a16:creationId xmlns:a16="http://schemas.microsoft.com/office/drawing/2014/main" id="{CF260ABC-B370-4805-BCB0-4813EC7D1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9" name="Rectangle 114">
              <a:extLst>
                <a:ext uri="{FF2B5EF4-FFF2-40B4-BE49-F238E27FC236}">
                  <a16:creationId xmlns:a16="http://schemas.microsoft.com/office/drawing/2014/main" id="{EB64DB7C-EFAD-4C77-A207-59CF7A202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0" name="Rectangle 115">
              <a:extLst>
                <a:ext uri="{FF2B5EF4-FFF2-40B4-BE49-F238E27FC236}">
                  <a16:creationId xmlns:a16="http://schemas.microsoft.com/office/drawing/2014/main" id="{5467B0B7-0175-4673-894A-135CAA6C4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51" name="Line 116">
              <a:extLst>
                <a:ext uri="{FF2B5EF4-FFF2-40B4-BE49-F238E27FC236}">
                  <a16:creationId xmlns:a16="http://schemas.microsoft.com/office/drawing/2014/main" id="{F69DA621-80C0-4666-83B1-110499B954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88" name="Text Box 117">
            <a:extLst>
              <a:ext uri="{FF2B5EF4-FFF2-40B4-BE49-F238E27FC236}">
                <a16:creationId xmlns:a16="http://schemas.microsoft.com/office/drawing/2014/main" id="{5E3AAB7F-769B-4D51-8E14-142CB8ED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2" y="5583237"/>
            <a:ext cx="556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bus</a:t>
            </a:r>
          </a:p>
        </p:txBody>
      </p:sp>
      <p:grpSp>
        <p:nvGrpSpPr>
          <p:cNvPr id="58389" name="Group 118">
            <a:extLst>
              <a:ext uri="{FF2B5EF4-FFF2-40B4-BE49-F238E27FC236}">
                <a16:creationId xmlns:a16="http://schemas.microsoft.com/office/drawing/2014/main" id="{35954DCF-D37D-4EC0-924A-2B7827AFAA79}"/>
              </a:ext>
            </a:extLst>
          </p:cNvPr>
          <p:cNvGrpSpPr>
            <a:grpSpLocks/>
          </p:cNvGrpSpPr>
          <p:nvPr/>
        </p:nvGrpSpPr>
        <p:grpSpPr bwMode="auto">
          <a:xfrm>
            <a:off x="6091241" y="4233863"/>
            <a:ext cx="890587" cy="215900"/>
            <a:chOff x="876" y="2800"/>
            <a:chExt cx="642" cy="175"/>
          </a:xfrm>
        </p:grpSpPr>
        <p:sp>
          <p:nvSpPr>
            <p:cNvPr id="58442" name="Rectangle 119">
              <a:extLst>
                <a:ext uri="{FF2B5EF4-FFF2-40B4-BE49-F238E27FC236}">
                  <a16:creationId xmlns:a16="http://schemas.microsoft.com/office/drawing/2014/main" id="{356B4858-F669-4AF8-B032-78B2E11C6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3" name="Rectangle 120">
              <a:extLst>
                <a:ext uri="{FF2B5EF4-FFF2-40B4-BE49-F238E27FC236}">
                  <a16:creationId xmlns:a16="http://schemas.microsoft.com/office/drawing/2014/main" id="{88E392E7-DC34-4999-89E8-F2EE07B4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4" name="Rectangle 121">
              <a:extLst>
                <a:ext uri="{FF2B5EF4-FFF2-40B4-BE49-F238E27FC236}">
                  <a16:creationId xmlns:a16="http://schemas.microsoft.com/office/drawing/2014/main" id="{26AB4677-5E11-431F-BEB9-0B67223F8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5" name="Rectangle 122">
              <a:extLst>
                <a:ext uri="{FF2B5EF4-FFF2-40B4-BE49-F238E27FC236}">
                  <a16:creationId xmlns:a16="http://schemas.microsoft.com/office/drawing/2014/main" id="{718E5DD4-1AF2-4CCD-8F1F-FBBA72433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6" name="Line 123">
              <a:extLst>
                <a:ext uri="{FF2B5EF4-FFF2-40B4-BE49-F238E27FC236}">
                  <a16:creationId xmlns:a16="http://schemas.microsoft.com/office/drawing/2014/main" id="{97D8A37B-AFF9-4DDA-8C80-A2A00F5F3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90" name="Group 124">
            <a:extLst>
              <a:ext uri="{FF2B5EF4-FFF2-40B4-BE49-F238E27FC236}">
                <a16:creationId xmlns:a16="http://schemas.microsoft.com/office/drawing/2014/main" id="{022D229F-5A58-428E-A2B0-CE021563E8EF}"/>
              </a:ext>
            </a:extLst>
          </p:cNvPr>
          <p:cNvGrpSpPr>
            <a:grpSpLocks/>
          </p:cNvGrpSpPr>
          <p:nvPr/>
        </p:nvGrpSpPr>
        <p:grpSpPr bwMode="auto">
          <a:xfrm>
            <a:off x="6067426" y="4629151"/>
            <a:ext cx="890588" cy="215900"/>
            <a:chOff x="876" y="2800"/>
            <a:chExt cx="642" cy="175"/>
          </a:xfrm>
        </p:grpSpPr>
        <p:sp>
          <p:nvSpPr>
            <p:cNvPr id="58437" name="Rectangle 125">
              <a:extLst>
                <a:ext uri="{FF2B5EF4-FFF2-40B4-BE49-F238E27FC236}">
                  <a16:creationId xmlns:a16="http://schemas.microsoft.com/office/drawing/2014/main" id="{BE1E194B-95A4-428A-B412-A2E2B99DA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38" name="Rectangle 126">
              <a:extLst>
                <a:ext uri="{FF2B5EF4-FFF2-40B4-BE49-F238E27FC236}">
                  <a16:creationId xmlns:a16="http://schemas.microsoft.com/office/drawing/2014/main" id="{FACA2939-F708-44FC-9EC0-82340A674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39" name="Rectangle 127">
              <a:extLst>
                <a:ext uri="{FF2B5EF4-FFF2-40B4-BE49-F238E27FC236}">
                  <a16:creationId xmlns:a16="http://schemas.microsoft.com/office/drawing/2014/main" id="{C6E0E358-B846-426B-BC45-FA0B72C22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0" name="Rectangle 128">
              <a:extLst>
                <a:ext uri="{FF2B5EF4-FFF2-40B4-BE49-F238E27FC236}">
                  <a16:creationId xmlns:a16="http://schemas.microsoft.com/office/drawing/2014/main" id="{1B0A5BAD-72E6-4D43-A37F-735A68242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41" name="Line 129">
              <a:extLst>
                <a:ext uri="{FF2B5EF4-FFF2-40B4-BE49-F238E27FC236}">
                  <a16:creationId xmlns:a16="http://schemas.microsoft.com/office/drawing/2014/main" id="{F23CF164-06FC-47C9-A7CE-B3E55528C4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91" name="Group 130">
            <a:extLst>
              <a:ext uri="{FF2B5EF4-FFF2-40B4-BE49-F238E27FC236}">
                <a16:creationId xmlns:a16="http://schemas.microsoft.com/office/drawing/2014/main" id="{77D32EFB-6ABA-41C2-B753-F8218B45C771}"/>
              </a:ext>
            </a:extLst>
          </p:cNvPr>
          <p:cNvGrpSpPr>
            <a:grpSpLocks/>
          </p:cNvGrpSpPr>
          <p:nvPr/>
        </p:nvGrpSpPr>
        <p:grpSpPr bwMode="auto">
          <a:xfrm>
            <a:off x="6062666" y="5056189"/>
            <a:ext cx="890587" cy="215900"/>
            <a:chOff x="876" y="2800"/>
            <a:chExt cx="642" cy="175"/>
          </a:xfrm>
        </p:grpSpPr>
        <p:sp>
          <p:nvSpPr>
            <p:cNvPr id="58432" name="Rectangle 131">
              <a:extLst>
                <a:ext uri="{FF2B5EF4-FFF2-40B4-BE49-F238E27FC236}">
                  <a16:creationId xmlns:a16="http://schemas.microsoft.com/office/drawing/2014/main" id="{FB0D75AA-9E53-40BD-8A4E-2846A3CFD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33" name="Rectangle 132">
              <a:extLst>
                <a:ext uri="{FF2B5EF4-FFF2-40B4-BE49-F238E27FC236}">
                  <a16:creationId xmlns:a16="http://schemas.microsoft.com/office/drawing/2014/main" id="{7194D73C-A7F7-49A5-8822-DBED0B7D0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34" name="Rectangle 133">
              <a:extLst>
                <a:ext uri="{FF2B5EF4-FFF2-40B4-BE49-F238E27FC236}">
                  <a16:creationId xmlns:a16="http://schemas.microsoft.com/office/drawing/2014/main" id="{DE2C423C-6055-4E1A-9E9F-CABFE5094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35" name="Rectangle 134">
              <a:extLst>
                <a:ext uri="{FF2B5EF4-FFF2-40B4-BE49-F238E27FC236}">
                  <a16:creationId xmlns:a16="http://schemas.microsoft.com/office/drawing/2014/main" id="{E8A97724-6C06-4112-85C0-A14953832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8436" name="Line 135">
              <a:extLst>
                <a:ext uri="{FF2B5EF4-FFF2-40B4-BE49-F238E27FC236}">
                  <a16:creationId xmlns:a16="http://schemas.microsoft.com/office/drawing/2014/main" id="{A545CF74-F225-4522-96B1-7170C5548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392" name="Group 154">
            <a:extLst>
              <a:ext uri="{FF2B5EF4-FFF2-40B4-BE49-F238E27FC236}">
                <a16:creationId xmlns:a16="http://schemas.microsoft.com/office/drawing/2014/main" id="{33A1FE3B-93CA-41A3-BDAB-C39AF160D8E9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186615" y="5253038"/>
            <a:ext cx="895351" cy="1035051"/>
            <a:chOff x="2954" y="2776"/>
            <a:chExt cx="564" cy="652"/>
          </a:xfrm>
        </p:grpSpPr>
        <p:grpSp>
          <p:nvGrpSpPr>
            <p:cNvPr id="58414" name="Group 136">
              <a:extLst>
                <a:ext uri="{FF2B5EF4-FFF2-40B4-BE49-F238E27FC236}">
                  <a16:creationId xmlns:a16="http://schemas.microsoft.com/office/drawing/2014/main" id="{803D6057-F0A9-4ED8-808D-C3D8F108C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4" y="2776"/>
              <a:ext cx="561" cy="136"/>
              <a:chOff x="455" y="3463"/>
              <a:chExt cx="561" cy="136"/>
            </a:xfrm>
          </p:grpSpPr>
          <p:sp>
            <p:nvSpPr>
              <p:cNvPr id="58427" name="Rectangle 137">
                <a:extLst>
                  <a:ext uri="{FF2B5EF4-FFF2-40B4-BE49-F238E27FC236}">
                    <a16:creationId xmlns:a16="http://schemas.microsoft.com/office/drawing/2014/main" id="{151564ED-316E-47EC-BB69-561A88638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8" name="Rectangle 138">
                <a:extLst>
                  <a:ext uri="{FF2B5EF4-FFF2-40B4-BE49-F238E27FC236}">
                    <a16:creationId xmlns:a16="http://schemas.microsoft.com/office/drawing/2014/main" id="{C7852FBB-F0A5-45E8-8BA8-A8F52EE93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9" name="Rectangle 139">
                <a:extLst>
                  <a:ext uri="{FF2B5EF4-FFF2-40B4-BE49-F238E27FC236}">
                    <a16:creationId xmlns:a16="http://schemas.microsoft.com/office/drawing/2014/main" id="{FBCA286A-CBE0-40B2-878C-AF20C8FF8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30" name="Rectangle 140">
                <a:extLst>
                  <a:ext uri="{FF2B5EF4-FFF2-40B4-BE49-F238E27FC236}">
                    <a16:creationId xmlns:a16="http://schemas.microsoft.com/office/drawing/2014/main" id="{92B909C1-FDBE-40B2-ABCD-5DCA6E4E7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31" name="Line 141">
                <a:extLst>
                  <a:ext uri="{FF2B5EF4-FFF2-40B4-BE49-F238E27FC236}">
                    <a16:creationId xmlns:a16="http://schemas.microsoft.com/office/drawing/2014/main" id="{725EA2A5-E6A2-4C8F-9E5F-C549472BD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8415" name="Group 142">
              <a:extLst>
                <a:ext uri="{FF2B5EF4-FFF2-40B4-BE49-F238E27FC236}">
                  <a16:creationId xmlns:a16="http://schemas.microsoft.com/office/drawing/2014/main" id="{78CD03A2-FFA4-43B4-A1B1-F066A1159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7" y="3023"/>
              <a:ext cx="561" cy="136"/>
              <a:chOff x="455" y="3463"/>
              <a:chExt cx="561" cy="136"/>
            </a:xfrm>
          </p:grpSpPr>
          <p:sp>
            <p:nvSpPr>
              <p:cNvPr id="58422" name="Rectangle 143">
                <a:extLst>
                  <a:ext uri="{FF2B5EF4-FFF2-40B4-BE49-F238E27FC236}">
                    <a16:creationId xmlns:a16="http://schemas.microsoft.com/office/drawing/2014/main" id="{06AD9BA6-0C4A-46F7-AA75-7A4B1E5E2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3" name="Rectangle 144">
                <a:extLst>
                  <a:ext uri="{FF2B5EF4-FFF2-40B4-BE49-F238E27FC236}">
                    <a16:creationId xmlns:a16="http://schemas.microsoft.com/office/drawing/2014/main" id="{6FE1EAD8-6E73-41A2-8EA5-E036E26C4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4" name="Rectangle 145">
                <a:extLst>
                  <a:ext uri="{FF2B5EF4-FFF2-40B4-BE49-F238E27FC236}">
                    <a16:creationId xmlns:a16="http://schemas.microsoft.com/office/drawing/2014/main" id="{50229C01-19EE-4C35-A0BF-1154619CD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5" name="Rectangle 146">
                <a:extLst>
                  <a:ext uri="{FF2B5EF4-FFF2-40B4-BE49-F238E27FC236}">
                    <a16:creationId xmlns:a16="http://schemas.microsoft.com/office/drawing/2014/main" id="{14989AE9-0952-442F-AA76-DC2376E5A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6" name="Line 147">
                <a:extLst>
                  <a:ext uri="{FF2B5EF4-FFF2-40B4-BE49-F238E27FC236}">
                    <a16:creationId xmlns:a16="http://schemas.microsoft.com/office/drawing/2014/main" id="{81274A49-675D-43E5-92B3-673682B10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8416" name="Group 148">
              <a:extLst>
                <a:ext uri="{FF2B5EF4-FFF2-40B4-BE49-F238E27FC236}">
                  <a16:creationId xmlns:a16="http://schemas.microsoft.com/office/drawing/2014/main" id="{484D57AB-5E40-43AD-B569-611B156B2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4" y="3292"/>
              <a:ext cx="561" cy="136"/>
              <a:chOff x="455" y="3463"/>
              <a:chExt cx="561" cy="136"/>
            </a:xfrm>
          </p:grpSpPr>
          <p:sp>
            <p:nvSpPr>
              <p:cNvPr id="58417" name="Rectangle 149">
                <a:extLst>
                  <a:ext uri="{FF2B5EF4-FFF2-40B4-BE49-F238E27FC236}">
                    <a16:creationId xmlns:a16="http://schemas.microsoft.com/office/drawing/2014/main" id="{63A560E1-AB86-4BA2-885D-34F7F0E6F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18" name="Rectangle 150">
                <a:extLst>
                  <a:ext uri="{FF2B5EF4-FFF2-40B4-BE49-F238E27FC236}">
                    <a16:creationId xmlns:a16="http://schemas.microsoft.com/office/drawing/2014/main" id="{942F1BA6-2FAE-4720-BEC3-E4342C322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19" name="Rectangle 151">
                <a:extLst>
                  <a:ext uri="{FF2B5EF4-FFF2-40B4-BE49-F238E27FC236}">
                    <a16:creationId xmlns:a16="http://schemas.microsoft.com/office/drawing/2014/main" id="{8DBDEBDB-3F66-4AB0-99BF-538CC0199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" y="3479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0" name="Rectangle 152">
                <a:extLst>
                  <a:ext uri="{FF2B5EF4-FFF2-40B4-BE49-F238E27FC236}">
                    <a16:creationId xmlns:a16="http://schemas.microsoft.com/office/drawing/2014/main" id="{558E6AF6-A5E9-486F-B0E2-226B064C7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" y="3484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8421" name="Line 153">
                <a:extLst>
                  <a:ext uri="{FF2B5EF4-FFF2-40B4-BE49-F238E27FC236}">
                    <a16:creationId xmlns:a16="http://schemas.microsoft.com/office/drawing/2014/main" id="{DAF53449-A5D4-4A0B-BC45-808776091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58393" name="Line 155">
            <a:extLst>
              <a:ext uri="{FF2B5EF4-FFF2-40B4-BE49-F238E27FC236}">
                <a16:creationId xmlns:a16="http://schemas.microsoft.com/office/drawing/2014/main" id="{19379B4A-008D-46FF-ADB9-9F09F063C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1829" y="4340225"/>
            <a:ext cx="10636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4" name="Line 156">
            <a:extLst>
              <a:ext uri="{FF2B5EF4-FFF2-40B4-BE49-F238E27FC236}">
                <a16:creationId xmlns:a16="http://schemas.microsoft.com/office/drawing/2014/main" id="{C9CB8F28-1A93-4098-8D42-68D70E9251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3726" y="4727579"/>
            <a:ext cx="1111251" cy="3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5" name="Line 157">
            <a:extLst>
              <a:ext uri="{FF2B5EF4-FFF2-40B4-BE49-F238E27FC236}">
                <a16:creationId xmlns:a16="http://schemas.microsoft.com/office/drawing/2014/main" id="{591F37FA-C2EC-40AA-8B4F-77F07D47C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3728" y="5159375"/>
            <a:ext cx="11017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6" name="Line 158">
            <a:extLst>
              <a:ext uri="{FF2B5EF4-FFF2-40B4-BE49-F238E27FC236}">
                <a16:creationId xmlns:a16="http://schemas.microsoft.com/office/drawing/2014/main" id="{79DFC18B-49D2-4F3E-9B1E-4CEF545697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6300" y="4340226"/>
            <a:ext cx="0" cy="977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7" name="Line 159">
            <a:extLst>
              <a:ext uri="{FF2B5EF4-FFF2-40B4-BE49-F238E27FC236}">
                <a16:creationId xmlns:a16="http://schemas.microsoft.com/office/drawing/2014/main" id="{8D6B7779-D84F-44B0-8F96-0068817324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8575" y="4340226"/>
            <a:ext cx="0" cy="977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8" name="Line 160">
            <a:extLst>
              <a:ext uri="{FF2B5EF4-FFF2-40B4-BE49-F238E27FC236}">
                <a16:creationId xmlns:a16="http://schemas.microsoft.com/office/drawing/2014/main" id="{887AAE72-3B48-4238-8F99-AB58760D82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5451" y="4330701"/>
            <a:ext cx="0" cy="977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9" name="Oval 161">
            <a:extLst>
              <a:ext uri="{FF2B5EF4-FFF2-40B4-BE49-F238E27FC236}">
                <a16:creationId xmlns:a16="http://schemas.microsoft.com/office/drawing/2014/main" id="{22A7F25F-708B-4BE0-8003-B0DD9403D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6" y="4302126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0" name="Oval 162">
            <a:extLst>
              <a:ext uri="{FF2B5EF4-FFF2-40B4-BE49-F238E27FC236}">
                <a16:creationId xmlns:a16="http://schemas.microsoft.com/office/drawing/2014/main" id="{8BE60B0C-0239-477E-A13A-8023CE5A2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6" y="4686301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1" name="Oval 163">
            <a:extLst>
              <a:ext uri="{FF2B5EF4-FFF2-40B4-BE49-F238E27FC236}">
                <a16:creationId xmlns:a16="http://schemas.microsoft.com/office/drawing/2014/main" id="{42AD9355-C14C-4321-B37C-378D714DC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5111751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2" name="Oval 164">
            <a:extLst>
              <a:ext uri="{FF2B5EF4-FFF2-40B4-BE49-F238E27FC236}">
                <a16:creationId xmlns:a16="http://schemas.microsoft.com/office/drawing/2014/main" id="{59E833EF-5EE3-43DC-AD33-EA0511B7C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5" y="4302126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3" name="Oval 165">
            <a:extLst>
              <a:ext uri="{FF2B5EF4-FFF2-40B4-BE49-F238E27FC236}">
                <a16:creationId xmlns:a16="http://schemas.microsoft.com/office/drawing/2014/main" id="{FBCDAC3B-5E56-4510-81BB-BEFC82109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5" y="4686301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4" name="Oval 166">
            <a:extLst>
              <a:ext uri="{FF2B5EF4-FFF2-40B4-BE49-F238E27FC236}">
                <a16:creationId xmlns:a16="http://schemas.microsoft.com/office/drawing/2014/main" id="{C41E3ACC-8993-475E-BC19-97E3BA494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26" y="5111751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5" name="Oval 167">
            <a:extLst>
              <a:ext uri="{FF2B5EF4-FFF2-40B4-BE49-F238E27FC236}">
                <a16:creationId xmlns:a16="http://schemas.microsoft.com/office/drawing/2014/main" id="{9288A9EB-985F-4CDE-A7B0-D8E81F3E6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1" y="4302126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6" name="Oval 168">
            <a:extLst>
              <a:ext uri="{FF2B5EF4-FFF2-40B4-BE49-F238E27FC236}">
                <a16:creationId xmlns:a16="http://schemas.microsoft.com/office/drawing/2014/main" id="{98CCEE67-D977-4567-B325-D03972AE8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1" y="4686301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7" name="Oval 169">
            <a:extLst>
              <a:ext uri="{FF2B5EF4-FFF2-40B4-BE49-F238E27FC236}">
                <a16:creationId xmlns:a16="http://schemas.microsoft.com/office/drawing/2014/main" id="{D80F6618-AA43-4D6B-A1FE-82FFF3C8D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4651" y="5111751"/>
            <a:ext cx="88900" cy="889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8408" name="Text Box 170">
            <a:extLst>
              <a:ext uri="{FF2B5EF4-FFF2-40B4-BE49-F238E27FC236}">
                <a16:creationId xmlns:a16="http://schemas.microsoft.com/office/drawing/2014/main" id="{1DBDBDC8-939A-4F35-B9DD-B9D581EE6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9151" y="5589588"/>
            <a:ext cx="1069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crossbar</a:t>
            </a:r>
          </a:p>
        </p:txBody>
      </p:sp>
      <p:sp>
        <p:nvSpPr>
          <p:cNvPr id="58409" name="Freeform 171">
            <a:extLst>
              <a:ext uri="{FF2B5EF4-FFF2-40B4-BE49-F238E27FC236}">
                <a16:creationId xmlns:a16="http://schemas.microsoft.com/office/drawing/2014/main" id="{51C99E41-17D9-4107-BD11-40E8DE9A8890}"/>
              </a:ext>
            </a:extLst>
          </p:cNvPr>
          <p:cNvSpPr>
            <a:spLocks/>
          </p:cNvSpPr>
          <p:nvPr/>
        </p:nvSpPr>
        <p:spPr bwMode="auto">
          <a:xfrm>
            <a:off x="590553" y="4325939"/>
            <a:ext cx="2798763" cy="412751"/>
          </a:xfrm>
          <a:custGeom>
            <a:avLst/>
            <a:gdLst>
              <a:gd name="T0" fmla="*/ 0 w 1763"/>
              <a:gd name="T1" fmla="*/ 0 h 260"/>
              <a:gd name="T2" fmla="*/ 2147483647 w 1763"/>
              <a:gd name="T3" fmla="*/ 0 h 260"/>
              <a:gd name="T4" fmla="*/ 2147483647 w 1763"/>
              <a:gd name="T5" fmla="*/ 2147483647 h 260"/>
              <a:gd name="T6" fmla="*/ 2147483647 w 1763"/>
              <a:gd name="T7" fmla="*/ 2147483647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763"/>
              <a:gd name="T13" fmla="*/ 0 h 260"/>
              <a:gd name="T14" fmla="*/ 1763 w 1763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63" h="260">
                <a:moveTo>
                  <a:pt x="0" y="0"/>
                </a:moveTo>
                <a:lnTo>
                  <a:pt x="689" y="0"/>
                </a:lnTo>
                <a:lnTo>
                  <a:pt x="1054" y="260"/>
                </a:lnTo>
                <a:lnTo>
                  <a:pt x="1763" y="26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10" name="Freeform 172">
            <a:extLst>
              <a:ext uri="{FF2B5EF4-FFF2-40B4-BE49-F238E27FC236}">
                <a16:creationId xmlns:a16="http://schemas.microsoft.com/office/drawing/2014/main" id="{14102C80-23F1-45AB-89FF-F5DC4B064CFF}"/>
              </a:ext>
            </a:extLst>
          </p:cNvPr>
          <p:cNvSpPr>
            <a:spLocks/>
          </p:cNvSpPr>
          <p:nvPr/>
        </p:nvSpPr>
        <p:spPr bwMode="auto">
          <a:xfrm>
            <a:off x="3641725" y="4295776"/>
            <a:ext cx="2006600" cy="400051"/>
          </a:xfrm>
          <a:custGeom>
            <a:avLst/>
            <a:gdLst>
              <a:gd name="T0" fmla="*/ 0 w 1264"/>
              <a:gd name="T1" fmla="*/ 2147483647 h 252"/>
              <a:gd name="T2" fmla="*/ 2147483647 w 1264"/>
              <a:gd name="T3" fmla="*/ 0 h 252"/>
              <a:gd name="T4" fmla="*/ 2147483647 w 1264"/>
              <a:gd name="T5" fmla="*/ 2147483647 h 252"/>
              <a:gd name="T6" fmla="*/ 2147483647 w 1264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264"/>
              <a:gd name="T13" fmla="*/ 0 h 252"/>
              <a:gd name="T14" fmla="*/ 1264 w 126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4" h="252">
                <a:moveTo>
                  <a:pt x="0" y="2"/>
                </a:moveTo>
                <a:lnTo>
                  <a:pt x="622" y="0"/>
                </a:lnTo>
                <a:lnTo>
                  <a:pt x="616" y="246"/>
                </a:lnTo>
                <a:lnTo>
                  <a:pt x="1264" y="25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11" name="Freeform 173">
            <a:extLst>
              <a:ext uri="{FF2B5EF4-FFF2-40B4-BE49-F238E27FC236}">
                <a16:creationId xmlns:a16="http://schemas.microsoft.com/office/drawing/2014/main" id="{84D74C4D-C473-48CB-9471-EFA23165DBFB}"/>
              </a:ext>
            </a:extLst>
          </p:cNvPr>
          <p:cNvSpPr>
            <a:spLocks/>
          </p:cNvSpPr>
          <p:nvPr/>
        </p:nvSpPr>
        <p:spPr bwMode="auto">
          <a:xfrm>
            <a:off x="6038850" y="4286250"/>
            <a:ext cx="1543051" cy="2014539"/>
          </a:xfrm>
          <a:custGeom>
            <a:avLst/>
            <a:gdLst>
              <a:gd name="T0" fmla="*/ 0 w 972"/>
              <a:gd name="T1" fmla="*/ 2147483647 h 1266"/>
              <a:gd name="T2" fmla="*/ 2147483647 w 972"/>
              <a:gd name="T3" fmla="*/ 0 h 1266"/>
              <a:gd name="T4" fmla="*/ 2147483647 w 972"/>
              <a:gd name="T5" fmla="*/ 2147483647 h 1266"/>
              <a:gd name="T6" fmla="*/ 0 60000 65536"/>
              <a:gd name="T7" fmla="*/ 0 60000 65536"/>
              <a:gd name="T8" fmla="*/ 0 60000 65536"/>
              <a:gd name="T9" fmla="*/ 0 w 972"/>
              <a:gd name="T10" fmla="*/ 0 h 1266"/>
              <a:gd name="T11" fmla="*/ 972 w 972"/>
              <a:gd name="T12" fmla="*/ 1266 h 12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2" h="1266">
                <a:moveTo>
                  <a:pt x="0" y="3"/>
                </a:moveTo>
                <a:lnTo>
                  <a:pt x="969" y="0"/>
                </a:lnTo>
                <a:lnTo>
                  <a:pt x="972" y="12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84D186C-8F07-47CC-A8FC-39F67131A8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2463" y="263525"/>
            <a:ext cx="7772400" cy="609600"/>
          </a:xfrm>
        </p:spPr>
        <p:txBody>
          <a:bodyPr/>
          <a:lstStyle/>
          <a:p>
            <a:r>
              <a:rPr lang="en-US" altLang="en-US" sz="4000" dirty="0"/>
              <a:t>Switching via memory</a:t>
            </a:r>
            <a:endParaRPr lang="en-US" altLang="en-US" dirty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E76495C-210B-42B7-80C3-FC31D49B3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77925"/>
            <a:ext cx="7848600" cy="1066800"/>
          </a:xfrm>
        </p:spPr>
        <p:txBody>
          <a:bodyPr/>
          <a:lstStyle/>
          <a:p>
            <a:pPr marL="234945" indent="-234945">
              <a:buNone/>
            </a:pPr>
            <a:r>
              <a:rPr lang="en-US" altLang="en-US" i="1">
                <a:solidFill>
                  <a:srgbClr val="CC0000"/>
                </a:solidFill>
              </a:rPr>
              <a:t>first generation routers:</a:t>
            </a:r>
          </a:p>
          <a:p>
            <a:pPr marL="234945" indent="-234945"/>
            <a:r>
              <a:rPr lang="en-US" altLang="en-US" sz="2400"/>
              <a:t>traditional computers with switching under direct control of CPU</a:t>
            </a:r>
          </a:p>
          <a:p>
            <a:pPr marL="234945" indent="-234945"/>
            <a:r>
              <a:rPr lang="en-US" altLang="en-US" sz="2400"/>
              <a:t>packet copied to system</a:t>
            </a:r>
            <a:r>
              <a:rPr lang="ja-JP" altLang="en-US" sz="2400"/>
              <a:t>’</a:t>
            </a:r>
            <a:r>
              <a:rPr lang="en-US" altLang="ja-JP" sz="2400"/>
              <a:t>s memory</a:t>
            </a:r>
          </a:p>
          <a:p>
            <a:pPr marL="234945" indent="-234945"/>
            <a:r>
              <a:rPr lang="en-US" altLang="en-US" sz="2400"/>
              <a:t> speed limited by memory bandwidth (2 bus crossings per datagram)</a:t>
            </a:r>
            <a:endParaRPr lang="en-US" altLang="en-US" sz="1800"/>
          </a:p>
        </p:txBody>
      </p:sp>
      <p:grpSp>
        <p:nvGrpSpPr>
          <p:cNvPr id="59396" name="Group 42">
            <a:extLst>
              <a:ext uri="{FF2B5EF4-FFF2-40B4-BE49-F238E27FC236}">
                <a16:creationId xmlns:a16="http://schemas.microsoft.com/office/drawing/2014/main" id="{1E8E6A21-B1F6-4B89-9F27-DD13886B940A}"/>
              </a:ext>
            </a:extLst>
          </p:cNvPr>
          <p:cNvGrpSpPr>
            <a:grpSpLocks/>
          </p:cNvGrpSpPr>
          <p:nvPr/>
        </p:nvGrpSpPr>
        <p:grpSpPr bwMode="auto">
          <a:xfrm>
            <a:off x="1560517" y="4032250"/>
            <a:ext cx="6623051" cy="1790700"/>
            <a:chOff x="983" y="2540"/>
            <a:chExt cx="4172" cy="1128"/>
          </a:xfrm>
        </p:grpSpPr>
        <p:sp>
          <p:nvSpPr>
            <p:cNvPr id="59403" name="Rectangle 30">
              <a:extLst>
                <a:ext uri="{FF2B5EF4-FFF2-40B4-BE49-F238E27FC236}">
                  <a16:creationId xmlns:a16="http://schemas.microsoft.com/office/drawing/2014/main" id="{CA30043A-338C-4153-904F-F749CF879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2542"/>
              <a:ext cx="766" cy="7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9404" name="Text Box 31">
              <a:extLst>
                <a:ext uri="{FF2B5EF4-FFF2-40B4-BE49-F238E27FC236}">
                  <a16:creationId xmlns:a16="http://schemas.microsoft.com/office/drawing/2014/main" id="{09B92D73-3E3C-4710-9DD8-44EFEFDF9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2557"/>
              <a:ext cx="714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800"/>
                <a:t>input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800"/>
                <a:t>port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800"/>
                <a:t>(e.g.,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800"/>
                <a:t>Ethernet)</a:t>
              </a:r>
            </a:p>
          </p:txBody>
        </p:sp>
        <p:sp>
          <p:nvSpPr>
            <p:cNvPr id="59405" name="Text Box 32">
              <a:extLst>
                <a:ext uri="{FF2B5EF4-FFF2-40B4-BE49-F238E27FC236}">
                  <a16:creationId xmlns:a16="http://schemas.microsoft.com/office/drawing/2014/main" id="{3E6E15D3-D67B-41EC-81B1-B52254E53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1" y="2773"/>
              <a:ext cx="64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800"/>
                <a:t>memory</a:t>
              </a:r>
            </a:p>
          </p:txBody>
        </p:sp>
        <p:sp>
          <p:nvSpPr>
            <p:cNvPr id="59406" name="Rectangle 34">
              <a:extLst>
                <a:ext uri="{FF2B5EF4-FFF2-40B4-BE49-F238E27FC236}">
                  <a16:creationId xmlns:a16="http://schemas.microsoft.com/office/drawing/2014/main" id="{2ACB1FF1-D0A7-4C6F-84ED-EC23A3927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2542"/>
              <a:ext cx="1173" cy="6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9407" name="Rectangle 35">
              <a:extLst>
                <a:ext uri="{FF2B5EF4-FFF2-40B4-BE49-F238E27FC236}">
                  <a16:creationId xmlns:a16="http://schemas.microsoft.com/office/drawing/2014/main" id="{B272220B-E2AF-4FB6-BB65-19773A718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540"/>
              <a:ext cx="766" cy="7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9408" name="Text Box 36">
              <a:extLst>
                <a:ext uri="{FF2B5EF4-FFF2-40B4-BE49-F238E27FC236}">
                  <a16:creationId xmlns:a16="http://schemas.microsoft.com/office/drawing/2014/main" id="{487E3BB8-6AE0-43FE-AB47-C13B6C2EE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" y="2555"/>
              <a:ext cx="714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800"/>
                <a:t>output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800"/>
                <a:t>port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800"/>
                <a:t>(e.g.,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800"/>
                <a:t>Ethernet)</a:t>
              </a:r>
            </a:p>
          </p:txBody>
        </p:sp>
        <p:sp>
          <p:nvSpPr>
            <p:cNvPr id="59409" name="Line 37">
              <a:extLst>
                <a:ext uri="{FF2B5EF4-FFF2-40B4-BE49-F238E27FC236}">
                  <a16:creationId xmlns:a16="http://schemas.microsoft.com/office/drawing/2014/main" id="{5FB4496C-644A-4BF0-8E52-B8A4A2A51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" y="3561"/>
              <a:ext cx="3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410" name="Line 38">
              <a:extLst>
                <a:ext uri="{FF2B5EF4-FFF2-40B4-BE49-F238E27FC236}">
                  <a16:creationId xmlns:a16="http://schemas.microsoft.com/office/drawing/2014/main" id="{90E3CF8B-8E82-4EF4-9D00-E65922521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3252"/>
              <a:ext cx="0" cy="31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411" name="Line 39">
              <a:extLst>
                <a:ext uri="{FF2B5EF4-FFF2-40B4-BE49-F238E27FC236}">
                  <a16:creationId xmlns:a16="http://schemas.microsoft.com/office/drawing/2014/main" id="{5F79258B-7E18-4C2A-AE0E-8749D85DF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42"/>
              <a:ext cx="0" cy="31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412" name="Line 40">
              <a:extLst>
                <a:ext uri="{FF2B5EF4-FFF2-40B4-BE49-F238E27FC236}">
                  <a16:creationId xmlns:a16="http://schemas.microsoft.com/office/drawing/2014/main" id="{2F012E0E-1F14-4A57-995A-D92FBCA1F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5" y="3240"/>
              <a:ext cx="0" cy="3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413" name="Text Box 41">
              <a:extLst>
                <a:ext uri="{FF2B5EF4-FFF2-40B4-BE49-F238E27FC236}">
                  <a16:creationId xmlns:a16="http://schemas.microsoft.com/office/drawing/2014/main" id="{81FB412D-CFC3-4719-B0CE-16BDB74A5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3435"/>
              <a:ext cx="8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/>
                <a:t>system bus</a:t>
              </a:r>
            </a:p>
          </p:txBody>
        </p:sp>
      </p:grpSp>
      <p:pic>
        <p:nvPicPr>
          <p:cNvPr id="59397" name="Picture 43">
            <a:extLst>
              <a:ext uri="{FF2B5EF4-FFF2-40B4-BE49-F238E27FC236}">
                <a16:creationId xmlns:a16="http://schemas.microsoft.com/office/drawing/2014/main" id="{E90EF94E-42FD-4F9D-B430-9A5A38D7C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9" y="4225928"/>
            <a:ext cx="5334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44">
            <a:extLst>
              <a:ext uri="{FF2B5EF4-FFF2-40B4-BE49-F238E27FC236}">
                <a16:creationId xmlns:a16="http://schemas.microsoft.com/office/drawing/2014/main" id="{D6E593B3-593D-4A16-B49A-D4EEBEFF4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339" y="4189414"/>
            <a:ext cx="533400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7293" name="Rectangle 45">
            <a:extLst>
              <a:ext uri="{FF2B5EF4-FFF2-40B4-BE49-F238E27FC236}">
                <a16:creationId xmlns:a16="http://schemas.microsoft.com/office/drawing/2014/main" id="{666981CF-930D-4E80-8292-900176917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8" y="4460876"/>
            <a:ext cx="434975" cy="22225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437294" name="Rectangle 46">
            <a:extLst>
              <a:ext uri="{FF2B5EF4-FFF2-40B4-BE49-F238E27FC236}">
                <a16:creationId xmlns:a16="http://schemas.microsoft.com/office/drawing/2014/main" id="{AFFE15D7-5276-4943-A2B6-3B0B9DADD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4470403"/>
            <a:ext cx="446088" cy="212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0.16476 3.33333E-6 L 0.16962 0.13495 L 0.39098 0.13495 L 0.39098 0.04074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437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49" y="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11111E-6 L 0.16233 -1.11111E-6 L 0.16597 0.1382 L 0.33906 0.13588 L 0.33785 0.03843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437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44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098 0.04074 L 0.408 0.04074 L 0.408 0.12847 L 0.61911 0.12361 L 0.62032 -0.00162 L 0.79098 -0.00162 " pathEditMode="relative" ptsTypes="AAAAAA">
                                      <p:cBhvr>
                                        <p:cTn id="17" dur="2000" fill="hold"/>
                                        <p:tgtEl>
                                          <p:spTgt spid="437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437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93" grpId="0" animBg="1"/>
      <p:bldP spid="437293" grpId="1" animBg="1"/>
      <p:bldP spid="437293" grpId="2" animBg="1"/>
      <p:bldP spid="437294" grpId="0" animBg="1"/>
      <p:bldP spid="43729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>
            <a:extLst>
              <a:ext uri="{FF2B5EF4-FFF2-40B4-BE49-F238E27FC236}">
                <a16:creationId xmlns:a16="http://schemas.microsoft.com/office/drawing/2014/main" id="{39AB275B-49C0-41C3-A11F-D90B23C3C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9263" y="385763"/>
            <a:ext cx="7772400" cy="685800"/>
          </a:xfrm>
        </p:spPr>
        <p:txBody>
          <a:bodyPr/>
          <a:lstStyle/>
          <a:p>
            <a:r>
              <a:rPr lang="en-US" altLang="en-US" sz="4000"/>
              <a:t>Switching via a bus</a:t>
            </a:r>
            <a:endParaRPr lang="en-US" altLang="en-US"/>
          </a:p>
        </p:txBody>
      </p:sp>
      <p:sp>
        <p:nvSpPr>
          <p:cNvPr id="26630" name="Rectangle 7">
            <a:extLst>
              <a:ext uri="{FF2B5EF4-FFF2-40B4-BE49-F238E27FC236}">
                <a16:creationId xmlns:a16="http://schemas.microsoft.com/office/drawing/2014/main" id="{996D6461-2BC1-45B0-B18E-A9F8EFD29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1827" y="1530350"/>
            <a:ext cx="5608639" cy="4071939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datagram from input port memory</a:t>
            </a:r>
          </a:p>
          <a:p>
            <a:pPr>
              <a:buFont typeface="Wingdings" charset="0"/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    to output port memory via a shared bus</a:t>
            </a:r>
          </a:p>
          <a:p>
            <a:pPr>
              <a:buFont typeface="Wingdings" charset="2"/>
              <a:buChar char="§"/>
              <a:defRPr/>
            </a:pP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bus contention:</a:t>
            </a:r>
            <a:r>
              <a:rPr lang="en-US">
                <a:ea typeface="ＭＳ Ｐゴシック" charset="0"/>
                <a:cs typeface="+mn-cs"/>
              </a:rPr>
              <a:t>  switching speed limited by bus bandwidth</a:t>
            </a:r>
          </a:p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32 Gbps bus, Cisco 5600: sufficient speed for access and enterprise routers</a:t>
            </a:r>
          </a:p>
        </p:txBody>
      </p:sp>
      <p:grpSp>
        <p:nvGrpSpPr>
          <p:cNvPr id="60420" name="Group 8">
            <a:extLst>
              <a:ext uri="{FF2B5EF4-FFF2-40B4-BE49-F238E27FC236}">
                <a16:creationId xmlns:a16="http://schemas.microsoft.com/office/drawing/2014/main" id="{9E8F61BB-8CDE-42F5-A15A-61F8A2FBF79B}"/>
              </a:ext>
            </a:extLst>
          </p:cNvPr>
          <p:cNvGrpSpPr>
            <a:grpSpLocks/>
          </p:cNvGrpSpPr>
          <p:nvPr/>
        </p:nvGrpSpPr>
        <p:grpSpPr bwMode="auto">
          <a:xfrm>
            <a:off x="6408741" y="2435226"/>
            <a:ext cx="890587" cy="215900"/>
            <a:chOff x="876" y="2800"/>
            <a:chExt cx="642" cy="175"/>
          </a:xfrm>
        </p:grpSpPr>
        <p:sp>
          <p:nvSpPr>
            <p:cNvPr id="60456" name="Rectangle 9">
              <a:extLst>
                <a:ext uri="{FF2B5EF4-FFF2-40B4-BE49-F238E27FC236}">
                  <a16:creationId xmlns:a16="http://schemas.microsoft.com/office/drawing/2014/main" id="{5DF1B05E-481F-469C-B3BF-BF84EE1E1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7" name="Rectangle 10">
              <a:extLst>
                <a:ext uri="{FF2B5EF4-FFF2-40B4-BE49-F238E27FC236}">
                  <a16:creationId xmlns:a16="http://schemas.microsoft.com/office/drawing/2014/main" id="{F085C2F2-8CE2-4F80-B7BE-E8BA3648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8" name="Rectangle 11">
              <a:extLst>
                <a:ext uri="{FF2B5EF4-FFF2-40B4-BE49-F238E27FC236}">
                  <a16:creationId xmlns:a16="http://schemas.microsoft.com/office/drawing/2014/main" id="{D2EAA5E0-C896-460D-A6F3-7B27505B5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9" name="Rectangle 12">
              <a:extLst>
                <a:ext uri="{FF2B5EF4-FFF2-40B4-BE49-F238E27FC236}">
                  <a16:creationId xmlns:a16="http://schemas.microsoft.com/office/drawing/2014/main" id="{4EC03983-18FD-408E-AB09-D7F50B36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60" name="Line 13">
              <a:extLst>
                <a:ext uri="{FF2B5EF4-FFF2-40B4-BE49-F238E27FC236}">
                  <a16:creationId xmlns:a16="http://schemas.microsoft.com/office/drawing/2014/main" id="{23451876-C885-4CB1-9E8B-0571C7EDB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0421" name="Group 14">
            <a:extLst>
              <a:ext uri="{FF2B5EF4-FFF2-40B4-BE49-F238E27FC236}">
                <a16:creationId xmlns:a16="http://schemas.microsoft.com/office/drawing/2014/main" id="{97E3114D-6626-4940-AF2B-6D7F72623DFD}"/>
              </a:ext>
            </a:extLst>
          </p:cNvPr>
          <p:cNvGrpSpPr>
            <a:grpSpLocks/>
          </p:cNvGrpSpPr>
          <p:nvPr/>
        </p:nvGrpSpPr>
        <p:grpSpPr bwMode="auto">
          <a:xfrm>
            <a:off x="6407151" y="2830514"/>
            <a:ext cx="890588" cy="215900"/>
            <a:chOff x="876" y="2800"/>
            <a:chExt cx="642" cy="175"/>
          </a:xfrm>
        </p:grpSpPr>
        <p:sp>
          <p:nvSpPr>
            <p:cNvPr id="60451" name="Rectangle 15">
              <a:extLst>
                <a:ext uri="{FF2B5EF4-FFF2-40B4-BE49-F238E27FC236}">
                  <a16:creationId xmlns:a16="http://schemas.microsoft.com/office/drawing/2014/main" id="{212CC1F8-C75A-4E68-8E46-F84409B0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2" name="Rectangle 16">
              <a:extLst>
                <a:ext uri="{FF2B5EF4-FFF2-40B4-BE49-F238E27FC236}">
                  <a16:creationId xmlns:a16="http://schemas.microsoft.com/office/drawing/2014/main" id="{06FD8127-D003-428A-A5E5-B0396185D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3" name="Rectangle 17">
              <a:extLst>
                <a:ext uri="{FF2B5EF4-FFF2-40B4-BE49-F238E27FC236}">
                  <a16:creationId xmlns:a16="http://schemas.microsoft.com/office/drawing/2014/main" id="{912AAC08-3101-4BF3-A86E-F3BB73AB5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4" name="Rectangle 18">
              <a:extLst>
                <a:ext uri="{FF2B5EF4-FFF2-40B4-BE49-F238E27FC236}">
                  <a16:creationId xmlns:a16="http://schemas.microsoft.com/office/drawing/2014/main" id="{5FCAC9CA-D109-433C-B0A2-F9D6079D4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5" name="Line 19">
              <a:extLst>
                <a:ext uri="{FF2B5EF4-FFF2-40B4-BE49-F238E27FC236}">
                  <a16:creationId xmlns:a16="http://schemas.microsoft.com/office/drawing/2014/main" id="{A9A36CCB-8ACE-4524-AEE6-D00F89C51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0422" name="Group 20">
            <a:extLst>
              <a:ext uri="{FF2B5EF4-FFF2-40B4-BE49-F238E27FC236}">
                <a16:creationId xmlns:a16="http://schemas.microsoft.com/office/drawing/2014/main" id="{E5AE9887-4C74-43C6-BDD6-CA9E3F7C014A}"/>
              </a:ext>
            </a:extLst>
          </p:cNvPr>
          <p:cNvGrpSpPr>
            <a:grpSpLocks/>
          </p:cNvGrpSpPr>
          <p:nvPr/>
        </p:nvGrpSpPr>
        <p:grpSpPr bwMode="auto">
          <a:xfrm>
            <a:off x="6402390" y="3257551"/>
            <a:ext cx="890587" cy="215900"/>
            <a:chOff x="876" y="2800"/>
            <a:chExt cx="642" cy="175"/>
          </a:xfrm>
        </p:grpSpPr>
        <p:sp>
          <p:nvSpPr>
            <p:cNvPr id="60446" name="Rectangle 21">
              <a:extLst>
                <a:ext uri="{FF2B5EF4-FFF2-40B4-BE49-F238E27FC236}">
                  <a16:creationId xmlns:a16="http://schemas.microsoft.com/office/drawing/2014/main" id="{C3F43DC6-41E1-4405-BC65-A8B3F805D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7" name="Rectangle 22">
              <a:extLst>
                <a:ext uri="{FF2B5EF4-FFF2-40B4-BE49-F238E27FC236}">
                  <a16:creationId xmlns:a16="http://schemas.microsoft.com/office/drawing/2014/main" id="{0BB91A13-B676-4436-9BFB-FDAC9D686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8" name="Rectangle 23">
              <a:extLst>
                <a:ext uri="{FF2B5EF4-FFF2-40B4-BE49-F238E27FC236}">
                  <a16:creationId xmlns:a16="http://schemas.microsoft.com/office/drawing/2014/main" id="{D8303118-582A-41C8-A671-E08686FBD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9" name="Rectangle 24">
              <a:extLst>
                <a:ext uri="{FF2B5EF4-FFF2-40B4-BE49-F238E27FC236}">
                  <a16:creationId xmlns:a16="http://schemas.microsoft.com/office/drawing/2014/main" id="{553A249C-7A16-4304-A63A-345D0712B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50" name="Line 25">
              <a:extLst>
                <a:ext uri="{FF2B5EF4-FFF2-40B4-BE49-F238E27FC236}">
                  <a16:creationId xmlns:a16="http://schemas.microsoft.com/office/drawing/2014/main" id="{7876A465-C71B-419E-97B0-99B0DDE6F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2"/>
              <a:ext cx="64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0423" name="Line 26">
            <a:extLst>
              <a:ext uri="{FF2B5EF4-FFF2-40B4-BE49-F238E27FC236}">
                <a16:creationId xmlns:a16="http://schemas.microsoft.com/office/drawing/2014/main" id="{3909B9ED-88FB-4C7C-A5BE-7789A33B6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0439" y="2438401"/>
            <a:ext cx="0" cy="10033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60424" name="Group 27">
            <a:extLst>
              <a:ext uri="{FF2B5EF4-FFF2-40B4-BE49-F238E27FC236}">
                <a16:creationId xmlns:a16="http://schemas.microsoft.com/office/drawing/2014/main" id="{6D2423C9-DAC4-4EEE-903B-78AA77ACBBE3}"/>
              </a:ext>
            </a:extLst>
          </p:cNvPr>
          <p:cNvGrpSpPr>
            <a:grpSpLocks/>
          </p:cNvGrpSpPr>
          <p:nvPr/>
        </p:nvGrpSpPr>
        <p:grpSpPr bwMode="auto">
          <a:xfrm>
            <a:off x="7364416" y="2422526"/>
            <a:ext cx="890587" cy="215900"/>
            <a:chOff x="455" y="3463"/>
            <a:chExt cx="561" cy="136"/>
          </a:xfrm>
        </p:grpSpPr>
        <p:sp>
          <p:nvSpPr>
            <p:cNvPr id="60441" name="Rectangle 28">
              <a:extLst>
                <a:ext uri="{FF2B5EF4-FFF2-40B4-BE49-F238E27FC236}">
                  <a16:creationId xmlns:a16="http://schemas.microsoft.com/office/drawing/2014/main" id="{04FC6F94-A0C0-4B0C-9DCB-E39FCDE80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2" name="Rectangle 29">
              <a:extLst>
                <a:ext uri="{FF2B5EF4-FFF2-40B4-BE49-F238E27FC236}">
                  <a16:creationId xmlns:a16="http://schemas.microsoft.com/office/drawing/2014/main" id="{06107F47-2FAD-4B8A-A697-6A9E1E94A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3" name="Rectangle 30">
              <a:extLst>
                <a:ext uri="{FF2B5EF4-FFF2-40B4-BE49-F238E27FC236}">
                  <a16:creationId xmlns:a16="http://schemas.microsoft.com/office/drawing/2014/main" id="{82E079BC-F8E1-4DD0-93A4-E1D70581C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4" name="Rectangle 31">
              <a:extLst>
                <a:ext uri="{FF2B5EF4-FFF2-40B4-BE49-F238E27FC236}">
                  <a16:creationId xmlns:a16="http://schemas.microsoft.com/office/drawing/2014/main" id="{D2F6C81D-797B-41EB-8470-7A77B09C6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5" name="Line 32">
              <a:extLst>
                <a:ext uri="{FF2B5EF4-FFF2-40B4-BE49-F238E27FC236}">
                  <a16:creationId xmlns:a16="http://schemas.microsoft.com/office/drawing/2014/main" id="{A62D5040-9195-4C9F-AC1B-8D7C1F442F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0425" name="Group 33">
            <a:extLst>
              <a:ext uri="{FF2B5EF4-FFF2-40B4-BE49-F238E27FC236}">
                <a16:creationId xmlns:a16="http://schemas.microsoft.com/office/drawing/2014/main" id="{18E020AB-18AF-4337-91BC-3A56C0EDBE36}"/>
              </a:ext>
            </a:extLst>
          </p:cNvPr>
          <p:cNvGrpSpPr>
            <a:grpSpLocks/>
          </p:cNvGrpSpPr>
          <p:nvPr/>
        </p:nvGrpSpPr>
        <p:grpSpPr bwMode="auto">
          <a:xfrm>
            <a:off x="7369175" y="2814639"/>
            <a:ext cx="890588" cy="215900"/>
            <a:chOff x="455" y="3463"/>
            <a:chExt cx="561" cy="136"/>
          </a:xfrm>
        </p:grpSpPr>
        <p:sp>
          <p:nvSpPr>
            <p:cNvPr id="60436" name="Rectangle 34">
              <a:extLst>
                <a:ext uri="{FF2B5EF4-FFF2-40B4-BE49-F238E27FC236}">
                  <a16:creationId xmlns:a16="http://schemas.microsoft.com/office/drawing/2014/main" id="{70E30DEC-23F4-4B9D-9B97-2D1EBD300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37" name="Rectangle 35">
              <a:extLst>
                <a:ext uri="{FF2B5EF4-FFF2-40B4-BE49-F238E27FC236}">
                  <a16:creationId xmlns:a16="http://schemas.microsoft.com/office/drawing/2014/main" id="{2FC2EE6B-E28C-403E-B8AF-3C686184C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38" name="Rectangle 36">
              <a:extLst>
                <a:ext uri="{FF2B5EF4-FFF2-40B4-BE49-F238E27FC236}">
                  <a16:creationId xmlns:a16="http://schemas.microsoft.com/office/drawing/2014/main" id="{417FDBA0-456A-4287-817E-43198277E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39" name="Rectangle 37">
              <a:extLst>
                <a:ext uri="{FF2B5EF4-FFF2-40B4-BE49-F238E27FC236}">
                  <a16:creationId xmlns:a16="http://schemas.microsoft.com/office/drawing/2014/main" id="{A12625EA-4A08-4238-8531-7C2DC5E3C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40" name="Line 38">
              <a:extLst>
                <a:ext uri="{FF2B5EF4-FFF2-40B4-BE49-F238E27FC236}">
                  <a16:creationId xmlns:a16="http://schemas.microsoft.com/office/drawing/2014/main" id="{3662175A-F009-4CB3-B177-622849DB0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0426" name="Group 39">
            <a:extLst>
              <a:ext uri="{FF2B5EF4-FFF2-40B4-BE49-F238E27FC236}">
                <a16:creationId xmlns:a16="http://schemas.microsoft.com/office/drawing/2014/main" id="{7133D41A-D05A-4719-9400-5915C0D989F4}"/>
              </a:ext>
            </a:extLst>
          </p:cNvPr>
          <p:cNvGrpSpPr>
            <a:grpSpLocks/>
          </p:cNvGrpSpPr>
          <p:nvPr/>
        </p:nvGrpSpPr>
        <p:grpSpPr bwMode="auto">
          <a:xfrm>
            <a:off x="7364416" y="3241675"/>
            <a:ext cx="890587" cy="215900"/>
            <a:chOff x="455" y="3463"/>
            <a:chExt cx="561" cy="136"/>
          </a:xfrm>
        </p:grpSpPr>
        <p:sp>
          <p:nvSpPr>
            <p:cNvPr id="60431" name="Rectangle 40">
              <a:extLst>
                <a:ext uri="{FF2B5EF4-FFF2-40B4-BE49-F238E27FC236}">
                  <a16:creationId xmlns:a16="http://schemas.microsoft.com/office/drawing/2014/main" id="{3D7CAC9E-4337-4AF9-BBF0-8B3A0001E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32" name="Rectangle 41">
              <a:extLst>
                <a:ext uri="{FF2B5EF4-FFF2-40B4-BE49-F238E27FC236}">
                  <a16:creationId xmlns:a16="http://schemas.microsoft.com/office/drawing/2014/main" id="{A5FDDA8D-EF71-451A-B400-03A3A739D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33" name="Rectangle 42">
              <a:extLst>
                <a:ext uri="{FF2B5EF4-FFF2-40B4-BE49-F238E27FC236}">
                  <a16:creationId xmlns:a16="http://schemas.microsoft.com/office/drawing/2014/main" id="{AE2AB1D8-7E73-4B09-AD12-DA6DA85F1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34" name="Rectangle 43">
              <a:extLst>
                <a:ext uri="{FF2B5EF4-FFF2-40B4-BE49-F238E27FC236}">
                  <a16:creationId xmlns:a16="http://schemas.microsoft.com/office/drawing/2014/main" id="{6F604DB6-F3E1-453B-BE89-883487C27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0435" name="Line 44">
              <a:extLst>
                <a:ext uri="{FF2B5EF4-FFF2-40B4-BE49-F238E27FC236}">
                  <a16:creationId xmlns:a16="http://schemas.microsoft.com/office/drawing/2014/main" id="{BE1C9AA5-5D3E-401E-AC50-B7DA7399C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" y="3527"/>
              <a:ext cx="561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0427" name="Text Box 45">
            <a:extLst>
              <a:ext uri="{FF2B5EF4-FFF2-40B4-BE49-F238E27FC236}">
                <a16:creationId xmlns:a16="http://schemas.microsoft.com/office/drawing/2014/main" id="{4EB1B25B-8445-4FE9-A203-B9580A646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6" y="3678241"/>
            <a:ext cx="6815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bus</a:t>
            </a:r>
          </a:p>
        </p:txBody>
      </p:sp>
      <p:sp>
        <p:nvSpPr>
          <p:cNvPr id="60428" name="Freeform 46">
            <a:extLst>
              <a:ext uri="{FF2B5EF4-FFF2-40B4-BE49-F238E27FC236}">
                <a16:creationId xmlns:a16="http://schemas.microsoft.com/office/drawing/2014/main" id="{55ADCD3B-DF13-45B3-B540-245DF852F1D5}"/>
              </a:ext>
            </a:extLst>
          </p:cNvPr>
          <p:cNvSpPr>
            <a:spLocks/>
          </p:cNvSpPr>
          <p:nvPr/>
        </p:nvSpPr>
        <p:spPr bwMode="auto">
          <a:xfrm>
            <a:off x="6402388" y="2463801"/>
            <a:ext cx="2006600" cy="400051"/>
          </a:xfrm>
          <a:custGeom>
            <a:avLst/>
            <a:gdLst>
              <a:gd name="T0" fmla="*/ 0 w 1264"/>
              <a:gd name="T1" fmla="*/ 2147483647 h 252"/>
              <a:gd name="T2" fmla="*/ 2147483647 w 1264"/>
              <a:gd name="T3" fmla="*/ 0 h 252"/>
              <a:gd name="T4" fmla="*/ 2147483647 w 1264"/>
              <a:gd name="T5" fmla="*/ 2147483647 h 252"/>
              <a:gd name="T6" fmla="*/ 2147483647 w 1264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264"/>
              <a:gd name="T13" fmla="*/ 0 h 252"/>
              <a:gd name="T14" fmla="*/ 1264 w 126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4" h="252">
                <a:moveTo>
                  <a:pt x="0" y="2"/>
                </a:moveTo>
                <a:lnTo>
                  <a:pt x="622" y="0"/>
                </a:lnTo>
                <a:lnTo>
                  <a:pt x="616" y="246"/>
                </a:lnTo>
                <a:lnTo>
                  <a:pt x="1264" y="25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>
            <a:extLst>
              <a:ext uri="{FF2B5EF4-FFF2-40B4-BE49-F238E27FC236}">
                <a16:creationId xmlns:a16="http://schemas.microsoft.com/office/drawing/2014/main" id="{797D3281-6BB3-4211-A2AF-2D65F46D8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241302"/>
            <a:ext cx="7772400" cy="85407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  <a:cs typeface="+mj-cs"/>
              </a:rPr>
              <a:t>Switching via interconnection network</a:t>
            </a:r>
          </a:p>
        </p:txBody>
      </p:sp>
      <p:sp>
        <p:nvSpPr>
          <p:cNvPr id="27654" name="Rectangle 3">
            <a:extLst>
              <a:ext uri="{FF2B5EF4-FFF2-40B4-BE49-F238E27FC236}">
                <a16:creationId xmlns:a16="http://schemas.microsoft.com/office/drawing/2014/main" id="{60A41306-F8EE-483F-A665-BC31C49B6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7353" y="1325564"/>
            <a:ext cx="5934075" cy="4411663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overcome  bus bandwidth limitations</a:t>
            </a:r>
          </a:p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banyan networks, crossbar, other interconnection nets initially developed to connect processors in multiprocessor</a:t>
            </a:r>
          </a:p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advanced design: fragmenting datagram into fixed length cells, switch cells through the fabric. </a:t>
            </a:r>
          </a:p>
          <a:p>
            <a:pPr>
              <a:buFont typeface="Wingdings" charset="2"/>
              <a:buChar char="§"/>
              <a:defRPr/>
            </a:pPr>
            <a:r>
              <a:rPr lang="en-US">
                <a:ea typeface="ＭＳ Ｐゴシック" charset="0"/>
                <a:cs typeface="+mn-cs"/>
              </a:rPr>
              <a:t>Cisco 12000: switches 60 Gbps through the interconnection network</a:t>
            </a:r>
          </a:p>
        </p:txBody>
      </p:sp>
      <p:grpSp>
        <p:nvGrpSpPr>
          <p:cNvPr id="61444" name="Group 58">
            <a:extLst>
              <a:ext uri="{FF2B5EF4-FFF2-40B4-BE49-F238E27FC236}">
                <a16:creationId xmlns:a16="http://schemas.microsoft.com/office/drawing/2014/main" id="{A16827F2-C06B-482D-9927-AC7130161F5E}"/>
              </a:ext>
            </a:extLst>
          </p:cNvPr>
          <p:cNvGrpSpPr>
            <a:grpSpLocks/>
          </p:cNvGrpSpPr>
          <p:nvPr/>
        </p:nvGrpSpPr>
        <p:grpSpPr bwMode="auto">
          <a:xfrm>
            <a:off x="6184903" y="2535241"/>
            <a:ext cx="2252663" cy="2066925"/>
            <a:chOff x="3812" y="2763"/>
            <a:chExt cx="1419" cy="1302"/>
          </a:xfrm>
        </p:grpSpPr>
        <p:grpSp>
          <p:nvGrpSpPr>
            <p:cNvPr id="61447" name="Group 4">
              <a:extLst>
                <a:ext uri="{FF2B5EF4-FFF2-40B4-BE49-F238E27FC236}">
                  <a16:creationId xmlns:a16="http://schemas.microsoft.com/office/drawing/2014/main" id="{30E834FD-6C6F-4FE5-A42B-ADD9DC8FF5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3" y="2763"/>
              <a:ext cx="561" cy="136"/>
              <a:chOff x="876" y="2800"/>
              <a:chExt cx="642" cy="175"/>
            </a:xfrm>
          </p:grpSpPr>
          <p:sp>
            <p:nvSpPr>
              <p:cNvPr id="61496" name="Rectangle 5">
                <a:extLst>
                  <a:ext uri="{FF2B5EF4-FFF2-40B4-BE49-F238E27FC236}">
                    <a16:creationId xmlns:a16="http://schemas.microsoft.com/office/drawing/2014/main" id="{2D36AFC2-05E8-4062-8315-F8EE40AE36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7" name="Rectangle 6">
                <a:extLst>
                  <a:ext uri="{FF2B5EF4-FFF2-40B4-BE49-F238E27FC236}">
                    <a16:creationId xmlns:a16="http://schemas.microsoft.com/office/drawing/2014/main" id="{750FA9A4-E49E-46CD-A073-A9BA310A4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8" name="Rectangle 7">
                <a:extLst>
                  <a:ext uri="{FF2B5EF4-FFF2-40B4-BE49-F238E27FC236}">
                    <a16:creationId xmlns:a16="http://schemas.microsoft.com/office/drawing/2014/main" id="{510969E7-DC30-4883-BF3F-4DD8B4F44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9" name="Rectangle 8">
                <a:extLst>
                  <a:ext uri="{FF2B5EF4-FFF2-40B4-BE49-F238E27FC236}">
                    <a16:creationId xmlns:a16="http://schemas.microsoft.com/office/drawing/2014/main" id="{059659CF-CB60-4AE4-9D94-547328E2F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500" name="Line 9">
                <a:extLst>
                  <a:ext uri="{FF2B5EF4-FFF2-40B4-BE49-F238E27FC236}">
                    <a16:creationId xmlns:a16="http://schemas.microsoft.com/office/drawing/2014/main" id="{4C1803DF-4F4A-46E2-A3C5-124F77BC2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1448" name="Group 10">
              <a:extLst>
                <a:ext uri="{FF2B5EF4-FFF2-40B4-BE49-F238E27FC236}">
                  <a16:creationId xmlns:a16="http://schemas.microsoft.com/office/drawing/2014/main" id="{6F6A064A-5424-4695-B490-31805D608F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8" y="3012"/>
              <a:ext cx="561" cy="136"/>
              <a:chOff x="876" y="2800"/>
              <a:chExt cx="642" cy="175"/>
            </a:xfrm>
          </p:grpSpPr>
          <p:sp>
            <p:nvSpPr>
              <p:cNvPr id="61491" name="Rectangle 11">
                <a:extLst>
                  <a:ext uri="{FF2B5EF4-FFF2-40B4-BE49-F238E27FC236}">
                    <a16:creationId xmlns:a16="http://schemas.microsoft.com/office/drawing/2014/main" id="{E208BFBD-B94F-4EEB-B045-E21895326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2" name="Rectangle 12">
                <a:extLst>
                  <a:ext uri="{FF2B5EF4-FFF2-40B4-BE49-F238E27FC236}">
                    <a16:creationId xmlns:a16="http://schemas.microsoft.com/office/drawing/2014/main" id="{0311CBBF-65AF-4DEF-9C9E-3CABDD1C4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3" name="Rectangle 13">
                <a:extLst>
                  <a:ext uri="{FF2B5EF4-FFF2-40B4-BE49-F238E27FC236}">
                    <a16:creationId xmlns:a16="http://schemas.microsoft.com/office/drawing/2014/main" id="{C4227AA1-A6A8-4304-A099-847D2065A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4" name="Rectangle 14">
                <a:extLst>
                  <a:ext uri="{FF2B5EF4-FFF2-40B4-BE49-F238E27FC236}">
                    <a16:creationId xmlns:a16="http://schemas.microsoft.com/office/drawing/2014/main" id="{DDBE1E8B-2468-4014-8C5E-D59D985F2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5" name="Line 15">
                <a:extLst>
                  <a:ext uri="{FF2B5EF4-FFF2-40B4-BE49-F238E27FC236}">
                    <a16:creationId xmlns:a16="http://schemas.microsoft.com/office/drawing/2014/main" id="{0D3D045C-A47A-4DB2-A74E-ED744D092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1449" name="Group 16">
              <a:extLst>
                <a:ext uri="{FF2B5EF4-FFF2-40B4-BE49-F238E27FC236}">
                  <a16:creationId xmlns:a16="http://schemas.microsoft.com/office/drawing/2014/main" id="{93848B41-89DF-4D30-97DA-16AA8B925C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5" y="3281"/>
              <a:ext cx="561" cy="136"/>
              <a:chOff x="876" y="2800"/>
              <a:chExt cx="642" cy="175"/>
            </a:xfrm>
          </p:grpSpPr>
          <p:sp>
            <p:nvSpPr>
              <p:cNvPr id="61486" name="Rectangle 17">
                <a:extLst>
                  <a:ext uri="{FF2B5EF4-FFF2-40B4-BE49-F238E27FC236}">
                    <a16:creationId xmlns:a16="http://schemas.microsoft.com/office/drawing/2014/main" id="{27CD86C9-3988-4040-A152-C7C84374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87" name="Rectangle 18">
                <a:extLst>
                  <a:ext uri="{FF2B5EF4-FFF2-40B4-BE49-F238E27FC236}">
                    <a16:creationId xmlns:a16="http://schemas.microsoft.com/office/drawing/2014/main" id="{09735A73-58C3-4563-906E-72DD20FAB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88" name="Rectangle 19">
                <a:extLst>
                  <a:ext uri="{FF2B5EF4-FFF2-40B4-BE49-F238E27FC236}">
                    <a16:creationId xmlns:a16="http://schemas.microsoft.com/office/drawing/2014/main" id="{D4CA723D-A8A4-40EE-96BD-48410F55D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89" name="Rectangle 20">
                <a:extLst>
                  <a:ext uri="{FF2B5EF4-FFF2-40B4-BE49-F238E27FC236}">
                    <a16:creationId xmlns:a16="http://schemas.microsoft.com/office/drawing/2014/main" id="{A4103B95-6FD2-482F-BD81-D6C6CDB0D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1490" name="Line 21">
                <a:extLst>
                  <a:ext uri="{FF2B5EF4-FFF2-40B4-BE49-F238E27FC236}">
                    <a16:creationId xmlns:a16="http://schemas.microsoft.com/office/drawing/2014/main" id="{7476E8ED-2D26-48CC-8D21-839587276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1450" name="Group 22">
              <a:extLst>
                <a:ext uri="{FF2B5EF4-FFF2-40B4-BE49-F238E27FC236}">
                  <a16:creationId xmlns:a16="http://schemas.microsoft.com/office/drawing/2014/main" id="{39007CE6-33EE-4803-96F5-C1C0594A9E6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23" y="3405"/>
              <a:ext cx="564" cy="652"/>
              <a:chOff x="2954" y="2776"/>
              <a:chExt cx="564" cy="652"/>
            </a:xfrm>
          </p:grpSpPr>
          <p:grpSp>
            <p:nvGrpSpPr>
              <p:cNvPr id="61468" name="Group 23">
                <a:extLst>
                  <a:ext uri="{FF2B5EF4-FFF2-40B4-BE49-F238E27FC236}">
                    <a16:creationId xmlns:a16="http://schemas.microsoft.com/office/drawing/2014/main" id="{B5685531-4133-4A90-9708-F98B706EEA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61481" name="Rectangle 24">
                  <a:extLst>
                    <a:ext uri="{FF2B5EF4-FFF2-40B4-BE49-F238E27FC236}">
                      <a16:creationId xmlns:a16="http://schemas.microsoft.com/office/drawing/2014/main" id="{04E6B2E4-14DC-48BA-8B8A-CF126072A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82" name="Rectangle 25">
                  <a:extLst>
                    <a:ext uri="{FF2B5EF4-FFF2-40B4-BE49-F238E27FC236}">
                      <a16:creationId xmlns:a16="http://schemas.microsoft.com/office/drawing/2014/main" id="{77CD34C0-1C58-4695-8CE3-7B5EEB35C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83" name="Rectangle 26">
                  <a:extLst>
                    <a:ext uri="{FF2B5EF4-FFF2-40B4-BE49-F238E27FC236}">
                      <a16:creationId xmlns:a16="http://schemas.microsoft.com/office/drawing/2014/main" id="{50F0AA16-84FA-4E7A-9EFB-E12A26FBD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84" name="Rectangle 27">
                  <a:extLst>
                    <a:ext uri="{FF2B5EF4-FFF2-40B4-BE49-F238E27FC236}">
                      <a16:creationId xmlns:a16="http://schemas.microsoft.com/office/drawing/2014/main" id="{5C920738-1BDA-49AC-9ACB-E6CF1DD9A0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85" name="Line 28">
                  <a:extLst>
                    <a:ext uri="{FF2B5EF4-FFF2-40B4-BE49-F238E27FC236}">
                      <a16:creationId xmlns:a16="http://schemas.microsoft.com/office/drawing/2014/main" id="{47F7DB0E-7E0E-4C1D-BED9-AD348C37EF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61469" name="Group 29">
                <a:extLst>
                  <a:ext uri="{FF2B5EF4-FFF2-40B4-BE49-F238E27FC236}">
                    <a16:creationId xmlns:a16="http://schemas.microsoft.com/office/drawing/2014/main" id="{F1FC6F22-8FF9-4DDC-B7E3-D90E7D74C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61476" name="Rectangle 30">
                  <a:extLst>
                    <a:ext uri="{FF2B5EF4-FFF2-40B4-BE49-F238E27FC236}">
                      <a16:creationId xmlns:a16="http://schemas.microsoft.com/office/drawing/2014/main" id="{552FD157-4419-434A-931C-F169E178C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77" name="Rectangle 31">
                  <a:extLst>
                    <a:ext uri="{FF2B5EF4-FFF2-40B4-BE49-F238E27FC236}">
                      <a16:creationId xmlns:a16="http://schemas.microsoft.com/office/drawing/2014/main" id="{13CEE36C-B85D-4EE4-8A58-751520C914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78" name="Rectangle 32">
                  <a:extLst>
                    <a:ext uri="{FF2B5EF4-FFF2-40B4-BE49-F238E27FC236}">
                      <a16:creationId xmlns:a16="http://schemas.microsoft.com/office/drawing/2014/main" id="{C9A375C2-09B0-4B91-B723-BAA8D0803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79" name="Rectangle 33">
                  <a:extLst>
                    <a:ext uri="{FF2B5EF4-FFF2-40B4-BE49-F238E27FC236}">
                      <a16:creationId xmlns:a16="http://schemas.microsoft.com/office/drawing/2014/main" id="{A583F47F-AE57-4268-BE3B-ED241073D8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80" name="Line 34">
                  <a:extLst>
                    <a:ext uri="{FF2B5EF4-FFF2-40B4-BE49-F238E27FC236}">
                      <a16:creationId xmlns:a16="http://schemas.microsoft.com/office/drawing/2014/main" id="{EA694801-65FC-4EA1-A9A2-0A90C1E09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61470" name="Group 35">
                <a:extLst>
                  <a:ext uri="{FF2B5EF4-FFF2-40B4-BE49-F238E27FC236}">
                    <a16:creationId xmlns:a16="http://schemas.microsoft.com/office/drawing/2014/main" id="{0343B8B5-8D37-44A4-88C2-5D34A3C456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61471" name="Rectangle 36">
                  <a:extLst>
                    <a:ext uri="{FF2B5EF4-FFF2-40B4-BE49-F238E27FC236}">
                      <a16:creationId xmlns:a16="http://schemas.microsoft.com/office/drawing/2014/main" id="{7ECECCCE-F688-4DFE-8944-BBD3A61AE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72" name="Rectangle 37">
                  <a:extLst>
                    <a:ext uri="{FF2B5EF4-FFF2-40B4-BE49-F238E27FC236}">
                      <a16:creationId xmlns:a16="http://schemas.microsoft.com/office/drawing/2014/main" id="{9297A7DA-8A32-4CCB-8F3E-494B836E5F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73" name="Rectangle 38">
                  <a:extLst>
                    <a:ext uri="{FF2B5EF4-FFF2-40B4-BE49-F238E27FC236}">
                      <a16:creationId xmlns:a16="http://schemas.microsoft.com/office/drawing/2014/main" id="{9954A9B4-77AA-4649-8AAF-0FE14F530D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74" name="Rectangle 39">
                  <a:extLst>
                    <a:ext uri="{FF2B5EF4-FFF2-40B4-BE49-F238E27FC236}">
                      <a16:creationId xmlns:a16="http://schemas.microsoft.com/office/drawing/2014/main" id="{499CD61D-278A-4A42-BA4D-89591C33BC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1475" name="Line 40">
                  <a:extLst>
                    <a:ext uri="{FF2B5EF4-FFF2-40B4-BE49-F238E27FC236}">
                      <a16:creationId xmlns:a16="http://schemas.microsoft.com/office/drawing/2014/main" id="{3D22B6EA-1224-4D2C-ABB6-F5A76FAE9B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61451" name="Line 41">
              <a:extLst>
                <a:ext uri="{FF2B5EF4-FFF2-40B4-BE49-F238E27FC236}">
                  <a16:creationId xmlns:a16="http://schemas.microsoft.com/office/drawing/2014/main" id="{58578125-4833-49B8-8BD4-008B78310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4" y="2830"/>
              <a:ext cx="67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2" name="Line 42">
              <a:extLst>
                <a:ext uri="{FF2B5EF4-FFF2-40B4-BE49-F238E27FC236}">
                  <a16:creationId xmlns:a16="http://schemas.microsoft.com/office/drawing/2014/main" id="{92284C9C-25DF-4304-AC92-80D398A84A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0" y="3074"/>
              <a:ext cx="700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3" name="Line 43">
              <a:extLst>
                <a:ext uri="{FF2B5EF4-FFF2-40B4-BE49-F238E27FC236}">
                  <a16:creationId xmlns:a16="http://schemas.microsoft.com/office/drawing/2014/main" id="{E2A4DD7A-6E07-47D2-B37F-D287369B1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0" y="3346"/>
              <a:ext cx="69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4" name="Line 44">
              <a:extLst>
                <a:ext uri="{FF2B5EF4-FFF2-40B4-BE49-F238E27FC236}">
                  <a16:creationId xmlns:a16="http://schemas.microsoft.com/office/drawing/2014/main" id="{90D969ED-116A-421A-809A-9BB9CF980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8" y="2830"/>
              <a:ext cx="0" cy="6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5" name="Line 45">
              <a:extLst>
                <a:ext uri="{FF2B5EF4-FFF2-40B4-BE49-F238E27FC236}">
                  <a16:creationId xmlns:a16="http://schemas.microsoft.com/office/drawing/2014/main" id="{BE6E3DE7-3275-4BD2-866F-0C03AE1CC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4" y="2830"/>
              <a:ext cx="0" cy="6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6" name="Line 46">
              <a:extLst>
                <a:ext uri="{FF2B5EF4-FFF2-40B4-BE49-F238E27FC236}">
                  <a16:creationId xmlns:a16="http://schemas.microsoft.com/office/drawing/2014/main" id="{95C97C86-0DFF-4F3F-AA10-211D4E4274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4" y="2824"/>
              <a:ext cx="0" cy="6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7" name="Oval 47">
              <a:extLst>
                <a:ext uri="{FF2B5EF4-FFF2-40B4-BE49-F238E27FC236}">
                  <a16:creationId xmlns:a16="http://schemas.microsoft.com/office/drawing/2014/main" id="{91B48635-74AC-4BE5-897E-C6D9FC875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280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58" name="Oval 48">
              <a:extLst>
                <a:ext uri="{FF2B5EF4-FFF2-40B4-BE49-F238E27FC236}">
                  <a16:creationId xmlns:a16="http://schemas.microsoft.com/office/drawing/2014/main" id="{655813C1-98F3-45DF-A054-D748FCAC3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3048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59" name="Oval 49">
              <a:extLst>
                <a:ext uri="{FF2B5EF4-FFF2-40B4-BE49-F238E27FC236}">
                  <a16:creationId xmlns:a16="http://schemas.microsoft.com/office/drawing/2014/main" id="{F0B679E9-E886-4974-B2BA-C5D4DDCEC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" y="331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60" name="Oval 50">
              <a:extLst>
                <a:ext uri="{FF2B5EF4-FFF2-40B4-BE49-F238E27FC236}">
                  <a16:creationId xmlns:a16="http://schemas.microsoft.com/office/drawing/2014/main" id="{12243CA4-6460-467C-BA59-928B43ECE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280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61" name="Oval 51">
              <a:extLst>
                <a:ext uri="{FF2B5EF4-FFF2-40B4-BE49-F238E27FC236}">
                  <a16:creationId xmlns:a16="http://schemas.microsoft.com/office/drawing/2014/main" id="{BABBB269-B453-4BFB-947E-CFC1D661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3048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62" name="Oval 52">
              <a:extLst>
                <a:ext uri="{FF2B5EF4-FFF2-40B4-BE49-F238E27FC236}">
                  <a16:creationId xmlns:a16="http://schemas.microsoft.com/office/drawing/2014/main" id="{4D21D408-9113-4BC7-B371-83998FA81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331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63" name="Oval 53">
              <a:extLst>
                <a:ext uri="{FF2B5EF4-FFF2-40B4-BE49-F238E27FC236}">
                  <a16:creationId xmlns:a16="http://schemas.microsoft.com/office/drawing/2014/main" id="{60953CCF-0F22-4AE4-A0ED-BB0E7EC8A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80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64" name="Oval 54">
              <a:extLst>
                <a:ext uri="{FF2B5EF4-FFF2-40B4-BE49-F238E27FC236}">
                  <a16:creationId xmlns:a16="http://schemas.microsoft.com/office/drawing/2014/main" id="{42492B6D-964A-466B-902D-C676F4BDA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3048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65" name="Oval 55">
              <a:extLst>
                <a:ext uri="{FF2B5EF4-FFF2-40B4-BE49-F238E27FC236}">
                  <a16:creationId xmlns:a16="http://schemas.microsoft.com/office/drawing/2014/main" id="{4C5AEE40-61C6-47FE-8D0C-E7AE377AC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2" y="3316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1466" name="Text Box 56">
              <a:extLst>
                <a:ext uri="{FF2B5EF4-FFF2-40B4-BE49-F238E27FC236}">
                  <a16:creationId xmlns:a16="http://schemas.microsoft.com/office/drawing/2014/main" id="{20F8B300-9CDF-4BBA-9FEB-AB27A1CEB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2" y="3601"/>
              <a:ext cx="73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/>
                <a:t>crossbar</a:t>
              </a:r>
            </a:p>
          </p:txBody>
        </p:sp>
        <p:sp>
          <p:nvSpPr>
            <p:cNvPr id="61467" name="Freeform 57">
              <a:extLst>
                <a:ext uri="{FF2B5EF4-FFF2-40B4-BE49-F238E27FC236}">
                  <a16:creationId xmlns:a16="http://schemas.microsoft.com/office/drawing/2014/main" id="{8DE0933F-C23C-4B72-A895-4489A4C69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796"/>
              <a:ext cx="972" cy="1269"/>
            </a:xfrm>
            <a:custGeom>
              <a:avLst/>
              <a:gdLst>
                <a:gd name="T0" fmla="*/ 0 w 972"/>
                <a:gd name="T1" fmla="*/ 3 h 1266"/>
                <a:gd name="T2" fmla="*/ 969 w 972"/>
                <a:gd name="T3" fmla="*/ 0 h 1266"/>
                <a:gd name="T4" fmla="*/ 972 w 972"/>
                <a:gd name="T5" fmla="*/ 1308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F0B328A-C7D4-43B2-AD7C-992807942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92100"/>
            <a:ext cx="7772400" cy="457200"/>
          </a:xfrm>
        </p:spPr>
        <p:txBody>
          <a:bodyPr/>
          <a:lstStyle/>
          <a:p>
            <a:r>
              <a:rPr lang="en-US" altLang="en-US" sz="3600"/>
              <a:t>Input port queuing</a:t>
            </a:r>
            <a:endParaRPr lang="en-US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BD37CEB8-8432-489C-BF0A-B016F2677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9" y="1127126"/>
            <a:ext cx="8101012" cy="2649539"/>
          </a:xfrm>
        </p:spPr>
        <p:txBody>
          <a:bodyPr/>
          <a:lstStyle/>
          <a:p>
            <a:r>
              <a:rPr lang="en-US" altLang="en-US" sz="2400"/>
              <a:t>fabric slower than input ports combined -&gt; queueing may occur at input queues </a:t>
            </a:r>
          </a:p>
          <a:p>
            <a:pPr lvl="1"/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queueing delay and loss due to input buffer overflow!</a:t>
            </a:r>
            <a:endParaRPr lang="en-US" altLang="en-US">
              <a:solidFill>
                <a:srgbClr val="CC0000"/>
              </a:solidFill>
              <a:latin typeface="Gill Sans MT" panose="020B0502020104020203" pitchFamily="34" charset="0"/>
            </a:endParaRPr>
          </a:p>
          <a:p>
            <a:r>
              <a:rPr lang="en-US" altLang="en-US" sz="2400">
                <a:solidFill>
                  <a:srgbClr val="CC0000"/>
                </a:solidFill>
              </a:rPr>
              <a:t>Head-of-the-Line (HOL) blocking:</a:t>
            </a:r>
            <a:r>
              <a:rPr lang="en-US" altLang="en-US" sz="2400"/>
              <a:t> queued datagram at front of queue prevents others in queue from moving forward</a:t>
            </a:r>
          </a:p>
        </p:txBody>
      </p:sp>
      <p:grpSp>
        <p:nvGrpSpPr>
          <p:cNvPr id="62468" name="Group 7">
            <a:extLst>
              <a:ext uri="{FF2B5EF4-FFF2-40B4-BE49-F238E27FC236}">
                <a16:creationId xmlns:a16="http://schemas.microsoft.com/office/drawing/2014/main" id="{8C0F2231-7FE9-43FA-8A40-28EE4D876680}"/>
              </a:ext>
            </a:extLst>
          </p:cNvPr>
          <p:cNvGrpSpPr>
            <a:grpSpLocks/>
          </p:cNvGrpSpPr>
          <p:nvPr/>
        </p:nvGrpSpPr>
        <p:grpSpPr bwMode="auto">
          <a:xfrm>
            <a:off x="1389064" y="3194051"/>
            <a:ext cx="3027363" cy="1809751"/>
            <a:chOff x="523" y="976"/>
            <a:chExt cx="2099" cy="1356"/>
          </a:xfrm>
        </p:grpSpPr>
        <p:sp>
          <p:nvSpPr>
            <p:cNvPr id="62515" name="Rectangle 8">
              <a:extLst>
                <a:ext uri="{FF2B5EF4-FFF2-40B4-BE49-F238E27FC236}">
                  <a16:creationId xmlns:a16="http://schemas.microsoft.com/office/drawing/2014/main" id="{9AA2BCCF-AE08-4D72-A75A-DFD1AD130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8" y="976"/>
              <a:ext cx="745" cy="13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62516" name="Group 9">
              <a:extLst>
                <a:ext uri="{FF2B5EF4-FFF2-40B4-BE49-F238E27FC236}">
                  <a16:creationId xmlns:a16="http://schemas.microsoft.com/office/drawing/2014/main" id="{3F817B9D-6F78-4345-AE9E-4B2DE94459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4" y="997"/>
              <a:ext cx="249" cy="1295"/>
              <a:chOff x="748" y="997"/>
              <a:chExt cx="249" cy="1295"/>
            </a:xfrm>
          </p:grpSpPr>
          <p:sp>
            <p:nvSpPr>
              <p:cNvPr id="62535" name="Rectangle 10">
                <a:extLst>
                  <a:ext uri="{FF2B5EF4-FFF2-40B4-BE49-F238E27FC236}">
                    <a16:creationId xmlns:a16="http://schemas.microsoft.com/office/drawing/2014/main" id="{3C9F59C0-4C54-4436-8839-4FBB80B60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997"/>
                <a:ext cx="240" cy="3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2536" name="Rectangle 11">
                <a:extLst>
                  <a:ext uri="{FF2B5EF4-FFF2-40B4-BE49-F238E27FC236}">
                    <a16:creationId xmlns:a16="http://schemas.microsoft.com/office/drawing/2014/main" id="{A24D578F-6446-4DDE-B44E-961B74914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1472"/>
                <a:ext cx="240" cy="3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2537" name="Rectangle 12">
                <a:extLst>
                  <a:ext uri="{FF2B5EF4-FFF2-40B4-BE49-F238E27FC236}">
                    <a16:creationId xmlns:a16="http://schemas.microsoft.com/office/drawing/2014/main" id="{5678D483-06C0-4F51-9A3C-9A7223A3E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938"/>
                <a:ext cx="240" cy="3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grpSp>
          <p:nvGrpSpPr>
            <p:cNvPr id="62517" name="Group 13">
              <a:extLst>
                <a:ext uri="{FF2B5EF4-FFF2-40B4-BE49-F238E27FC236}">
                  <a16:creationId xmlns:a16="http://schemas.microsoft.com/office/drawing/2014/main" id="{124ADBB9-B45C-417B-AF6D-819C2130F6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9" y="1002"/>
              <a:ext cx="249" cy="1295"/>
              <a:chOff x="748" y="997"/>
              <a:chExt cx="249" cy="1295"/>
            </a:xfrm>
          </p:grpSpPr>
          <p:sp>
            <p:nvSpPr>
              <p:cNvPr id="62532" name="Rectangle 14">
                <a:extLst>
                  <a:ext uri="{FF2B5EF4-FFF2-40B4-BE49-F238E27FC236}">
                    <a16:creationId xmlns:a16="http://schemas.microsoft.com/office/drawing/2014/main" id="{6330CEBF-D0C1-4E11-9EE8-E277A5B62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997"/>
                <a:ext cx="238" cy="35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2533" name="Rectangle 15">
                <a:extLst>
                  <a:ext uri="{FF2B5EF4-FFF2-40B4-BE49-F238E27FC236}">
                    <a16:creationId xmlns:a16="http://schemas.microsoft.com/office/drawing/2014/main" id="{2C873764-E61F-4D07-8400-BBAD69C35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1472"/>
                <a:ext cx="238" cy="35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62534" name="Rectangle 16">
                <a:extLst>
                  <a:ext uri="{FF2B5EF4-FFF2-40B4-BE49-F238E27FC236}">
                    <a16:creationId xmlns:a16="http://schemas.microsoft.com/office/drawing/2014/main" id="{D45540A6-BD45-4926-BCA4-E26601BFD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940"/>
                <a:ext cx="238" cy="35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62518" name="Line 17">
              <a:extLst>
                <a:ext uri="{FF2B5EF4-FFF2-40B4-BE49-F238E27FC236}">
                  <a16:creationId xmlns:a16="http://schemas.microsoft.com/office/drawing/2014/main" id="{24E63C99-7830-4728-90B7-783FCBCF1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6" y="1181"/>
              <a:ext cx="1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519" name="Line 18">
              <a:extLst>
                <a:ext uri="{FF2B5EF4-FFF2-40B4-BE49-F238E27FC236}">
                  <a16:creationId xmlns:a16="http://schemas.microsoft.com/office/drawing/2014/main" id="{E19A5B8B-FC1E-4F3F-9835-9ADDFBDC7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1644"/>
              <a:ext cx="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520" name="Line 19">
              <a:extLst>
                <a:ext uri="{FF2B5EF4-FFF2-40B4-BE49-F238E27FC236}">
                  <a16:creationId xmlns:a16="http://schemas.microsoft.com/office/drawing/2014/main" id="{466FEA49-4AC6-490D-9C84-A4A2A789F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2119"/>
              <a:ext cx="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521" name="Line 20">
              <a:extLst>
                <a:ext uri="{FF2B5EF4-FFF2-40B4-BE49-F238E27FC236}">
                  <a16:creationId xmlns:a16="http://schemas.microsoft.com/office/drawing/2014/main" id="{B0A0A29E-F198-4859-B084-89DAF7DA9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1164"/>
              <a:ext cx="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522" name="Line 21">
              <a:extLst>
                <a:ext uri="{FF2B5EF4-FFF2-40B4-BE49-F238E27FC236}">
                  <a16:creationId xmlns:a16="http://schemas.microsoft.com/office/drawing/2014/main" id="{8FDB9E34-7A7A-462D-A657-5A47C05ED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" y="1629"/>
              <a:ext cx="1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523" name="Line 22">
              <a:extLst>
                <a:ext uri="{FF2B5EF4-FFF2-40B4-BE49-F238E27FC236}">
                  <a16:creationId xmlns:a16="http://schemas.microsoft.com/office/drawing/2014/main" id="{F7222D80-7487-4880-A0D2-B3766B2A9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" y="2102"/>
              <a:ext cx="1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62524" name="Group 23">
              <a:extLst>
                <a:ext uri="{FF2B5EF4-FFF2-40B4-BE49-F238E27FC236}">
                  <a16:creationId xmlns:a16="http://schemas.microsoft.com/office/drawing/2014/main" id="{F2EB43C5-4EC1-480D-ABC5-ED54B851BB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" y="1169"/>
              <a:ext cx="288" cy="939"/>
              <a:chOff x="-60" y="1148"/>
              <a:chExt cx="168" cy="939"/>
            </a:xfrm>
          </p:grpSpPr>
          <p:sp>
            <p:nvSpPr>
              <p:cNvPr id="62529" name="Line 24">
                <a:extLst>
                  <a:ext uri="{FF2B5EF4-FFF2-40B4-BE49-F238E27FC236}">
                    <a16:creationId xmlns:a16="http://schemas.microsoft.com/office/drawing/2014/main" id="{971FC0C3-F994-43A5-9973-5575DDE0F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4" y="1148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530" name="Line 25">
                <a:extLst>
                  <a:ext uri="{FF2B5EF4-FFF2-40B4-BE49-F238E27FC236}">
                    <a16:creationId xmlns:a16="http://schemas.microsoft.com/office/drawing/2014/main" id="{209F038C-4EA3-4631-9F2E-CAD3B3BD2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60" y="1613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531" name="Line 26">
                <a:extLst>
                  <a:ext uri="{FF2B5EF4-FFF2-40B4-BE49-F238E27FC236}">
                    <a16:creationId xmlns:a16="http://schemas.microsoft.com/office/drawing/2014/main" id="{3C8CE883-5A6A-4482-8F85-FE17AE942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60" y="2087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2525" name="Group 27">
              <a:extLst>
                <a:ext uri="{FF2B5EF4-FFF2-40B4-BE49-F238E27FC236}">
                  <a16:creationId xmlns:a16="http://schemas.microsoft.com/office/drawing/2014/main" id="{801069AB-B54E-4C92-9FF6-F921B03BB9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4" y="1173"/>
              <a:ext cx="288" cy="939"/>
              <a:chOff x="-60" y="1148"/>
              <a:chExt cx="168" cy="939"/>
            </a:xfrm>
          </p:grpSpPr>
          <p:sp>
            <p:nvSpPr>
              <p:cNvPr id="62526" name="Line 28">
                <a:extLst>
                  <a:ext uri="{FF2B5EF4-FFF2-40B4-BE49-F238E27FC236}">
                    <a16:creationId xmlns:a16="http://schemas.microsoft.com/office/drawing/2014/main" id="{D119910E-B587-463D-8E95-B699305B8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4" y="1148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527" name="Line 29">
                <a:extLst>
                  <a:ext uri="{FF2B5EF4-FFF2-40B4-BE49-F238E27FC236}">
                    <a16:creationId xmlns:a16="http://schemas.microsoft.com/office/drawing/2014/main" id="{3A712560-2CF5-46BF-B199-36AFA3396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60" y="1615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528" name="Line 30">
                <a:extLst>
                  <a:ext uri="{FF2B5EF4-FFF2-40B4-BE49-F238E27FC236}">
                    <a16:creationId xmlns:a16="http://schemas.microsoft.com/office/drawing/2014/main" id="{9A75C613-6E97-41A3-AA67-96754C59C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60" y="2087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62469" name="Rectangle 55">
            <a:extLst>
              <a:ext uri="{FF2B5EF4-FFF2-40B4-BE49-F238E27FC236}">
                <a16:creationId xmlns:a16="http://schemas.microsoft.com/office/drawing/2014/main" id="{F29DD27E-2B80-4FB5-ACB4-AE520BBB4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3" y="3190879"/>
            <a:ext cx="252413" cy="1301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2470" name="Rectangle 56">
            <a:extLst>
              <a:ext uri="{FF2B5EF4-FFF2-40B4-BE49-F238E27FC236}">
                <a16:creationId xmlns:a16="http://schemas.microsoft.com/office/drawing/2014/main" id="{E3372B1B-B9EA-4B8E-AA08-54D72085C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4" y="3922714"/>
            <a:ext cx="252412" cy="1317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2471" name="Rectangle 57">
            <a:extLst>
              <a:ext uri="{FF2B5EF4-FFF2-40B4-BE49-F238E27FC236}">
                <a16:creationId xmlns:a16="http://schemas.microsoft.com/office/drawing/2014/main" id="{8589EF4E-3A4F-4736-8996-5F5D18AB0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28" y="4557716"/>
            <a:ext cx="252413" cy="1301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2472" name="Rectangle 58">
            <a:extLst>
              <a:ext uri="{FF2B5EF4-FFF2-40B4-BE49-F238E27FC236}">
                <a16:creationId xmlns:a16="http://schemas.microsoft.com/office/drawing/2014/main" id="{40B3A9D5-0C8C-4AAB-AD84-9B01E4069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728" y="3186114"/>
            <a:ext cx="252413" cy="1317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2473" name="Rectangle 59">
            <a:extLst>
              <a:ext uri="{FF2B5EF4-FFF2-40B4-BE49-F238E27FC236}">
                <a16:creationId xmlns:a16="http://schemas.microsoft.com/office/drawing/2014/main" id="{B56F5B0D-577E-407A-BE20-1A2C0C741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963" y="4546602"/>
            <a:ext cx="252412" cy="131763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2474" name="Line 60">
            <a:extLst>
              <a:ext uri="{FF2B5EF4-FFF2-40B4-BE49-F238E27FC236}">
                <a16:creationId xmlns:a16="http://schemas.microsoft.com/office/drawing/2014/main" id="{7F2F85C3-E2C1-43DB-AC90-7CAE56B98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2" y="3246441"/>
            <a:ext cx="1479551" cy="158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2475" name="Freeform 61">
            <a:extLst>
              <a:ext uri="{FF2B5EF4-FFF2-40B4-BE49-F238E27FC236}">
                <a16:creationId xmlns:a16="http://schemas.microsoft.com/office/drawing/2014/main" id="{5111562B-544E-4579-BD9D-1834F8FD8641}"/>
              </a:ext>
            </a:extLst>
          </p:cNvPr>
          <p:cNvSpPr>
            <a:spLocks/>
          </p:cNvSpPr>
          <p:nvPr/>
        </p:nvSpPr>
        <p:spPr bwMode="auto">
          <a:xfrm>
            <a:off x="2178053" y="3644900"/>
            <a:ext cx="1395413" cy="979488"/>
          </a:xfrm>
          <a:custGeom>
            <a:avLst/>
            <a:gdLst>
              <a:gd name="T0" fmla="*/ 0 w 967"/>
              <a:gd name="T1" fmla="*/ 2147483647 h 735"/>
              <a:gd name="T2" fmla="*/ 2147483647 w 967"/>
              <a:gd name="T3" fmla="*/ 2147483647 h 735"/>
              <a:gd name="T4" fmla="*/ 2147483647 w 967"/>
              <a:gd name="T5" fmla="*/ 0 h 735"/>
              <a:gd name="T6" fmla="*/ 0 60000 65536"/>
              <a:gd name="T7" fmla="*/ 0 60000 65536"/>
              <a:gd name="T8" fmla="*/ 0 60000 65536"/>
              <a:gd name="T9" fmla="*/ 0 w 967"/>
              <a:gd name="T10" fmla="*/ 0 h 735"/>
              <a:gd name="T11" fmla="*/ 967 w 967"/>
              <a:gd name="T12" fmla="*/ 735 h 7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7" h="735">
                <a:moveTo>
                  <a:pt x="0" y="733"/>
                </a:moveTo>
                <a:lnTo>
                  <a:pt x="522" y="735"/>
                </a:lnTo>
                <a:lnTo>
                  <a:pt x="967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2476" name="Text Box 62">
            <a:extLst>
              <a:ext uri="{FF2B5EF4-FFF2-40B4-BE49-F238E27FC236}">
                <a16:creationId xmlns:a16="http://schemas.microsoft.com/office/drawing/2014/main" id="{C0FD058E-F06A-4D2A-BC31-F87DEC623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375" y="5100642"/>
            <a:ext cx="33909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latin typeface="Gill Sans MT" panose="020B0502020104020203" pitchFamily="34" charset="0"/>
              </a:rPr>
              <a:t>output port contention:</a:t>
            </a:r>
          </a:p>
          <a:p>
            <a:pPr algn="ctr"/>
            <a:r>
              <a:rPr lang="en-US" altLang="en-US" sz="1800">
                <a:latin typeface="Gill Sans MT" panose="020B0502020104020203" pitchFamily="34" charset="0"/>
              </a:rPr>
              <a:t>only one red datagram can be transferred.</a:t>
            </a:r>
            <a:br>
              <a:rPr lang="en-US" altLang="en-US" sz="1800">
                <a:latin typeface="Gill Sans MT" panose="020B0502020104020203" pitchFamily="34" charset="0"/>
              </a:rPr>
            </a:br>
            <a:r>
              <a:rPr lang="en-US" altLang="en-US" sz="1800" i="1">
                <a:latin typeface="Gill Sans MT" panose="020B0502020104020203" pitchFamily="34" charset="0"/>
              </a:rPr>
              <a:t>lower red packet is blocked</a:t>
            </a:r>
          </a:p>
        </p:txBody>
      </p:sp>
      <p:sp>
        <p:nvSpPr>
          <p:cNvPr id="62477" name="Text Box 64">
            <a:extLst>
              <a:ext uri="{FF2B5EF4-FFF2-40B4-BE49-F238E27FC236}">
                <a16:creationId xmlns:a16="http://schemas.microsoft.com/office/drawing/2014/main" id="{F86F30BD-0DE0-441F-AF2D-18D4DB2E7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301" y="3990978"/>
            <a:ext cx="7537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/>
              <a:t>switch</a:t>
            </a:r>
          </a:p>
          <a:p>
            <a:r>
              <a:rPr lang="en-US" altLang="en-US" sz="1600"/>
              <a:t>fabric</a:t>
            </a:r>
          </a:p>
        </p:txBody>
      </p:sp>
      <p:sp>
        <p:nvSpPr>
          <p:cNvPr id="62478" name="Line 73">
            <a:extLst>
              <a:ext uri="{FF2B5EF4-FFF2-40B4-BE49-F238E27FC236}">
                <a16:creationId xmlns:a16="http://schemas.microsoft.com/office/drawing/2014/main" id="{131A10B4-7790-4B0E-BCAF-4EA294F78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8" y="3990976"/>
            <a:ext cx="1458913" cy="19051"/>
          </a:xfrm>
          <a:prstGeom prst="line">
            <a:avLst/>
          </a:prstGeom>
          <a:noFill/>
          <a:ln w="28575">
            <a:solidFill>
              <a:srgbClr val="000099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7" name="Group 79">
            <a:extLst>
              <a:ext uri="{FF2B5EF4-FFF2-40B4-BE49-F238E27FC236}">
                <a16:creationId xmlns:a16="http://schemas.microsoft.com/office/drawing/2014/main" id="{FB1C8DE6-C3BC-4B71-AACB-30EF79E50F16}"/>
              </a:ext>
            </a:extLst>
          </p:cNvPr>
          <p:cNvGrpSpPr>
            <a:grpSpLocks/>
          </p:cNvGrpSpPr>
          <p:nvPr/>
        </p:nvGrpSpPr>
        <p:grpSpPr bwMode="auto">
          <a:xfrm>
            <a:off x="4879978" y="3214691"/>
            <a:ext cx="3027363" cy="3095627"/>
            <a:chOff x="3074" y="2025"/>
            <a:chExt cx="1907" cy="1950"/>
          </a:xfrm>
        </p:grpSpPr>
        <p:grpSp>
          <p:nvGrpSpPr>
            <p:cNvPr id="62482" name="Group 31">
              <a:extLst>
                <a:ext uri="{FF2B5EF4-FFF2-40B4-BE49-F238E27FC236}">
                  <a16:creationId xmlns:a16="http://schemas.microsoft.com/office/drawing/2014/main" id="{FE642F1C-DC11-4C1E-B50B-739EF52A4A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4" y="2047"/>
              <a:ext cx="1907" cy="1140"/>
              <a:chOff x="523" y="976"/>
              <a:chExt cx="2099" cy="1356"/>
            </a:xfrm>
          </p:grpSpPr>
          <p:sp>
            <p:nvSpPr>
              <p:cNvPr id="62492" name="Rectangle 32">
                <a:extLst>
                  <a:ext uri="{FF2B5EF4-FFF2-40B4-BE49-F238E27FC236}">
                    <a16:creationId xmlns:a16="http://schemas.microsoft.com/office/drawing/2014/main" id="{35C326BE-7BEE-4982-B458-012BB0A1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62493" name="Group 33">
                <a:extLst>
                  <a:ext uri="{FF2B5EF4-FFF2-40B4-BE49-F238E27FC236}">
                    <a16:creationId xmlns:a16="http://schemas.microsoft.com/office/drawing/2014/main" id="{5442F33E-FE98-4D61-8EC5-8B22092EBE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2512" name="Rectangle 34">
                  <a:extLst>
                    <a:ext uri="{FF2B5EF4-FFF2-40B4-BE49-F238E27FC236}">
                      <a16:creationId xmlns:a16="http://schemas.microsoft.com/office/drawing/2014/main" id="{EBD2343C-9A95-4201-8455-D6A5F99AFE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40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2513" name="Rectangle 35">
                  <a:extLst>
                    <a:ext uri="{FF2B5EF4-FFF2-40B4-BE49-F238E27FC236}">
                      <a16:creationId xmlns:a16="http://schemas.microsoft.com/office/drawing/2014/main" id="{D94008AA-F759-4AA6-BA08-92536700EB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40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2514" name="Rectangle 36">
                  <a:extLst>
                    <a:ext uri="{FF2B5EF4-FFF2-40B4-BE49-F238E27FC236}">
                      <a16:creationId xmlns:a16="http://schemas.microsoft.com/office/drawing/2014/main" id="{7123A506-74C8-49DD-B7A1-733A396D19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38"/>
                  <a:ext cx="240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62494" name="Group 37">
                <a:extLst>
                  <a:ext uri="{FF2B5EF4-FFF2-40B4-BE49-F238E27FC236}">
                    <a16:creationId xmlns:a16="http://schemas.microsoft.com/office/drawing/2014/main" id="{9EA01E24-8EEF-4131-AB71-44C0BF60DA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2509" name="Rectangle 38">
                  <a:extLst>
                    <a:ext uri="{FF2B5EF4-FFF2-40B4-BE49-F238E27FC236}">
                      <a16:creationId xmlns:a16="http://schemas.microsoft.com/office/drawing/2014/main" id="{57A2B55C-98B8-4556-8425-51646B1BF5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2510" name="Rectangle 39">
                  <a:extLst>
                    <a:ext uri="{FF2B5EF4-FFF2-40B4-BE49-F238E27FC236}">
                      <a16:creationId xmlns:a16="http://schemas.microsoft.com/office/drawing/2014/main" id="{995BF6F0-2D62-42D6-9EDF-BD7C5A6BEF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en-US" altLang="en-US" sz="1800"/>
                </a:p>
              </p:txBody>
            </p:sp>
            <p:sp>
              <p:nvSpPr>
                <p:cNvPr id="62511" name="Rectangle 40">
                  <a:extLst>
                    <a:ext uri="{FF2B5EF4-FFF2-40B4-BE49-F238E27FC236}">
                      <a16:creationId xmlns:a16="http://schemas.microsoft.com/office/drawing/2014/main" id="{69D79CA2-D8AD-4B89-96EC-161AD17065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62495" name="Line 41">
                <a:extLst>
                  <a:ext uri="{FF2B5EF4-FFF2-40B4-BE49-F238E27FC236}">
                    <a16:creationId xmlns:a16="http://schemas.microsoft.com/office/drawing/2014/main" id="{159D1F04-B244-4A30-B534-FCDC0D333F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1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496" name="Line 42">
                <a:extLst>
                  <a:ext uri="{FF2B5EF4-FFF2-40B4-BE49-F238E27FC236}">
                    <a16:creationId xmlns:a16="http://schemas.microsoft.com/office/drawing/2014/main" id="{BB79BF19-C3B8-40CD-A566-A1E05F962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4"/>
                <a:ext cx="1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497" name="Line 43">
                <a:extLst>
                  <a:ext uri="{FF2B5EF4-FFF2-40B4-BE49-F238E27FC236}">
                    <a16:creationId xmlns:a16="http://schemas.microsoft.com/office/drawing/2014/main" id="{3C24C66E-C253-44FF-BE04-DC4FD7D06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498" name="Line 44">
                <a:extLst>
                  <a:ext uri="{FF2B5EF4-FFF2-40B4-BE49-F238E27FC236}">
                    <a16:creationId xmlns:a16="http://schemas.microsoft.com/office/drawing/2014/main" id="{10CA7642-5CAB-4548-A30B-A49961DFF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499" name="Line 45">
                <a:extLst>
                  <a:ext uri="{FF2B5EF4-FFF2-40B4-BE49-F238E27FC236}">
                    <a16:creationId xmlns:a16="http://schemas.microsoft.com/office/drawing/2014/main" id="{02E7C470-B51D-48A8-9827-90172D9DF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500" name="Line 46">
                <a:extLst>
                  <a:ext uri="{FF2B5EF4-FFF2-40B4-BE49-F238E27FC236}">
                    <a16:creationId xmlns:a16="http://schemas.microsoft.com/office/drawing/2014/main" id="{FBD918A9-C75C-4C70-9E0A-FA89BCA31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2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62501" name="Group 47">
                <a:extLst>
                  <a:ext uri="{FF2B5EF4-FFF2-40B4-BE49-F238E27FC236}">
                    <a16:creationId xmlns:a16="http://schemas.microsoft.com/office/drawing/2014/main" id="{B1F202ED-FACE-496D-ACEE-8D7EA21B03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2506" name="Line 48">
                  <a:extLst>
                    <a:ext uri="{FF2B5EF4-FFF2-40B4-BE49-F238E27FC236}">
                      <a16:creationId xmlns:a16="http://schemas.microsoft.com/office/drawing/2014/main" id="{1F755F80-E2E3-4BD1-9C96-B17C430AB0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2507" name="Line 49">
                  <a:extLst>
                    <a:ext uri="{FF2B5EF4-FFF2-40B4-BE49-F238E27FC236}">
                      <a16:creationId xmlns:a16="http://schemas.microsoft.com/office/drawing/2014/main" id="{636EA93D-6DB7-4EFD-BD88-69EBAF9C0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2508" name="Line 50">
                  <a:extLst>
                    <a:ext uri="{FF2B5EF4-FFF2-40B4-BE49-F238E27FC236}">
                      <a16:creationId xmlns:a16="http://schemas.microsoft.com/office/drawing/2014/main" id="{C2984E7C-3B2A-4626-9102-D7C4998BE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62502" name="Group 51">
                <a:extLst>
                  <a:ext uri="{FF2B5EF4-FFF2-40B4-BE49-F238E27FC236}">
                    <a16:creationId xmlns:a16="http://schemas.microsoft.com/office/drawing/2014/main" id="{F2F832F6-D2E7-40F2-8EDB-71CF12192D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2503" name="Line 52">
                  <a:extLst>
                    <a:ext uri="{FF2B5EF4-FFF2-40B4-BE49-F238E27FC236}">
                      <a16:creationId xmlns:a16="http://schemas.microsoft.com/office/drawing/2014/main" id="{91A25D23-6BE2-47CB-9792-6F9F30E440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2504" name="Line 53">
                  <a:extLst>
                    <a:ext uri="{FF2B5EF4-FFF2-40B4-BE49-F238E27FC236}">
                      <a16:creationId xmlns:a16="http://schemas.microsoft.com/office/drawing/2014/main" id="{BF451B6E-9F6B-46FD-A897-399D2C03D1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5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2505" name="Line 54">
                  <a:extLst>
                    <a:ext uri="{FF2B5EF4-FFF2-40B4-BE49-F238E27FC236}">
                      <a16:creationId xmlns:a16="http://schemas.microsoft.com/office/drawing/2014/main" id="{71D1BDD2-94E5-4263-812F-9D4550EC50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62483" name="Text Box 63">
              <a:extLst>
                <a:ext uri="{FF2B5EF4-FFF2-40B4-BE49-F238E27FC236}">
                  <a16:creationId xmlns:a16="http://schemas.microsoft.com/office/drawing/2014/main" id="{480D178D-0316-4A71-A40D-4605F37B0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" y="3219"/>
              <a:ext cx="1407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Gill Sans MT" panose="020B0502020104020203" pitchFamily="34" charset="0"/>
                </a:rPr>
                <a:t>one packet time later: green packet experiences HOL blocking</a:t>
              </a:r>
              <a:endParaRPr lang="en-US" altLang="en-US" sz="1800" i="1">
                <a:latin typeface="Gill Sans MT" panose="020B0502020104020203" pitchFamily="34" charset="0"/>
              </a:endParaRPr>
            </a:p>
          </p:txBody>
        </p:sp>
        <p:sp>
          <p:nvSpPr>
            <p:cNvPr id="62484" name="Text Box 65">
              <a:extLst>
                <a:ext uri="{FF2B5EF4-FFF2-40B4-BE49-F238E27FC236}">
                  <a16:creationId xmlns:a16="http://schemas.microsoft.com/office/drawing/2014/main" id="{3E18EC5F-5568-4313-9456-8473AC69C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2507"/>
              <a:ext cx="47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switch</a:t>
              </a:r>
            </a:p>
            <a:p>
              <a:r>
                <a:rPr lang="en-US" altLang="en-US" sz="1600"/>
                <a:t>fabric</a:t>
              </a:r>
            </a:p>
          </p:txBody>
        </p:sp>
        <p:sp>
          <p:nvSpPr>
            <p:cNvPr id="62485" name="Rectangle 66">
              <a:extLst>
                <a:ext uri="{FF2B5EF4-FFF2-40B4-BE49-F238E27FC236}">
                  <a16:creationId xmlns:a16="http://schemas.microsoft.com/office/drawing/2014/main" id="{A230BCAD-39A5-4AE5-8CFD-19813024B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" y="2025"/>
              <a:ext cx="159" cy="83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2486" name="Rectangle 69">
              <a:extLst>
                <a:ext uri="{FF2B5EF4-FFF2-40B4-BE49-F238E27FC236}">
                  <a16:creationId xmlns:a16="http://schemas.microsoft.com/office/drawing/2014/main" id="{181A51E7-0FFB-42A6-9BD5-899868C31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" y="2050"/>
              <a:ext cx="159" cy="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2487" name="Rectangle 70">
              <a:extLst>
                <a:ext uri="{FF2B5EF4-FFF2-40B4-BE49-F238E27FC236}">
                  <a16:creationId xmlns:a16="http://schemas.microsoft.com/office/drawing/2014/main" id="{CC0A8279-73A6-47DE-81D6-49B9593F5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916"/>
              <a:ext cx="159" cy="83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2488" name="Freeform 71">
              <a:extLst>
                <a:ext uri="{FF2B5EF4-FFF2-40B4-BE49-F238E27FC236}">
                  <a16:creationId xmlns:a16="http://schemas.microsoft.com/office/drawing/2014/main" id="{A1ADC3DF-D62E-417A-AE47-F9087C43E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2324"/>
              <a:ext cx="878" cy="618"/>
            </a:xfrm>
            <a:custGeom>
              <a:avLst/>
              <a:gdLst>
                <a:gd name="T0" fmla="*/ 0 w 967"/>
                <a:gd name="T1" fmla="*/ 65 h 735"/>
                <a:gd name="T2" fmla="*/ 134 w 967"/>
                <a:gd name="T3" fmla="*/ 65 h 735"/>
                <a:gd name="T4" fmla="*/ 251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489" name="Freeform 72">
              <a:extLst>
                <a:ext uri="{FF2B5EF4-FFF2-40B4-BE49-F238E27FC236}">
                  <a16:creationId xmlns:a16="http://schemas.microsoft.com/office/drawing/2014/main" id="{8FCF586A-8A7E-47D6-B0A7-936A8FDB2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134"/>
              <a:ext cx="860" cy="437"/>
            </a:xfrm>
            <a:custGeom>
              <a:avLst/>
              <a:gdLst>
                <a:gd name="T0" fmla="*/ 0 w 860"/>
                <a:gd name="T1" fmla="*/ 3 h 437"/>
                <a:gd name="T2" fmla="*/ 468 w 860"/>
                <a:gd name="T3" fmla="*/ 0 h 437"/>
                <a:gd name="T4" fmla="*/ 860 w 860"/>
                <a:gd name="T5" fmla="*/ 437 h 437"/>
                <a:gd name="T6" fmla="*/ 0 60000 65536"/>
                <a:gd name="T7" fmla="*/ 0 60000 65536"/>
                <a:gd name="T8" fmla="*/ 0 60000 65536"/>
                <a:gd name="T9" fmla="*/ 0 w 860"/>
                <a:gd name="T10" fmla="*/ 0 h 437"/>
                <a:gd name="T11" fmla="*/ 860 w 860"/>
                <a:gd name="T12" fmla="*/ 437 h 4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0" h="437">
                  <a:moveTo>
                    <a:pt x="0" y="3"/>
                  </a:moveTo>
                  <a:lnTo>
                    <a:pt x="468" y="0"/>
                  </a:lnTo>
                  <a:lnTo>
                    <a:pt x="860" y="437"/>
                  </a:ln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490" name="Rectangle 76">
              <a:extLst>
                <a:ext uri="{FF2B5EF4-FFF2-40B4-BE49-F238E27FC236}">
                  <a16:creationId xmlns:a16="http://schemas.microsoft.com/office/drawing/2014/main" id="{41C7939E-A60B-4C1C-AB6F-9589FB657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1" y="2890"/>
              <a:ext cx="159" cy="83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2491" name="Rectangle 77">
              <a:extLst>
                <a:ext uri="{FF2B5EF4-FFF2-40B4-BE49-F238E27FC236}">
                  <a16:creationId xmlns:a16="http://schemas.microsoft.com/office/drawing/2014/main" id="{7A9DE245-26A5-458D-A6D1-A64F48ED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2518"/>
              <a:ext cx="159" cy="8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>
            <a:extLst>
              <a:ext uri="{FF2B5EF4-FFF2-40B4-BE49-F238E27FC236}">
                <a16:creationId xmlns:a16="http://schemas.microsoft.com/office/drawing/2014/main" id="{F66F30A5-22BF-4E03-B967-B324F38B9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9" y="255588"/>
            <a:ext cx="7772400" cy="6858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  <a:cs typeface="+mj-cs"/>
              </a:rPr>
              <a:t>Output ports</a:t>
            </a:r>
          </a:p>
        </p:txBody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02E6B083-7134-4CF2-87DE-CB7DBBBA0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1" y="3946525"/>
            <a:ext cx="7772400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buSzPct val="100000"/>
              <a:buFont typeface="Wingdings" charset="2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buffering</a:t>
            </a:r>
            <a:r>
              <a:rPr lang="en-US" dirty="0">
                <a:ea typeface="ＭＳ Ｐゴシック" charset="0"/>
                <a:cs typeface="+mn-cs"/>
              </a:rPr>
              <a:t> required when datagrams arrive from fabric faster than the transmission rate</a:t>
            </a:r>
          </a:p>
          <a:p>
            <a:pPr>
              <a:buSzPct val="100000"/>
              <a:buFont typeface="Wingdings" charset="2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scheduling discipline</a:t>
            </a:r>
            <a:r>
              <a:rPr lang="en-US" dirty="0">
                <a:ea typeface="ＭＳ Ｐゴシック" charset="0"/>
                <a:cs typeface="+mn-cs"/>
              </a:rPr>
              <a:t> chooses among queued datagrams for transmission</a:t>
            </a:r>
          </a:p>
        </p:txBody>
      </p:sp>
      <p:sp>
        <p:nvSpPr>
          <p:cNvPr id="63492" name="Rectangle 5">
            <a:extLst>
              <a:ext uri="{FF2B5EF4-FFF2-40B4-BE49-F238E27FC236}">
                <a16:creationId xmlns:a16="http://schemas.microsoft.com/office/drawing/2014/main" id="{F11A5063-5DE5-4547-9B60-67AEAF827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4" y="1473201"/>
            <a:ext cx="4568825" cy="1836739"/>
          </a:xfrm>
          <a:prstGeom prst="rect">
            <a:avLst/>
          </a:prstGeom>
          <a:solidFill>
            <a:schemeClr val="bg1"/>
          </a:solidFill>
          <a:ln w="19050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3493" name="Rectangle 6">
            <a:extLst>
              <a:ext uri="{FF2B5EF4-FFF2-40B4-BE49-F238E27FC236}">
                <a16:creationId xmlns:a16="http://schemas.microsoft.com/office/drawing/2014/main" id="{4A0B625D-D4E1-45E1-AF11-CE6DC8E9B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41" y="1931990"/>
            <a:ext cx="1417637" cy="828675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line</a:t>
            </a:r>
          </a:p>
          <a:p>
            <a:pPr algn="ctr"/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termination</a:t>
            </a:r>
          </a:p>
        </p:txBody>
      </p:sp>
      <p:sp>
        <p:nvSpPr>
          <p:cNvPr id="63494" name="Rectangle 7">
            <a:extLst>
              <a:ext uri="{FF2B5EF4-FFF2-40B4-BE49-F238E27FC236}">
                <a16:creationId xmlns:a16="http://schemas.microsoft.com/office/drawing/2014/main" id="{16CF35DB-7CCA-49A4-9EF3-157F7D890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553" y="1658939"/>
            <a:ext cx="1152525" cy="1409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3495" name="Line 10">
            <a:extLst>
              <a:ext uri="{FF2B5EF4-FFF2-40B4-BE49-F238E27FC236}">
                <a16:creationId xmlns:a16="http://schemas.microsoft.com/office/drawing/2014/main" id="{55197F09-7D44-401E-B28C-FB34D7B31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1751" y="2378075"/>
            <a:ext cx="1905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496" name="Line 11">
            <a:extLst>
              <a:ext uri="{FF2B5EF4-FFF2-40B4-BE49-F238E27FC236}">
                <a16:creationId xmlns:a16="http://schemas.microsoft.com/office/drawing/2014/main" id="{2DF825FA-9A60-4DDE-93BB-0FAAA0489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1" y="2335216"/>
            <a:ext cx="1905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497" name="Line 12">
            <a:extLst>
              <a:ext uri="{FF2B5EF4-FFF2-40B4-BE49-F238E27FC236}">
                <a16:creationId xmlns:a16="http://schemas.microsoft.com/office/drawing/2014/main" id="{221A2BA5-E032-4237-AC9C-60C2CD5D21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588" y="2376490"/>
            <a:ext cx="7366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498" name="Rectangle 13">
            <a:extLst>
              <a:ext uri="{FF2B5EF4-FFF2-40B4-BE49-F238E27FC236}">
                <a16:creationId xmlns:a16="http://schemas.microsoft.com/office/drawing/2014/main" id="{F3A03715-4A0D-4AFA-B031-6A5390006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891" y="1968502"/>
            <a:ext cx="1055687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link </a:t>
            </a:r>
          </a:p>
          <a:p>
            <a:pPr algn="ctr">
              <a:lnSpc>
                <a:spcPct val="90000"/>
              </a:lnSpc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layer </a:t>
            </a:r>
          </a:p>
          <a:p>
            <a:pPr algn="ctr">
              <a:lnSpc>
                <a:spcPct val="90000"/>
              </a:lnSpc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protocol</a:t>
            </a:r>
          </a:p>
          <a:p>
            <a:pPr algn="ctr">
              <a:lnSpc>
                <a:spcPct val="90000"/>
              </a:lnSpc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(send)</a:t>
            </a:r>
          </a:p>
        </p:txBody>
      </p:sp>
      <p:sp>
        <p:nvSpPr>
          <p:cNvPr id="63499" name="Rectangle 16">
            <a:extLst>
              <a:ext uri="{FF2B5EF4-FFF2-40B4-BE49-F238E27FC236}">
                <a16:creationId xmlns:a16="http://schemas.microsoft.com/office/drawing/2014/main" id="{0CFDCCA4-39B3-4AE0-A987-CFB7EE587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1762128"/>
            <a:ext cx="1055688" cy="828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switch</a:t>
            </a:r>
          </a:p>
          <a:p>
            <a:pPr algn="ctr">
              <a:lnSpc>
                <a:spcPct val="90000"/>
              </a:lnSpc>
            </a:pPr>
            <a:r>
              <a:rPr lang="en-US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fabric</a:t>
            </a:r>
          </a:p>
        </p:txBody>
      </p:sp>
      <p:grpSp>
        <p:nvGrpSpPr>
          <p:cNvPr id="63500" name="Group 28">
            <a:extLst>
              <a:ext uri="{FF2B5EF4-FFF2-40B4-BE49-F238E27FC236}">
                <a16:creationId xmlns:a16="http://schemas.microsoft.com/office/drawing/2014/main" id="{06E3C246-484D-4BE6-8E9D-1F05499A3559}"/>
              </a:ext>
            </a:extLst>
          </p:cNvPr>
          <p:cNvGrpSpPr>
            <a:grpSpLocks/>
          </p:cNvGrpSpPr>
          <p:nvPr/>
        </p:nvGrpSpPr>
        <p:grpSpPr bwMode="auto">
          <a:xfrm>
            <a:off x="2559053" y="1609727"/>
            <a:ext cx="1247775" cy="1504951"/>
            <a:chOff x="3180" y="909"/>
            <a:chExt cx="786" cy="948"/>
          </a:xfrm>
        </p:grpSpPr>
        <p:sp>
          <p:nvSpPr>
            <p:cNvPr id="63508" name="Rectangle 8">
              <a:extLst>
                <a:ext uri="{FF2B5EF4-FFF2-40B4-BE49-F238E27FC236}">
                  <a16:creationId xmlns:a16="http://schemas.microsoft.com/office/drawing/2014/main" id="{A7D3D680-94F0-4221-A3F3-49B2049D0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909"/>
              <a:ext cx="786" cy="94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3509" name="Text Box 14">
              <a:extLst>
                <a:ext uri="{FF2B5EF4-FFF2-40B4-BE49-F238E27FC236}">
                  <a16:creationId xmlns:a16="http://schemas.microsoft.com/office/drawing/2014/main" id="{A0F922E0-FBCE-4B9D-8E1D-F12C9571D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2" y="917"/>
              <a:ext cx="663" cy="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000000"/>
                  </a:solidFill>
                </a:rPr>
                <a:t>datagram</a:t>
              </a:r>
            </a:p>
            <a:p>
              <a:pPr algn="ctr"/>
              <a:r>
                <a:rPr lang="en-US" altLang="en-US" sz="1600">
                  <a:solidFill>
                    <a:srgbClr val="000000"/>
                  </a:solidFill>
                </a:rPr>
                <a:t>buffer</a:t>
              </a:r>
            </a:p>
            <a:p>
              <a:pPr algn="ctr"/>
              <a:endParaRPr lang="en-US" altLang="en-US" sz="1600">
                <a:solidFill>
                  <a:srgbClr val="000000"/>
                </a:solidFill>
              </a:endParaRPr>
            </a:p>
            <a:p>
              <a:pPr algn="ctr"/>
              <a:endParaRPr lang="en-US" altLang="en-US" sz="1600">
                <a:solidFill>
                  <a:srgbClr val="000000"/>
                </a:solidFill>
              </a:endParaRPr>
            </a:p>
            <a:p>
              <a:pPr algn="ctr"/>
              <a:r>
                <a:rPr lang="en-US" altLang="en-US" sz="1600">
                  <a:solidFill>
                    <a:srgbClr val="000000"/>
                  </a:solidFill>
                </a:rPr>
                <a:t>queueing</a:t>
              </a:r>
            </a:p>
          </p:txBody>
        </p:sp>
        <p:grpSp>
          <p:nvGrpSpPr>
            <p:cNvPr id="63510" name="Group 17">
              <a:extLst>
                <a:ext uri="{FF2B5EF4-FFF2-40B4-BE49-F238E27FC236}">
                  <a16:creationId xmlns:a16="http://schemas.microsoft.com/office/drawing/2014/main" id="{FCCA7151-CEB4-445A-93B2-5CE2EFB6E6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0" y="1299"/>
              <a:ext cx="626" cy="295"/>
              <a:chOff x="310" y="3526"/>
              <a:chExt cx="1040" cy="457"/>
            </a:xfrm>
          </p:grpSpPr>
          <p:sp>
            <p:nvSpPr>
              <p:cNvPr id="63511" name="Rectangle 18">
                <a:extLst>
                  <a:ext uri="{FF2B5EF4-FFF2-40B4-BE49-F238E27FC236}">
                    <a16:creationId xmlns:a16="http://schemas.microsoft.com/office/drawing/2014/main" id="{9EA2CEC5-9D15-4B89-BC12-9CFCC8578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" y="3526"/>
                <a:ext cx="1040" cy="457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 sz="16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3512" name="Line 19">
                <a:extLst>
                  <a:ext uri="{FF2B5EF4-FFF2-40B4-BE49-F238E27FC236}">
                    <a16:creationId xmlns:a16="http://schemas.microsoft.com/office/drawing/2014/main" id="{6FBA896C-0F26-40DE-AC50-B01EA516F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3" name="Line 20">
                <a:extLst>
                  <a:ext uri="{FF2B5EF4-FFF2-40B4-BE49-F238E27FC236}">
                    <a16:creationId xmlns:a16="http://schemas.microsoft.com/office/drawing/2014/main" id="{F44B2599-B216-45DA-8E23-78A03E2DD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4" name="Line 21">
                <a:extLst>
                  <a:ext uri="{FF2B5EF4-FFF2-40B4-BE49-F238E27FC236}">
                    <a16:creationId xmlns:a16="http://schemas.microsoft.com/office/drawing/2014/main" id="{09666150-C440-4F53-85C1-1334F94BD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1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5" name="Line 22">
                <a:extLst>
                  <a:ext uri="{FF2B5EF4-FFF2-40B4-BE49-F238E27FC236}">
                    <a16:creationId xmlns:a16="http://schemas.microsoft.com/office/drawing/2014/main" id="{063A16BC-A210-4EE9-99F2-0D49B53A4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2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6" name="Line 23">
                <a:extLst>
                  <a:ext uri="{FF2B5EF4-FFF2-40B4-BE49-F238E27FC236}">
                    <a16:creationId xmlns:a16="http://schemas.microsoft.com/office/drawing/2014/main" id="{D06EBCCC-B963-49D1-844F-D09D231800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7" name="Line 24">
                <a:extLst>
                  <a:ext uri="{FF2B5EF4-FFF2-40B4-BE49-F238E27FC236}">
                    <a16:creationId xmlns:a16="http://schemas.microsoft.com/office/drawing/2014/main" id="{58BA6D7B-C30C-48C5-9788-A0CD590C2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8" name="Line 25">
                <a:extLst>
                  <a:ext uri="{FF2B5EF4-FFF2-40B4-BE49-F238E27FC236}">
                    <a16:creationId xmlns:a16="http://schemas.microsoft.com/office/drawing/2014/main" id="{FD50A7C6-FEE8-416D-AAFB-C6BB9FC4A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1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9" name="Line 26">
                <a:extLst>
                  <a:ext uri="{FF2B5EF4-FFF2-40B4-BE49-F238E27FC236}">
                    <a16:creationId xmlns:a16="http://schemas.microsoft.com/office/drawing/2014/main" id="{6B86674E-A272-40DC-9A96-9395246683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9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63501" name="Line 27">
            <a:extLst>
              <a:ext uri="{FF2B5EF4-FFF2-40B4-BE49-F238E27FC236}">
                <a16:creationId xmlns:a16="http://schemas.microsoft.com/office/drawing/2014/main" id="{2918B52F-45DD-476E-92A4-51160B937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0063" y="1338263"/>
            <a:ext cx="11112" cy="21955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502" name="Line 9">
            <a:extLst>
              <a:ext uri="{FF2B5EF4-FFF2-40B4-BE49-F238E27FC236}">
                <a16:creationId xmlns:a16="http://schemas.microsoft.com/office/drawing/2014/main" id="{57F197D7-0310-4814-BF3D-D28618DC10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62129" y="2420939"/>
            <a:ext cx="9255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79B72-E084-4AB0-8488-51DD4DCF9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642" y="4049714"/>
            <a:ext cx="4822825" cy="830997"/>
          </a:xfrm>
          <a:prstGeom prst="rect">
            <a:avLst/>
          </a:prstGeom>
          <a:solidFill>
            <a:schemeClr val="bg1"/>
          </a:solidFill>
          <a:ln w="25400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Datagram (packets) can be lost due to congestion, lack of buffers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7794D3-8E03-4979-8C80-73065D77D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42" y="5341940"/>
            <a:ext cx="6124575" cy="830997"/>
          </a:xfrm>
          <a:prstGeom prst="rect">
            <a:avLst/>
          </a:prstGeom>
          <a:solidFill>
            <a:schemeClr val="bg1"/>
          </a:solidFill>
          <a:ln w="25400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Priority scheduling – who gets best performance, network neutrality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CC0515C-01FC-4D64-A6FA-68974FD27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96850"/>
            <a:ext cx="7772400" cy="730251"/>
          </a:xfrm>
        </p:spPr>
        <p:txBody>
          <a:bodyPr/>
          <a:lstStyle/>
          <a:p>
            <a:r>
              <a:rPr lang="en-US" altLang="en-US" sz="4000"/>
              <a:t>Output port queueing</a:t>
            </a:r>
            <a:endParaRPr lang="en-US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232D325-D8D2-478A-BBF8-1E09D579E4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6125" y="4602166"/>
            <a:ext cx="7772400" cy="1190625"/>
          </a:xfrm>
        </p:spPr>
        <p:txBody>
          <a:bodyPr/>
          <a:lstStyle/>
          <a:p>
            <a:r>
              <a:rPr lang="en-US" altLang="en-US"/>
              <a:t>buffering when arrival rate via switch exceeds output line speed</a:t>
            </a:r>
          </a:p>
          <a:p>
            <a:r>
              <a:rPr lang="en-US" altLang="en-US" i="1">
                <a:solidFill>
                  <a:srgbClr val="CC0000"/>
                </a:solidFill>
              </a:rPr>
              <a:t>queueing (delay) and loss due to output port buffer overflow!</a:t>
            </a:r>
            <a:endParaRPr lang="en-US" altLang="en-US">
              <a:solidFill>
                <a:srgbClr val="CC0000"/>
              </a:solidFill>
            </a:endParaRPr>
          </a:p>
        </p:txBody>
      </p:sp>
      <p:grpSp>
        <p:nvGrpSpPr>
          <p:cNvPr id="64516" name="Group 78">
            <a:extLst>
              <a:ext uri="{FF2B5EF4-FFF2-40B4-BE49-F238E27FC236}">
                <a16:creationId xmlns:a16="http://schemas.microsoft.com/office/drawing/2014/main" id="{0C9C1FEE-7129-4369-9565-8B8ED8218353}"/>
              </a:ext>
            </a:extLst>
          </p:cNvPr>
          <p:cNvGrpSpPr>
            <a:grpSpLocks/>
          </p:cNvGrpSpPr>
          <p:nvPr/>
        </p:nvGrpSpPr>
        <p:grpSpPr bwMode="auto">
          <a:xfrm>
            <a:off x="884241" y="1477964"/>
            <a:ext cx="7412037" cy="2874963"/>
            <a:chOff x="550" y="931"/>
            <a:chExt cx="4669" cy="1811"/>
          </a:xfrm>
        </p:grpSpPr>
        <p:grpSp>
          <p:nvGrpSpPr>
            <p:cNvPr id="64519" name="Group 29">
              <a:extLst>
                <a:ext uri="{FF2B5EF4-FFF2-40B4-BE49-F238E27FC236}">
                  <a16:creationId xmlns:a16="http://schemas.microsoft.com/office/drawing/2014/main" id="{B048FC09-D9B1-42D6-A0C3-6F5639A168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9" y="948"/>
              <a:ext cx="2099" cy="1356"/>
              <a:chOff x="523" y="976"/>
              <a:chExt cx="2099" cy="1356"/>
            </a:xfrm>
          </p:grpSpPr>
          <p:sp>
            <p:nvSpPr>
              <p:cNvPr id="64565" name="Rectangle 6">
                <a:extLst>
                  <a:ext uri="{FF2B5EF4-FFF2-40B4-BE49-F238E27FC236}">
                    <a16:creationId xmlns:a16="http://schemas.microsoft.com/office/drawing/2014/main" id="{B20C6360-CDAB-4303-AACA-120061A55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64566" name="Group 10">
                <a:extLst>
                  <a:ext uri="{FF2B5EF4-FFF2-40B4-BE49-F238E27FC236}">
                    <a16:creationId xmlns:a16="http://schemas.microsoft.com/office/drawing/2014/main" id="{43F1BA89-4CF7-47E5-90BC-260A4FE93E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4585" name="Rectangle 7">
                  <a:extLst>
                    <a:ext uri="{FF2B5EF4-FFF2-40B4-BE49-F238E27FC236}">
                      <a16:creationId xmlns:a16="http://schemas.microsoft.com/office/drawing/2014/main" id="{45B3081F-A8BD-413F-A4C7-8A67BD803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4586" name="Rectangle 8">
                  <a:extLst>
                    <a:ext uri="{FF2B5EF4-FFF2-40B4-BE49-F238E27FC236}">
                      <a16:creationId xmlns:a16="http://schemas.microsoft.com/office/drawing/2014/main" id="{4EBE822C-F720-4212-991B-3CF1405EB8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4587" name="Rectangle 9">
                  <a:extLst>
                    <a:ext uri="{FF2B5EF4-FFF2-40B4-BE49-F238E27FC236}">
                      <a16:creationId xmlns:a16="http://schemas.microsoft.com/office/drawing/2014/main" id="{8A7873FA-0D9B-4210-A449-32FAE8C504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64567" name="Group 11">
                <a:extLst>
                  <a:ext uri="{FF2B5EF4-FFF2-40B4-BE49-F238E27FC236}">
                    <a16:creationId xmlns:a16="http://schemas.microsoft.com/office/drawing/2014/main" id="{5D9975AB-99AD-4F29-BCE2-4E6313C4CB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4582" name="Rectangle 12">
                  <a:extLst>
                    <a:ext uri="{FF2B5EF4-FFF2-40B4-BE49-F238E27FC236}">
                      <a16:creationId xmlns:a16="http://schemas.microsoft.com/office/drawing/2014/main" id="{9EE10F40-2629-4C70-9C96-BC7E0E0E62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4583" name="Rectangle 13">
                  <a:extLst>
                    <a:ext uri="{FF2B5EF4-FFF2-40B4-BE49-F238E27FC236}">
                      <a16:creationId xmlns:a16="http://schemas.microsoft.com/office/drawing/2014/main" id="{7EA40187-AFB7-44F0-A2BC-BB61E81FD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4584" name="Rectangle 14">
                  <a:extLst>
                    <a:ext uri="{FF2B5EF4-FFF2-40B4-BE49-F238E27FC236}">
                      <a16:creationId xmlns:a16="http://schemas.microsoft.com/office/drawing/2014/main" id="{12A69756-26CD-40DA-B903-B91E7A249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64568" name="Line 15">
                <a:extLst>
                  <a:ext uri="{FF2B5EF4-FFF2-40B4-BE49-F238E27FC236}">
                    <a16:creationId xmlns:a16="http://schemas.microsoft.com/office/drawing/2014/main" id="{E2EA58D9-A045-4EB4-A89F-7012FAEB9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0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69" name="Line 16">
                <a:extLst>
                  <a:ext uri="{FF2B5EF4-FFF2-40B4-BE49-F238E27FC236}">
                    <a16:creationId xmlns:a16="http://schemas.microsoft.com/office/drawing/2014/main" id="{F05D2AA1-5045-4158-A18B-FDF873BD6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5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70" name="Line 17">
                <a:extLst>
                  <a:ext uri="{FF2B5EF4-FFF2-40B4-BE49-F238E27FC236}">
                    <a16:creationId xmlns:a16="http://schemas.microsoft.com/office/drawing/2014/main" id="{953A1C76-012A-4AC2-A9C4-335C47659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71" name="Line 18">
                <a:extLst>
                  <a:ext uri="{FF2B5EF4-FFF2-40B4-BE49-F238E27FC236}">
                    <a16:creationId xmlns:a16="http://schemas.microsoft.com/office/drawing/2014/main" id="{5369225D-FFA6-4271-B909-037C88947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72" name="Line 19">
                <a:extLst>
                  <a:ext uri="{FF2B5EF4-FFF2-40B4-BE49-F238E27FC236}">
                    <a16:creationId xmlns:a16="http://schemas.microsoft.com/office/drawing/2014/main" id="{7DC1B555-B4E3-4575-A963-F56A8BB42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73" name="Line 20">
                <a:extLst>
                  <a:ext uri="{FF2B5EF4-FFF2-40B4-BE49-F238E27FC236}">
                    <a16:creationId xmlns:a16="http://schemas.microsoft.com/office/drawing/2014/main" id="{E4CFDB09-F229-4A10-A630-418BDE4E4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3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64574" name="Group 24">
                <a:extLst>
                  <a:ext uri="{FF2B5EF4-FFF2-40B4-BE49-F238E27FC236}">
                    <a16:creationId xmlns:a16="http://schemas.microsoft.com/office/drawing/2014/main" id="{8414AFFA-DC3E-48DD-A39A-7AFD0B15A5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4579" name="Line 21">
                  <a:extLst>
                    <a:ext uri="{FF2B5EF4-FFF2-40B4-BE49-F238E27FC236}">
                      <a16:creationId xmlns:a16="http://schemas.microsoft.com/office/drawing/2014/main" id="{46847AAE-F103-4AAA-BEE3-7BA3845893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80" name="Line 22">
                  <a:extLst>
                    <a:ext uri="{FF2B5EF4-FFF2-40B4-BE49-F238E27FC236}">
                      <a16:creationId xmlns:a16="http://schemas.microsoft.com/office/drawing/2014/main" id="{B8A33F83-8CFD-4A1E-95B3-CC98CA1C6D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81" name="Line 23">
                  <a:extLst>
                    <a:ext uri="{FF2B5EF4-FFF2-40B4-BE49-F238E27FC236}">
                      <a16:creationId xmlns:a16="http://schemas.microsoft.com/office/drawing/2014/main" id="{501A64BD-F10F-4D7F-A469-C184333DF1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64575" name="Group 25">
                <a:extLst>
                  <a:ext uri="{FF2B5EF4-FFF2-40B4-BE49-F238E27FC236}">
                    <a16:creationId xmlns:a16="http://schemas.microsoft.com/office/drawing/2014/main" id="{D9C628B2-2411-4D2C-877B-5EBD4DCE27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4576" name="Line 26">
                  <a:extLst>
                    <a:ext uri="{FF2B5EF4-FFF2-40B4-BE49-F238E27FC236}">
                      <a16:creationId xmlns:a16="http://schemas.microsoft.com/office/drawing/2014/main" id="{7A96EF6A-E5F2-448A-8E70-C1E8DA5EE1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77" name="Line 27">
                  <a:extLst>
                    <a:ext uri="{FF2B5EF4-FFF2-40B4-BE49-F238E27FC236}">
                      <a16:creationId xmlns:a16="http://schemas.microsoft.com/office/drawing/2014/main" id="{D1693EDB-AAD5-489B-8D46-1A6C11897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78" name="Line 28">
                  <a:extLst>
                    <a:ext uri="{FF2B5EF4-FFF2-40B4-BE49-F238E27FC236}">
                      <a16:creationId xmlns:a16="http://schemas.microsoft.com/office/drawing/2014/main" id="{A766F1D5-1925-4321-AD64-B2CF679334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4520" name="Group 30">
              <a:extLst>
                <a:ext uri="{FF2B5EF4-FFF2-40B4-BE49-F238E27FC236}">
                  <a16:creationId xmlns:a16="http://schemas.microsoft.com/office/drawing/2014/main" id="{EB32ECDF-2C3D-4F36-ACA1-4C932B5B9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931"/>
              <a:ext cx="2099" cy="1356"/>
              <a:chOff x="523" y="976"/>
              <a:chExt cx="2099" cy="1356"/>
            </a:xfrm>
          </p:grpSpPr>
          <p:sp>
            <p:nvSpPr>
              <p:cNvPr id="64542" name="Rectangle 31">
                <a:extLst>
                  <a:ext uri="{FF2B5EF4-FFF2-40B4-BE49-F238E27FC236}">
                    <a16:creationId xmlns:a16="http://schemas.microsoft.com/office/drawing/2014/main" id="{0E444585-2C54-43B5-85C7-7DF652A46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64543" name="Group 32">
                <a:extLst>
                  <a:ext uri="{FF2B5EF4-FFF2-40B4-BE49-F238E27FC236}">
                    <a16:creationId xmlns:a16="http://schemas.microsoft.com/office/drawing/2014/main" id="{F00ABF5A-0962-4C01-974D-DFA3941B84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4562" name="Rectangle 33">
                  <a:extLst>
                    <a:ext uri="{FF2B5EF4-FFF2-40B4-BE49-F238E27FC236}">
                      <a16:creationId xmlns:a16="http://schemas.microsoft.com/office/drawing/2014/main" id="{118B4252-4572-4BB4-8268-C4BA16FF0A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4563" name="Rectangle 34">
                  <a:extLst>
                    <a:ext uri="{FF2B5EF4-FFF2-40B4-BE49-F238E27FC236}">
                      <a16:creationId xmlns:a16="http://schemas.microsoft.com/office/drawing/2014/main" id="{55D6BC5D-D185-452B-9908-BD5C732C1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4564" name="Rectangle 35">
                  <a:extLst>
                    <a:ext uri="{FF2B5EF4-FFF2-40B4-BE49-F238E27FC236}">
                      <a16:creationId xmlns:a16="http://schemas.microsoft.com/office/drawing/2014/main" id="{7305B379-14C8-487E-BB44-6C0B0D457D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64544" name="Group 36">
                <a:extLst>
                  <a:ext uri="{FF2B5EF4-FFF2-40B4-BE49-F238E27FC236}">
                    <a16:creationId xmlns:a16="http://schemas.microsoft.com/office/drawing/2014/main" id="{A0F848B6-F261-455E-9ECE-9F6E9F9F55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4559" name="Rectangle 37">
                  <a:extLst>
                    <a:ext uri="{FF2B5EF4-FFF2-40B4-BE49-F238E27FC236}">
                      <a16:creationId xmlns:a16="http://schemas.microsoft.com/office/drawing/2014/main" id="{A8BFA183-728C-4BB8-91E2-87A1EB1E7D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64560" name="Rectangle 38">
                  <a:extLst>
                    <a:ext uri="{FF2B5EF4-FFF2-40B4-BE49-F238E27FC236}">
                      <a16:creationId xmlns:a16="http://schemas.microsoft.com/office/drawing/2014/main" id="{E8A7C9C5-0FBD-43AF-8214-7EC9464695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en-US" altLang="en-US" sz="1800"/>
                </a:p>
              </p:txBody>
            </p:sp>
            <p:sp>
              <p:nvSpPr>
                <p:cNvPr id="64561" name="Rectangle 39">
                  <a:extLst>
                    <a:ext uri="{FF2B5EF4-FFF2-40B4-BE49-F238E27FC236}">
                      <a16:creationId xmlns:a16="http://schemas.microsoft.com/office/drawing/2014/main" id="{38C0886E-42E5-4A98-82C2-D1F98745BC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64545" name="Line 40">
                <a:extLst>
                  <a:ext uri="{FF2B5EF4-FFF2-40B4-BE49-F238E27FC236}">
                    <a16:creationId xmlns:a16="http://schemas.microsoft.com/office/drawing/2014/main" id="{1D4FEB8C-3BD4-45E4-B39B-D134D991A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0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46" name="Line 41">
                <a:extLst>
                  <a:ext uri="{FF2B5EF4-FFF2-40B4-BE49-F238E27FC236}">
                    <a16:creationId xmlns:a16="http://schemas.microsoft.com/office/drawing/2014/main" id="{45A45D62-F77F-4BA4-BCA6-CA6B5EACA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5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47" name="Line 42">
                <a:extLst>
                  <a:ext uri="{FF2B5EF4-FFF2-40B4-BE49-F238E27FC236}">
                    <a16:creationId xmlns:a16="http://schemas.microsoft.com/office/drawing/2014/main" id="{DF93A486-3B5B-4B38-82F9-E738B75B7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48" name="Line 43">
                <a:extLst>
                  <a:ext uri="{FF2B5EF4-FFF2-40B4-BE49-F238E27FC236}">
                    <a16:creationId xmlns:a16="http://schemas.microsoft.com/office/drawing/2014/main" id="{A7DF1E66-7F17-4B6A-B998-3ADD1CFAD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49" name="Line 44">
                <a:extLst>
                  <a:ext uri="{FF2B5EF4-FFF2-40B4-BE49-F238E27FC236}">
                    <a16:creationId xmlns:a16="http://schemas.microsoft.com/office/drawing/2014/main" id="{D5C647BC-643A-4E5E-A51E-1D984827B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550" name="Line 45">
                <a:extLst>
                  <a:ext uri="{FF2B5EF4-FFF2-40B4-BE49-F238E27FC236}">
                    <a16:creationId xmlns:a16="http://schemas.microsoft.com/office/drawing/2014/main" id="{92BF03EC-4826-43B7-B147-528B813516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3"/>
                <a:ext cx="1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64551" name="Group 46">
                <a:extLst>
                  <a:ext uri="{FF2B5EF4-FFF2-40B4-BE49-F238E27FC236}">
                    <a16:creationId xmlns:a16="http://schemas.microsoft.com/office/drawing/2014/main" id="{A96AF81D-1471-430A-9B08-CD2BC2B0A0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4556" name="Line 47">
                  <a:extLst>
                    <a:ext uri="{FF2B5EF4-FFF2-40B4-BE49-F238E27FC236}">
                      <a16:creationId xmlns:a16="http://schemas.microsoft.com/office/drawing/2014/main" id="{94F06E6B-E1AB-4BB2-956D-3092B9F970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57" name="Line 48">
                  <a:extLst>
                    <a:ext uri="{FF2B5EF4-FFF2-40B4-BE49-F238E27FC236}">
                      <a16:creationId xmlns:a16="http://schemas.microsoft.com/office/drawing/2014/main" id="{8CF582BD-E282-44CA-BBAC-98D6BD6CF1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58" name="Line 49">
                  <a:extLst>
                    <a:ext uri="{FF2B5EF4-FFF2-40B4-BE49-F238E27FC236}">
                      <a16:creationId xmlns:a16="http://schemas.microsoft.com/office/drawing/2014/main" id="{A83C374E-0DC2-4F46-9A78-D27F44CCC2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64552" name="Group 50">
                <a:extLst>
                  <a:ext uri="{FF2B5EF4-FFF2-40B4-BE49-F238E27FC236}">
                    <a16:creationId xmlns:a16="http://schemas.microsoft.com/office/drawing/2014/main" id="{907388E9-072E-4477-9CAF-E5C4382168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4553" name="Line 51">
                  <a:extLst>
                    <a:ext uri="{FF2B5EF4-FFF2-40B4-BE49-F238E27FC236}">
                      <a16:creationId xmlns:a16="http://schemas.microsoft.com/office/drawing/2014/main" id="{B57D5FE3-A134-4193-9612-FF79DBF21E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54" name="Line 52">
                  <a:extLst>
                    <a:ext uri="{FF2B5EF4-FFF2-40B4-BE49-F238E27FC236}">
                      <a16:creationId xmlns:a16="http://schemas.microsoft.com/office/drawing/2014/main" id="{01DE2894-6C0E-41E3-B168-BE221D2C2C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555" name="Line 53">
                  <a:extLst>
                    <a:ext uri="{FF2B5EF4-FFF2-40B4-BE49-F238E27FC236}">
                      <a16:creationId xmlns:a16="http://schemas.microsoft.com/office/drawing/2014/main" id="{7977877E-96A9-43F8-8C74-E28F76F79E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64521" name="Rectangle 54">
              <a:extLst>
                <a:ext uri="{FF2B5EF4-FFF2-40B4-BE49-F238E27FC236}">
                  <a16:creationId xmlns:a16="http://schemas.microsoft.com/office/drawing/2014/main" id="{7B66AB99-1FA1-4A27-9E7A-DDA1F6D3B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" y="1012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22" name="Rectangle 55">
              <a:extLst>
                <a:ext uri="{FF2B5EF4-FFF2-40B4-BE49-F238E27FC236}">
                  <a16:creationId xmlns:a16="http://schemas.microsoft.com/office/drawing/2014/main" id="{BB9992B3-DBC6-4C48-A15C-6E4B2DA14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1494"/>
              <a:ext cx="175" cy="98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23" name="Rectangle 56">
              <a:extLst>
                <a:ext uri="{FF2B5EF4-FFF2-40B4-BE49-F238E27FC236}">
                  <a16:creationId xmlns:a16="http://schemas.microsoft.com/office/drawing/2014/main" id="{792B51C5-C8E3-4403-A2D0-0689BB27A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" y="1969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24" name="Rectangle 57">
              <a:extLst>
                <a:ext uri="{FF2B5EF4-FFF2-40B4-BE49-F238E27FC236}">
                  <a16:creationId xmlns:a16="http://schemas.microsoft.com/office/drawing/2014/main" id="{BD8CC664-9ECF-4881-8746-A9B087742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" y="1017"/>
              <a:ext cx="175" cy="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25" name="Rectangle 58">
              <a:extLst>
                <a:ext uri="{FF2B5EF4-FFF2-40B4-BE49-F238E27FC236}">
                  <a16:creationId xmlns:a16="http://schemas.microsoft.com/office/drawing/2014/main" id="{1602C2BC-A819-4043-884F-8D2407F09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1953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26" name="Line 60">
              <a:extLst>
                <a:ext uri="{FF2B5EF4-FFF2-40B4-BE49-F238E27FC236}">
                  <a16:creationId xmlns:a16="http://schemas.microsoft.com/office/drawing/2014/main" id="{0ED0B582-70F5-4D56-9856-8EE2A153F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5" y="1054"/>
              <a:ext cx="1026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7" name="Freeform 62">
              <a:extLst>
                <a:ext uri="{FF2B5EF4-FFF2-40B4-BE49-F238E27FC236}">
                  <a16:creationId xmlns:a16="http://schemas.microsoft.com/office/drawing/2014/main" id="{96A7565B-55E5-439D-92E0-B3A12B1E9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6" y="1285"/>
              <a:ext cx="967" cy="735"/>
            </a:xfrm>
            <a:custGeom>
              <a:avLst/>
              <a:gdLst>
                <a:gd name="T0" fmla="*/ 0 w 967"/>
                <a:gd name="T1" fmla="*/ 733 h 735"/>
                <a:gd name="T2" fmla="*/ 522 w 967"/>
                <a:gd name="T3" fmla="*/ 735 h 735"/>
                <a:gd name="T4" fmla="*/ 967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8" name="Text Box 63">
              <a:extLst>
                <a:ext uri="{FF2B5EF4-FFF2-40B4-BE49-F238E27FC236}">
                  <a16:creationId xmlns:a16="http://schemas.microsoft.com/office/drawing/2014/main" id="{3BE53AF4-EC1E-4581-9B57-5FDC5E276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" y="2335"/>
              <a:ext cx="1549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/>
                <a:t>at </a:t>
              </a:r>
              <a:r>
                <a:rPr lang="en-US" altLang="en-US" sz="1800" i="1"/>
                <a:t>t,</a:t>
              </a:r>
              <a:r>
                <a:rPr lang="en-US" altLang="en-US" sz="1800"/>
                <a:t> packets more</a:t>
              </a:r>
            </a:p>
            <a:p>
              <a:pPr algn="ctr"/>
              <a:r>
                <a:rPr lang="en-US" altLang="en-US" sz="1800"/>
                <a:t>from input to output</a:t>
              </a:r>
              <a:endParaRPr lang="en-US" altLang="en-US" sz="1800" i="1"/>
            </a:p>
          </p:txBody>
        </p:sp>
        <p:sp>
          <p:nvSpPr>
            <p:cNvPr id="64529" name="Text Box 64">
              <a:extLst>
                <a:ext uri="{FF2B5EF4-FFF2-40B4-BE49-F238E27FC236}">
                  <a16:creationId xmlns:a16="http://schemas.microsoft.com/office/drawing/2014/main" id="{44BD1A63-3FB4-4236-BD97-2C401828C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4" y="2325"/>
              <a:ext cx="15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/>
                <a:t>one packet time later</a:t>
              </a:r>
              <a:endParaRPr lang="en-US" altLang="en-US" sz="1800" i="1"/>
            </a:p>
          </p:txBody>
        </p:sp>
        <p:sp>
          <p:nvSpPr>
            <p:cNvPr id="64530" name="Text Box 66">
              <a:extLst>
                <a:ext uri="{FF2B5EF4-FFF2-40B4-BE49-F238E27FC236}">
                  <a16:creationId xmlns:a16="http://schemas.microsoft.com/office/drawing/2014/main" id="{D372CF1E-C970-424A-AF7B-92D2A59E4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545"/>
              <a:ext cx="47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switch</a:t>
              </a:r>
            </a:p>
            <a:p>
              <a:r>
                <a:rPr lang="en-US" altLang="en-US" sz="1600"/>
                <a:t>fabric</a:t>
              </a:r>
            </a:p>
          </p:txBody>
        </p:sp>
        <p:sp>
          <p:nvSpPr>
            <p:cNvPr id="64531" name="Text Box 67">
              <a:extLst>
                <a:ext uri="{FF2B5EF4-FFF2-40B4-BE49-F238E27FC236}">
                  <a16:creationId xmlns:a16="http://schemas.microsoft.com/office/drawing/2014/main" id="{B05332C5-093E-4E24-B944-852BFB5E4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5" y="1479"/>
              <a:ext cx="47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switch</a:t>
              </a:r>
            </a:p>
            <a:p>
              <a:r>
                <a:rPr lang="en-US" altLang="en-US" sz="1600"/>
                <a:t>fabric</a:t>
              </a:r>
            </a:p>
          </p:txBody>
        </p:sp>
        <p:sp>
          <p:nvSpPr>
            <p:cNvPr id="64532" name="Rectangle 68">
              <a:extLst>
                <a:ext uri="{FF2B5EF4-FFF2-40B4-BE49-F238E27FC236}">
                  <a16:creationId xmlns:a16="http://schemas.microsoft.com/office/drawing/2014/main" id="{F6F3A0FD-F133-48CE-8363-98A3EFEF2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972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33" name="Rectangle 69">
              <a:extLst>
                <a:ext uri="{FF2B5EF4-FFF2-40B4-BE49-F238E27FC236}">
                  <a16:creationId xmlns:a16="http://schemas.microsoft.com/office/drawing/2014/main" id="{8337C9AB-C2FE-42A2-AC54-4F0C2F420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1497"/>
              <a:ext cx="175" cy="9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34" name="Rectangle 70">
              <a:extLst>
                <a:ext uri="{FF2B5EF4-FFF2-40B4-BE49-F238E27FC236}">
                  <a16:creationId xmlns:a16="http://schemas.microsoft.com/office/drawing/2014/main" id="{6F11EC48-EA9D-4D8B-A6D0-85DB457BC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1099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35" name="Rectangle 71">
              <a:extLst>
                <a:ext uri="{FF2B5EF4-FFF2-40B4-BE49-F238E27FC236}">
                  <a16:creationId xmlns:a16="http://schemas.microsoft.com/office/drawing/2014/main" id="{74DD43DC-3D38-4495-9D6A-4D7C9D6A3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" y="1001"/>
              <a:ext cx="175" cy="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36" name="Rectangle 72">
              <a:extLst>
                <a:ext uri="{FF2B5EF4-FFF2-40B4-BE49-F238E27FC236}">
                  <a16:creationId xmlns:a16="http://schemas.microsoft.com/office/drawing/2014/main" id="{1747BE66-56DC-400A-98DF-9AF98C15F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1965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37" name="Freeform 73">
              <a:extLst>
                <a:ext uri="{FF2B5EF4-FFF2-40B4-BE49-F238E27FC236}">
                  <a16:creationId xmlns:a16="http://schemas.microsoft.com/office/drawing/2014/main" id="{E2D0E955-BC69-485E-88B7-AE2C03A42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261"/>
              <a:ext cx="967" cy="735"/>
            </a:xfrm>
            <a:custGeom>
              <a:avLst/>
              <a:gdLst>
                <a:gd name="T0" fmla="*/ 0 w 967"/>
                <a:gd name="T1" fmla="*/ 733 h 735"/>
                <a:gd name="T2" fmla="*/ 522 w 967"/>
                <a:gd name="T3" fmla="*/ 735 h 735"/>
                <a:gd name="T4" fmla="*/ 967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38" name="Freeform 74">
              <a:extLst>
                <a:ext uri="{FF2B5EF4-FFF2-40B4-BE49-F238E27FC236}">
                  <a16:creationId xmlns:a16="http://schemas.microsoft.com/office/drawing/2014/main" id="{2403709E-7EE9-475F-BCF8-246D8D8D2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1051"/>
              <a:ext cx="988" cy="951"/>
            </a:xfrm>
            <a:custGeom>
              <a:avLst/>
              <a:gdLst>
                <a:gd name="T0" fmla="*/ 0 w 1002"/>
                <a:gd name="T1" fmla="*/ 29707 h 480"/>
                <a:gd name="T2" fmla="*/ 429 w 1002"/>
                <a:gd name="T3" fmla="*/ 0 h 480"/>
                <a:gd name="T4" fmla="*/ 822 w 1002"/>
                <a:gd name="T5" fmla="*/ 6892561 h 480"/>
                <a:gd name="T6" fmla="*/ 0 60000 65536"/>
                <a:gd name="T7" fmla="*/ 0 60000 65536"/>
                <a:gd name="T8" fmla="*/ 0 60000 65536"/>
                <a:gd name="T9" fmla="*/ 0 w 1002"/>
                <a:gd name="T10" fmla="*/ 0 h 480"/>
                <a:gd name="T11" fmla="*/ 1002 w 1002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2" h="480">
                  <a:moveTo>
                    <a:pt x="0" y="2"/>
                  </a:moveTo>
                  <a:lnTo>
                    <a:pt x="522" y="0"/>
                  </a:lnTo>
                  <a:lnTo>
                    <a:pt x="1002" y="480"/>
                  </a:ln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39" name="Line 75">
              <a:extLst>
                <a:ext uri="{FF2B5EF4-FFF2-40B4-BE49-F238E27FC236}">
                  <a16:creationId xmlns:a16="http://schemas.microsoft.com/office/drawing/2014/main" id="{38CFE174-E812-444A-906A-6F57AA101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545"/>
              <a:ext cx="1012" cy="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40" name="Rectangle 76">
              <a:extLst>
                <a:ext uri="{FF2B5EF4-FFF2-40B4-BE49-F238E27FC236}">
                  <a16:creationId xmlns:a16="http://schemas.microsoft.com/office/drawing/2014/main" id="{2F54F3F7-E0B6-44E2-8A1D-0919BD0EE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1010"/>
              <a:ext cx="175" cy="9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64541" name="Rectangle 77">
              <a:extLst>
                <a:ext uri="{FF2B5EF4-FFF2-40B4-BE49-F238E27FC236}">
                  <a16:creationId xmlns:a16="http://schemas.microsoft.com/office/drawing/2014/main" id="{7B265FCA-22F7-49F4-9488-52B62831B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997"/>
              <a:ext cx="175" cy="9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>
            <a:extLst>
              <a:ext uri="{FF2B5EF4-FFF2-40B4-BE49-F238E27FC236}">
                <a16:creationId xmlns:a16="http://schemas.microsoft.com/office/drawing/2014/main" id="{A3DA43A1-2595-4DE6-8F77-49A972859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How much buffering?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BB2D95DC-2925-42D3-85BC-0524781F8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RFC 3439 rule of thumb: average buffering equal to </a:t>
            </a:r>
            <a:r>
              <a:rPr lang="ja-JP" altLang="en-US"/>
              <a:t>“</a:t>
            </a:r>
            <a:r>
              <a:rPr lang="en-US" altLang="ja-JP"/>
              <a:t>typical</a:t>
            </a:r>
            <a:r>
              <a:rPr lang="ja-JP" altLang="en-US"/>
              <a:t>”</a:t>
            </a:r>
            <a:r>
              <a:rPr lang="en-US" altLang="ja-JP"/>
              <a:t> RTT (say 250 msec) times link capacity C</a:t>
            </a:r>
          </a:p>
          <a:p>
            <a:pPr lvl="1"/>
            <a:r>
              <a:rPr lang="en-US" altLang="en-US">
                <a:latin typeface="Gill Sans MT" panose="020B0502020104020203" pitchFamily="34" charset="0"/>
              </a:rPr>
              <a:t>e.g., C = 10 Gpbs link: 2.5 Gbit buffer</a:t>
            </a:r>
          </a:p>
          <a:p>
            <a:r>
              <a:rPr lang="en-US" altLang="en-US"/>
              <a:t>recent recommendation: with </a:t>
            </a:r>
            <a:r>
              <a:rPr lang="en-US" altLang="en-US" i="1"/>
              <a:t>N</a:t>
            </a:r>
            <a:r>
              <a:rPr lang="en-US" altLang="en-US"/>
              <a:t> flows, buffering equal to </a:t>
            </a:r>
          </a:p>
        </p:txBody>
      </p:sp>
      <p:grpSp>
        <p:nvGrpSpPr>
          <p:cNvPr id="65540" name="Group 9">
            <a:extLst>
              <a:ext uri="{FF2B5EF4-FFF2-40B4-BE49-F238E27FC236}">
                <a16:creationId xmlns:a16="http://schemas.microsoft.com/office/drawing/2014/main" id="{8BC39E35-83CA-4983-9F35-F713D8AA93AE}"/>
              </a:ext>
            </a:extLst>
          </p:cNvPr>
          <p:cNvGrpSpPr>
            <a:grpSpLocks/>
          </p:cNvGrpSpPr>
          <p:nvPr/>
        </p:nvGrpSpPr>
        <p:grpSpPr bwMode="auto">
          <a:xfrm>
            <a:off x="4167190" y="3903663"/>
            <a:ext cx="1163638" cy="928688"/>
            <a:chOff x="1923" y="2918"/>
            <a:chExt cx="733" cy="585"/>
          </a:xfrm>
        </p:grpSpPr>
        <p:sp>
          <p:nvSpPr>
            <p:cNvPr id="65543" name="Text Box 4">
              <a:extLst>
                <a:ext uri="{FF2B5EF4-FFF2-40B4-BE49-F238E27FC236}">
                  <a16:creationId xmlns:a16="http://schemas.microsoft.com/office/drawing/2014/main" id="{68AF1313-7C84-4835-B662-452CAD4D5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3" y="2918"/>
              <a:ext cx="7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RTT  C</a:t>
              </a:r>
            </a:p>
          </p:txBody>
        </p:sp>
        <p:sp>
          <p:nvSpPr>
            <p:cNvPr id="65544" name="Text Box 5">
              <a:extLst>
                <a:ext uri="{FF2B5EF4-FFF2-40B4-BE49-F238E27FC236}">
                  <a16:creationId xmlns:a16="http://schemas.microsoft.com/office/drawing/2014/main" id="{1273B321-F4DF-46F5-B767-C8EFB6559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9" y="2962"/>
              <a:ext cx="1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dirty="0"/>
                <a:t>*</a:t>
              </a:r>
              <a:endParaRPr lang="en-US" altLang="en-US" sz="4400" dirty="0"/>
            </a:p>
          </p:txBody>
        </p:sp>
        <p:sp>
          <p:nvSpPr>
            <p:cNvPr id="65545" name="Line 6">
              <a:extLst>
                <a:ext uri="{FF2B5EF4-FFF2-40B4-BE49-F238E27FC236}">
                  <a16:creationId xmlns:a16="http://schemas.microsoft.com/office/drawing/2014/main" id="{0C56E3EB-D916-439A-BA68-FD92B4475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9" y="3168"/>
              <a:ext cx="6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46" name="Text Box 7">
              <a:extLst>
                <a:ext uri="{FF2B5EF4-FFF2-40B4-BE49-F238E27FC236}">
                  <a16:creationId xmlns:a16="http://schemas.microsoft.com/office/drawing/2014/main" id="{7FBB53BF-EA7C-4C00-81AA-BC45CE935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" y="3212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N</a:t>
              </a:r>
            </a:p>
          </p:txBody>
        </p:sp>
        <p:sp>
          <p:nvSpPr>
            <p:cNvPr id="65547" name="Freeform 8">
              <a:extLst>
                <a:ext uri="{FF2B5EF4-FFF2-40B4-BE49-F238E27FC236}">
                  <a16:creationId xmlns:a16="http://schemas.microsoft.com/office/drawing/2014/main" id="{C43C0D79-D5D6-4435-B191-510C194D5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3218"/>
              <a:ext cx="279" cy="209"/>
            </a:xfrm>
            <a:custGeom>
              <a:avLst/>
              <a:gdLst>
                <a:gd name="T0" fmla="*/ 0 w 279"/>
                <a:gd name="T1" fmla="*/ 148 h 209"/>
                <a:gd name="T2" fmla="*/ 26 w 279"/>
                <a:gd name="T3" fmla="*/ 105 h 209"/>
                <a:gd name="T4" fmla="*/ 44 w 279"/>
                <a:gd name="T5" fmla="*/ 209 h 209"/>
                <a:gd name="T6" fmla="*/ 61 w 279"/>
                <a:gd name="T7" fmla="*/ 0 h 209"/>
                <a:gd name="T8" fmla="*/ 279 w 279"/>
                <a:gd name="T9" fmla="*/ 0 h 2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9"/>
                <a:gd name="T16" fmla="*/ 0 h 209"/>
                <a:gd name="T17" fmla="*/ 279 w 279"/>
                <a:gd name="T18" fmla="*/ 209 h 2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9" h="209">
                  <a:moveTo>
                    <a:pt x="0" y="148"/>
                  </a:moveTo>
                  <a:lnTo>
                    <a:pt x="26" y="105"/>
                  </a:lnTo>
                  <a:lnTo>
                    <a:pt x="44" y="209"/>
                  </a:lnTo>
                  <a:lnTo>
                    <a:pt x="61" y="0"/>
                  </a:lnTo>
                  <a:lnTo>
                    <a:pt x="279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>
            <a:extLst>
              <a:ext uri="{FF2B5EF4-FFF2-40B4-BE49-F238E27FC236}">
                <a16:creationId xmlns:a16="http://schemas.microsoft.com/office/drawing/2014/main" id="{8A1BF7FE-33C0-450E-AE88-D94EC691B01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759704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* Overview of Network layer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data plane</a:t>
            </a:r>
          </a:p>
          <a:p>
            <a:pPr lvl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0"/>
              </a:rPr>
              <a:t>control plane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* What</a:t>
            </a:r>
            <a:r>
              <a:rPr lang="ja-JP" altLang="en-US" sz="2400">
                <a:solidFill>
                  <a:schemeClr val="bg1">
                    <a:lumMod val="75000"/>
                  </a:schemeClr>
                </a:solidFill>
              </a:rPr>
              <a:t>’</a:t>
            </a:r>
            <a:r>
              <a:rPr lang="en-US" altLang="ja-JP" sz="2400" dirty="0">
                <a:solidFill>
                  <a:schemeClr val="bg1">
                    <a:lumMod val="75000"/>
                  </a:schemeClr>
                </a:solidFill>
              </a:rPr>
              <a:t>s inside a router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/>
              <a:t>* Generalized Forward and SDN</a:t>
            </a:r>
          </a:p>
          <a:p>
            <a:pPr lvl="1"/>
            <a:r>
              <a:rPr lang="en-US" altLang="en-US" dirty="0">
                <a:latin typeface="Gill Sans MT" panose="020B0502020104020203" pitchFamily="34" charset="0"/>
              </a:rPr>
              <a:t>Match </a:t>
            </a:r>
          </a:p>
          <a:p>
            <a:pPr lvl="1"/>
            <a:r>
              <a:rPr lang="en-US" altLang="en-US" dirty="0">
                <a:latin typeface="Gill Sans MT" panose="020B0502020104020203" pitchFamily="34" charset="0"/>
              </a:rPr>
              <a:t>Action </a:t>
            </a:r>
          </a:p>
          <a:p>
            <a:pPr lvl="1"/>
            <a:r>
              <a:rPr lang="en-US" altLang="en-US" dirty="0">
                <a:latin typeface="Gill Sans MT" panose="020B0502020104020203" pitchFamily="34" charset="0"/>
              </a:rPr>
              <a:t>OpenFlow  examples of match-plus-action in action</a:t>
            </a:r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EC61427F-CB43-4E92-B521-964484479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400" dirty="0">
                <a:solidFill>
                  <a:srgbClr val="000099"/>
                </a:solidFill>
                <a:latin typeface="Gill Sans MT" panose="020B0502020104020203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>
            <a:extLst>
              <a:ext uri="{FF2B5EF4-FFF2-40B4-BE49-F238E27FC236}">
                <a16:creationId xmlns:a16="http://schemas.microsoft.com/office/drawing/2014/main" id="{D7E1401A-A790-44F1-9053-9147612E04FA}"/>
              </a:ext>
            </a:extLst>
          </p:cNvPr>
          <p:cNvSpPr txBox="1">
            <a:spLocks/>
          </p:cNvSpPr>
          <p:nvPr/>
        </p:nvSpPr>
        <p:spPr bwMode="auto">
          <a:xfrm>
            <a:off x="371475" y="179390"/>
            <a:ext cx="8229600" cy="644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400" dirty="0">
                <a:solidFill>
                  <a:srgbClr val="000099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Generalized Forwarding and SDN</a:t>
            </a:r>
          </a:p>
        </p:txBody>
      </p:sp>
      <p:sp>
        <p:nvSpPr>
          <p:cNvPr id="116739" name="Rectangle 4">
            <a:extLst>
              <a:ext uri="{FF2B5EF4-FFF2-40B4-BE49-F238E27FC236}">
                <a16:creationId xmlns:a16="http://schemas.microsoft.com/office/drawing/2014/main" id="{D457856A-02F3-4C55-9282-CF1E2CC4053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057526" y="2017715"/>
            <a:ext cx="4065588" cy="9826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16740" name="Freeform 2">
            <a:extLst>
              <a:ext uri="{FF2B5EF4-FFF2-40B4-BE49-F238E27FC236}">
                <a16:creationId xmlns:a16="http://schemas.microsoft.com/office/drawing/2014/main" id="{8F6A3375-3D13-486A-98BE-CC9174D52D64}"/>
              </a:ext>
            </a:extLst>
          </p:cNvPr>
          <p:cNvSpPr>
            <a:spLocks/>
          </p:cNvSpPr>
          <p:nvPr/>
        </p:nvSpPr>
        <p:spPr bwMode="auto">
          <a:xfrm>
            <a:off x="3503616" y="5022853"/>
            <a:ext cx="2847975" cy="1579563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1" name="Freeform 6">
            <a:extLst>
              <a:ext uri="{FF2B5EF4-FFF2-40B4-BE49-F238E27FC236}">
                <a16:creationId xmlns:a16="http://schemas.microsoft.com/office/drawing/2014/main" id="{2CB66AED-E6CC-4060-937D-927946151153}"/>
              </a:ext>
            </a:extLst>
          </p:cNvPr>
          <p:cNvSpPr>
            <a:spLocks/>
          </p:cNvSpPr>
          <p:nvPr/>
        </p:nvSpPr>
        <p:spPr bwMode="auto">
          <a:xfrm>
            <a:off x="4141791" y="5326066"/>
            <a:ext cx="542925" cy="2952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2" name="Freeform 91">
            <a:extLst>
              <a:ext uri="{FF2B5EF4-FFF2-40B4-BE49-F238E27FC236}">
                <a16:creationId xmlns:a16="http://schemas.microsoft.com/office/drawing/2014/main" id="{571D364D-E40B-4A19-864A-3A9ADCE94F18}"/>
              </a:ext>
            </a:extLst>
          </p:cNvPr>
          <p:cNvSpPr>
            <a:spLocks/>
          </p:cNvSpPr>
          <p:nvPr/>
        </p:nvSpPr>
        <p:spPr bwMode="auto">
          <a:xfrm>
            <a:off x="5183191" y="5319716"/>
            <a:ext cx="504825" cy="307975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3" name="Freeform 92">
            <a:extLst>
              <a:ext uri="{FF2B5EF4-FFF2-40B4-BE49-F238E27FC236}">
                <a16:creationId xmlns:a16="http://schemas.microsoft.com/office/drawing/2014/main" id="{934D802E-25C6-49BA-8424-88DF4C5441CC}"/>
              </a:ext>
            </a:extLst>
          </p:cNvPr>
          <p:cNvSpPr>
            <a:spLocks/>
          </p:cNvSpPr>
          <p:nvPr/>
        </p:nvSpPr>
        <p:spPr bwMode="auto">
          <a:xfrm>
            <a:off x="4117976" y="5711825"/>
            <a:ext cx="1227139" cy="3444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4" name="Freeform 93">
            <a:extLst>
              <a:ext uri="{FF2B5EF4-FFF2-40B4-BE49-F238E27FC236}">
                <a16:creationId xmlns:a16="http://schemas.microsoft.com/office/drawing/2014/main" id="{ABC548DA-A5FA-4563-B9A9-3A5E7B3309FE}"/>
              </a:ext>
            </a:extLst>
          </p:cNvPr>
          <p:cNvSpPr>
            <a:spLocks/>
          </p:cNvSpPr>
          <p:nvPr/>
        </p:nvSpPr>
        <p:spPr bwMode="auto">
          <a:xfrm>
            <a:off x="4464051" y="5635627"/>
            <a:ext cx="992188" cy="64135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5" name="Freeform 94">
            <a:extLst>
              <a:ext uri="{FF2B5EF4-FFF2-40B4-BE49-F238E27FC236}">
                <a16:creationId xmlns:a16="http://schemas.microsoft.com/office/drawing/2014/main" id="{8698EE17-9969-421C-89F0-A37B865FC9AC}"/>
              </a:ext>
            </a:extLst>
          </p:cNvPr>
          <p:cNvSpPr>
            <a:spLocks/>
          </p:cNvSpPr>
          <p:nvPr/>
        </p:nvSpPr>
        <p:spPr bwMode="auto">
          <a:xfrm>
            <a:off x="5557838" y="5699126"/>
            <a:ext cx="80963" cy="414339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6" name="Freeform 95">
            <a:extLst>
              <a:ext uri="{FF2B5EF4-FFF2-40B4-BE49-F238E27FC236}">
                <a16:creationId xmlns:a16="http://schemas.microsoft.com/office/drawing/2014/main" id="{FD8B51CD-AA82-4F9F-8B5D-AF6269F99918}"/>
              </a:ext>
            </a:extLst>
          </p:cNvPr>
          <p:cNvSpPr>
            <a:spLocks/>
          </p:cNvSpPr>
          <p:nvPr/>
        </p:nvSpPr>
        <p:spPr bwMode="auto">
          <a:xfrm flipV="1">
            <a:off x="4497391" y="6132513"/>
            <a:ext cx="796925" cy="203200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7" name="Freeform 96">
            <a:extLst>
              <a:ext uri="{FF2B5EF4-FFF2-40B4-BE49-F238E27FC236}">
                <a16:creationId xmlns:a16="http://schemas.microsoft.com/office/drawing/2014/main" id="{67391B8D-74EF-493E-8CC5-60173A278427}"/>
              </a:ext>
            </a:extLst>
          </p:cNvPr>
          <p:cNvSpPr>
            <a:spLocks/>
          </p:cNvSpPr>
          <p:nvPr/>
        </p:nvSpPr>
        <p:spPr bwMode="auto">
          <a:xfrm>
            <a:off x="3960814" y="5735639"/>
            <a:ext cx="222251" cy="506412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48" name="Rectangle 97">
            <a:extLst>
              <a:ext uri="{FF2B5EF4-FFF2-40B4-BE49-F238E27FC236}">
                <a16:creationId xmlns:a16="http://schemas.microsoft.com/office/drawing/2014/main" id="{D234ADB0-DA5E-40B7-B605-3AED570BA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4" y="5449891"/>
            <a:ext cx="1206500" cy="2381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16749" name="Rectangle 98">
            <a:extLst>
              <a:ext uri="{FF2B5EF4-FFF2-40B4-BE49-F238E27FC236}">
                <a16:creationId xmlns:a16="http://schemas.microsoft.com/office/drawing/2014/main" id="{2BF95AD6-85D2-4D4B-80F1-E66505B40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5473703"/>
            <a:ext cx="1208088" cy="2381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16750" name="Line 99">
            <a:extLst>
              <a:ext uri="{FF2B5EF4-FFF2-40B4-BE49-F238E27FC236}">
                <a16:creationId xmlns:a16="http://schemas.microsoft.com/office/drawing/2014/main" id="{0D4864C1-24B9-4CA1-99D6-1D6B8263D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4366" y="5624513"/>
            <a:ext cx="42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1" name="Text Box 101">
            <a:extLst>
              <a:ext uri="{FF2B5EF4-FFF2-40B4-BE49-F238E27FC236}">
                <a16:creationId xmlns:a16="http://schemas.microsoft.com/office/drawing/2014/main" id="{0FBA86DD-FBCA-45D0-9850-41CFECC57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802" y="5659439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6752" name="Text Box 102">
            <a:extLst>
              <a:ext uri="{FF2B5EF4-FFF2-40B4-BE49-F238E27FC236}">
                <a16:creationId xmlns:a16="http://schemas.microsoft.com/office/drawing/2014/main" id="{991F1AFE-41B0-43A7-AA0C-42D2742F9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6" y="5732464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6753" name="Rectangle 104">
            <a:extLst>
              <a:ext uri="{FF2B5EF4-FFF2-40B4-BE49-F238E27FC236}">
                <a16:creationId xmlns:a16="http://schemas.microsoft.com/office/drawing/2014/main" id="{202936F5-0B5E-4BB9-A63A-887AB73F5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675" y="5476878"/>
            <a:ext cx="738188" cy="2397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16754" name="Text Box 105">
            <a:extLst>
              <a:ext uri="{FF2B5EF4-FFF2-40B4-BE49-F238E27FC236}">
                <a16:creationId xmlns:a16="http://schemas.microsoft.com/office/drawing/2014/main" id="{0EA21C49-88FE-4A1A-A12D-D007D43A1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3" y="5467353"/>
            <a:ext cx="9445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0100 1101</a:t>
            </a:r>
          </a:p>
        </p:txBody>
      </p:sp>
      <p:sp>
        <p:nvSpPr>
          <p:cNvPr id="116755" name="Text Box 106">
            <a:extLst>
              <a:ext uri="{FF2B5EF4-FFF2-40B4-BE49-F238E27FC236}">
                <a16:creationId xmlns:a16="http://schemas.microsoft.com/office/drawing/2014/main" id="{358FD1DD-B1DA-4A03-94BA-E484BC53B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990" y="6105525"/>
            <a:ext cx="15279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</a:rPr>
              <a:t>values in arriving</a:t>
            </a:r>
          </a:p>
          <a:p>
            <a:r>
              <a:rPr lang="en-US" altLang="en-US" sz="1400">
                <a:solidFill>
                  <a:srgbClr val="000000"/>
                </a:solidFill>
              </a:rPr>
              <a:t>packet</a:t>
            </a:r>
            <a:r>
              <a:rPr lang="ja-JP" altLang="en-US" sz="1400">
                <a:solidFill>
                  <a:srgbClr val="000000"/>
                </a:solidFill>
              </a:rPr>
              <a:t>’</a:t>
            </a:r>
            <a:r>
              <a:rPr lang="en-US" altLang="ja-JP" sz="1400">
                <a:solidFill>
                  <a:srgbClr val="000000"/>
                </a:solidFill>
              </a:rPr>
              <a:t>s header</a:t>
            </a:r>
            <a:endParaRPr lang="en-US" altLang="en-US" sz="1400">
              <a:solidFill>
                <a:srgbClr val="000000"/>
              </a:solidFill>
            </a:endParaRPr>
          </a:p>
        </p:txBody>
      </p:sp>
      <p:grpSp>
        <p:nvGrpSpPr>
          <p:cNvPr id="116756" name="Group 25">
            <a:extLst>
              <a:ext uri="{FF2B5EF4-FFF2-40B4-BE49-F238E27FC236}">
                <a16:creationId xmlns:a16="http://schemas.microsoft.com/office/drawing/2014/main" id="{28EC1837-21C9-4716-966F-3C9A049B4B4D}"/>
              </a:ext>
            </a:extLst>
          </p:cNvPr>
          <p:cNvGrpSpPr>
            <a:grpSpLocks/>
          </p:cNvGrpSpPr>
          <p:nvPr/>
        </p:nvGrpSpPr>
        <p:grpSpPr bwMode="auto">
          <a:xfrm>
            <a:off x="2879726" y="2162180"/>
            <a:ext cx="4376739" cy="392114"/>
            <a:chOff x="2876479" y="1379891"/>
            <a:chExt cx="4376824" cy="393056"/>
          </a:xfrm>
        </p:grpSpPr>
        <p:sp>
          <p:nvSpPr>
            <p:cNvPr id="116977" name="Oval 5">
              <a:extLst>
                <a:ext uri="{FF2B5EF4-FFF2-40B4-BE49-F238E27FC236}">
                  <a16:creationId xmlns:a16="http://schemas.microsoft.com/office/drawing/2014/main" id="{F8A026D6-86C6-4203-AA41-208EFCC82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886" y="1379891"/>
              <a:ext cx="3785019" cy="39305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978" name="Text Box 108">
              <a:extLst>
                <a:ext uri="{FF2B5EF4-FFF2-40B4-BE49-F238E27FC236}">
                  <a16:creationId xmlns:a16="http://schemas.microsoft.com/office/drawing/2014/main" id="{6E9280CC-A38F-457F-B816-1FE7AB875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6479" y="1408113"/>
              <a:ext cx="4376824" cy="308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solidFill>
                    <a:srgbClr val="000000"/>
                  </a:solidFill>
                </a:rPr>
                <a:t>logically-centralized routing controller</a:t>
              </a:r>
            </a:p>
          </p:txBody>
        </p:sp>
      </p:grpSp>
      <p:sp>
        <p:nvSpPr>
          <p:cNvPr id="116757" name="Line 119">
            <a:extLst>
              <a:ext uri="{FF2B5EF4-FFF2-40B4-BE49-F238E27FC236}">
                <a16:creationId xmlns:a16="http://schemas.microsoft.com/office/drawing/2014/main" id="{0D95F10C-E57D-4EDD-BE02-BCAF96D76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4788" y="5772154"/>
            <a:ext cx="0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122">
            <a:extLst>
              <a:ext uri="{FF2B5EF4-FFF2-40B4-BE49-F238E27FC236}">
                <a16:creationId xmlns:a16="http://schemas.microsoft.com/office/drawing/2014/main" id="{300ED6F5-43C4-4EC6-AC93-89FC762B7AE0}"/>
              </a:ext>
            </a:extLst>
          </p:cNvPr>
          <p:cNvSpPr>
            <a:spLocks/>
          </p:cNvSpPr>
          <p:nvPr/>
        </p:nvSpPr>
        <p:spPr bwMode="auto">
          <a:xfrm flipH="1">
            <a:off x="4852990" y="4848228"/>
            <a:ext cx="407987" cy="371475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Freeform 122">
            <a:extLst>
              <a:ext uri="{FF2B5EF4-FFF2-40B4-BE49-F238E27FC236}">
                <a16:creationId xmlns:a16="http://schemas.microsoft.com/office/drawing/2014/main" id="{8F614AC3-47C5-408A-BD92-7577B500C574}"/>
              </a:ext>
            </a:extLst>
          </p:cNvPr>
          <p:cNvSpPr>
            <a:spLocks/>
          </p:cNvSpPr>
          <p:nvPr/>
        </p:nvSpPr>
        <p:spPr bwMode="auto">
          <a:xfrm flipH="1">
            <a:off x="5418141" y="5053016"/>
            <a:ext cx="396875" cy="471487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2434"/>
              <a:gd name="connsiteY0" fmla="*/ 2860 h 12638"/>
              <a:gd name="connsiteX1" fmla="*/ 7457 w 12434"/>
              <a:gd name="connsiteY1" fmla="*/ 12443 h 12638"/>
              <a:gd name="connsiteX2" fmla="*/ 9148 w 12434"/>
              <a:gd name="connsiteY2" fmla="*/ 12517 h 12638"/>
              <a:gd name="connsiteX3" fmla="*/ 12434 w 12434"/>
              <a:gd name="connsiteY3" fmla="*/ 0 h 12638"/>
              <a:gd name="connsiteX4" fmla="*/ 0 w 12434"/>
              <a:gd name="connsiteY4" fmla="*/ 2860 h 12638"/>
              <a:gd name="connsiteX0" fmla="*/ 0 w 6870"/>
              <a:gd name="connsiteY0" fmla="*/ 0 h 12699"/>
              <a:gd name="connsiteX1" fmla="*/ 1893 w 6870"/>
              <a:gd name="connsiteY1" fmla="*/ 12504 h 12699"/>
              <a:gd name="connsiteX2" fmla="*/ 3584 w 6870"/>
              <a:gd name="connsiteY2" fmla="*/ 12578 h 12699"/>
              <a:gd name="connsiteX3" fmla="*/ 6870 w 6870"/>
              <a:gd name="connsiteY3" fmla="*/ 61 h 12699"/>
              <a:gd name="connsiteX4" fmla="*/ 0 w 6870"/>
              <a:gd name="connsiteY4" fmla="*/ 0 h 12699"/>
              <a:gd name="connsiteX0" fmla="*/ 0 w 10000"/>
              <a:gd name="connsiteY0" fmla="*/ 0 h 10000"/>
              <a:gd name="connsiteX1" fmla="*/ 2755 w 10000"/>
              <a:gd name="connsiteY1" fmla="*/ 9846 h 10000"/>
              <a:gd name="connsiteX2" fmla="*/ 5217 w 10000"/>
              <a:gd name="connsiteY2" fmla="*/ 9905 h 10000"/>
              <a:gd name="connsiteX3" fmla="*/ 10000 w 10000"/>
              <a:gd name="connsiteY3" fmla="*/ 48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2755 w 10000"/>
              <a:gd name="connsiteY1" fmla="*/ 9846 h 10000"/>
              <a:gd name="connsiteX2" fmla="*/ 5217 w 10000"/>
              <a:gd name="connsiteY2" fmla="*/ 9905 h 10000"/>
              <a:gd name="connsiteX3" fmla="*/ 10000 w 10000"/>
              <a:gd name="connsiteY3" fmla="*/ 48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2755 w 10000"/>
              <a:gd name="connsiteY1" fmla="*/ 9846 h 10000"/>
              <a:gd name="connsiteX2" fmla="*/ 5217 w 10000"/>
              <a:gd name="connsiteY2" fmla="*/ 9905 h 10000"/>
              <a:gd name="connsiteX3" fmla="*/ 10000 w 10000"/>
              <a:gd name="connsiteY3" fmla="*/ 48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229" y="5733"/>
                  <a:pt x="2358" y="5470"/>
                  <a:pt x="2755" y="9846"/>
                </a:cubicBezTo>
                <a:cubicBezTo>
                  <a:pt x="3854" y="9780"/>
                  <a:pt x="4208" y="10175"/>
                  <a:pt x="5217" y="9905"/>
                </a:cubicBezTo>
                <a:cubicBezTo>
                  <a:pt x="5361" y="4711"/>
                  <a:pt x="8316" y="3397"/>
                  <a:pt x="10000" y="48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16760" name="Group 77">
            <a:extLst>
              <a:ext uri="{FF2B5EF4-FFF2-40B4-BE49-F238E27FC236}">
                <a16:creationId xmlns:a16="http://schemas.microsoft.com/office/drawing/2014/main" id="{6B559717-1652-4DDC-ABE6-C71FBCDB829F}"/>
              </a:ext>
            </a:extLst>
          </p:cNvPr>
          <p:cNvGrpSpPr>
            <a:grpSpLocks/>
          </p:cNvGrpSpPr>
          <p:nvPr/>
        </p:nvGrpSpPr>
        <p:grpSpPr bwMode="auto">
          <a:xfrm>
            <a:off x="5345114" y="5478464"/>
            <a:ext cx="501651" cy="233363"/>
            <a:chOff x="3600" y="219"/>
            <a:chExt cx="360" cy="175"/>
          </a:xfrm>
        </p:grpSpPr>
        <p:sp>
          <p:nvSpPr>
            <p:cNvPr id="116964" name="Oval 78">
              <a:extLst>
                <a:ext uri="{FF2B5EF4-FFF2-40B4-BE49-F238E27FC236}">
                  <a16:creationId xmlns:a16="http://schemas.microsoft.com/office/drawing/2014/main" id="{4B571C6F-6222-497C-A18F-866BAC5DB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965" name="Line 79">
              <a:extLst>
                <a:ext uri="{FF2B5EF4-FFF2-40B4-BE49-F238E27FC236}">
                  <a16:creationId xmlns:a16="http://schemas.microsoft.com/office/drawing/2014/main" id="{FE0259E0-6833-407C-9383-4F6E0AFC7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66" name="Line 80">
              <a:extLst>
                <a:ext uri="{FF2B5EF4-FFF2-40B4-BE49-F238E27FC236}">
                  <a16:creationId xmlns:a16="http://schemas.microsoft.com/office/drawing/2014/main" id="{E0E3546E-93EC-45FB-AFB3-AFD8F0A73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67" name="Rectangle 81">
              <a:extLst>
                <a:ext uri="{FF2B5EF4-FFF2-40B4-BE49-F238E27FC236}">
                  <a16:creationId xmlns:a16="http://schemas.microsoft.com/office/drawing/2014/main" id="{9D0F2646-618F-46AE-A8FE-62F9D5DF7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968" name="Oval 82">
              <a:extLst>
                <a:ext uri="{FF2B5EF4-FFF2-40B4-BE49-F238E27FC236}">
                  <a16:creationId xmlns:a16="http://schemas.microsoft.com/office/drawing/2014/main" id="{5AD9C140-171A-44BB-A9C5-0A5535645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16969" name="Group 83">
              <a:extLst>
                <a:ext uri="{FF2B5EF4-FFF2-40B4-BE49-F238E27FC236}">
                  <a16:creationId xmlns:a16="http://schemas.microsoft.com/office/drawing/2014/main" id="{8A8536F9-815C-475A-9A62-EB403D6047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6974" name="Line 84">
                <a:extLst>
                  <a:ext uri="{FF2B5EF4-FFF2-40B4-BE49-F238E27FC236}">
                    <a16:creationId xmlns:a16="http://schemas.microsoft.com/office/drawing/2014/main" id="{02E10A1F-74E1-4F86-9749-80645AF6A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75" name="Line 85">
                <a:extLst>
                  <a:ext uri="{FF2B5EF4-FFF2-40B4-BE49-F238E27FC236}">
                    <a16:creationId xmlns:a16="http://schemas.microsoft.com/office/drawing/2014/main" id="{A34C445C-499A-402C-860B-56BA4B018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3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76" name="Line 86">
                <a:extLst>
                  <a:ext uri="{FF2B5EF4-FFF2-40B4-BE49-F238E27FC236}">
                    <a16:creationId xmlns:a16="http://schemas.microsoft.com/office/drawing/2014/main" id="{59F35A22-E362-4AC0-98A6-15F7C4DF12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6970" name="Group 87">
              <a:extLst>
                <a:ext uri="{FF2B5EF4-FFF2-40B4-BE49-F238E27FC236}">
                  <a16:creationId xmlns:a16="http://schemas.microsoft.com/office/drawing/2014/main" id="{B1A67CDE-7838-4D73-A726-8FC64032C4E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6971" name="Line 88">
                <a:extLst>
                  <a:ext uri="{FF2B5EF4-FFF2-40B4-BE49-F238E27FC236}">
                    <a16:creationId xmlns:a16="http://schemas.microsoft.com/office/drawing/2014/main" id="{61843F9C-D564-4923-AB7E-E0BC9B994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6"/>
                <a:ext cx="50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72" name="Line 89">
                <a:extLst>
                  <a:ext uri="{FF2B5EF4-FFF2-40B4-BE49-F238E27FC236}">
                    <a16:creationId xmlns:a16="http://schemas.microsoft.com/office/drawing/2014/main" id="{587FE110-315D-4A22-9FCE-6B3062507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73" name="Line 90">
                <a:extLst>
                  <a:ext uri="{FF2B5EF4-FFF2-40B4-BE49-F238E27FC236}">
                    <a16:creationId xmlns:a16="http://schemas.microsoft.com/office/drawing/2014/main" id="{E08BF03D-D527-4DF2-BA0A-3F485AD49B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49"/>
                <a:ext cx="52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8" name="Freeform 122">
            <a:extLst>
              <a:ext uri="{FF2B5EF4-FFF2-40B4-BE49-F238E27FC236}">
                <a16:creationId xmlns:a16="http://schemas.microsoft.com/office/drawing/2014/main" id="{41E9832C-020A-41AC-BB90-DC46788C68D1}"/>
              </a:ext>
            </a:extLst>
          </p:cNvPr>
          <p:cNvSpPr>
            <a:spLocks/>
          </p:cNvSpPr>
          <p:nvPr/>
        </p:nvSpPr>
        <p:spPr bwMode="auto">
          <a:xfrm flipH="1">
            <a:off x="5708654" y="5572126"/>
            <a:ext cx="347663" cy="560388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2434"/>
              <a:gd name="connsiteY0" fmla="*/ 5781 h 9717"/>
              <a:gd name="connsiteX1" fmla="*/ 9891 w 12434"/>
              <a:gd name="connsiteY1" fmla="*/ 9522 h 9717"/>
              <a:gd name="connsiteX2" fmla="*/ 11582 w 12434"/>
              <a:gd name="connsiteY2" fmla="*/ 9596 h 9717"/>
              <a:gd name="connsiteX3" fmla="*/ 12434 w 12434"/>
              <a:gd name="connsiteY3" fmla="*/ 0 h 9717"/>
              <a:gd name="connsiteX4" fmla="*/ 0 w 12434"/>
              <a:gd name="connsiteY4" fmla="*/ 5781 h 9717"/>
              <a:gd name="connsiteX0" fmla="*/ 918 w 10233"/>
              <a:gd name="connsiteY0" fmla="*/ 8176 h 12226"/>
              <a:gd name="connsiteX1" fmla="*/ 8873 w 10233"/>
              <a:gd name="connsiteY1" fmla="*/ 12026 h 12226"/>
              <a:gd name="connsiteX2" fmla="*/ 10233 w 10233"/>
              <a:gd name="connsiteY2" fmla="*/ 12102 h 12226"/>
              <a:gd name="connsiteX3" fmla="*/ 1241 w 10233"/>
              <a:gd name="connsiteY3" fmla="*/ 0 h 12226"/>
              <a:gd name="connsiteX4" fmla="*/ 918 w 10233"/>
              <a:gd name="connsiteY4" fmla="*/ 8176 h 12226"/>
              <a:gd name="connsiteX0" fmla="*/ 918 w 10233"/>
              <a:gd name="connsiteY0" fmla="*/ 8176 h 12226"/>
              <a:gd name="connsiteX1" fmla="*/ 8873 w 10233"/>
              <a:gd name="connsiteY1" fmla="*/ 12026 h 12226"/>
              <a:gd name="connsiteX2" fmla="*/ 10233 w 10233"/>
              <a:gd name="connsiteY2" fmla="*/ 12102 h 12226"/>
              <a:gd name="connsiteX3" fmla="*/ 1241 w 10233"/>
              <a:gd name="connsiteY3" fmla="*/ 0 h 12226"/>
              <a:gd name="connsiteX4" fmla="*/ 918 w 10233"/>
              <a:gd name="connsiteY4" fmla="*/ 8176 h 12226"/>
              <a:gd name="connsiteX0" fmla="*/ 918 w 10233"/>
              <a:gd name="connsiteY0" fmla="*/ 8176 h 12226"/>
              <a:gd name="connsiteX1" fmla="*/ 8873 w 10233"/>
              <a:gd name="connsiteY1" fmla="*/ 12026 h 12226"/>
              <a:gd name="connsiteX2" fmla="*/ 10233 w 10233"/>
              <a:gd name="connsiteY2" fmla="*/ 12102 h 12226"/>
              <a:gd name="connsiteX3" fmla="*/ 1241 w 10233"/>
              <a:gd name="connsiteY3" fmla="*/ 0 h 12226"/>
              <a:gd name="connsiteX4" fmla="*/ 918 w 10233"/>
              <a:gd name="connsiteY4" fmla="*/ 8176 h 12226"/>
              <a:gd name="connsiteX0" fmla="*/ 0 w 9315"/>
              <a:gd name="connsiteY0" fmla="*/ 8176 h 12226"/>
              <a:gd name="connsiteX1" fmla="*/ 7955 w 9315"/>
              <a:gd name="connsiteY1" fmla="*/ 12026 h 12226"/>
              <a:gd name="connsiteX2" fmla="*/ 9315 w 9315"/>
              <a:gd name="connsiteY2" fmla="*/ 12102 h 12226"/>
              <a:gd name="connsiteX3" fmla="*/ 323 w 9315"/>
              <a:gd name="connsiteY3" fmla="*/ 0 h 12226"/>
              <a:gd name="connsiteX4" fmla="*/ 0 w 9315"/>
              <a:gd name="connsiteY4" fmla="*/ 8176 h 12226"/>
              <a:gd name="connsiteX0" fmla="*/ 0 w 10000"/>
              <a:gd name="connsiteY0" fmla="*/ 6778 h 10091"/>
              <a:gd name="connsiteX1" fmla="*/ 8540 w 10000"/>
              <a:gd name="connsiteY1" fmla="*/ 9927 h 10091"/>
              <a:gd name="connsiteX2" fmla="*/ 10000 w 10000"/>
              <a:gd name="connsiteY2" fmla="*/ 9990 h 10091"/>
              <a:gd name="connsiteX3" fmla="*/ 107 w 10000"/>
              <a:gd name="connsiteY3" fmla="*/ 0 h 10091"/>
              <a:gd name="connsiteX4" fmla="*/ 0 w 10000"/>
              <a:gd name="connsiteY4" fmla="*/ 6778 h 10091"/>
              <a:gd name="connsiteX0" fmla="*/ 0 w 10000"/>
              <a:gd name="connsiteY0" fmla="*/ 6778 h 10091"/>
              <a:gd name="connsiteX1" fmla="*/ 8540 w 10000"/>
              <a:gd name="connsiteY1" fmla="*/ 9927 h 10091"/>
              <a:gd name="connsiteX2" fmla="*/ 10000 w 10000"/>
              <a:gd name="connsiteY2" fmla="*/ 9990 h 10091"/>
              <a:gd name="connsiteX3" fmla="*/ 107 w 10000"/>
              <a:gd name="connsiteY3" fmla="*/ 0 h 10091"/>
              <a:gd name="connsiteX4" fmla="*/ 0 w 10000"/>
              <a:gd name="connsiteY4" fmla="*/ 6778 h 10091"/>
              <a:gd name="connsiteX0" fmla="*/ 0 w 10000"/>
              <a:gd name="connsiteY0" fmla="*/ 6778 h 10838"/>
              <a:gd name="connsiteX1" fmla="*/ 8900 w 10000"/>
              <a:gd name="connsiteY1" fmla="*/ 10838 h 10838"/>
              <a:gd name="connsiteX2" fmla="*/ 10000 w 10000"/>
              <a:gd name="connsiteY2" fmla="*/ 9990 h 10838"/>
              <a:gd name="connsiteX3" fmla="*/ 107 w 10000"/>
              <a:gd name="connsiteY3" fmla="*/ 0 h 10838"/>
              <a:gd name="connsiteX4" fmla="*/ 0 w 10000"/>
              <a:gd name="connsiteY4" fmla="*/ 6778 h 10838"/>
              <a:gd name="connsiteX0" fmla="*/ 0 w 9339"/>
              <a:gd name="connsiteY0" fmla="*/ 6778 h 10838"/>
              <a:gd name="connsiteX1" fmla="*/ 8900 w 9339"/>
              <a:gd name="connsiteY1" fmla="*/ 10838 h 10838"/>
              <a:gd name="connsiteX2" fmla="*/ 9339 w 9339"/>
              <a:gd name="connsiteY2" fmla="*/ 8351 h 10838"/>
              <a:gd name="connsiteX3" fmla="*/ 107 w 9339"/>
              <a:gd name="connsiteY3" fmla="*/ 0 h 10838"/>
              <a:gd name="connsiteX4" fmla="*/ 0 w 9339"/>
              <a:gd name="connsiteY4" fmla="*/ 6778 h 10838"/>
              <a:gd name="connsiteX0" fmla="*/ 0 w 10000"/>
              <a:gd name="connsiteY0" fmla="*/ 6254 h 10000"/>
              <a:gd name="connsiteX1" fmla="*/ 9530 w 10000"/>
              <a:gd name="connsiteY1" fmla="*/ 10000 h 10000"/>
              <a:gd name="connsiteX2" fmla="*/ 10000 w 10000"/>
              <a:gd name="connsiteY2" fmla="*/ 7705 h 10000"/>
              <a:gd name="connsiteX3" fmla="*/ 115 w 10000"/>
              <a:gd name="connsiteY3" fmla="*/ 0 h 10000"/>
              <a:gd name="connsiteX4" fmla="*/ 0 w 10000"/>
              <a:gd name="connsiteY4" fmla="*/ 6254 h 10000"/>
              <a:gd name="connsiteX0" fmla="*/ 0 w 10000"/>
              <a:gd name="connsiteY0" fmla="*/ 6254 h 10000"/>
              <a:gd name="connsiteX1" fmla="*/ 9530 w 10000"/>
              <a:gd name="connsiteY1" fmla="*/ 10000 h 10000"/>
              <a:gd name="connsiteX2" fmla="*/ 10000 w 10000"/>
              <a:gd name="connsiteY2" fmla="*/ 7705 h 10000"/>
              <a:gd name="connsiteX3" fmla="*/ 115 w 10000"/>
              <a:gd name="connsiteY3" fmla="*/ 0 h 10000"/>
              <a:gd name="connsiteX4" fmla="*/ 0 w 10000"/>
              <a:gd name="connsiteY4" fmla="*/ 6254 h 10000"/>
              <a:gd name="connsiteX0" fmla="*/ 0 w 10000"/>
              <a:gd name="connsiteY0" fmla="*/ 6254 h 10000"/>
              <a:gd name="connsiteX1" fmla="*/ 9530 w 10000"/>
              <a:gd name="connsiteY1" fmla="*/ 10000 h 10000"/>
              <a:gd name="connsiteX2" fmla="*/ 10000 w 10000"/>
              <a:gd name="connsiteY2" fmla="*/ 7705 h 10000"/>
              <a:gd name="connsiteX3" fmla="*/ 115 w 10000"/>
              <a:gd name="connsiteY3" fmla="*/ 0 h 10000"/>
              <a:gd name="connsiteX4" fmla="*/ 0 w 10000"/>
              <a:gd name="connsiteY4" fmla="*/ 6254 h 10000"/>
              <a:gd name="connsiteX0" fmla="*/ 20 w 10020"/>
              <a:gd name="connsiteY0" fmla="*/ 7598 h 11344"/>
              <a:gd name="connsiteX1" fmla="*/ 9550 w 10020"/>
              <a:gd name="connsiteY1" fmla="*/ 11344 h 11344"/>
              <a:gd name="connsiteX2" fmla="*/ 10020 w 10020"/>
              <a:gd name="connsiteY2" fmla="*/ 9049 h 11344"/>
              <a:gd name="connsiteX3" fmla="*/ 71 w 10020"/>
              <a:gd name="connsiteY3" fmla="*/ 0 h 11344"/>
              <a:gd name="connsiteX4" fmla="*/ 20 w 10020"/>
              <a:gd name="connsiteY4" fmla="*/ 7598 h 11344"/>
              <a:gd name="connsiteX0" fmla="*/ 20 w 10020"/>
              <a:gd name="connsiteY0" fmla="*/ 7598 h 11344"/>
              <a:gd name="connsiteX1" fmla="*/ 9550 w 10020"/>
              <a:gd name="connsiteY1" fmla="*/ 11344 h 11344"/>
              <a:gd name="connsiteX2" fmla="*/ 10020 w 10020"/>
              <a:gd name="connsiteY2" fmla="*/ 9049 h 11344"/>
              <a:gd name="connsiteX3" fmla="*/ 71 w 10020"/>
              <a:gd name="connsiteY3" fmla="*/ 0 h 11344"/>
              <a:gd name="connsiteX4" fmla="*/ 20 w 10020"/>
              <a:gd name="connsiteY4" fmla="*/ 7598 h 11344"/>
              <a:gd name="connsiteX0" fmla="*/ 20 w 10020"/>
              <a:gd name="connsiteY0" fmla="*/ 7598 h 11260"/>
              <a:gd name="connsiteX1" fmla="*/ 9743 w 10020"/>
              <a:gd name="connsiteY1" fmla="*/ 11260 h 11260"/>
              <a:gd name="connsiteX2" fmla="*/ 10020 w 10020"/>
              <a:gd name="connsiteY2" fmla="*/ 9049 h 11260"/>
              <a:gd name="connsiteX3" fmla="*/ 71 w 10020"/>
              <a:gd name="connsiteY3" fmla="*/ 0 h 11260"/>
              <a:gd name="connsiteX4" fmla="*/ 20 w 10020"/>
              <a:gd name="connsiteY4" fmla="*/ 7598 h 11260"/>
              <a:gd name="connsiteX0" fmla="*/ 20 w 10020"/>
              <a:gd name="connsiteY0" fmla="*/ 7598 h 11260"/>
              <a:gd name="connsiteX1" fmla="*/ 9743 w 10020"/>
              <a:gd name="connsiteY1" fmla="*/ 11260 h 11260"/>
              <a:gd name="connsiteX2" fmla="*/ 10020 w 10020"/>
              <a:gd name="connsiteY2" fmla="*/ 9049 h 11260"/>
              <a:gd name="connsiteX3" fmla="*/ 71 w 10020"/>
              <a:gd name="connsiteY3" fmla="*/ 0 h 11260"/>
              <a:gd name="connsiteX4" fmla="*/ 20 w 10020"/>
              <a:gd name="connsiteY4" fmla="*/ 7598 h 11260"/>
              <a:gd name="connsiteX0" fmla="*/ 174 w 10174"/>
              <a:gd name="connsiteY0" fmla="*/ 9049 h 12711"/>
              <a:gd name="connsiteX1" fmla="*/ 9897 w 10174"/>
              <a:gd name="connsiteY1" fmla="*/ 12711 h 12711"/>
              <a:gd name="connsiteX2" fmla="*/ 10174 w 10174"/>
              <a:gd name="connsiteY2" fmla="*/ 10500 h 12711"/>
              <a:gd name="connsiteX3" fmla="*/ 53 w 10174"/>
              <a:gd name="connsiteY3" fmla="*/ 0 h 12711"/>
              <a:gd name="connsiteX4" fmla="*/ 174 w 10174"/>
              <a:gd name="connsiteY4" fmla="*/ 9049 h 12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4" h="12711">
                <a:moveTo>
                  <a:pt x="174" y="9049"/>
                </a:moveTo>
                <a:cubicBezTo>
                  <a:pt x="4475" y="9662"/>
                  <a:pt x="4372" y="8900"/>
                  <a:pt x="9897" y="12711"/>
                </a:cubicBezTo>
                <a:cubicBezTo>
                  <a:pt x="9952" y="11889"/>
                  <a:pt x="9533" y="10766"/>
                  <a:pt x="10174" y="10500"/>
                </a:cubicBezTo>
                <a:cubicBezTo>
                  <a:pt x="2742" y="6806"/>
                  <a:pt x="2583" y="3892"/>
                  <a:pt x="53" y="0"/>
                </a:cubicBezTo>
                <a:cubicBezTo>
                  <a:pt x="-167" y="3529"/>
                  <a:pt x="382" y="5436"/>
                  <a:pt x="174" y="9049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9" name="Freeform 122">
            <a:extLst>
              <a:ext uri="{FF2B5EF4-FFF2-40B4-BE49-F238E27FC236}">
                <a16:creationId xmlns:a16="http://schemas.microsoft.com/office/drawing/2014/main" id="{8457479F-0D76-4892-B6E4-30717C964C75}"/>
              </a:ext>
            </a:extLst>
          </p:cNvPr>
          <p:cNvSpPr>
            <a:spLocks/>
          </p:cNvSpPr>
          <p:nvPr/>
        </p:nvSpPr>
        <p:spPr bwMode="auto">
          <a:xfrm flipH="1">
            <a:off x="2563814" y="5051429"/>
            <a:ext cx="2146300" cy="454025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0151"/>
              <a:gd name="connsiteY0" fmla="*/ 0 h 10495"/>
              <a:gd name="connsiteX1" fmla="*/ 7457 w 10151"/>
              <a:gd name="connsiteY1" fmla="*/ 9583 h 10495"/>
              <a:gd name="connsiteX2" fmla="*/ 10151 w 10151"/>
              <a:gd name="connsiteY2" fmla="*/ 10437 h 10495"/>
              <a:gd name="connsiteX3" fmla="*/ 10000 w 10151"/>
              <a:gd name="connsiteY3" fmla="*/ 61 h 10495"/>
              <a:gd name="connsiteX4" fmla="*/ 0 w 10151"/>
              <a:gd name="connsiteY4" fmla="*/ 0 h 10495"/>
              <a:gd name="connsiteX0" fmla="*/ 0 w 10151"/>
              <a:gd name="connsiteY0" fmla="*/ 0 h 10515"/>
              <a:gd name="connsiteX1" fmla="*/ 6036 w 10151"/>
              <a:gd name="connsiteY1" fmla="*/ 9973 h 10515"/>
              <a:gd name="connsiteX2" fmla="*/ 10151 w 10151"/>
              <a:gd name="connsiteY2" fmla="*/ 10437 h 10515"/>
              <a:gd name="connsiteX3" fmla="*/ 10000 w 10151"/>
              <a:gd name="connsiteY3" fmla="*/ 61 h 10515"/>
              <a:gd name="connsiteX4" fmla="*/ 0 w 10151"/>
              <a:gd name="connsiteY4" fmla="*/ 0 h 10515"/>
              <a:gd name="connsiteX0" fmla="*/ 0 w 11989"/>
              <a:gd name="connsiteY0" fmla="*/ 0 h 15715"/>
              <a:gd name="connsiteX1" fmla="*/ 7874 w 11989"/>
              <a:gd name="connsiteY1" fmla="*/ 15173 h 15715"/>
              <a:gd name="connsiteX2" fmla="*/ 11989 w 11989"/>
              <a:gd name="connsiteY2" fmla="*/ 15637 h 15715"/>
              <a:gd name="connsiteX3" fmla="*/ 11838 w 11989"/>
              <a:gd name="connsiteY3" fmla="*/ 5261 h 15715"/>
              <a:gd name="connsiteX4" fmla="*/ 0 w 11989"/>
              <a:gd name="connsiteY4" fmla="*/ 0 h 15715"/>
              <a:gd name="connsiteX0" fmla="*/ 0 w 13760"/>
              <a:gd name="connsiteY0" fmla="*/ 0 h 15715"/>
              <a:gd name="connsiteX1" fmla="*/ 7874 w 13760"/>
              <a:gd name="connsiteY1" fmla="*/ 15173 h 15715"/>
              <a:gd name="connsiteX2" fmla="*/ 11989 w 13760"/>
              <a:gd name="connsiteY2" fmla="*/ 15637 h 15715"/>
              <a:gd name="connsiteX3" fmla="*/ 13760 w 13760"/>
              <a:gd name="connsiteY3" fmla="*/ 61 h 15715"/>
              <a:gd name="connsiteX4" fmla="*/ 0 w 13760"/>
              <a:gd name="connsiteY4" fmla="*/ 0 h 15715"/>
              <a:gd name="connsiteX0" fmla="*/ 0 w 13760"/>
              <a:gd name="connsiteY0" fmla="*/ 0 h 15758"/>
              <a:gd name="connsiteX1" fmla="*/ 8292 w 13760"/>
              <a:gd name="connsiteY1" fmla="*/ 15563 h 15758"/>
              <a:gd name="connsiteX2" fmla="*/ 11989 w 13760"/>
              <a:gd name="connsiteY2" fmla="*/ 15637 h 15758"/>
              <a:gd name="connsiteX3" fmla="*/ 13760 w 13760"/>
              <a:gd name="connsiteY3" fmla="*/ 61 h 15758"/>
              <a:gd name="connsiteX4" fmla="*/ 0 w 13760"/>
              <a:gd name="connsiteY4" fmla="*/ 0 h 15758"/>
              <a:gd name="connsiteX0" fmla="*/ 0 w 24624"/>
              <a:gd name="connsiteY0" fmla="*/ 849 h 16607"/>
              <a:gd name="connsiteX1" fmla="*/ 8292 w 24624"/>
              <a:gd name="connsiteY1" fmla="*/ 16412 h 16607"/>
              <a:gd name="connsiteX2" fmla="*/ 11989 w 24624"/>
              <a:gd name="connsiteY2" fmla="*/ 16486 h 16607"/>
              <a:gd name="connsiteX3" fmla="*/ 24624 w 24624"/>
              <a:gd name="connsiteY3" fmla="*/ 0 h 16607"/>
              <a:gd name="connsiteX4" fmla="*/ 0 w 24624"/>
              <a:gd name="connsiteY4" fmla="*/ 849 h 16607"/>
              <a:gd name="connsiteX0" fmla="*/ 0 w 24624"/>
              <a:gd name="connsiteY0" fmla="*/ 849 h 16607"/>
              <a:gd name="connsiteX1" fmla="*/ 8292 w 24624"/>
              <a:gd name="connsiteY1" fmla="*/ 16412 h 16607"/>
              <a:gd name="connsiteX2" fmla="*/ 11989 w 24624"/>
              <a:gd name="connsiteY2" fmla="*/ 16486 h 16607"/>
              <a:gd name="connsiteX3" fmla="*/ 24624 w 24624"/>
              <a:gd name="connsiteY3" fmla="*/ 0 h 16607"/>
              <a:gd name="connsiteX4" fmla="*/ 0 w 24624"/>
              <a:gd name="connsiteY4" fmla="*/ 849 h 16607"/>
              <a:gd name="connsiteX0" fmla="*/ 0 w 28801"/>
              <a:gd name="connsiteY0" fmla="*/ 0 h 18057"/>
              <a:gd name="connsiteX1" fmla="*/ 12469 w 28801"/>
              <a:gd name="connsiteY1" fmla="*/ 17862 h 18057"/>
              <a:gd name="connsiteX2" fmla="*/ 16166 w 28801"/>
              <a:gd name="connsiteY2" fmla="*/ 17936 h 18057"/>
              <a:gd name="connsiteX3" fmla="*/ 28801 w 28801"/>
              <a:gd name="connsiteY3" fmla="*/ 1450 h 18057"/>
              <a:gd name="connsiteX4" fmla="*/ 0 w 28801"/>
              <a:gd name="connsiteY4" fmla="*/ 0 h 18057"/>
              <a:gd name="connsiteX0" fmla="*/ 0 w 37155"/>
              <a:gd name="connsiteY0" fmla="*/ 0 h 18057"/>
              <a:gd name="connsiteX1" fmla="*/ 12469 w 37155"/>
              <a:gd name="connsiteY1" fmla="*/ 17862 h 18057"/>
              <a:gd name="connsiteX2" fmla="*/ 16166 w 37155"/>
              <a:gd name="connsiteY2" fmla="*/ 17936 h 18057"/>
              <a:gd name="connsiteX3" fmla="*/ 37155 w 37155"/>
              <a:gd name="connsiteY3" fmla="*/ 50 h 18057"/>
              <a:gd name="connsiteX4" fmla="*/ 0 w 37155"/>
              <a:gd name="connsiteY4" fmla="*/ 0 h 18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5" h="18057">
                <a:moveTo>
                  <a:pt x="0" y="0"/>
                </a:moveTo>
                <a:cubicBezTo>
                  <a:pt x="3957" y="3493"/>
                  <a:pt x="10944" y="13279"/>
                  <a:pt x="12469" y="17862"/>
                </a:cubicBezTo>
                <a:cubicBezTo>
                  <a:pt x="13224" y="17777"/>
                  <a:pt x="15473" y="18279"/>
                  <a:pt x="16166" y="17936"/>
                </a:cubicBezTo>
                <a:cubicBezTo>
                  <a:pt x="15778" y="12531"/>
                  <a:pt x="29146" y="3783"/>
                  <a:pt x="37155" y="50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6763" name="Text Box 100">
            <a:extLst>
              <a:ext uri="{FF2B5EF4-FFF2-40B4-BE49-F238E27FC236}">
                <a16:creationId xmlns:a16="http://schemas.microsoft.com/office/drawing/2014/main" id="{4D412FFD-4172-40E1-94BE-634DFBC96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525" y="52212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116764" name="Group 7">
            <a:extLst>
              <a:ext uri="{FF2B5EF4-FFF2-40B4-BE49-F238E27FC236}">
                <a16:creationId xmlns:a16="http://schemas.microsoft.com/office/drawing/2014/main" id="{AE94B694-A366-4A7E-AC10-318233206227}"/>
              </a:ext>
            </a:extLst>
          </p:cNvPr>
          <p:cNvGrpSpPr>
            <a:grpSpLocks/>
          </p:cNvGrpSpPr>
          <p:nvPr/>
        </p:nvGrpSpPr>
        <p:grpSpPr bwMode="auto">
          <a:xfrm>
            <a:off x="3648076" y="5500689"/>
            <a:ext cx="501651" cy="233363"/>
            <a:chOff x="3600" y="219"/>
            <a:chExt cx="360" cy="175"/>
          </a:xfrm>
        </p:grpSpPr>
        <p:sp>
          <p:nvSpPr>
            <p:cNvPr id="116951" name="Oval 8">
              <a:extLst>
                <a:ext uri="{FF2B5EF4-FFF2-40B4-BE49-F238E27FC236}">
                  <a16:creationId xmlns:a16="http://schemas.microsoft.com/office/drawing/2014/main" id="{BC74D2DF-E004-47F5-AE77-D6E2E0F96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952" name="Line 9">
              <a:extLst>
                <a:ext uri="{FF2B5EF4-FFF2-40B4-BE49-F238E27FC236}">
                  <a16:creationId xmlns:a16="http://schemas.microsoft.com/office/drawing/2014/main" id="{0D1A0756-CCFF-4631-92B9-062DDE641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53" name="Line 10">
              <a:extLst>
                <a:ext uri="{FF2B5EF4-FFF2-40B4-BE49-F238E27FC236}">
                  <a16:creationId xmlns:a16="http://schemas.microsoft.com/office/drawing/2014/main" id="{9086E121-73CF-493D-8DCC-48771C815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54" name="Rectangle 11">
              <a:extLst>
                <a:ext uri="{FF2B5EF4-FFF2-40B4-BE49-F238E27FC236}">
                  <a16:creationId xmlns:a16="http://schemas.microsoft.com/office/drawing/2014/main" id="{E9428113-4BF9-4B32-A3DA-ABBC455B5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955" name="Oval 12">
              <a:extLst>
                <a:ext uri="{FF2B5EF4-FFF2-40B4-BE49-F238E27FC236}">
                  <a16:creationId xmlns:a16="http://schemas.microsoft.com/office/drawing/2014/main" id="{4F198C6E-0128-4592-9794-AFC448518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16956" name="Group 13">
              <a:extLst>
                <a:ext uri="{FF2B5EF4-FFF2-40B4-BE49-F238E27FC236}">
                  <a16:creationId xmlns:a16="http://schemas.microsoft.com/office/drawing/2014/main" id="{A611941F-4BF0-4438-9CC0-9A51B6E3C2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6961" name="Line 14">
                <a:extLst>
                  <a:ext uri="{FF2B5EF4-FFF2-40B4-BE49-F238E27FC236}">
                    <a16:creationId xmlns:a16="http://schemas.microsoft.com/office/drawing/2014/main" id="{12A2D087-81A2-418A-966C-834FF7826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62" name="Line 15">
                <a:extLst>
                  <a:ext uri="{FF2B5EF4-FFF2-40B4-BE49-F238E27FC236}">
                    <a16:creationId xmlns:a16="http://schemas.microsoft.com/office/drawing/2014/main" id="{A0506B75-C4A7-4011-9E8A-6FBFC0C8F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3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63" name="Line 16">
                <a:extLst>
                  <a:ext uri="{FF2B5EF4-FFF2-40B4-BE49-F238E27FC236}">
                    <a16:creationId xmlns:a16="http://schemas.microsoft.com/office/drawing/2014/main" id="{4421A723-6B2C-40A1-AAC2-93D5A7C16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6957" name="Group 17">
              <a:extLst>
                <a:ext uri="{FF2B5EF4-FFF2-40B4-BE49-F238E27FC236}">
                  <a16:creationId xmlns:a16="http://schemas.microsoft.com/office/drawing/2014/main" id="{A673E55E-E0C2-4DC3-83A2-D0226A54F29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6958" name="Line 18">
                <a:extLst>
                  <a:ext uri="{FF2B5EF4-FFF2-40B4-BE49-F238E27FC236}">
                    <a16:creationId xmlns:a16="http://schemas.microsoft.com/office/drawing/2014/main" id="{96F810C7-F070-4E8C-8398-DB9627814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6"/>
                <a:ext cx="50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59" name="Line 19">
                <a:extLst>
                  <a:ext uri="{FF2B5EF4-FFF2-40B4-BE49-F238E27FC236}">
                    <a16:creationId xmlns:a16="http://schemas.microsoft.com/office/drawing/2014/main" id="{8F12342D-87D2-49B8-A34F-BA3A0C287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60" name="Line 20">
                <a:extLst>
                  <a:ext uri="{FF2B5EF4-FFF2-40B4-BE49-F238E27FC236}">
                    <a16:creationId xmlns:a16="http://schemas.microsoft.com/office/drawing/2014/main" id="{E5FE375E-3F20-4E87-A03D-716418DD1F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49"/>
                <a:ext cx="52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6765" name="Freeform 120">
            <a:extLst>
              <a:ext uri="{FF2B5EF4-FFF2-40B4-BE49-F238E27FC236}">
                <a16:creationId xmlns:a16="http://schemas.microsoft.com/office/drawing/2014/main" id="{334B0804-565C-45B1-AA26-59B58FA0DB21}"/>
              </a:ext>
            </a:extLst>
          </p:cNvPr>
          <p:cNvSpPr>
            <a:spLocks/>
          </p:cNvSpPr>
          <p:nvPr/>
        </p:nvSpPr>
        <p:spPr bwMode="auto">
          <a:xfrm>
            <a:off x="3581403" y="5621339"/>
            <a:ext cx="982663" cy="215900"/>
          </a:xfrm>
          <a:custGeom>
            <a:avLst/>
            <a:gdLst>
              <a:gd name="T0" fmla="*/ 0 w 10042"/>
              <a:gd name="T1" fmla="*/ 25234610 h 10522"/>
              <a:gd name="T2" fmla="*/ 2147483647 w 10042"/>
              <a:gd name="T3" fmla="*/ 301708329 h 10522"/>
              <a:gd name="T4" fmla="*/ 2147483647 w 10042"/>
              <a:gd name="T5" fmla="*/ 1869572549 h 1052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42" h="10522">
                <a:moveTo>
                  <a:pt x="0" y="142"/>
                </a:moveTo>
                <a:cubicBezTo>
                  <a:pt x="3431" y="-228"/>
                  <a:pt x="4080" y="76"/>
                  <a:pt x="5443" y="1698"/>
                </a:cubicBezTo>
                <a:cubicBezTo>
                  <a:pt x="6937" y="3705"/>
                  <a:pt x="9198" y="6895"/>
                  <a:pt x="10042" y="10522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16766" name="Straight Connector 65">
            <a:extLst>
              <a:ext uri="{FF2B5EF4-FFF2-40B4-BE49-F238E27FC236}">
                <a16:creationId xmlns:a16="http://schemas.microsoft.com/office/drawing/2014/main" id="{C8156EA4-7984-4B2A-A74B-24E7031B1D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36850" y="5473703"/>
            <a:ext cx="7939" cy="238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Freeform 122">
            <a:extLst>
              <a:ext uri="{FF2B5EF4-FFF2-40B4-BE49-F238E27FC236}">
                <a16:creationId xmlns:a16="http://schemas.microsoft.com/office/drawing/2014/main" id="{9F4D0712-2741-438B-BC51-B1FDD07425F1}"/>
              </a:ext>
            </a:extLst>
          </p:cNvPr>
          <p:cNvSpPr>
            <a:spLocks/>
          </p:cNvSpPr>
          <p:nvPr/>
        </p:nvSpPr>
        <p:spPr bwMode="auto">
          <a:xfrm flipH="1">
            <a:off x="4479929" y="6084890"/>
            <a:ext cx="2181225" cy="396875"/>
          </a:xfrm>
          <a:custGeom>
            <a:avLst/>
            <a:gdLst>
              <a:gd name="T0" fmla="*/ 0 w 1443"/>
              <a:gd name="T1" fmla="*/ 0 h 816"/>
              <a:gd name="T2" fmla="*/ 0 w 1443"/>
              <a:gd name="T3" fmla="*/ 0 h 816"/>
              <a:gd name="T4" fmla="*/ 0 w 1443"/>
              <a:gd name="T5" fmla="*/ 0 h 816"/>
              <a:gd name="T6" fmla="*/ 0 w 1443"/>
              <a:gd name="T7" fmla="*/ 0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2434"/>
              <a:gd name="connsiteY0" fmla="*/ 5781 h 9717"/>
              <a:gd name="connsiteX1" fmla="*/ 9891 w 12434"/>
              <a:gd name="connsiteY1" fmla="*/ 9522 h 9717"/>
              <a:gd name="connsiteX2" fmla="*/ 11582 w 12434"/>
              <a:gd name="connsiteY2" fmla="*/ 9596 h 9717"/>
              <a:gd name="connsiteX3" fmla="*/ 12434 w 12434"/>
              <a:gd name="connsiteY3" fmla="*/ 0 h 9717"/>
              <a:gd name="connsiteX4" fmla="*/ 0 w 12434"/>
              <a:gd name="connsiteY4" fmla="*/ 5781 h 9717"/>
              <a:gd name="connsiteX0" fmla="*/ 918 w 10233"/>
              <a:gd name="connsiteY0" fmla="*/ 8176 h 12226"/>
              <a:gd name="connsiteX1" fmla="*/ 8873 w 10233"/>
              <a:gd name="connsiteY1" fmla="*/ 12026 h 12226"/>
              <a:gd name="connsiteX2" fmla="*/ 10233 w 10233"/>
              <a:gd name="connsiteY2" fmla="*/ 12102 h 12226"/>
              <a:gd name="connsiteX3" fmla="*/ 1241 w 10233"/>
              <a:gd name="connsiteY3" fmla="*/ 0 h 12226"/>
              <a:gd name="connsiteX4" fmla="*/ 918 w 10233"/>
              <a:gd name="connsiteY4" fmla="*/ 8176 h 12226"/>
              <a:gd name="connsiteX0" fmla="*/ 918 w 10233"/>
              <a:gd name="connsiteY0" fmla="*/ 8176 h 12226"/>
              <a:gd name="connsiteX1" fmla="*/ 8873 w 10233"/>
              <a:gd name="connsiteY1" fmla="*/ 12026 h 12226"/>
              <a:gd name="connsiteX2" fmla="*/ 10233 w 10233"/>
              <a:gd name="connsiteY2" fmla="*/ 12102 h 12226"/>
              <a:gd name="connsiteX3" fmla="*/ 1241 w 10233"/>
              <a:gd name="connsiteY3" fmla="*/ 0 h 12226"/>
              <a:gd name="connsiteX4" fmla="*/ 918 w 10233"/>
              <a:gd name="connsiteY4" fmla="*/ 8176 h 12226"/>
              <a:gd name="connsiteX0" fmla="*/ 918 w 10233"/>
              <a:gd name="connsiteY0" fmla="*/ 8176 h 12226"/>
              <a:gd name="connsiteX1" fmla="*/ 8873 w 10233"/>
              <a:gd name="connsiteY1" fmla="*/ 12026 h 12226"/>
              <a:gd name="connsiteX2" fmla="*/ 10233 w 10233"/>
              <a:gd name="connsiteY2" fmla="*/ 12102 h 12226"/>
              <a:gd name="connsiteX3" fmla="*/ 1241 w 10233"/>
              <a:gd name="connsiteY3" fmla="*/ 0 h 12226"/>
              <a:gd name="connsiteX4" fmla="*/ 918 w 10233"/>
              <a:gd name="connsiteY4" fmla="*/ 8176 h 12226"/>
              <a:gd name="connsiteX0" fmla="*/ 0 w 9315"/>
              <a:gd name="connsiteY0" fmla="*/ 8176 h 12226"/>
              <a:gd name="connsiteX1" fmla="*/ 7955 w 9315"/>
              <a:gd name="connsiteY1" fmla="*/ 12026 h 12226"/>
              <a:gd name="connsiteX2" fmla="*/ 9315 w 9315"/>
              <a:gd name="connsiteY2" fmla="*/ 12102 h 12226"/>
              <a:gd name="connsiteX3" fmla="*/ 323 w 9315"/>
              <a:gd name="connsiteY3" fmla="*/ 0 h 12226"/>
              <a:gd name="connsiteX4" fmla="*/ 0 w 9315"/>
              <a:gd name="connsiteY4" fmla="*/ 8176 h 12226"/>
              <a:gd name="connsiteX0" fmla="*/ 0 w 10000"/>
              <a:gd name="connsiteY0" fmla="*/ 6778 h 10091"/>
              <a:gd name="connsiteX1" fmla="*/ 8540 w 10000"/>
              <a:gd name="connsiteY1" fmla="*/ 9927 h 10091"/>
              <a:gd name="connsiteX2" fmla="*/ 10000 w 10000"/>
              <a:gd name="connsiteY2" fmla="*/ 9990 h 10091"/>
              <a:gd name="connsiteX3" fmla="*/ 107 w 10000"/>
              <a:gd name="connsiteY3" fmla="*/ 0 h 10091"/>
              <a:gd name="connsiteX4" fmla="*/ 0 w 10000"/>
              <a:gd name="connsiteY4" fmla="*/ 6778 h 10091"/>
              <a:gd name="connsiteX0" fmla="*/ 0 w 10000"/>
              <a:gd name="connsiteY0" fmla="*/ 6778 h 10091"/>
              <a:gd name="connsiteX1" fmla="*/ 8540 w 10000"/>
              <a:gd name="connsiteY1" fmla="*/ 9927 h 10091"/>
              <a:gd name="connsiteX2" fmla="*/ 10000 w 10000"/>
              <a:gd name="connsiteY2" fmla="*/ 9990 h 10091"/>
              <a:gd name="connsiteX3" fmla="*/ 107 w 10000"/>
              <a:gd name="connsiteY3" fmla="*/ 0 h 10091"/>
              <a:gd name="connsiteX4" fmla="*/ 0 w 10000"/>
              <a:gd name="connsiteY4" fmla="*/ 6778 h 10091"/>
              <a:gd name="connsiteX0" fmla="*/ 0 w 10000"/>
              <a:gd name="connsiteY0" fmla="*/ 6778 h 10838"/>
              <a:gd name="connsiteX1" fmla="*/ 8900 w 10000"/>
              <a:gd name="connsiteY1" fmla="*/ 10838 h 10838"/>
              <a:gd name="connsiteX2" fmla="*/ 10000 w 10000"/>
              <a:gd name="connsiteY2" fmla="*/ 9990 h 10838"/>
              <a:gd name="connsiteX3" fmla="*/ 107 w 10000"/>
              <a:gd name="connsiteY3" fmla="*/ 0 h 10838"/>
              <a:gd name="connsiteX4" fmla="*/ 0 w 10000"/>
              <a:gd name="connsiteY4" fmla="*/ 6778 h 10838"/>
              <a:gd name="connsiteX0" fmla="*/ 0 w 9339"/>
              <a:gd name="connsiteY0" fmla="*/ 6778 h 10838"/>
              <a:gd name="connsiteX1" fmla="*/ 8900 w 9339"/>
              <a:gd name="connsiteY1" fmla="*/ 10838 h 10838"/>
              <a:gd name="connsiteX2" fmla="*/ 9339 w 9339"/>
              <a:gd name="connsiteY2" fmla="*/ 8351 h 10838"/>
              <a:gd name="connsiteX3" fmla="*/ 107 w 9339"/>
              <a:gd name="connsiteY3" fmla="*/ 0 h 10838"/>
              <a:gd name="connsiteX4" fmla="*/ 0 w 9339"/>
              <a:gd name="connsiteY4" fmla="*/ 6778 h 10838"/>
              <a:gd name="connsiteX0" fmla="*/ 0 w 10000"/>
              <a:gd name="connsiteY0" fmla="*/ 6254 h 10000"/>
              <a:gd name="connsiteX1" fmla="*/ 9530 w 10000"/>
              <a:gd name="connsiteY1" fmla="*/ 10000 h 10000"/>
              <a:gd name="connsiteX2" fmla="*/ 10000 w 10000"/>
              <a:gd name="connsiteY2" fmla="*/ 7705 h 10000"/>
              <a:gd name="connsiteX3" fmla="*/ 115 w 10000"/>
              <a:gd name="connsiteY3" fmla="*/ 0 h 10000"/>
              <a:gd name="connsiteX4" fmla="*/ 0 w 10000"/>
              <a:gd name="connsiteY4" fmla="*/ 6254 h 10000"/>
              <a:gd name="connsiteX0" fmla="*/ 0 w 10000"/>
              <a:gd name="connsiteY0" fmla="*/ 6254 h 10000"/>
              <a:gd name="connsiteX1" fmla="*/ 9530 w 10000"/>
              <a:gd name="connsiteY1" fmla="*/ 10000 h 10000"/>
              <a:gd name="connsiteX2" fmla="*/ 10000 w 10000"/>
              <a:gd name="connsiteY2" fmla="*/ 7705 h 10000"/>
              <a:gd name="connsiteX3" fmla="*/ 115 w 10000"/>
              <a:gd name="connsiteY3" fmla="*/ 0 h 10000"/>
              <a:gd name="connsiteX4" fmla="*/ 0 w 10000"/>
              <a:gd name="connsiteY4" fmla="*/ 6254 h 10000"/>
              <a:gd name="connsiteX0" fmla="*/ 0 w 10000"/>
              <a:gd name="connsiteY0" fmla="*/ 6254 h 10000"/>
              <a:gd name="connsiteX1" fmla="*/ 9530 w 10000"/>
              <a:gd name="connsiteY1" fmla="*/ 10000 h 10000"/>
              <a:gd name="connsiteX2" fmla="*/ 10000 w 10000"/>
              <a:gd name="connsiteY2" fmla="*/ 7705 h 10000"/>
              <a:gd name="connsiteX3" fmla="*/ 115 w 10000"/>
              <a:gd name="connsiteY3" fmla="*/ 0 h 10000"/>
              <a:gd name="connsiteX4" fmla="*/ 0 w 10000"/>
              <a:gd name="connsiteY4" fmla="*/ 6254 h 10000"/>
              <a:gd name="connsiteX0" fmla="*/ 20 w 10020"/>
              <a:gd name="connsiteY0" fmla="*/ 7598 h 11344"/>
              <a:gd name="connsiteX1" fmla="*/ 9550 w 10020"/>
              <a:gd name="connsiteY1" fmla="*/ 11344 h 11344"/>
              <a:gd name="connsiteX2" fmla="*/ 10020 w 10020"/>
              <a:gd name="connsiteY2" fmla="*/ 9049 h 11344"/>
              <a:gd name="connsiteX3" fmla="*/ 71 w 10020"/>
              <a:gd name="connsiteY3" fmla="*/ 0 h 11344"/>
              <a:gd name="connsiteX4" fmla="*/ 20 w 10020"/>
              <a:gd name="connsiteY4" fmla="*/ 7598 h 11344"/>
              <a:gd name="connsiteX0" fmla="*/ 20 w 10020"/>
              <a:gd name="connsiteY0" fmla="*/ 7598 h 11344"/>
              <a:gd name="connsiteX1" fmla="*/ 9550 w 10020"/>
              <a:gd name="connsiteY1" fmla="*/ 11344 h 11344"/>
              <a:gd name="connsiteX2" fmla="*/ 10020 w 10020"/>
              <a:gd name="connsiteY2" fmla="*/ 9049 h 11344"/>
              <a:gd name="connsiteX3" fmla="*/ 71 w 10020"/>
              <a:gd name="connsiteY3" fmla="*/ 0 h 11344"/>
              <a:gd name="connsiteX4" fmla="*/ 20 w 10020"/>
              <a:gd name="connsiteY4" fmla="*/ 7598 h 11344"/>
              <a:gd name="connsiteX0" fmla="*/ 20 w 10020"/>
              <a:gd name="connsiteY0" fmla="*/ 7598 h 11260"/>
              <a:gd name="connsiteX1" fmla="*/ 9743 w 10020"/>
              <a:gd name="connsiteY1" fmla="*/ 11260 h 11260"/>
              <a:gd name="connsiteX2" fmla="*/ 10020 w 10020"/>
              <a:gd name="connsiteY2" fmla="*/ 9049 h 11260"/>
              <a:gd name="connsiteX3" fmla="*/ 71 w 10020"/>
              <a:gd name="connsiteY3" fmla="*/ 0 h 11260"/>
              <a:gd name="connsiteX4" fmla="*/ 20 w 10020"/>
              <a:gd name="connsiteY4" fmla="*/ 7598 h 11260"/>
              <a:gd name="connsiteX0" fmla="*/ 20 w 10020"/>
              <a:gd name="connsiteY0" fmla="*/ 7598 h 11260"/>
              <a:gd name="connsiteX1" fmla="*/ 9743 w 10020"/>
              <a:gd name="connsiteY1" fmla="*/ 11260 h 11260"/>
              <a:gd name="connsiteX2" fmla="*/ 10020 w 10020"/>
              <a:gd name="connsiteY2" fmla="*/ 9049 h 11260"/>
              <a:gd name="connsiteX3" fmla="*/ 71 w 10020"/>
              <a:gd name="connsiteY3" fmla="*/ 0 h 11260"/>
              <a:gd name="connsiteX4" fmla="*/ 20 w 10020"/>
              <a:gd name="connsiteY4" fmla="*/ 7598 h 11260"/>
              <a:gd name="connsiteX0" fmla="*/ 174 w 10174"/>
              <a:gd name="connsiteY0" fmla="*/ 9049 h 12711"/>
              <a:gd name="connsiteX1" fmla="*/ 9897 w 10174"/>
              <a:gd name="connsiteY1" fmla="*/ 12711 h 12711"/>
              <a:gd name="connsiteX2" fmla="*/ 10174 w 10174"/>
              <a:gd name="connsiteY2" fmla="*/ 10500 h 12711"/>
              <a:gd name="connsiteX3" fmla="*/ 53 w 10174"/>
              <a:gd name="connsiteY3" fmla="*/ 0 h 12711"/>
              <a:gd name="connsiteX4" fmla="*/ 174 w 10174"/>
              <a:gd name="connsiteY4" fmla="*/ 9049 h 12711"/>
              <a:gd name="connsiteX0" fmla="*/ 174 w 45742"/>
              <a:gd name="connsiteY0" fmla="*/ 9049 h 10516"/>
              <a:gd name="connsiteX1" fmla="*/ 45742 w 45742"/>
              <a:gd name="connsiteY1" fmla="*/ 8442 h 10516"/>
              <a:gd name="connsiteX2" fmla="*/ 10174 w 45742"/>
              <a:gd name="connsiteY2" fmla="*/ 10500 h 10516"/>
              <a:gd name="connsiteX3" fmla="*/ 53 w 45742"/>
              <a:gd name="connsiteY3" fmla="*/ 0 h 10516"/>
              <a:gd name="connsiteX4" fmla="*/ 174 w 45742"/>
              <a:gd name="connsiteY4" fmla="*/ 9049 h 10516"/>
              <a:gd name="connsiteX0" fmla="*/ 174 w 45743"/>
              <a:gd name="connsiteY0" fmla="*/ 9049 h 9101"/>
              <a:gd name="connsiteX1" fmla="*/ 45742 w 45743"/>
              <a:gd name="connsiteY1" fmla="*/ 8442 h 9101"/>
              <a:gd name="connsiteX2" fmla="*/ 45245 w 45743"/>
              <a:gd name="connsiteY2" fmla="*/ 6829 h 9101"/>
              <a:gd name="connsiteX3" fmla="*/ 53 w 45743"/>
              <a:gd name="connsiteY3" fmla="*/ 0 h 9101"/>
              <a:gd name="connsiteX4" fmla="*/ 174 w 45743"/>
              <a:gd name="connsiteY4" fmla="*/ 9049 h 9101"/>
              <a:gd name="connsiteX0" fmla="*/ 38 w 10079"/>
              <a:gd name="connsiteY0" fmla="*/ 9943 h 10000"/>
              <a:gd name="connsiteX1" fmla="*/ 10000 w 10079"/>
              <a:gd name="connsiteY1" fmla="*/ 9276 h 10000"/>
              <a:gd name="connsiteX2" fmla="*/ 10079 w 10079"/>
              <a:gd name="connsiteY2" fmla="*/ 7129 h 10000"/>
              <a:gd name="connsiteX3" fmla="*/ 12 w 10079"/>
              <a:gd name="connsiteY3" fmla="*/ 0 h 10000"/>
              <a:gd name="connsiteX4" fmla="*/ 38 w 10079"/>
              <a:gd name="connsiteY4" fmla="*/ 9943 h 10000"/>
              <a:gd name="connsiteX0" fmla="*/ 38 w 10079"/>
              <a:gd name="connsiteY0" fmla="*/ 9943 h 10000"/>
              <a:gd name="connsiteX1" fmla="*/ 10000 w 10079"/>
              <a:gd name="connsiteY1" fmla="*/ 9276 h 10000"/>
              <a:gd name="connsiteX2" fmla="*/ 10079 w 10079"/>
              <a:gd name="connsiteY2" fmla="*/ 7129 h 10000"/>
              <a:gd name="connsiteX3" fmla="*/ 12 w 10079"/>
              <a:gd name="connsiteY3" fmla="*/ 0 h 10000"/>
              <a:gd name="connsiteX4" fmla="*/ 38 w 10079"/>
              <a:gd name="connsiteY4" fmla="*/ 9943 h 10000"/>
              <a:gd name="connsiteX0" fmla="*/ 38 w 10079"/>
              <a:gd name="connsiteY0" fmla="*/ 9943 h 10062"/>
              <a:gd name="connsiteX1" fmla="*/ 10000 w 10079"/>
              <a:gd name="connsiteY1" fmla="*/ 9276 h 10062"/>
              <a:gd name="connsiteX2" fmla="*/ 10079 w 10079"/>
              <a:gd name="connsiteY2" fmla="*/ 7129 h 10062"/>
              <a:gd name="connsiteX3" fmla="*/ 12 w 10079"/>
              <a:gd name="connsiteY3" fmla="*/ 0 h 10062"/>
              <a:gd name="connsiteX4" fmla="*/ 38 w 10079"/>
              <a:gd name="connsiteY4" fmla="*/ 9943 h 10062"/>
              <a:gd name="connsiteX0" fmla="*/ 38 w 10079"/>
              <a:gd name="connsiteY0" fmla="*/ 9943 h 10062"/>
              <a:gd name="connsiteX1" fmla="*/ 10000 w 10079"/>
              <a:gd name="connsiteY1" fmla="*/ 9276 h 10062"/>
              <a:gd name="connsiteX2" fmla="*/ 10079 w 10079"/>
              <a:gd name="connsiteY2" fmla="*/ 7129 h 10062"/>
              <a:gd name="connsiteX3" fmla="*/ 12 w 10079"/>
              <a:gd name="connsiteY3" fmla="*/ 0 h 10062"/>
              <a:gd name="connsiteX4" fmla="*/ 38 w 10079"/>
              <a:gd name="connsiteY4" fmla="*/ 9943 h 10062"/>
              <a:gd name="connsiteX0" fmla="*/ 38 w 10079"/>
              <a:gd name="connsiteY0" fmla="*/ 9943 h 10055"/>
              <a:gd name="connsiteX1" fmla="*/ 10038 w 10079"/>
              <a:gd name="connsiteY1" fmla="*/ 9088 h 10055"/>
              <a:gd name="connsiteX2" fmla="*/ 10079 w 10079"/>
              <a:gd name="connsiteY2" fmla="*/ 7129 h 10055"/>
              <a:gd name="connsiteX3" fmla="*/ 12 w 10079"/>
              <a:gd name="connsiteY3" fmla="*/ 0 h 10055"/>
              <a:gd name="connsiteX4" fmla="*/ 38 w 10079"/>
              <a:gd name="connsiteY4" fmla="*/ 9943 h 10055"/>
              <a:gd name="connsiteX0" fmla="*/ 38 w 10079"/>
              <a:gd name="connsiteY0" fmla="*/ 9943 h 10055"/>
              <a:gd name="connsiteX1" fmla="*/ 10038 w 10079"/>
              <a:gd name="connsiteY1" fmla="*/ 9088 h 10055"/>
              <a:gd name="connsiteX2" fmla="*/ 10079 w 10079"/>
              <a:gd name="connsiteY2" fmla="*/ 7129 h 10055"/>
              <a:gd name="connsiteX3" fmla="*/ 12 w 10079"/>
              <a:gd name="connsiteY3" fmla="*/ 0 h 10055"/>
              <a:gd name="connsiteX4" fmla="*/ 38 w 10079"/>
              <a:gd name="connsiteY4" fmla="*/ 9943 h 10055"/>
              <a:gd name="connsiteX0" fmla="*/ 0 w 10041"/>
              <a:gd name="connsiteY0" fmla="*/ 9005 h 9117"/>
              <a:gd name="connsiteX1" fmla="*/ 10000 w 10041"/>
              <a:gd name="connsiteY1" fmla="*/ 8150 h 9117"/>
              <a:gd name="connsiteX2" fmla="*/ 10041 w 10041"/>
              <a:gd name="connsiteY2" fmla="*/ 6191 h 9117"/>
              <a:gd name="connsiteX3" fmla="*/ 613 w 10041"/>
              <a:gd name="connsiteY3" fmla="*/ 0 h 9117"/>
              <a:gd name="connsiteX4" fmla="*/ 0 w 10041"/>
              <a:gd name="connsiteY4" fmla="*/ 9005 h 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41" h="9117">
                <a:moveTo>
                  <a:pt x="0" y="9005"/>
                </a:moveTo>
                <a:cubicBezTo>
                  <a:pt x="940" y="9678"/>
                  <a:pt x="2065" y="7058"/>
                  <a:pt x="10000" y="8150"/>
                </a:cubicBezTo>
                <a:cubicBezTo>
                  <a:pt x="10012" y="7247"/>
                  <a:pt x="9901" y="6483"/>
                  <a:pt x="10041" y="6191"/>
                </a:cubicBezTo>
                <a:cubicBezTo>
                  <a:pt x="3022" y="5602"/>
                  <a:pt x="1166" y="4276"/>
                  <a:pt x="613" y="0"/>
                </a:cubicBezTo>
                <a:cubicBezTo>
                  <a:pt x="564" y="3878"/>
                  <a:pt x="46" y="5035"/>
                  <a:pt x="0" y="9005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lumMod val="40000"/>
                  <a:lumOff val="60000"/>
                  <a:alpha val="6100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txBody>
          <a:bodyPr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16768" name="Group 21">
            <a:extLst>
              <a:ext uri="{FF2B5EF4-FFF2-40B4-BE49-F238E27FC236}">
                <a16:creationId xmlns:a16="http://schemas.microsoft.com/office/drawing/2014/main" id="{FD0628A7-D7EA-4B32-A438-03EDDDC62915}"/>
              </a:ext>
            </a:extLst>
          </p:cNvPr>
          <p:cNvGrpSpPr>
            <a:grpSpLocks/>
          </p:cNvGrpSpPr>
          <p:nvPr/>
        </p:nvGrpSpPr>
        <p:grpSpPr bwMode="auto">
          <a:xfrm>
            <a:off x="4000501" y="6242053"/>
            <a:ext cx="501651" cy="233363"/>
            <a:chOff x="3600" y="219"/>
            <a:chExt cx="360" cy="175"/>
          </a:xfrm>
        </p:grpSpPr>
        <p:sp>
          <p:nvSpPr>
            <p:cNvPr id="116938" name="Oval 22">
              <a:extLst>
                <a:ext uri="{FF2B5EF4-FFF2-40B4-BE49-F238E27FC236}">
                  <a16:creationId xmlns:a16="http://schemas.microsoft.com/office/drawing/2014/main" id="{85F348C6-5AC6-4508-8595-7F6D61FAF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939" name="Line 23">
              <a:extLst>
                <a:ext uri="{FF2B5EF4-FFF2-40B4-BE49-F238E27FC236}">
                  <a16:creationId xmlns:a16="http://schemas.microsoft.com/office/drawing/2014/main" id="{9708BF8F-D5E3-4974-98F7-9F34A34F5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40" name="Line 24">
              <a:extLst>
                <a:ext uri="{FF2B5EF4-FFF2-40B4-BE49-F238E27FC236}">
                  <a16:creationId xmlns:a16="http://schemas.microsoft.com/office/drawing/2014/main" id="{9240F3E9-54E9-4A58-A741-E340FC7AA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41" name="Rectangle 25">
              <a:extLst>
                <a:ext uri="{FF2B5EF4-FFF2-40B4-BE49-F238E27FC236}">
                  <a16:creationId xmlns:a16="http://schemas.microsoft.com/office/drawing/2014/main" id="{39395EBE-9969-411B-9108-E42363C09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942" name="Oval 26">
              <a:extLst>
                <a:ext uri="{FF2B5EF4-FFF2-40B4-BE49-F238E27FC236}">
                  <a16:creationId xmlns:a16="http://schemas.microsoft.com/office/drawing/2014/main" id="{2CA6CAA4-0FE1-4980-B11A-55C349521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16943" name="Group 27">
              <a:extLst>
                <a:ext uri="{FF2B5EF4-FFF2-40B4-BE49-F238E27FC236}">
                  <a16:creationId xmlns:a16="http://schemas.microsoft.com/office/drawing/2014/main" id="{5AF8A65E-939D-42C6-AD9C-27E92EBC2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6948" name="Line 28">
                <a:extLst>
                  <a:ext uri="{FF2B5EF4-FFF2-40B4-BE49-F238E27FC236}">
                    <a16:creationId xmlns:a16="http://schemas.microsoft.com/office/drawing/2014/main" id="{35DDC79A-4504-49CE-B51A-A579CD93B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49" name="Line 29">
                <a:extLst>
                  <a:ext uri="{FF2B5EF4-FFF2-40B4-BE49-F238E27FC236}">
                    <a16:creationId xmlns:a16="http://schemas.microsoft.com/office/drawing/2014/main" id="{44C55CF1-4B01-421F-BB9F-2B9671177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3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50" name="Line 30">
                <a:extLst>
                  <a:ext uri="{FF2B5EF4-FFF2-40B4-BE49-F238E27FC236}">
                    <a16:creationId xmlns:a16="http://schemas.microsoft.com/office/drawing/2014/main" id="{7C577810-7C86-4D39-8B3B-DDDE629751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6944" name="Group 31">
              <a:extLst>
                <a:ext uri="{FF2B5EF4-FFF2-40B4-BE49-F238E27FC236}">
                  <a16:creationId xmlns:a16="http://schemas.microsoft.com/office/drawing/2014/main" id="{8FD48292-54EB-4DD7-8E32-5C72818DAFA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6945" name="Line 32">
                <a:extLst>
                  <a:ext uri="{FF2B5EF4-FFF2-40B4-BE49-F238E27FC236}">
                    <a16:creationId xmlns:a16="http://schemas.microsoft.com/office/drawing/2014/main" id="{4A53E9AD-C4C6-4127-95F9-2453355D5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6"/>
                <a:ext cx="50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46" name="Line 33">
                <a:extLst>
                  <a:ext uri="{FF2B5EF4-FFF2-40B4-BE49-F238E27FC236}">
                    <a16:creationId xmlns:a16="http://schemas.microsoft.com/office/drawing/2014/main" id="{7A06DA87-49B6-435F-881E-CF94AAC34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47" name="Line 34">
                <a:extLst>
                  <a:ext uri="{FF2B5EF4-FFF2-40B4-BE49-F238E27FC236}">
                    <a16:creationId xmlns:a16="http://schemas.microsoft.com/office/drawing/2014/main" id="{8EFDA5C3-D693-4CCA-8BBA-CC8081064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49"/>
                <a:ext cx="52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cxnSp>
        <p:nvCxnSpPr>
          <p:cNvPr id="116769" name="Straight Connector 81">
            <a:extLst>
              <a:ext uri="{FF2B5EF4-FFF2-40B4-BE49-F238E27FC236}">
                <a16:creationId xmlns:a16="http://schemas.microsoft.com/office/drawing/2014/main" id="{41A47BC5-36F2-444D-9885-784712F8C8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62075" y="3262313"/>
            <a:ext cx="58562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6770" name="Text Box 106">
            <a:extLst>
              <a:ext uri="{FF2B5EF4-FFF2-40B4-BE49-F238E27FC236}">
                <a16:creationId xmlns:a16="http://schemas.microsoft.com/office/drawing/2014/main" id="{24067030-EE60-4792-A2AC-77D01BB2F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2827340"/>
            <a:ext cx="13580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</a:rPr>
              <a:t>control plane</a:t>
            </a:r>
          </a:p>
        </p:txBody>
      </p:sp>
      <p:sp>
        <p:nvSpPr>
          <p:cNvPr id="116771" name="Text Box 106">
            <a:extLst>
              <a:ext uri="{FF2B5EF4-FFF2-40B4-BE49-F238E27FC236}">
                <a16:creationId xmlns:a16="http://schemas.microsoft.com/office/drawing/2014/main" id="{6C36C656-C7A5-49E8-B314-C41623C04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615" y="3313115"/>
            <a:ext cx="11416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</a:rPr>
              <a:t>data plane</a:t>
            </a:r>
          </a:p>
        </p:txBody>
      </p:sp>
      <p:sp>
        <p:nvSpPr>
          <p:cNvPr id="85" name="AutoShape 118">
            <a:extLst>
              <a:ext uri="{FF2B5EF4-FFF2-40B4-BE49-F238E27FC236}">
                <a16:creationId xmlns:a16="http://schemas.microsoft.com/office/drawing/2014/main" id="{9CD4635E-CB3D-4AED-AA2D-8A7C9D3D53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75001" y="3048002"/>
            <a:ext cx="992188" cy="122239"/>
          </a:xfrm>
          <a:prstGeom prst="rightArrow">
            <a:avLst>
              <a:gd name="adj1" fmla="val 51167"/>
              <a:gd name="adj2" fmla="val 83902"/>
            </a:avLst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6773" name="Freeform 91">
            <a:extLst>
              <a:ext uri="{FF2B5EF4-FFF2-40B4-BE49-F238E27FC236}">
                <a16:creationId xmlns:a16="http://schemas.microsoft.com/office/drawing/2014/main" id="{291786DC-7D0A-4322-B661-5B34658EE327}"/>
              </a:ext>
            </a:extLst>
          </p:cNvPr>
          <p:cNvSpPr>
            <a:spLocks/>
          </p:cNvSpPr>
          <p:nvPr/>
        </p:nvSpPr>
        <p:spPr bwMode="auto">
          <a:xfrm>
            <a:off x="4968879" y="5416553"/>
            <a:ext cx="474663" cy="582613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6774" name="Group 35">
            <a:extLst>
              <a:ext uri="{FF2B5EF4-FFF2-40B4-BE49-F238E27FC236}">
                <a16:creationId xmlns:a16="http://schemas.microsoft.com/office/drawing/2014/main" id="{C4AF6749-EDE4-4177-BF45-D29D83564C1E}"/>
              </a:ext>
            </a:extLst>
          </p:cNvPr>
          <p:cNvGrpSpPr>
            <a:grpSpLocks/>
          </p:cNvGrpSpPr>
          <p:nvPr/>
        </p:nvGrpSpPr>
        <p:grpSpPr bwMode="auto">
          <a:xfrm>
            <a:off x="4675189" y="5195889"/>
            <a:ext cx="501651" cy="233363"/>
            <a:chOff x="3600" y="219"/>
            <a:chExt cx="360" cy="175"/>
          </a:xfrm>
        </p:grpSpPr>
        <p:sp>
          <p:nvSpPr>
            <p:cNvPr id="116925" name="Oval 36">
              <a:extLst>
                <a:ext uri="{FF2B5EF4-FFF2-40B4-BE49-F238E27FC236}">
                  <a16:creationId xmlns:a16="http://schemas.microsoft.com/office/drawing/2014/main" id="{9772ED81-502F-4F2B-9334-89A52BC2C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926" name="Line 37">
              <a:extLst>
                <a:ext uri="{FF2B5EF4-FFF2-40B4-BE49-F238E27FC236}">
                  <a16:creationId xmlns:a16="http://schemas.microsoft.com/office/drawing/2014/main" id="{B73BCB0F-C810-4E89-8F16-90E6C9EAB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27" name="Line 38">
              <a:extLst>
                <a:ext uri="{FF2B5EF4-FFF2-40B4-BE49-F238E27FC236}">
                  <a16:creationId xmlns:a16="http://schemas.microsoft.com/office/drawing/2014/main" id="{A7783D05-8F70-42D9-8061-8B28C31BC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28" name="Rectangle 39">
              <a:extLst>
                <a:ext uri="{FF2B5EF4-FFF2-40B4-BE49-F238E27FC236}">
                  <a16:creationId xmlns:a16="http://schemas.microsoft.com/office/drawing/2014/main" id="{AF8861E8-A749-457F-9CCD-22310EDC3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929" name="Oval 40">
              <a:extLst>
                <a:ext uri="{FF2B5EF4-FFF2-40B4-BE49-F238E27FC236}">
                  <a16:creationId xmlns:a16="http://schemas.microsoft.com/office/drawing/2014/main" id="{7D449144-D869-4C87-BD40-239DAE9DD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16930" name="Group 41">
              <a:extLst>
                <a:ext uri="{FF2B5EF4-FFF2-40B4-BE49-F238E27FC236}">
                  <a16:creationId xmlns:a16="http://schemas.microsoft.com/office/drawing/2014/main" id="{8B9E9A1B-CF4B-4774-B5CE-EE05FBF981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6935" name="Line 42">
                <a:extLst>
                  <a:ext uri="{FF2B5EF4-FFF2-40B4-BE49-F238E27FC236}">
                    <a16:creationId xmlns:a16="http://schemas.microsoft.com/office/drawing/2014/main" id="{15ED76EF-EF09-4A92-9D23-79671B8C4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36" name="Line 43">
                <a:extLst>
                  <a:ext uri="{FF2B5EF4-FFF2-40B4-BE49-F238E27FC236}">
                    <a16:creationId xmlns:a16="http://schemas.microsoft.com/office/drawing/2014/main" id="{A331275B-607B-48EB-A531-E3FFAE3CF3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3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37" name="Line 44">
                <a:extLst>
                  <a:ext uri="{FF2B5EF4-FFF2-40B4-BE49-F238E27FC236}">
                    <a16:creationId xmlns:a16="http://schemas.microsoft.com/office/drawing/2014/main" id="{2CE46E14-47B9-48B2-8B48-02F971D1AF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6931" name="Group 45">
              <a:extLst>
                <a:ext uri="{FF2B5EF4-FFF2-40B4-BE49-F238E27FC236}">
                  <a16:creationId xmlns:a16="http://schemas.microsoft.com/office/drawing/2014/main" id="{4C3A70E3-DD29-4C94-9BC5-8A0528E8AC20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6932" name="Line 46">
                <a:extLst>
                  <a:ext uri="{FF2B5EF4-FFF2-40B4-BE49-F238E27FC236}">
                    <a16:creationId xmlns:a16="http://schemas.microsoft.com/office/drawing/2014/main" id="{D36858B3-C2DD-445D-BDAC-50AC6ACE1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6"/>
                <a:ext cx="50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33" name="Line 47">
                <a:extLst>
                  <a:ext uri="{FF2B5EF4-FFF2-40B4-BE49-F238E27FC236}">
                    <a16:creationId xmlns:a16="http://schemas.microsoft.com/office/drawing/2014/main" id="{547A7F54-85DF-4174-B5C8-3D11D74E6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34" name="Line 48">
                <a:extLst>
                  <a:ext uri="{FF2B5EF4-FFF2-40B4-BE49-F238E27FC236}">
                    <a16:creationId xmlns:a16="http://schemas.microsoft.com/office/drawing/2014/main" id="{8660CF77-FD0C-44EA-A0F5-C37D3A128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49"/>
                <a:ext cx="52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6775" name="Group 63">
            <a:extLst>
              <a:ext uri="{FF2B5EF4-FFF2-40B4-BE49-F238E27FC236}">
                <a16:creationId xmlns:a16="http://schemas.microsoft.com/office/drawing/2014/main" id="{10039F21-DE66-4C5A-B637-4A11E8A34ECD}"/>
              </a:ext>
            </a:extLst>
          </p:cNvPr>
          <p:cNvGrpSpPr>
            <a:grpSpLocks/>
          </p:cNvGrpSpPr>
          <p:nvPr/>
        </p:nvGrpSpPr>
        <p:grpSpPr bwMode="auto">
          <a:xfrm>
            <a:off x="5226050" y="5962653"/>
            <a:ext cx="501651" cy="233363"/>
            <a:chOff x="3600" y="219"/>
            <a:chExt cx="360" cy="175"/>
          </a:xfrm>
        </p:grpSpPr>
        <p:sp>
          <p:nvSpPr>
            <p:cNvPr id="116912" name="Oval 64">
              <a:extLst>
                <a:ext uri="{FF2B5EF4-FFF2-40B4-BE49-F238E27FC236}">
                  <a16:creationId xmlns:a16="http://schemas.microsoft.com/office/drawing/2014/main" id="{4BC8B347-0FFF-4ADD-93D9-9915D8825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8"/>
              <a:ext cx="357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913" name="Line 65">
              <a:extLst>
                <a:ext uri="{FF2B5EF4-FFF2-40B4-BE49-F238E27FC236}">
                  <a16:creationId xmlns:a16="http://schemas.microsoft.com/office/drawing/2014/main" id="{8E4CBC1B-12ED-4445-9DF5-0329FA645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14" name="Line 66">
              <a:extLst>
                <a:ext uri="{FF2B5EF4-FFF2-40B4-BE49-F238E27FC236}">
                  <a16:creationId xmlns:a16="http://schemas.microsoft.com/office/drawing/2014/main" id="{BCAB1E55-B4CB-48DB-AD91-13457A218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915" name="Rectangle 67">
              <a:extLst>
                <a:ext uri="{FF2B5EF4-FFF2-40B4-BE49-F238E27FC236}">
                  <a16:creationId xmlns:a16="http://schemas.microsoft.com/office/drawing/2014/main" id="{C9FF0FFF-C670-4EF9-AD60-6B4177710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2" cy="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916" name="Oval 68">
              <a:extLst>
                <a:ext uri="{FF2B5EF4-FFF2-40B4-BE49-F238E27FC236}">
                  <a16:creationId xmlns:a16="http://schemas.microsoft.com/office/drawing/2014/main" id="{8311F0F9-D1CC-4928-81AA-4504DB80E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16917" name="Group 69">
              <a:extLst>
                <a:ext uri="{FF2B5EF4-FFF2-40B4-BE49-F238E27FC236}">
                  <a16:creationId xmlns:a16="http://schemas.microsoft.com/office/drawing/2014/main" id="{0C8C7277-CBEA-45E0-848F-46CC654212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6922" name="Line 70">
                <a:extLst>
                  <a:ext uri="{FF2B5EF4-FFF2-40B4-BE49-F238E27FC236}">
                    <a16:creationId xmlns:a16="http://schemas.microsoft.com/office/drawing/2014/main" id="{96530EEF-43CD-489C-B440-881E74F59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23" name="Line 71">
                <a:extLst>
                  <a:ext uri="{FF2B5EF4-FFF2-40B4-BE49-F238E27FC236}">
                    <a16:creationId xmlns:a16="http://schemas.microsoft.com/office/drawing/2014/main" id="{B9A10EA2-7C4E-41E2-AE5D-C1AD556F8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3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24" name="Line 72">
                <a:extLst>
                  <a:ext uri="{FF2B5EF4-FFF2-40B4-BE49-F238E27FC236}">
                    <a16:creationId xmlns:a16="http://schemas.microsoft.com/office/drawing/2014/main" id="{DB7B066D-1F5D-4003-ACAF-15CDB11F0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6918" name="Group 73">
              <a:extLst>
                <a:ext uri="{FF2B5EF4-FFF2-40B4-BE49-F238E27FC236}">
                  <a16:creationId xmlns:a16="http://schemas.microsoft.com/office/drawing/2014/main" id="{4EA7FA75-C583-4389-AEC0-7E6F78B4D9F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6919" name="Line 74">
                <a:extLst>
                  <a:ext uri="{FF2B5EF4-FFF2-40B4-BE49-F238E27FC236}">
                    <a16:creationId xmlns:a16="http://schemas.microsoft.com/office/drawing/2014/main" id="{EAC59763-0AE4-4896-B306-A751281604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6"/>
                <a:ext cx="50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20" name="Line 75">
                <a:extLst>
                  <a:ext uri="{FF2B5EF4-FFF2-40B4-BE49-F238E27FC236}">
                    <a16:creationId xmlns:a16="http://schemas.microsoft.com/office/drawing/2014/main" id="{E57D0F5E-7ECA-41C4-8797-7B83F58EF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21" name="Line 76">
                <a:extLst>
                  <a:ext uri="{FF2B5EF4-FFF2-40B4-BE49-F238E27FC236}">
                    <a16:creationId xmlns:a16="http://schemas.microsoft.com/office/drawing/2014/main" id="{F7B09F45-F15D-4F2B-88CC-262A8BB76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49"/>
                <a:ext cx="52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6776" name="TextBox 114">
            <a:extLst>
              <a:ext uri="{FF2B5EF4-FFF2-40B4-BE49-F238E27FC236}">
                <a16:creationId xmlns:a16="http://schemas.microsoft.com/office/drawing/2014/main" id="{E1C25A01-7E2D-4415-A182-0C7825B81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41" y="933203"/>
            <a:ext cx="81994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latin typeface="Gill Sans MT" panose="020B0502020104020203" pitchFamily="34" charset="0"/>
              </a:rPr>
              <a:t>Each router contains a </a:t>
            </a:r>
            <a:r>
              <a:rPr lang="en-US" altLang="en-US" i="1" dirty="0">
                <a:solidFill>
                  <a:srgbClr val="CC0000"/>
                </a:solidFill>
                <a:latin typeface="Gill Sans MT" panose="020B0502020104020203" pitchFamily="34" charset="0"/>
              </a:rPr>
              <a:t>flow table </a:t>
            </a:r>
            <a:r>
              <a:rPr lang="en-US" altLang="en-US" dirty="0">
                <a:latin typeface="Gill Sans MT" panose="020B0502020104020203" pitchFamily="34" charset="0"/>
              </a:rPr>
              <a:t>that is computed and distributed by a </a:t>
            </a:r>
            <a:r>
              <a:rPr lang="en-US" altLang="en-US" i="1" dirty="0">
                <a:latin typeface="Gill Sans MT" panose="020B0502020104020203" pitchFamily="34" charset="0"/>
              </a:rPr>
              <a:t>logically centralized </a:t>
            </a:r>
            <a:r>
              <a:rPr lang="en-US" altLang="en-US" dirty="0">
                <a:latin typeface="Gill Sans MT" panose="020B0502020104020203" pitchFamily="34" charset="0"/>
              </a:rPr>
              <a:t>routing controller</a:t>
            </a:r>
          </a:p>
        </p:txBody>
      </p:sp>
      <p:grpSp>
        <p:nvGrpSpPr>
          <p:cNvPr id="116777" name="Group 115">
            <a:extLst>
              <a:ext uri="{FF2B5EF4-FFF2-40B4-BE49-F238E27FC236}">
                <a16:creationId xmlns:a16="http://schemas.microsoft.com/office/drawing/2014/main" id="{A0139612-23EF-41BC-8DAA-E8B79886ED0B}"/>
              </a:ext>
            </a:extLst>
          </p:cNvPr>
          <p:cNvGrpSpPr>
            <a:grpSpLocks/>
          </p:cNvGrpSpPr>
          <p:nvPr/>
        </p:nvGrpSpPr>
        <p:grpSpPr bwMode="auto">
          <a:xfrm>
            <a:off x="3498853" y="2647950"/>
            <a:ext cx="328613" cy="247651"/>
            <a:chOff x="8481778" y="1650237"/>
            <a:chExt cx="327460" cy="247650"/>
          </a:xfrm>
        </p:grpSpPr>
        <p:sp>
          <p:nvSpPr>
            <p:cNvPr id="116907" name="Rectangle 129">
              <a:extLst>
                <a:ext uri="{FF2B5EF4-FFF2-40B4-BE49-F238E27FC236}">
                  <a16:creationId xmlns:a16="http://schemas.microsoft.com/office/drawing/2014/main" id="{38935120-8C54-4DF9-B111-9D1BCA37D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908" name="Line 130">
              <a:extLst>
                <a:ext uri="{FF2B5EF4-FFF2-40B4-BE49-F238E27FC236}">
                  <a16:creationId xmlns:a16="http://schemas.microsoft.com/office/drawing/2014/main" id="{F93DB7EE-FE1A-4F12-B450-C8E578473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682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09" name="Line 131">
              <a:extLst>
                <a:ext uri="{FF2B5EF4-FFF2-40B4-BE49-F238E27FC236}">
                  <a16:creationId xmlns:a16="http://schemas.microsoft.com/office/drawing/2014/main" id="{2FBF634E-6BFC-43E9-8FB4-8184738FD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3154" y="1740725"/>
              <a:ext cx="3260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10" name="Line 132">
              <a:extLst>
                <a:ext uri="{FF2B5EF4-FFF2-40B4-BE49-F238E27FC236}">
                  <a16:creationId xmlns:a16="http://schemas.microsoft.com/office/drawing/2014/main" id="{261118A6-C2CD-4842-BF6F-E49FD3F58E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1778" y="1691512"/>
              <a:ext cx="32746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11" name="Line 130">
              <a:extLst>
                <a:ext uri="{FF2B5EF4-FFF2-40B4-BE49-F238E27FC236}">
                  <a16:creationId xmlns:a16="http://schemas.microsoft.com/office/drawing/2014/main" id="{92F6AC5D-288E-4E2F-A553-395FB2DEF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2857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6778" name="Group 121">
            <a:extLst>
              <a:ext uri="{FF2B5EF4-FFF2-40B4-BE49-F238E27FC236}">
                <a16:creationId xmlns:a16="http://schemas.microsoft.com/office/drawing/2014/main" id="{FCE94B7E-1556-4272-8FB5-B9011BD01961}"/>
              </a:ext>
            </a:extLst>
          </p:cNvPr>
          <p:cNvGrpSpPr>
            <a:grpSpLocks/>
          </p:cNvGrpSpPr>
          <p:nvPr/>
        </p:nvGrpSpPr>
        <p:grpSpPr bwMode="auto">
          <a:xfrm>
            <a:off x="2700339" y="3592516"/>
            <a:ext cx="2005012" cy="1449387"/>
            <a:chOff x="1215873" y="2346199"/>
            <a:chExt cx="2004836" cy="1450803"/>
          </a:xfrm>
        </p:grpSpPr>
        <p:sp>
          <p:nvSpPr>
            <p:cNvPr id="116853" name="Rectangle 4">
              <a:extLst>
                <a:ext uri="{FF2B5EF4-FFF2-40B4-BE49-F238E27FC236}">
                  <a16:creationId xmlns:a16="http://schemas.microsoft.com/office/drawing/2014/main" id="{FC361C7F-62FB-44AA-9C3C-1675EC3C0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309" y="2346199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4DC70B3-BDCC-4A02-ABA0-B3B0F4EB02FE}"/>
                </a:ext>
              </a:extLst>
            </p:cNvPr>
            <p:cNvSpPr/>
            <p:nvPr/>
          </p:nvSpPr>
          <p:spPr bwMode="auto">
            <a:xfrm>
              <a:off x="1933360" y="2662420"/>
              <a:ext cx="661929" cy="10614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B2A0994-0194-48C3-90B8-42729A2A0A87}"/>
                </a:ext>
              </a:extLst>
            </p:cNvPr>
            <p:cNvSpPr/>
            <p:nvPr/>
          </p:nvSpPr>
          <p:spPr bwMode="auto">
            <a:xfrm>
              <a:off x="1307940" y="2665598"/>
              <a:ext cx="622245" cy="10583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6856" name="Rectangle 125">
              <a:extLst>
                <a:ext uri="{FF2B5EF4-FFF2-40B4-BE49-F238E27FC236}">
                  <a16:creationId xmlns:a16="http://schemas.microsoft.com/office/drawing/2014/main" id="{46ED780C-71BA-44CF-96D5-0F1881CD3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2231" y="2412920"/>
              <a:ext cx="1855396" cy="2484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57" name="Text Box 110">
              <a:extLst>
                <a:ext uri="{FF2B5EF4-FFF2-40B4-BE49-F238E27FC236}">
                  <a16:creationId xmlns:a16="http://schemas.microsoft.com/office/drawing/2014/main" id="{ECC6DF8D-8C28-451A-9E57-04CBA114A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1257" y="2374246"/>
              <a:ext cx="1359549" cy="308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solidFill>
                    <a:srgbClr val="000000"/>
                  </a:solidFill>
                </a:rPr>
                <a:t>local flow table</a:t>
              </a:r>
            </a:p>
          </p:txBody>
        </p:sp>
        <p:sp>
          <p:nvSpPr>
            <p:cNvPr id="116858" name="Rectangle 127">
              <a:extLst>
                <a:ext uri="{FF2B5EF4-FFF2-40B4-BE49-F238E27FC236}">
                  <a16:creationId xmlns:a16="http://schemas.microsoft.com/office/drawing/2014/main" id="{636F60E0-2964-4E5B-9C90-EA39DC0A0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523" y="2660713"/>
              <a:ext cx="542081" cy="1060704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59" name="Text Box 111">
              <a:extLst>
                <a:ext uri="{FF2B5EF4-FFF2-40B4-BE49-F238E27FC236}">
                  <a16:creationId xmlns:a16="http://schemas.microsoft.com/office/drawing/2014/main" id="{6F65B9AD-AF41-427A-A135-2DA30AC4E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5873" y="2656551"/>
              <a:ext cx="2004836" cy="277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headers  counters  actions</a:t>
              </a:r>
            </a:p>
          </p:txBody>
        </p:sp>
        <p:sp>
          <p:nvSpPr>
            <p:cNvPr id="116860" name="Line 116">
              <a:extLst>
                <a:ext uri="{FF2B5EF4-FFF2-40B4-BE49-F238E27FC236}">
                  <a16:creationId xmlns:a16="http://schemas.microsoft.com/office/drawing/2014/main" id="{1D3A8461-8DC8-407D-BF4C-B713F73D3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7142" y="2927136"/>
              <a:ext cx="18604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6861" name="Group 130">
              <a:extLst>
                <a:ext uri="{FF2B5EF4-FFF2-40B4-BE49-F238E27FC236}">
                  <a16:creationId xmlns:a16="http://schemas.microsoft.com/office/drawing/2014/main" id="{6CC78E7C-D226-4CD6-9FC4-127065EA8F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2231" y="2965801"/>
              <a:ext cx="1840959" cy="207818"/>
              <a:chOff x="1302231" y="2991457"/>
              <a:chExt cx="1840959" cy="207818"/>
            </a:xfrm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B797EB17-481C-425C-989A-B2442773F2AD}"/>
                  </a:ext>
                </a:extLst>
              </p:cNvPr>
              <p:cNvGrpSpPr/>
              <p:nvPr/>
            </p:nvGrpSpPr>
            <p:grpSpPr>
              <a:xfrm>
                <a:off x="1302231" y="2991457"/>
                <a:ext cx="1840959" cy="207818"/>
                <a:chOff x="360121" y="3045496"/>
                <a:chExt cx="627425" cy="207818"/>
              </a:xfrm>
              <a:solidFill>
                <a:schemeClr val="bg1"/>
              </a:solidFill>
            </p:grpSpPr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5FE8C3CD-9C3C-447F-A9B0-333FB7533024}"/>
                    </a:ext>
                  </a:extLst>
                </p:cNvPr>
                <p:cNvSpPr/>
                <p:nvPr/>
              </p:nvSpPr>
              <p:spPr bwMode="auto">
                <a:xfrm>
                  <a:off x="360121" y="3045496"/>
                  <a:ext cx="627425" cy="207818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>
                    <a:solidFill>
                      <a:srgbClr val="A6A6A6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5A472205-BF57-49CA-B89C-DCCADCF6ADE8}"/>
                    </a:ext>
                  </a:extLst>
                </p:cNvPr>
                <p:cNvCxnSpPr/>
                <p:nvPr/>
              </p:nvCxnSpPr>
              <p:spPr bwMode="auto">
                <a:xfrm>
                  <a:off x="544967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C90A5699-7BE5-48F9-9B3B-13F23F687D32}"/>
                    </a:ext>
                  </a:extLst>
                </p:cNvPr>
                <p:cNvCxnSpPr/>
                <p:nvPr/>
              </p:nvCxnSpPr>
              <p:spPr bwMode="auto">
                <a:xfrm>
                  <a:off x="382554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B5C81550-34BB-4626-B2C7-2DF413ADAF43}"/>
                    </a:ext>
                  </a:extLst>
                </p:cNvPr>
                <p:cNvCxnSpPr/>
                <p:nvPr/>
              </p:nvCxnSpPr>
              <p:spPr bwMode="auto">
                <a:xfrm>
                  <a:off x="407636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ED11B6C8-C293-449C-ABB7-5B673066CEF7}"/>
                    </a:ext>
                  </a:extLst>
                </p:cNvPr>
                <p:cNvCxnSpPr/>
                <p:nvPr/>
              </p:nvCxnSpPr>
              <p:spPr bwMode="auto">
                <a:xfrm>
                  <a:off x="599093" y="3046412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7414B201-36C0-489E-99FD-775E787FD1EE}"/>
                    </a:ext>
                  </a:extLst>
                </p:cNvPr>
                <p:cNvCxnSpPr/>
                <p:nvPr/>
              </p:nvCxnSpPr>
              <p:spPr bwMode="auto">
                <a:xfrm>
                  <a:off x="77454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F76CC73E-9192-4D63-AA23-68EE3AF27CEE}"/>
                    </a:ext>
                  </a:extLst>
                </p:cNvPr>
                <p:cNvCxnSpPr/>
                <p:nvPr/>
              </p:nvCxnSpPr>
              <p:spPr bwMode="auto">
                <a:xfrm>
                  <a:off x="82648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A0C6EBA3-A23E-4010-BD11-133998066920}"/>
                    </a:ext>
                  </a:extLst>
                </p:cNvPr>
                <p:cNvCxnSpPr/>
                <p:nvPr/>
              </p:nvCxnSpPr>
              <p:spPr bwMode="auto">
                <a:xfrm>
                  <a:off x="963675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25A0DD0B-CF31-4F80-B902-1CE6B7C2689B}"/>
                    </a:ext>
                  </a:extLst>
                </p:cNvPr>
                <p:cNvCxnSpPr/>
                <p:nvPr/>
              </p:nvCxnSpPr>
              <p:spPr bwMode="auto">
                <a:xfrm>
                  <a:off x="938600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16895" name="Group 182">
                <a:extLst>
                  <a:ext uri="{FF2B5EF4-FFF2-40B4-BE49-F238E27FC236}">
                    <a16:creationId xmlns:a16="http://schemas.microsoft.com/office/drawing/2014/main" id="{5F218A21-4016-4B10-9453-3FF18CD118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796" y="30772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904" name="Oval 191">
                  <a:extLst>
                    <a:ext uri="{FF2B5EF4-FFF2-40B4-BE49-F238E27FC236}">
                      <a16:creationId xmlns:a16="http://schemas.microsoft.com/office/drawing/2014/main" id="{DE49C266-0F60-4830-ABE3-DFD0CC0BD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905" name="Oval 192">
                  <a:extLst>
                    <a:ext uri="{FF2B5EF4-FFF2-40B4-BE49-F238E27FC236}">
                      <a16:creationId xmlns:a16="http://schemas.microsoft.com/office/drawing/2014/main" id="{34833875-C2CA-4291-BD81-9564873E70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906" name="Oval 193">
                  <a:extLst>
                    <a:ext uri="{FF2B5EF4-FFF2-40B4-BE49-F238E27FC236}">
                      <a16:creationId xmlns:a16="http://schemas.microsoft.com/office/drawing/2014/main" id="{C56C3F4C-05BA-43AF-866A-489DC5C1CB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116896" name="Group 183">
                <a:extLst>
                  <a:ext uri="{FF2B5EF4-FFF2-40B4-BE49-F238E27FC236}">
                    <a16:creationId xmlns:a16="http://schemas.microsoft.com/office/drawing/2014/main" id="{E8065AD0-6396-47FF-9E1C-BC483FAD24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5472" y="30774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901" name="Oval 188">
                  <a:extLst>
                    <a:ext uri="{FF2B5EF4-FFF2-40B4-BE49-F238E27FC236}">
                      <a16:creationId xmlns:a16="http://schemas.microsoft.com/office/drawing/2014/main" id="{F87E2EFC-5DD3-4EEC-A2AB-55684B5D9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902" name="Oval 189">
                  <a:extLst>
                    <a:ext uri="{FF2B5EF4-FFF2-40B4-BE49-F238E27FC236}">
                      <a16:creationId xmlns:a16="http://schemas.microsoft.com/office/drawing/2014/main" id="{0F3668C8-1C84-4250-83FD-488A2F3C7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903" name="Oval 190">
                  <a:extLst>
                    <a:ext uri="{FF2B5EF4-FFF2-40B4-BE49-F238E27FC236}">
                      <a16:creationId xmlns:a16="http://schemas.microsoft.com/office/drawing/2014/main" id="{86DB4C46-F9BE-4E06-832F-0914AD0EE2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116897" name="Group 184">
                <a:extLst>
                  <a:ext uri="{FF2B5EF4-FFF2-40B4-BE49-F238E27FC236}">
                    <a16:creationId xmlns:a16="http://schemas.microsoft.com/office/drawing/2014/main" id="{32042163-8532-4818-A783-4A4E14F835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906" y="30776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898" name="Oval 185">
                  <a:extLst>
                    <a:ext uri="{FF2B5EF4-FFF2-40B4-BE49-F238E27FC236}">
                      <a16:creationId xmlns:a16="http://schemas.microsoft.com/office/drawing/2014/main" id="{0675ADDB-A1E1-40E0-9C36-3C3A4A8E3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99" name="Oval 186">
                  <a:extLst>
                    <a:ext uri="{FF2B5EF4-FFF2-40B4-BE49-F238E27FC236}">
                      <a16:creationId xmlns:a16="http://schemas.microsoft.com/office/drawing/2014/main" id="{CEE7B724-B958-4C09-BC9C-70A33056DD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900" name="Oval 187">
                  <a:extLst>
                    <a:ext uri="{FF2B5EF4-FFF2-40B4-BE49-F238E27FC236}">
                      <a16:creationId xmlns:a16="http://schemas.microsoft.com/office/drawing/2014/main" id="{C7C1C45D-5C3C-4A01-A2D9-6019FD5FE2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</p:grpSp>
        <p:grpSp>
          <p:nvGrpSpPr>
            <p:cNvPr id="116862" name="Group 131">
              <a:extLst>
                <a:ext uri="{FF2B5EF4-FFF2-40B4-BE49-F238E27FC236}">
                  <a16:creationId xmlns:a16="http://schemas.microsoft.com/office/drawing/2014/main" id="{117735D4-B505-4A92-9C29-4927D974E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0350" y="3205689"/>
              <a:ext cx="1840959" cy="207818"/>
              <a:chOff x="1302231" y="2991457"/>
              <a:chExt cx="1840959" cy="207818"/>
            </a:xfrm>
          </p:grpSpPr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B27045C5-FE9E-49CA-87D9-D1B09668DCB7}"/>
                  </a:ext>
                </a:extLst>
              </p:cNvPr>
              <p:cNvGrpSpPr/>
              <p:nvPr/>
            </p:nvGrpSpPr>
            <p:grpSpPr>
              <a:xfrm>
                <a:off x="1302231" y="2991457"/>
                <a:ext cx="1840959" cy="207818"/>
                <a:chOff x="360121" y="3045496"/>
                <a:chExt cx="627425" cy="207818"/>
              </a:xfrm>
              <a:solidFill>
                <a:schemeClr val="bg1"/>
              </a:solidFill>
            </p:grpSpPr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57A8446D-1578-4F99-9E91-308F3445B5A4}"/>
                    </a:ext>
                  </a:extLst>
                </p:cNvPr>
                <p:cNvSpPr/>
                <p:nvPr/>
              </p:nvSpPr>
              <p:spPr bwMode="auto">
                <a:xfrm>
                  <a:off x="360121" y="3045496"/>
                  <a:ext cx="627425" cy="207818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>
                    <a:solidFill>
                      <a:srgbClr val="A6A6A6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4B190C7B-AB2D-4C52-8761-4F92822D620E}"/>
                    </a:ext>
                  </a:extLst>
                </p:cNvPr>
                <p:cNvCxnSpPr/>
                <p:nvPr/>
              </p:nvCxnSpPr>
              <p:spPr bwMode="auto">
                <a:xfrm>
                  <a:off x="544967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93A1FF91-CBAA-43EE-90D9-8EE0AF63AAD0}"/>
                    </a:ext>
                  </a:extLst>
                </p:cNvPr>
                <p:cNvCxnSpPr/>
                <p:nvPr/>
              </p:nvCxnSpPr>
              <p:spPr bwMode="auto">
                <a:xfrm>
                  <a:off x="382554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B937E404-123F-4557-AAD6-1978020E7D76}"/>
                    </a:ext>
                  </a:extLst>
                </p:cNvPr>
                <p:cNvCxnSpPr/>
                <p:nvPr/>
              </p:nvCxnSpPr>
              <p:spPr bwMode="auto">
                <a:xfrm>
                  <a:off x="407636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7DBAA8FA-B1D5-471D-9C17-6208340409CC}"/>
                    </a:ext>
                  </a:extLst>
                </p:cNvPr>
                <p:cNvCxnSpPr/>
                <p:nvPr/>
              </p:nvCxnSpPr>
              <p:spPr bwMode="auto">
                <a:xfrm>
                  <a:off x="599093" y="3046412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155BBF2D-DF2E-4C73-BC91-CF3E052A0170}"/>
                    </a:ext>
                  </a:extLst>
                </p:cNvPr>
                <p:cNvCxnSpPr/>
                <p:nvPr/>
              </p:nvCxnSpPr>
              <p:spPr bwMode="auto">
                <a:xfrm>
                  <a:off x="77454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341AFC4F-96C5-4466-8C85-AE645F58559E}"/>
                    </a:ext>
                  </a:extLst>
                </p:cNvPr>
                <p:cNvCxnSpPr/>
                <p:nvPr/>
              </p:nvCxnSpPr>
              <p:spPr bwMode="auto">
                <a:xfrm>
                  <a:off x="82648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247D4AB4-AA9D-4B26-B1EE-1FD96E6C6E05}"/>
                    </a:ext>
                  </a:extLst>
                </p:cNvPr>
                <p:cNvCxnSpPr/>
                <p:nvPr/>
              </p:nvCxnSpPr>
              <p:spPr bwMode="auto">
                <a:xfrm>
                  <a:off x="963675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376CAAEC-AEC7-4899-81ED-3B7F6967794B}"/>
                    </a:ext>
                  </a:extLst>
                </p:cNvPr>
                <p:cNvCxnSpPr/>
                <p:nvPr/>
              </p:nvCxnSpPr>
              <p:spPr bwMode="auto">
                <a:xfrm>
                  <a:off x="938600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16882" name="Group 160">
                <a:extLst>
                  <a:ext uri="{FF2B5EF4-FFF2-40B4-BE49-F238E27FC236}">
                    <a16:creationId xmlns:a16="http://schemas.microsoft.com/office/drawing/2014/main" id="{9DEE0FCB-89DD-40CC-B052-CAAA71FB4F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796" y="30772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891" name="Oval 169">
                  <a:extLst>
                    <a:ext uri="{FF2B5EF4-FFF2-40B4-BE49-F238E27FC236}">
                      <a16:creationId xmlns:a16="http://schemas.microsoft.com/office/drawing/2014/main" id="{417C36FA-F8E2-4B82-9950-59BB2E7203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92" name="Oval 170">
                  <a:extLst>
                    <a:ext uri="{FF2B5EF4-FFF2-40B4-BE49-F238E27FC236}">
                      <a16:creationId xmlns:a16="http://schemas.microsoft.com/office/drawing/2014/main" id="{6B04A3DD-7A69-406E-8974-4A874765F3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93" name="Oval 171">
                  <a:extLst>
                    <a:ext uri="{FF2B5EF4-FFF2-40B4-BE49-F238E27FC236}">
                      <a16:creationId xmlns:a16="http://schemas.microsoft.com/office/drawing/2014/main" id="{4E737854-0044-4EB1-B8BD-94BCC5D7B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116883" name="Group 161">
                <a:extLst>
                  <a:ext uri="{FF2B5EF4-FFF2-40B4-BE49-F238E27FC236}">
                    <a16:creationId xmlns:a16="http://schemas.microsoft.com/office/drawing/2014/main" id="{27CFF8E0-1146-48EC-8117-DBDAB8038E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5472" y="30774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888" name="Oval 166">
                  <a:extLst>
                    <a:ext uri="{FF2B5EF4-FFF2-40B4-BE49-F238E27FC236}">
                      <a16:creationId xmlns:a16="http://schemas.microsoft.com/office/drawing/2014/main" id="{93B3C2AE-6E84-4008-8D54-272802CA7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89" name="Oval 167">
                  <a:extLst>
                    <a:ext uri="{FF2B5EF4-FFF2-40B4-BE49-F238E27FC236}">
                      <a16:creationId xmlns:a16="http://schemas.microsoft.com/office/drawing/2014/main" id="{CCFB427F-F95D-4D26-A0A4-55DBAADC4C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90" name="Oval 168">
                  <a:extLst>
                    <a:ext uri="{FF2B5EF4-FFF2-40B4-BE49-F238E27FC236}">
                      <a16:creationId xmlns:a16="http://schemas.microsoft.com/office/drawing/2014/main" id="{EA61E6F3-569D-42E6-A42C-9AE7ACEDF0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116884" name="Group 162">
                <a:extLst>
                  <a:ext uri="{FF2B5EF4-FFF2-40B4-BE49-F238E27FC236}">
                    <a16:creationId xmlns:a16="http://schemas.microsoft.com/office/drawing/2014/main" id="{9A9B8AE5-2C1D-48B4-9E91-231B7D1EB0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906" y="30776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885" name="Oval 163">
                  <a:extLst>
                    <a:ext uri="{FF2B5EF4-FFF2-40B4-BE49-F238E27FC236}">
                      <a16:creationId xmlns:a16="http://schemas.microsoft.com/office/drawing/2014/main" id="{12A8089D-B777-4C2B-A6D4-831F4E539A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86" name="Oval 164">
                  <a:extLst>
                    <a:ext uri="{FF2B5EF4-FFF2-40B4-BE49-F238E27FC236}">
                      <a16:creationId xmlns:a16="http://schemas.microsoft.com/office/drawing/2014/main" id="{4D180E00-7321-4824-8ED6-65B1E03174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87" name="Oval 165">
                  <a:extLst>
                    <a:ext uri="{FF2B5EF4-FFF2-40B4-BE49-F238E27FC236}">
                      <a16:creationId xmlns:a16="http://schemas.microsoft.com/office/drawing/2014/main" id="{0BC98692-A405-463A-998F-FE56DBE333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</p:grpSp>
        <p:grpSp>
          <p:nvGrpSpPr>
            <p:cNvPr id="116863" name="Group 132">
              <a:extLst>
                <a:ext uri="{FF2B5EF4-FFF2-40B4-BE49-F238E27FC236}">
                  <a16:creationId xmlns:a16="http://schemas.microsoft.com/office/drawing/2014/main" id="{22AD0FCC-9857-4918-8D43-D6AE828AD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5438" y="3513599"/>
              <a:ext cx="1840959" cy="207818"/>
              <a:chOff x="1302231" y="2991457"/>
              <a:chExt cx="1840959" cy="207818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DA1FE233-A91E-4A91-8ED0-6FB59B4A526E}"/>
                  </a:ext>
                </a:extLst>
              </p:cNvPr>
              <p:cNvGrpSpPr/>
              <p:nvPr/>
            </p:nvGrpSpPr>
            <p:grpSpPr>
              <a:xfrm>
                <a:off x="1302231" y="2991457"/>
                <a:ext cx="1840959" cy="207818"/>
                <a:chOff x="360121" y="3045496"/>
                <a:chExt cx="627425" cy="207818"/>
              </a:xfrm>
              <a:solidFill>
                <a:schemeClr val="bg1"/>
              </a:solidFill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5874E9B6-C3C3-423C-80F9-2253FCFFB91F}"/>
                    </a:ext>
                  </a:extLst>
                </p:cNvPr>
                <p:cNvSpPr/>
                <p:nvPr/>
              </p:nvSpPr>
              <p:spPr bwMode="auto">
                <a:xfrm>
                  <a:off x="360121" y="3045496"/>
                  <a:ext cx="627425" cy="207818"/>
                </a:xfrm>
                <a:prstGeom prst="rect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>
                    <a:solidFill>
                      <a:srgbClr val="A6A6A6"/>
                    </a:solidFill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5307081F-6DCE-4E71-957D-971E9EF9FC44}"/>
                    </a:ext>
                  </a:extLst>
                </p:cNvPr>
                <p:cNvCxnSpPr/>
                <p:nvPr/>
              </p:nvCxnSpPr>
              <p:spPr bwMode="auto">
                <a:xfrm>
                  <a:off x="544967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25848DB9-422C-4BD5-9CE0-A622A5180526}"/>
                    </a:ext>
                  </a:extLst>
                </p:cNvPr>
                <p:cNvCxnSpPr/>
                <p:nvPr/>
              </p:nvCxnSpPr>
              <p:spPr bwMode="auto">
                <a:xfrm>
                  <a:off x="382554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9BAB91FA-70FA-45A0-B49D-D6ED3DDD67E8}"/>
                    </a:ext>
                  </a:extLst>
                </p:cNvPr>
                <p:cNvCxnSpPr/>
                <p:nvPr/>
              </p:nvCxnSpPr>
              <p:spPr bwMode="auto">
                <a:xfrm>
                  <a:off x="407636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678BB7F9-A181-4650-8E13-2B65B6D48598}"/>
                    </a:ext>
                  </a:extLst>
                </p:cNvPr>
                <p:cNvCxnSpPr/>
                <p:nvPr/>
              </p:nvCxnSpPr>
              <p:spPr bwMode="auto">
                <a:xfrm>
                  <a:off x="599093" y="3046412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08E72626-1E5F-48B4-9A08-AAA944C9008B}"/>
                    </a:ext>
                  </a:extLst>
                </p:cNvPr>
                <p:cNvCxnSpPr/>
                <p:nvPr/>
              </p:nvCxnSpPr>
              <p:spPr bwMode="auto">
                <a:xfrm>
                  <a:off x="77454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BFAF63CC-70BB-4740-B0ED-567149B77A6A}"/>
                    </a:ext>
                  </a:extLst>
                </p:cNvPr>
                <p:cNvCxnSpPr/>
                <p:nvPr/>
              </p:nvCxnSpPr>
              <p:spPr bwMode="auto">
                <a:xfrm>
                  <a:off x="826481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B58CAB22-0CEE-47D5-8D46-BE7605A44DF1}"/>
                    </a:ext>
                  </a:extLst>
                </p:cNvPr>
                <p:cNvCxnSpPr/>
                <p:nvPr/>
              </p:nvCxnSpPr>
              <p:spPr bwMode="auto">
                <a:xfrm>
                  <a:off x="963675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B46C8571-F599-47BD-904C-B58B7DA64ACB}"/>
                    </a:ext>
                  </a:extLst>
                </p:cNvPr>
                <p:cNvCxnSpPr/>
                <p:nvPr/>
              </p:nvCxnSpPr>
              <p:spPr bwMode="auto">
                <a:xfrm>
                  <a:off x="938600" y="3045496"/>
                  <a:ext cx="0" cy="205314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16869" name="Group 138">
                <a:extLst>
                  <a:ext uri="{FF2B5EF4-FFF2-40B4-BE49-F238E27FC236}">
                    <a16:creationId xmlns:a16="http://schemas.microsoft.com/office/drawing/2014/main" id="{800B4457-E2BA-4B7A-BB3D-EED671C74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796" y="30772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878" name="Oval 147">
                  <a:extLst>
                    <a:ext uri="{FF2B5EF4-FFF2-40B4-BE49-F238E27FC236}">
                      <a16:creationId xmlns:a16="http://schemas.microsoft.com/office/drawing/2014/main" id="{AE94C2C2-BD01-4C79-8353-40293E668D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79" name="Oval 148">
                  <a:extLst>
                    <a:ext uri="{FF2B5EF4-FFF2-40B4-BE49-F238E27FC236}">
                      <a16:creationId xmlns:a16="http://schemas.microsoft.com/office/drawing/2014/main" id="{82F25AEA-B307-406C-A361-4EC990D6D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80" name="Oval 149">
                  <a:extLst>
                    <a:ext uri="{FF2B5EF4-FFF2-40B4-BE49-F238E27FC236}">
                      <a16:creationId xmlns:a16="http://schemas.microsoft.com/office/drawing/2014/main" id="{27739F80-A121-4116-912B-4E82C063D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116870" name="Group 139">
                <a:extLst>
                  <a:ext uri="{FF2B5EF4-FFF2-40B4-BE49-F238E27FC236}">
                    <a16:creationId xmlns:a16="http://schemas.microsoft.com/office/drawing/2014/main" id="{A80DEF40-FE63-4724-A38D-A8E2471D64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5472" y="30774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875" name="Oval 144">
                  <a:extLst>
                    <a:ext uri="{FF2B5EF4-FFF2-40B4-BE49-F238E27FC236}">
                      <a16:creationId xmlns:a16="http://schemas.microsoft.com/office/drawing/2014/main" id="{6C1B62CC-6D4A-4EA5-BBB2-6C34B301ED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76" name="Oval 145">
                  <a:extLst>
                    <a:ext uri="{FF2B5EF4-FFF2-40B4-BE49-F238E27FC236}">
                      <a16:creationId xmlns:a16="http://schemas.microsoft.com/office/drawing/2014/main" id="{E5DD50C8-0723-421C-ABC3-3BC46621E4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77" name="Oval 146">
                  <a:extLst>
                    <a:ext uri="{FF2B5EF4-FFF2-40B4-BE49-F238E27FC236}">
                      <a16:creationId xmlns:a16="http://schemas.microsoft.com/office/drawing/2014/main" id="{AA3216B3-D5B3-4FED-A739-963D454E0E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grpSp>
            <p:nvGrpSpPr>
              <p:cNvPr id="116871" name="Group 140">
                <a:extLst>
                  <a:ext uri="{FF2B5EF4-FFF2-40B4-BE49-F238E27FC236}">
                    <a16:creationId xmlns:a16="http://schemas.microsoft.com/office/drawing/2014/main" id="{CBCED18B-D579-4A5D-93C0-7E210733C2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906" y="3077673"/>
                <a:ext cx="201593" cy="45719"/>
                <a:chOff x="1501140" y="3070859"/>
                <a:chExt cx="201593" cy="45719"/>
              </a:xfrm>
            </p:grpSpPr>
            <p:sp>
              <p:nvSpPr>
                <p:cNvPr id="116872" name="Oval 141">
                  <a:extLst>
                    <a:ext uri="{FF2B5EF4-FFF2-40B4-BE49-F238E27FC236}">
                      <a16:creationId xmlns:a16="http://schemas.microsoft.com/office/drawing/2014/main" id="{9BD5555F-C651-4504-AF21-6749926004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1140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73" name="Oval 142">
                  <a:extLst>
                    <a:ext uri="{FF2B5EF4-FFF2-40B4-BE49-F238E27FC236}">
                      <a16:creationId xmlns:a16="http://schemas.microsoft.com/office/drawing/2014/main" id="{005A8E08-871A-43BC-8059-0AE7092A5D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9077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116874" name="Oval 143">
                  <a:extLst>
                    <a:ext uri="{FF2B5EF4-FFF2-40B4-BE49-F238E27FC236}">
                      <a16:creationId xmlns:a16="http://schemas.microsoft.com/office/drawing/2014/main" id="{95A3C401-1D3A-4F3C-922E-892C7DCB8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014" y="307085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</p:grpSp>
        <p:sp>
          <p:nvSpPr>
            <p:cNvPr id="116864" name="Line 113">
              <a:extLst>
                <a:ext uri="{FF2B5EF4-FFF2-40B4-BE49-F238E27FC236}">
                  <a16:creationId xmlns:a16="http://schemas.microsoft.com/office/drawing/2014/main" id="{B1DC6329-65E1-4C95-9E53-7A5F3D36C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568" y="2656551"/>
              <a:ext cx="7938" cy="1066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65" name="Line 113">
              <a:extLst>
                <a:ext uri="{FF2B5EF4-FFF2-40B4-BE49-F238E27FC236}">
                  <a16:creationId xmlns:a16="http://schemas.microsoft.com/office/drawing/2014/main" id="{9665D924-A8F2-47F2-B361-3A8D108D2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717" y="2661363"/>
              <a:ext cx="7938" cy="1066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66" name="Line 117">
              <a:extLst>
                <a:ext uri="{FF2B5EF4-FFF2-40B4-BE49-F238E27FC236}">
                  <a16:creationId xmlns:a16="http://schemas.microsoft.com/office/drawing/2014/main" id="{7CAEAA0B-7B14-43E3-911F-1C69213AF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7142" y="2661362"/>
              <a:ext cx="186048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67" name="Rectangle 109">
              <a:extLst>
                <a:ext uri="{FF2B5EF4-FFF2-40B4-BE49-F238E27FC236}">
                  <a16:creationId xmlns:a16="http://schemas.microsoft.com/office/drawing/2014/main" id="{8E628563-95E7-44EF-9FA1-A4D958255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143" y="2412920"/>
              <a:ext cx="1860484" cy="131524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116779" name="Group 203">
            <a:extLst>
              <a:ext uri="{FF2B5EF4-FFF2-40B4-BE49-F238E27FC236}">
                <a16:creationId xmlns:a16="http://schemas.microsoft.com/office/drawing/2014/main" id="{C122C567-79A9-48D3-A093-879B52018255}"/>
              </a:ext>
            </a:extLst>
          </p:cNvPr>
          <p:cNvGrpSpPr>
            <a:grpSpLocks/>
          </p:cNvGrpSpPr>
          <p:nvPr/>
        </p:nvGrpSpPr>
        <p:grpSpPr bwMode="auto">
          <a:xfrm>
            <a:off x="5392739" y="4759326"/>
            <a:ext cx="430212" cy="306388"/>
            <a:chOff x="355958" y="2437424"/>
            <a:chExt cx="1990400" cy="1450803"/>
          </a:xfrm>
        </p:grpSpPr>
        <p:sp>
          <p:nvSpPr>
            <p:cNvPr id="116843" name="Rectangle 4">
              <a:extLst>
                <a:ext uri="{FF2B5EF4-FFF2-40B4-BE49-F238E27FC236}">
                  <a16:creationId xmlns:a16="http://schemas.microsoft.com/office/drawing/2014/main" id="{0C6676DE-5330-404F-B7B8-FC0500088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5DAFE5A-D437-4B5D-9CB1-C734D455CA7C}"/>
                </a:ext>
              </a:extLst>
            </p:cNvPr>
            <p:cNvSpPr/>
            <p:nvPr/>
          </p:nvSpPr>
          <p:spPr bwMode="auto">
            <a:xfrm>
              <a:off x="1061045" y="2753142"/>
              <a:ext cx="661019" cy="105991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367723A-7AF2-4106-987B-E1D8FE30D03F}"/>
                </a:ext>
              </a:extLst>
            </p:cNvPr>
            <p:cNvSpPr/>
            <p:nvPr/>
          </p:nvSpPr>
          <p:spPr bwMode="auto">
            <a:xfrm>
              <a:off x="429405" y="2760662"/>
              <a:ext cx="624294" cy="10523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6846" name="Rectangle 207">
              <a:extLst>
                <a:ext uri="{FF2B5EF4-FFF2-40B4-BE49-F238E27FC236}">
                  <a16:creationId xmlns:a16="http://schemas.microsoft.com/office/drawing/2014/main" id="{796877AC-B272-4188-B1BE-075885A91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47" name="Rectangle 208">
              <a:extLst>
                <a:ext uri="{FF2B5EF4-FFF2-40B4-BE49-F238E27FC236}">
                  <a16:creationId xmlns:a16="http://schemas.microsoft.com/office/drawing/2014/main" id="{7CCCCDC0-503B-4C76-9ED0-5F453ED63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48" name="Line 116">
              <a:extLst>
                <a:ext uri="{FF2B5EF4-FFF2-40B4-BE49-F238E27FC236}">
                  <a16:creationId xmlns:a16="http://schemas.microsoft.com/office/drawing/2014/main" id="{D6B9FE56-2FD5-4300-9DCB-E236D7C00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91" y="3018361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49" name="Line 113">
              <a:extLst>
                <a:ext uri="{FF2B5EF4-FFF2-40B4-BE49-F238E27FC236}">
                  <a16:creationId xmlns:a16="http://schemas.microsoft.com/office/drawing/2014/main" id="{4D62DF6B-5928-4E78-95B5-6B688E872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217" y="2747776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50" name="Line 113">
              <a:extLst>
                <a:ext uri="{FF2B5EF4-FFF2-40B4-BE49-F238E27FC236}">
                  <a16:creationId xmlns:a16="http://schemas.microsoft.com/office/drawing/2014/main" id="{4D5C6E7D-1CB0-4057-BC09-C06716C33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366" y="2752588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51" name="Line 117">
              <a:extLst>
                <a:ext uri="{FF2B5EF4-FFF2-40B4-BE49-F238E27FC236}">
                  <a16:creationId xmlns:a16="http://schemas.microsoft.com/office/drawing/2014/main" id="{ECA4402E-3D62-46FF-8114-E810E819C0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91" y="2752587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52" name="Rectangle 109">
              <a:extLst>
                <a:ext uri="{FF2B5EF4-FFF2-40B4-BE49-F238E27FC236}">
                  <a16:creationId xmlns:a16="http://schemas.microsoft.com/office/drawing/2014/main" id="{8F80D8C9-358A-4BEA-89AD-BF1ECD43E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92" y="2504145"/>
              <a:ext cx="1860484" cy="1315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116780" name="Group 214">
            <a:extLst>
              <a:ext uri="{FF2B5EF4-FFF2-40B4-BE49-F238E27FC236}">
                <a16:creationId xmlns:a16="http://schemas.microsoft.com/office/drawing/2014/main" id="{5E085429-4371-486E-9359-9616F67932B9}"/>
              </a:ext>
            </a:extLst>
          </p:cNvPr>
          <p:cNvGrpSpPr>
            <a:grpSpLocks/>
          </p:cNvGrpSpPr>
          <p:nvPr/>
        </p:nvGrpSpPr>
        <p:grpSpPr bwMode="auto">
          <a:xfrm>
            <a:off x="6053139" y="5583241"/>
            <a:ext cx="430212" cy="376237"/>
            <a:chOff x="355958" y="2437424"/>
            <a:chExt cx="1990400" cy="1450803"/>
          </a:xfrm>
        </p:grpSpPr>
        <p:sp>
          <p:nvSpPr>
            <p:cNvPr id="116833" name="Rectangle 4">
              <a:extLst>
                <a:ext uri="{FF2B5EF4-FFF2-40B4-BE49-F238E27FC236}">
                  <a16:creationId xmlns:a16="http://schemas.microsoft.com/office/drawing/2014/main" id="{7BDFDB27-94F7-4D8B-9CB4-B6EF46256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DAB8E5F-1FA8-4136-BEA1-EC690E042F89}"/>
                </a:ext>
              </a:extLst>
            </p:cNvPr>
            <p:cNvSpPr/>
            <p:nvPr/>
          </p:nvSpPr>
          <p:spPr bwMode="auto">
            <a:xfrm>
              <a:off x="1061045" y="2755744"/>
              <a:ext cx="661019" cy="10590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2ED40EE-E9B4-4717-ABFE-6B1144E57DA6}"/>
                </a:ext>
              </a:extLst>
            </p:cNvPr>
            <p:cNvSpPr/>
            <p:nvPr/>
          </p:nvSpPr>
          <p:spPr bwMode="auto">
            <a:xfrm>
              <a:off x="429405" y="2755744"/>
              <a:ext cx="624294" cy="10590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6836" name="Rectangle 218">
              <a:extLst>
                <a:ext uri="{FF2B5EF4-FFF2-40B4-BE49-F238E27FC236}">
                  <a16:creationId xmlns:a16="http://schemas.microsoft.com/office/drawing/2014/main" id="{9B50E910-AE74-4BD8-8591-4D057A8EC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37" name="Rectangle 219">
              <a:extLst>
                <a:ext uri="{FF2B5EF4-FFF2-40B4-BE49-F238E27FC236}">
                  <a16:creationId xmlns:a16="http://schemas.microsoft.com/office/drawing/2014/main" id="{DC0ABDA2-976C-4392-B8E9-BBF183AC3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38" name="Line 116">
              <a:extLst>
                <a:ext uri="{FF2B5EF4-FFF2-40B4-BE49-F238E27FC236}">
                  <a16:creationId xmlns:a16="http://schemas.microsoft.com/office/drawing/2014/main" id="{F661F3A4-DDB7-4B90-B503-73351A0B8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91" y="3018361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39" name="Line 113">
              <a:extLst>
                <a:ext uri="{FF2B5EF4-FFF2-40B4-BE49-F238E27FC236}">
                  <a16:creationId xmlns:a16="http://schemas.microsoft.com/office/drawing/2014/main" id="{759A01A8-3AF7-45AB-9072-8F8B49AAD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217" y="2747776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40" name="Line 113">
              <a:extLst>
                <a:ext uri="{FF2B5EF4-FFF2-40B4-BE49-F238E27FC236}">
                  <a16:creationId xmlns:a16="http://schemas.microsoft.com/office/drawing/2014/main" id="{6149344F-304B-4DF4-BBB3-95EDF3323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366" y="2752588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41" name="Line 117">
              <a:extLst>
                <a:ext uri="{FF2B5EF4-FFF2-40B4-BE49-F238E27FC236}">
                  <a16:creationId xmlns:a16="http://schemas.microsoft.com/office/drawing/2014/main" id="{27587F5F-C143-447B-B61B-230038FE51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91" y="2752587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42" name="Rectangle 109">
              <a:extLst>
                <a:ext uri="{FF2B5EF4-FFF2-40B4-BE49-F238E27FC236}">
                  <a16:creationId xmlns:a16="http://schemas.microsoft.com/office/drawing/2014/main" id="{2E802569-7996-4398-A7AD-8FC812F2C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92" y="2504145"/>
              <a:ext cx="1860484" cy="1315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116781" name="Group 225">
            <a:extLst>
              <a:ext uri="{FF2B5EF4-FFF2-40B4-BE49-F238E27FC236}">
                <a16:creationId xmlns:a16="http://schemas.microsoft.com/office/drawing/2014/main" id="{6E6908EC-C9B9-44F8-9C29-4AB4D57EFDC2}"/>
              </a:ext>
            </a:extLst>
          </p:cNvPr>
          <p:cNvGrpSpPr>
            <a:grpSpLocks/>
          </p:cNvGrpSpPr>
          <p:nvPr/>
        </p:nvGrpSpPr>
        <p:grpSpPr bwMode="auto">
          <a:xfrm>
            <a:off x="6483351" y="6132514"/>
            <a:ext cx="431800" cy="374651"/>
            <a:chOff x="355958" y="2437424"/>
            <a:chExt cx="1990400" cy="1450803"/>
          </a:xfrm>
        </p:grpSpPr>
        <p:sp>
          <p:nvSpPr>
            <p:cNvPr id="116823" name="Rectangle 4">
              <a:extLst>
                <a:ext uri="{FF2B5EF4-FFF2-40B4-BE49-F238E27FC236}">
                  <a16:creationId xmlns:a16="http://schemas.microsoft.com/office/drawing/2014/main" id="{77115697-C173-46CD-A8E2-84D6A2191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13BE6543-3300-4140-AD21-572E434171F6}"/>
                </a:ext>
              </a:extLst>
            </p:cNvPr>
            <p:cNvSpPr/>
            <p:nvPr/>
          </p:nvSpPr>
          <p:spPr bwMode="auto">
            <a:xfrm>
              <a:off x="1058452" y="2750943"/>
              <a:ext cx="665908" cy="106351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37C196EC-D4BF-44E2-8B6B-72C44BAFFFC6}"/>
                </a:ext>
              </a:extLst>
            </p:cNvPr>
            <p:cNvSpPr/>
            <p:nvPr/>
          </p:nvSpPr>
          <p:spPr bwMode="auto">
            <a:xfrm>
              <a:off x="436454" y="2757092"/>
              <a:ext cx="621998" cy="10573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6826" name="Rectangle 229">
              <a:extLst>
                <a:ext uri="{FF2B5EF4-FFF2-40B4-BE49-F238E27FC236}">
                  <a16:creationId xmlns:a16="http://schemas.microsoft.com/office/drawing/2014/main" id="{602A6F29-B9D6-4810-9F38-25086864C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27" name="Rectangle 230">
              <a:extLst>
                <a:ext uri="{FF2B5EF4-FFF2-40B4-BE49-F238E27FC236}">
                  <a16:creationId xmlns:a16="http://schemas.microsoft.com/office/drawing/2014/main" id="{38AE7B42-A534-400E-88D0-96B76F8BB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28" name="Line 116">
              <a:extLst>
                <a:ext uri="{FF2B5EF4-FFF2-40B4-BE49-F238E27FC236}">
                  <a16:creationId xmlns:a16="http://schemas.microsoft.com/office/drawing/2014/main" id="{00FE75AB-E6F1-400E-B238-4BF15FE99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91" y="3018361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29" name="Line 113">
              <a:extLst>
                <a:ext uri="{FF2B5EF4-FFF2-40B4-BE49-F238E27FC236}">
                  <a16:creationId xmlns:a16="http://schemas.microsoft.com/office/drawing/2014/main" id="{36F8EA62-A8F4-4C7D-9906-AD93312CE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217" y="2747776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30" name="Line 113">
              <a:extLst>
                <a:ext uri="{FF2B5EF4-FFF2-40B4-BE49-F238E27FC236}">
                  <a16:creationId xmlns:a16="http://schemas.microsoft.com/office/drawing/2014/main" id="{0288CE66-6532-4154-B922-196BB93AB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366" y="2752588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31" name="Line 117">
              <a:extLst>
                <a:ext uri="{FF2B5EF4-FFF2-40B4-BE49-F238E27FC236}">
                  <a16:creationId xmlns:a16="http://schemas.microsoft.com/office/drawing/2014/main" id="{E7D86355-1BFB-4D31-B31F-9067945212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91" y="2752587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32" name="Rectangle 109">
              <a:extLst>
                <a:ext uri="{FF2B5EF4-FFF2-40B4-BE49-F238E27FC236}">
                  <a16:creationId xmlns:a16="http://schemas.microsoft.com/office/drawing/2014/main" id="{942D20FC-876C-4F41-ABA9-85478F5C6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92" y="2504145"/>
              <a:ext cx="1860484" cy="1315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116782" name="Group 236">
            <a:extLst>
              <a:ext uri="{FF2B5EF4-FFF2-40B4-BE49-F238E27FC236}">
                <a16:creationId xmlns:a16="http://schemas.microsoft.com/office/drawing/2014/main" id="{868EEC3B-561F-4D15-8AC8-191299DB727E}"/>
              </a:ext>
            </a:extLst>
          </p:cNvPr>
          <p:cNvGrpSpPr>
            <a:grpSpLocks/>
          </p:cNvGrpSpPr>
          <p:nvPr/>
        </p:nvGrpSpPr>
        <p:grpSpPr bwMode="auto">
          <a:xfrm>
            <a:off x="4835525" y="4545016"/>
            <a:ext cx="431800" cy="306387"/>
            <a:chOff x="355958" y="2437424"/>
            <a:chExt cx="1990400" cy="1450803"/>
          </a:xfrm>
        </p:grpSpPr>
        <p:sp>
          <p:nvSpPr>
            <p:cNvPr id="116813" name="Rectangle 4">
              <a:extLst>
                <a:ext uri="{FF2B5EF4-FFF2-40B4-BE49-F238E27FC236}">
                  <a16:creationId xmlns:a16="http://schemas.microsoft.com/office/drawing/2014/main" id="{E7001793-074C-484B-AB2C-2BFA66FCD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58" y="2437424"/>
              <a:ext cx="1990400" cy="145080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EBCDC460-3471-4965-BDFB-812860ECC28C}"/>
                </a:ext>
              </a:extLst>
            </p:cNvPr>
            <p:cNvSpPr/>
            <p:nvPr/>
          </p:nvSpPr>
          <p:spPr bwMode="auto">
            <a:xfrm>
              <a:off x="1058452" y="2753143"/>
              <a:ext cx="665908" cy="10599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28F1B176-38AC-4D33-A8E4-BA806C5C2F79}"/>
                </a:ext>
              </a:extLst>
            </p:cNvPr>
            <p:cNvSpPr/>
            <p:nvPr/>
          </p:nvSpPr>
          <p:spPr bwMode="auto">
            <a:xfrm>
              <a:off x="436454" y="2760658"/>
              <a:ext cx="621998" cy="10523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6816" name="Rectangle 240">
              <a:extLst>
                <a:ext uri="{FF2B5EF4-FFF2-40B4-BE49-F238E27FC236}">
                  <a16:creationId xmlns:a16="http://schemas.microsoft.com/office/drawing/2014/main" id="{F41A6914-C9DC-4129-8978-D94F2A52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80" y="2504145"/>
              <a:ext cx="1855396" cy="2484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17" name="Rectangle 241">
              <a:extLst>
                <a:ext uri="{FF2B5EF4-FFF2-40B4-BE49-F238E27FC236}">
                  <a16:creationId xmlns:a16="http://schemas.microsoft.com/office/drawing/2014/main" id="{1081BE60-5AF6-4751-8199-B2FA095E0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172" y="2751938"/>
              <a:ext cx="542081" cy="106070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16818" name="Line 116">
              <a:extLst>
                <a:ext uri="{FF2B5EF4-FFF2-40B4-BE49-F238E27FC236}">
                  <a16:creationId xmlns:a16="http://schemas.microsoft.com/office/drawing/2014/main" id="{7942420B-CF44-454E-9825-81338E886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91" y="3018361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19" name="Line 113">
              <a:extLst>
                <a:ext uri="{FF2B5EF4-FFF2-40B4-BE49-F238E27FC236}">
                  <a16:creationId xmlns:a16="http://schemas.microsoft.com/office/drawing/2014/main" id="{E4886D64-46B0-4748-A9FD-C2686B460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217" y="2747776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20" name="Line 113">
              <a:extLst>
                <a:ext uri="{FF2B5EF4-FFF2-40B4-BE49-F238E27FC236}">
                  <a16:creationId xmlns:a16="http://schemas.microsoft.com/office/drawing/2014/main" id="{B05202A9-E425-4F63-9F45-5E9582FD8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366" y="2752588"/>
              <a:ext cx="793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21" name="Line 117">
              <a:extLst>
                <a:ext uri="{FF2B5EF4-FFF2-40B4-BE49-F238E27FC236}">
                  <a16:creationId xmlns:a16="http://schemas.microsoft.com/office/drawing/2014/main" id="{4691148F-F059-4713-AA22-4CD0E6D11A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91" y="2752587"/>
              <a:ext cx="18604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22" name="Rectangle 109">
              <a:extLst>
                <a:ext uri="{FF2B5EF4-FFF2-40B4-BE49-F238E27FC236}">
                  <a16:creationId xmlns:a16="http://schemas.microsoft.com/office/drawing/2014/main" id="{BC4E7C34-CA11-4D29-AE0D-CE0F77E91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92" y="2504145"/>
              <a:ext cx="1860484" cy="1315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12410079-AF38-4F8B-A116-D610E3B8E95D}"/>
              </a:ext>
            </a:extLst>
          </p:cNvPr>
          <p:cNvCxnSpPr>
            <a:cxnSpLocks noChangeShapeType="1"/>
            <a:stCxn id="116793" idx="2"/>
          </p:cNvCxnSpPr>
          <p:nvPr/>
        </p:nvCxnSpPr>
        <p:spPr bwMode="auto">
          <a:xfrm>
            <a:off x="5051426" y="2895602"/>
            <a:ext cx="1588" cy="1895475"/>
          </a:xfrm>
          <a:prstGeom prst="straightConnector1">
            <a:avLst/>
          </a:prstGeom>
          <a:noFill/>
          <a:ln w="9525">
            <a:solidFill>
              <a:srgbClr val="009973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46B76C24-9F55-4B94-AA45-B14775F757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4189" y="2903539"/>
            <a:ext cx="44451" cy="2119312"/>
          </a:xfrm>
          <a:prstGeom prst="straightConnector1">
            <a:avLst/>
          </a:prstGeom>
          <a:noFill/>
          <a:ln w="9525">
            <a:solidFill>
              <a:srgbClr val="009973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06761121-03E0-45F1-9CF3-CF9354BA76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96014" y="2895603"/>
            <a:ext cx="63500" cy="2944813"/>
          </a:xfrm>
          <a:prstGeom prst="straightConnector1">
            <a:avLst/>
          </a:prstGeom>
          <a:noFill/>
          <a:ln w="9525">
            <a:solidFill>
              <a:srgbClr val="009973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FDBBF833-8A1E-45C5-A570-F69B2CD52656}"/>
              </a:ext>
            </a:extLst>
          </p:cNvPr>
          <p:cNvCxnSpPr>
            <a:cxnSpLocks noChangeShapeType="1"/>
            <a:stCxn id="116808" idx="2"/>
          </p:cNvCxnSpPr>
          <p:nvPr/>
        </p:nvCxnSpPr>
        <p:spPr bwMode="auto">
          <a:xfrm>
            <a:off x="6669091" y="2895601"/>
            <a:ext cx="22225" cy="3492500"/>
          </a:xfrm>
          <a:prstGeom prst="straightConnector1">
            <a:avLst/>
          </a:prstGeom>
          <a:noFill/>
          <a:ln w="9525">
            <a:solidFill>
              <a:srgbClr val="009973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6787" name="Group 251">
            <a:extLst>
              <a:ext uri="{FF2B5EF4-FFF2-40B4-BE49-F238E27FC236}">
                <a16:creationId xmlns:a16="http://schemas.microsoft.com/office/drawing/2014/main" id="{D41F0B7B-6E09-4FFD-9BE6-B9103C5F66C3}"/>
              </a:ext>
            </a:extLst>
          </p:cNvPr>
          <p:cNvGrpSpPr>
            <a:grpSpLocks/>
          </p:cNvGrpSpPr>
          <p:nvPr/>
        </p:nvGrpSpPr>
        <p:grpSpPr bwMode="auto">
          <a:xfrm>
            <a:off x="6505578" y="2647950"/>
            <a:ext cx="327025" cy="247651"/>
            <a:chOff x="8481778" y="1650237"/>
            <a:chExt cx="327460" cy="247650"/>
          </a:xfrm>
        </p:grpSpPr>
        <p:sp>
          <p:nvSpPr>
            <p:cNvPr id="116808" name="Rectangle 129">
              <a:extLst>
                <a:ext uri="{FF2B5EF4-FFF2-40B4-BE49-F238E27FC236}">
                  <a16:creationId xmlns:a16="http://schemas.microsoft.com/office/drawing/2014/main" id="{BA6937FB-A077-49E9-913C-7B3E202F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809" name="Line 130">
              <a:extLst>
                <a:ext uri="{FF2B5EF4-FFF2-40B4-BE49-F238E27FC236}">
                  <a16:creationId xmlns:a16="http://schemas.microsoft.com/office/drawing/2014/main" id="{DA599DF3-80E1-4EAE-BB38-EB4518472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682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10" name="Line 131">
              <a:extLst>
                <a:ext uri="{FF2B5EF4-FFF2-40B4-BE49-F238E27FC236}">
                  <a16:creationId xmlns:a16="http://schemas.microsoft.com/office/drawing/2014/main" id="{C25C7A50-3526-40CA-A553-0A2450661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3154" y="1740725"/>
              <a:ext cx="3260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11" name="Line 132">
              <a:extLst>
                <a:ext uri="{FF2B5EF4-FFF2-40B4-BE49-F238E27FC236}">
                  <a16:creationId xmlns:a16="http://schemas.microsoft.com/office/drawing/2014/main" id="{6CE80579-B6E0-4142-89F4-1D54C05749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1778" y="1691512"/>
              <a:ext cx="32746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12" name="Line 130">
              <a:extLst>
                <a:ext uri="{FF2B5EF4-FFF2-40B4-BE49-F238E27FC236}">
                  <a16:creationId xmlns:a16="http://schemas.microsoft.com/office/drawing/2014/main" id="{B87CA2BC-9301-42D3-BDF0-AB0F538CC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2857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6788" name="Group 257">
            <a:extLst>
              <a:ext uri="{FF2B5EF4-FFF2-40B4-BE49-F238E27FC236}">
                <a16:creationId xmlns:a16="http://schemas.microsoft.com/office/drawing/2014/main" id="{938DCFB0-2315-4A8E-8E10-F4BD277251A5}"/>
              </a:ext>
            </a:extLst>
          </p:cNvPr>
          <p:cNvGrpSpPr>
            <a:grpSpLocks/>
          </p:cNvGrpSpPr>
          <p:nvPr/>
        </p:nvGrpSpPr>
        <p:grpSpPr bwMode="auto">
          <a:xfrm>
            <a:off x="6015042" y="2647950"/>
            <a:ext cx="327025" cy="247651"/>
            <a:chOff x="8481778" y="1650237"/>
            <a:chExt cx="327460" cy="247650"/>
          </a:xfrm>
        </p:grpSpPr>
        <p:sp>
          <p:nvSpPr>
            <p:cNvPr id="116803" name="Rectangle 129">
              <a:extLst>
                <a:ext uri="{FF2B5EF4-FFF2-40B4-BE49-F238E27FC236}">
                  <a16:creationId xmlns:a16="http://schemas.microsoft.com/office/drawing/2014/main" id="{F8C8BDBF-585E-46A6-8EA1-9A6DB3B1E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804" name="Line 130">
              <a:extLst>
                <a:ext uri="{FF2B5EF4-FFF2-40B4-BE49-F238E27FC236}">
                  <a16:creationId xmlns:a16="http://schemas.microsoft.com/office/drawing/2014/main" id="{D1FFE26D-1E5F-4A9E-B556-E052A08D2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682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5" name="Line 131">
              <a:extLst>
                <a:ext uri="{FF2B5EF4-FFF2-40B4-BE49-F238E27FC236}">
                  <a16:creationId xmlns:a16="http://schemas.microsoft.com/office/drawing/2014/main" id="{541B7C6C-9C20-4C3B-AA06-DCEA2B053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3154" y="1740725"/>
              <a:ext cx="3260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6" name="Line 132">
              <a:extLst>
                <a:ext uri="{FF2B5EF4-FFF2-40B4-BE49-F238E27FC236}">
                  <a16:creationId xmlns:a16="http://schemas.microsoft.com/office/drawing/2014/main" id="{0B086C4E-9A92-40AF-BF42-5951E02836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1778" y="1691512"/>
              <a:ext cx="32746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7" name="Line 130">
              <a:extLst>
                <a:ext uri="{FF2B5EF4-FFF2-40B4-BE49-F238E27FC236}">
                  <a16:creationId xmlns:a16="http://schemas.microsoft.com/office/drawing/2014/main" id="{3AFD82E2-16B9-4E08-9E3F-DBC15223B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2857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6789" name="Group 263">
            <a:extLst>
              <a:ext uri="{FF2B5EF4-FFF2-40B4-BE49-F238E27FC236}">
                <a16:creationId xmlns:a16="http://schemas.microsoft.com/office/drawing/2014/main" id="{990DDFE5-3E8C-4187-953A-E5ACE9A3EBA9}"/>
              </a:ext>
            </a:extLst>
          </p:cNvPr>
          <p:cNvGrpSpPr>
            <a:grpSpLocks/>
          </p:cNvGrpSpPr>
          <p:nvPr/>
        </p:nvGrpSpPr>
        <p:grpSpPr bwMode="auto">
          <a:xfrm>
            <a:off x="5386391" y="2647950"/>
            <a:ext cx="327025" cy="247651"/>
            <a:chOff x="8481778" y="1650237"/>
            <a:chExt cx="327460" cy="247650"/>
          </a:xfrm>
        </p:grpSpPr>
        <p:sp>
          <p:nvSpPr>
            <p:cNvPr id="116798" name="Rectangle 129">
              <a:extLst>
                <a:ext uri="{FF2B5EF4-FFF2-40B4-BE49-F238E27FC236}">
                  <a16:creationId xmlns:a16="http://schemas.microsoft.com/office/drawing/2014/main" id="{CA9A6375-06B4-420B-8DC0-FCFE4B162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799" name="Line 130">
              <a:extLst>
                <a:ext uri="{FF2B5EF4-FFF2-40B4-BE49-F238E27FC236}">
                  <a16:creationId xmlns:a16="http://schemas.microsoft.com/office/drawing/2014/main" id="{56E36E64-F69A-4CF2-B048-CB83A47B9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682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0" name="Line 131">
              <a:extLst>
                <a:ext uri="{FF2B5EF4-FFF2-40B4-BE49-F238E27FC236}">
                  <a16:creationId xmlns:a16="http://schemas.microsoft.com/office/drawing/2014/main" id="{9E0B4B5D-3B9A-413A-B68A-6BAA56315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3154" y="1740725"/>
              <a:ext cx="3260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1" name="Line 132">
              <a:extLst>
                <a:ext uri="{FF2B5EF4-FFF2-40B4-BE49-F238E27FC236}">
                  <a16:creationId xmlns:a16="http://schemas.microsoft.com/office/drawing/2014/main" id="{B5B584AB-3140-4ADF-B53D-147738B94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1778" y="1691512"/>
              <a:ext cx="32746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2" name="Line 130">
              <a:extLst>
                <a:ext uri="{FF2B5EF4-FFF2-40B4-BE49-F238E27FC236}">
                  <a16:creationId xmlns:a16="http://schemas.microsoft.com/office/drawing/2014/main" id="{D0DB0FD6-2852-4077-9339-8A43C0852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2857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6790" name="Group 269">
            <a:extLst>
              <a:ext uri="{FF2B5EF4-FFF2-40B4-BE49-F238E27FC236}">
                <a16:creationId xmlns:a16="http://schemas.microsoft.com/office/drawing/2014/main" id="{CC13683A-A322-4796-8C48-66BFE206B484}"/>
              </a:ext>
            </a:extLst>
          </p:cNvPr>
          <p:cNvGrpSpPr>
            <a:grpSpLocks/>
          </p:cNvGrpSpPr>
          <p:nvPr/>
        </p:nvGrpSpPr>
        <p:grpSpPr bwMode="auto">
          <a:xfrm>
            <a:off x="4886328" y="2647950"/>
            <a:ext cx="328613" cy="247651"/>
            <a:chOff x="8481778" y="1650237"/>
            <a:chExt cx="327460" cy="247650"/>
          </a:xfrm>
        </p:grpSpPr>
        <p:sp>
          <p:nvSpPr>
            <p:cNvPr id="116793" name="Rectangle 129">
              <a:extLst>
                <a:ext uri="{FF2B5EF4-FFF2-40B4-BE49-F238E27FC236}">
                  <a16:creationId xmlns:a16="http://schemas.microsoft.com/office/drawing/2014/main" id="{181CE6BC-8DC3-4CD7-AC6F-A4CB682BA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3154" y="1650237"/>
              <a:ext cx="326082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16794" name="Line 130">
              <a:extLst>
                <a:ext uri="{FF2B5EF4-FFF2-40B4-BE49-F238E27FC236}">
                  <a16:creationId xmlns:a16="http://schemas.microsoft.com/office/drawing/2014/main" id="{856BE4A5-40BF-4E05-8DDA-6371C096B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682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95" name="Line 131">
              <a:extLst>
                <a:ext uri="{FF2B5EF4-FFF2-40B4-BE49-F238E27FC236}">
                  <a16:creationId xmlns:a16="http://schemas.microsoft.com/office/drawing/2014/main" id="{B15A8214-E6E8-431E-963E-0C2643D52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3154" y="1740725"/>
              <a:ext cx="3260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96" name="Line 132">
              <a:extLst>
                <a:ext uri="{FF2B5EF4-FFF2-40B4-BE49-F238E27FC236}">
                  <a16:creationId xmlns:a16="http://schemas.microsoft.com/office/drawing/2014/main" id="{C2226FE1-0CF3-4FA0-94D5-2AE940896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1778" y="1691512"/>
              <a:ext cx="32746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97" name="Line 130">
              <a:extLst>
                <a:ext uri="{FF2B5EF4-FFF2-40B4-BE49-F238E27FC236}">
                  <a16:creationId xmlns:a16="http://schemas.microsoft.com/office/drawing/2014/main" id="{EF5C08D8-27E6-47C6-B6CC-D438FA12A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2857" y="1691512"/>
              <a:ext cx="1376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DBE4-ED5B-76F0-37EE-89E693B7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B1FB-3ABD-635B-6FA7-2A728736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7871"/>
            <a:ext cx="8229600" cy="7170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kern="1200" dirty="0">
                <a:latin typeface="Gill Sans MT" panose="020B0502020104020203" pitchFamily="34" charset="0"/>
                <a:cs typeface="Arial" panose="020B0604020202020204" pitchFamily="34" charset="0"/>
              </a:rPr>
              <a:t>OpenFlow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E670D-49C7-F178-9FAB-55430A2E5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03" y="1288776"/>
            <a:ext cx="8229600" cy="481469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406"/>
              </a:spcBef>
              <a:spcAft>
                <a:spcPts val="563"/>
              </a:spcAft>
            </a:pPr>
            <a:r>
              <a:rPr lang="en-US" sz="2100" b="1" dirty="0">
                <a:latin typeface="Segoe UI" panose="020B0502040204020203" pitchFamily="34" charset="0"/>
              </a:rPr>
              <a:t>What is OpenFlow?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94B5E-6E35-93EB-4175-AAEEEBE1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AD85B3-9900-0F4D-2F30-AA216B3FA7B5}"/>
              </a:ext>
            </a:extLst>
          </p:cNvPr>
          <p:cNvSpPr txBox="1"/>
          <p:nvPr/>
        </p:nvSpPr>
        <p:spPr>
          <a:xfrm>
            <a:off x="457200" y="1743674"/>
            <a:ext cx="8229600" cy="128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OpenFlow is the first and most widely adopted southbound API standard for SDN, enabling communication between the controller and network devices for centralized control of packet forwarding.</a:t>
            </a:r>
            <a:endParaRPr lang="en-LB" sz="16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AC5E5-B22E-C37F-F8D3-CD3BBAB6C83C}"/>
              </a:ext>
            </a:extLst>
          </p:cNvPr>
          <p:cNvSpPr txBox="1"/>
          <p:nvPr/>
        </p:nvSpPr>
        <p:spPr>
          <a:xfrm>
            <a:off x="109603" y="3371028"/>
            <a:ext cx="4570434" cy="39241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>
              <a:buFont typeface="Wingdings" pitchFamily="2" charset="2"/>
              <a:buChar char="§"/>
            </a:pPr>
            <a:r>
              <a:rPr lang="en-US" sz="2100" dirty="0"/>
              <a:t>OpenFlow Key Concepts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C4C4A-4DB2-1572-7197-EEEA61383259}"/>
              </a:ext>
            </a:extLst>
          </p:cNvPr>
          <p:cNvSpPr txBox="1"/>
          <p:nvPr/>
        </p:nvSpPr>
        <p:spPr>
          <a:xfrm>
            <a:off x="263046" y="3899825"/>
            <a:ext cx="878518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spcBef>
                <a:spcPts val="563"/>
              </a:spcBef>
              <a:spcAft>
                <a:spcPts val="563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</a:rPr>
              <a:t>Flow Tables:</a:t>
            </a:r>
            <a:r>
              <a:rPr lang="en-US" dirty="0">
                <a:latin typeface="Segoe UI" panose="020B0502040204020203" pitchFamily="34" charset="0"/>
              </a:rPr>
              <a:t> Packet matching and action rules</a:t>
            </a:r>
          </a:p>
          <a:p>
            <a:pPr marL="257175" indent="-257175">
              <a:spcBef>
                <a:spcPts val="563"/>
              </a:spcBef>
              <a:spcAft>
                <a:spcPts val="563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</a:rPr>
              <a:t>Flow Entries:</a:t>
            </a:r>
            <a:r>
              <a:rPr lang="en-US" dirty="0">
                <a:latin typeface="Segoe UI" panose="020B0502040204020203" pitchFamily="34" charset="0"/>
              </a:rPr>
              <a:t> Individual forwarding rules</a:t>
            </a:r>
          </a:p>
          <a:p>
            <a:pPr marL="257175" indent="-257175">
              <a:spcBef>
                <a:spcPts val="563"/>
              </a:spcBef>
              <a:spcAft>
                <a:spcPts val="563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</a:rPr>
              <a:t>OpenFlow Channel:</a:t>
            </a:r>
            <a:r>
              <a:rPr lang="en-US" dirty="0">
                <a:latin typeface="Segoe UI" panose="020B0502040204020203" pitchFamily="34" charset="0"/>
              </a:rPr>
              <a:t> Secure connection to controller</a:t>
            </a:r>
          </a:p>
          <a:p>
            <a:pPr marL="257175" indent="-257175">
              <a:spcBef>
                <a:spcPts val="563"/>
              </a:spcBef>
              <a:spcAft>
                <a:spcPts val="563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</a:rPr>
              <a:t>OpenFlow Messages:</a:t>
            </a:r>
            <a:r>
              <a:rPr lang="en-US" dirty="0">
                <a:latin typeface="Segoe UI" panose="020B0502040204020203" pitchFamily="34" charset="0"/>
              </a:rPr>
              <a:t> Control protocol messages</a:t>
            </a:r>
          </a:p>
        </p:txBody>
      </p:sp>
    </p:spTree>
    <p:extLst>
      <p:ext uri="{BB962C8B-B14F-4D97-AF65-F5344CB8AC3E}">
        <p14:creationId xmlns:p14="http://schemas.microsoft.com/office/powerpoint/2010/main" val="2116069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A7A8D-B7FE-684A-43BB-1EB48209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32D1-2DF6-478B-C8FB-338131CA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837" y="344201"/>
            <a:ext cx="8229600" cy="7170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kern="1200" dirty="0">
                <a:latin typeface="Gill Sans MT" panose="020B0502020104020203" pitchFamily="34" charset="0"/>
                <a:cs typeface="Arial" panose="020B0604020202020204" pitchFamily="34" charset="0"/>
              </a:rPr>
              <a:t>OpenFlow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D0E64-677E-003A-CB15-C31032A7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57" y="1831999"/>
            <a:ext cx="7975646" cy="481469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406"/>
              </a:spcBef>
              <a:spcAft>
                <a:spcPts val="563"/>
              </a:spcAft>
            </a:pPr>
            <a:r>
              <a:rPr lang="en-US" sz="2100" b="1" dirty="0">
                <a:latin typeface="Segoe UI" panose="020B0502040204020203" pitchFamily="34" charset="0"/>
              </a:rPr>
              <a:t>OpenFlow Switch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4EB7-D8A5-F84A-2997-5863E38D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BAECF-526E-AE1E-0E37-05CD9D1058D0}"/>
              </a:ext>
            </a:extLst>
          </p:cNvPr>
          <p:cNvSpPr txBox="1"/>
          <p:nvPr/>
        </p:nvSpPr>
        <p:spPr>
          <a:xfrm>
            <a:off x="109603" y="3522945"/>
            <a:ext cx="4570434" cy="39241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sz="2100" dirty="0"/>
              <a:t>OpenFlow Versions Evolution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9F50E3-4F6E-42BD-EA76-B228D3E4D6F7}"/>
              </a:ext>
            </a:extLst>
          </p:cNvPr>
          <p:cNvSpPr txBox="1"/>
          <p:nvPr/>
        </p:nvSpPr>
        <p:spPr>
          <a:xfrm>
            <a:off x="263047" y="4037824"/>
            <a:ext cx="878518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spcBef>
                <a:spcPts val="563"/>
              </a:spcBef>
              <a:spcAft>
                <a:spcPts val="563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</a:rPr>
              <a:t>OpenFlow 1.0: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 Basic flow tables and actions</a:t>
            </a:r>
          </a:p>
          <a:p>
            <a:pPr marL="257175" indent="-257175">
              <a:spcBef>
                <a:spcPts val="563"/>
              </a:spcBef>
              <a:spcAft>
                <a:spcPts val="563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</a:rPr>
              <a:t>OpenFlow 1.3: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 Multiple tables, group tables, meters</a:t>
            </a:r>
          </a:p>
          <a:p>
            <a:pPr marL="257175" indent="-257175">
              <a:spcBef>
                <a:spcPts val="563"/>
              </a:spcBef>
              <a:spcAft>
                <a:spcPts val="563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</a:rPr>
              <a:t>OpenFlow 1.4+: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 Extensibility, bundles, synchronization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E7A02-B59F-321E-BF79-D551FAC90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091" y="2072733"/>
            <a:ext cx="3893898" cy="166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07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>
            <a:extLst>
              <a:ext uri="{FF2B5EF4-FFF2-40B4-BE49-F238E27FC236}">
                <a16:creationId xmlns:a16="http://schemas.microsoft.com/office/drawing/2014/main" id="{CFDD2394-F248-4CBC-B4B9-1F089CAA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42" y="0"/>
            <a:ext cx="8435975" cy="1143000"/>
          </a:xfrm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</a:rPr>
              <a:t>OpenFlow data plane abstraction</a:t>
            </a:r>
          </a:p>
        </p:txBody>
      </p:sp>
      <p:sp>
        <p:nvSpPr>
          <p:cNvPr id="117763" name="Content Placeholder 2">
            <a:extLst>
              <a:ext uri="{FF2B5EF4-FFF2-40B4-BE49-F238E27FC236}">
                <a16:creationId xmlns:a16="http://schemas.microsoft.com/office/drawing/2014/main" id="{581C8984-4EE3-4A83-9A65-16EC0CFF8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243013"/>
            <a:ext cx="8458200" cy="5334000"/>
          </a:xfrm>
        </p:spPr>
        <p:txBody>
          <a:bodyPr/>
          <a:lstStyle/>
          <a:p>
            <a:r>
              <a:rPr lang="en-US" altLang="en-US" b="1" i="1" dirty="0">
                <a:solidFill>
                  <a:srgbClr val="000090"/>
                </a:solidFill>
                <a:latin typeface="Calibri" panose="020F0502020204030204" pitchFamily="34" charset="0"/>
              </a:rPr>
              <a:t>flow</a:t>
            </a:r>
            <a:r>
              <a:rPr lang="en-US" altLang="en-US" dirty="0">
                <a:solidFill>
                  <a:srgbClr val="000090"/>
                </a:solidFill>
                <a:latin typeface="Calibri" panose="020F0502020204030204" pitchFamily="34" charset="0"/>
              </a:rPr>
              <a:t>: defined by header fields</a:t>
            </a:r>
          </a:p>
          <a:p>
            <a:r>
              <a:rPr lang="en-US" altLang="en-US" b="1" dirty="0">
                <a:solidFill>
                  <a:srgbClr val="000090"/>
                </a:solidFill>
                <a:latin typeface="Calibri" panose="020F0502020204030204" pitchFamily="34" charset="0"/>
              </a:rPr>
              <a:t>generalized forwarding</a:t>
            </a:r>
            <a:r>
              <a:rPr lang="en-US" altLang="en-US" dirty="0">
                <a:solidFill>
                  <a:srgbClr val="000090"/>
                </a:solidFill>
                <a:latin typeface="Calibri" panose="020F0502020204030204" pitchFamily="34" charset="0"/>
              </a:rPr>
              <a:t>: simple packet-handling rules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latin typeface="Calibri" panose="020F0502020204030204" pitchFamily="34" charset="0"/>
              </a:rPr>
              <a:t>Pattern</a:t>
            </a:r>
            <a:r>
              <a:rPr lang="en-US" altLang="en-US" i="1" dirty="0">
                <a:solidFill>
                  <a:srgbClr val="000090"/>
                </a:solidFill>
                <a:latin typeface="Calibri" panose="020F0502020204030204" pitchFamily="34" charset="0"/>
              </a:rPr>
              <a:t>: </a:t>
            </a:r>
            <a:r>
              <a:rPr lang="en-US" altLang="en-US" dirty="0">
                <a:solidFill>
                  <a:srgbClr val="000090"/>
                </a:solidFill>
                <a:latin typeface="Calibri" panose="020F0502020204030204" pitchFamily="34" charset="0"/>
              </a:rPr>
              <a:t>match </a:t>
            </a:r>
            <a:r>
              <a:rPr lang="en-US" altLang="en-US" dirty="0">
                <a:latin typeface="Calibri" panose="020F0502020204030204" pitchFamily="34" charset="0"/>
              </a:rPr>
              <a:t>values in packet header fields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latin typeface="Calibri" panose="020F0502020204030204" pitchFamily="34" charset="0"/>
              </a:rPr>
              <a:t>Actions: for matched packet: </a:t>
            </a:r>
            <a:r>
              <a:rPr lang="en-US" altLang="en-US" dirty="0">
                <a:latin typeface="Calibri" panose="020F0502020204030204" pitchFamily="34" charset="0"/>
              </a:rPr>
              <a:t>drop, forward, modify, matched packet or send matched packet to controller 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latin typeface="Calibri" panose="020F0502020204030204" pitchFamily="34" charset="0"/>
              </a:rPr>
              <a:t>Priority</a:t>
            </a:r>
            <a:r>
              <a:rPr lang="en-US" altLang="en-US" dirty="0">
                <a:latin typeface="Calibri" panose="020F0502020204030204" pitchFamily="34" charset="0"/>
              </a:rPr>
              <a:t>: disambiguate overlapping patterns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latin typeface="Calibri" panose="020F0502020204030204" pitchFamily="34" charset="0"/>
              </a:rPr>
              <a:t>Counters: </a:t>
            </a:r>
            <a:r>
              <a:rPr lang="en-US" altLang="en-US" dirty="0">
                <a:latin typeface="Calibri" panose="020F0502020204030204" pitchFamily="34" charset="0"/>
              </a:rPr>
              <a:t>#bytes and #packets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699349-3024-4FAA-A5E5-39C4EE4D80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93953" y="4635501"/>
            <a:ext cx="1127125" cy="19051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62827F-D379-4C97-8B85-869AC9FCC0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84753" y="4635501"/>
            <a:ext cx="1127125" cy="19051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7766" name="Group 7">
            <a:extLst>
              <a:ext uri="{FF2B5EF4-FFF2-40B4-BE49-F238E27FC236}">
                <a16:creationId xmlns:a16="http://schemas.microsoft.com/office/drawing/2014/main" id="{A40A9720-E278-4B1B-ACE9-CA5918DFE578}"/>
              </a:ext>
            </a:extLst>
          </p:cNvPr>
          <p:cNvGrpSpPr>
            <a:grpSpLocks/>
          </p:cNvGrpSpPr>
          <p:nvPr/>
        </p:nvGrpSpPr>
        <p:grpSpPr bwMode="auto">
          <a:xfrm>
            <a:off x="3427416" y="4233864"/>
            <a:ext cx="1652587" cy="868363"/>
            <a:chOff x="1871277" y="1576300"/>
            <a:chExt cx="1128371" cy="43786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70E6BBE-15AA-4CD1-8D53-9C8BCB0EF64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528" y="1694771"/>
              <a:ext cx="1125120" cy="31939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6DF7F4-B09B-463B-9548-1E181C64C4A7}"/>
                </a:ext>
              </a:extLst>
            </p:cNvPr>
            <p:cNvSpPr/>
            <p:nvPr/>
          </p:nvSpPr>
          <p:spPr bwMode="auto">
            <a:xfrm>
              <a:off x="1871277" y="1739597"/>
              <a:ext cx="1128371" cy="116069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DCBA1B3-13DA-4B54-ABDC-71A5F9A9FD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20" cy="31939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D770140-8F98-4A88-BA61-7794DDC624F7}"/>
                </a:ext>
              </a:extLst>
            </p:cNvPr>
            <p:cNvSpPr/>
            <p:nvPr/>
          </p:nvSpPr>
          <p:spPr bwMode="auto">
            <a:xfrm>
              <a:off x="2160686" y="1673158"/>
              <a:ext cx="546301" cy="160896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E23CEAC-BD43-4A08-9DFD-190A094CA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238" y="1633134"/>
              <a:ext cx="661197" cy="111267"/>
            </a:xfrm>
            <a:custGeom>
              <a:avLst/>
              <a:gdLst>
                <a:gd name="T0" fmla="*/ 0 w 3723451"/>
                <a:gd name="T1" fmla="*/ 27221 h 932950"/>
                <a:gd name="T2" fmla="*/ 116342 w 3723451"/>
                <a:gd name="T3" fmla="*/ 321 h 932950"/>
                <a:gd name="T4" fmla="*/ 329542 w 3723451"/>
                <a:gd name="T5" fmla="*/ 62084 h 932950"/>
                <a:gd name="T6" fmla="*/ 532938 w 3723451"/>
                <a:gd name="T7" fmla="*/ 0 h 932950"/>
                <a:gd name="T8" fmla="*/ 661197 w 3723451"/>
                <a:gd name="T9" fmla="*/ 24705 h 932950"/>
                <a:gd name="T10" fmla="*/ 565772 w 3723451"/>
                <a:gd name="T11" fmla="*/ 55085 h 932950"/>
                <a:gd name="T12" fmla="*/ 535050 w 3723451"/>
                <a:gd name="T13" fmla="*/ 46894 h 932950"/>
                <a:gd name="T14" fmla="*/ 333288 w 3723451"/>
                <a:gd name="T15" fmla="*/ 111267 h 932950"/>
                <a:gd name="T16" fmla="*/ 126366 w 3723451"/>
                <a:gd name="T17" fmla="*/ 49262 h 932950"/>
                <a:gd name="T18" fmla="*/ 92910 w 3723451"/>
                <a:gd name="T19" fmla="*/ 55954 h 932950"/>
                <a:gd name="T20" fmla="*/ 0 w 3723451"/>
                <a:gd name="T21" fmla="*/ 27221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5234149-BEF2-4AE0-A5BD-F99D52333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978" y="1727590"/>
              <a:ext cx="241716" cy="96858"/>
            </a:xfrm>
            <a:custGeom>
              <a:avLst/>
              <a:gdLst>
                <a:gd name="T0" fmla="*/ 0 w 1366596"/>
                <a:gd name="T1" fmla="*/ 0 h 809868"/>
                <a:gd name="T2" fmla="*/ 241716 w 1366596"/>
                <a:gd name="T3" fmla="*/ 74845 h 809868"/>
                <a:gd name="T4" fmla="*/ 153005 w 1366596"/>
                <a:gd name="T5" fmla="*/ 96858 h 809868"/>
                <a:gd name="T6" fmla="*/ 814 w 1366596"/>
                <a:gd name="T7" fmla="*/ 51181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4D3AC3C-2C6B-4B7B-ABC7-DE04E47E5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31" y="1729992"/>
              <a:ext cx="238465" cy="96858"/>
            </a:xfrm>
            <a:custGeom>
              <a:avLst/>
              <a:gdLst>
                <a:gd name="T0" fmla="*/ 235210 w 1348191"/>
                <a:gd name="T1" fmla="*/ 0 h 791462"/>
                <a:gd name="T2" fmla="*/ 238465 w 1348191"/>
                <a:gd name="T3" fmla="*/ 46740 h 791462"/>
                <a:gd name="T4" fmla="*/ 86271 w 1348191"/>
                <a:gd name="T5" fmla="*/ 96858 h 791462"/>
                <a:gd name="T6" fmla="*/ 0 w 1348191"/>
                <a:gd name="T7" fmla="*/ 74896 h 791462"/>
                <a:gd name="T8" fmla="*/ 235210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BB9CA5-12D7-41AE-940A-D6CA0FD1A2B7}"/>
                </a:ext>
              </a:extLst>
            </p:cNvPr>
            <p:cNvCxnSpPr>
              <a:cxnSpLocks noChangeShapeType="1"/>
              <a:endCxn id="17" idx="2"/>
            </p:cNvCxnSpPr>
            <p:nvPr/>
          </p:nvCxnSpPr>
          <p:spPr bwMode="auto">
            <a:xfrm flipH="1" flipV="1">
              <a:off x="1871277" y="1737196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15429-87D8-400E-9330-CAFB20346D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397" y="1734795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A1315B6-8C57-42E5-9A40-C1760DD56E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83151" y="4935539"/>
            <a:ext cx="1106488" cy="3556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D5EC1B-547B-4D16-A2DF-E233E1FEB14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92688" y="4106863"/>
            <a:ext cx="1357312" cy="3048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769" name="TextBox 8">
            <a:extLst>
              <a:ext uri="{FF2B5EF4-FFF2-40B4-BE49-F238E27FC236}">
                <a16:creationId xmlns:a16="http://schemas.microsoft.com/office/drawing/2014/main" id="{228F4AD3-5B6B-41FB-866E-45B44471E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1" y="5691191"/>
            <a:ext cx="7810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/>
              <a:t>Flow table in a router (computed and distributed by controller) define router’s match+action rules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>
            <a:extLst>
              <a:ext uri="{FF2B5EF4-FFF2-40B4-BE49-F238E27FC236}">
                <a16:creationId xmlns:a16="http://schemas.microsoft.com/office/drawing/2014/main" id="{EC2B9604-6289-4F88-B0EB-1C1B06BD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42" y="0"/>
            <a:ext cx="8435975" cy="1143000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</a:rPr>
              <a:t>OpenFlow data plane abstraction</a:t>
            </a:r>
          </a:p>
        </p:txBody>
      </p:sp>
      <p:sp>
        <p:nvSpPr>
          <p:cNvPr id="118787" name="Content Placeholder 2">
            <a:extLst>
              <a:ext uri="{FF2B5EF4-FFF2-40B4-BE49-F238E27FC236}">
                <a16:creationId xmlns:a16="http://schemas.microsoft.com/office/drawing/2014/main" id="{3A48304C-92D4-4409-A288-66A04B7E0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243013"/>
            <a:ext cx="8458200" cy="5334000"/>
          </a:xfrm>
        </p:spPr>
        <p:txBody>
          <a:bodyPr/>
          <a:lstStyle/>
          <a:p>
            <a:r>
              <a:rPr lang="en-US" altLang="en-US" i="1">
                <a:solidFill>
                  <a:srgbClr val="000090"/>
                </a:solidFill>
                <a:latin typeface="Calibri" panose="020F0502020204030204" pitchFamily="34" charset="0"/>
              </a:rPr>
              <a:t>flow</a:t>
            </a:r>
            <a:r>
              <a:rPr lang="en-US" altLang="en-US">
                <a:solidFill>
                  <a:srgbClr val="000090"/>
                </a:solidFill>
                <a:latin typeface="Calibri" panose="020F0502020204030204" pitchFamily="34" charset="0"/>
              </a:rPr>
              <a:t>: defined by header fields</a:t>
            </a:r>
          </a:p>
          <a:p>
            <a:r>
              <a:rPr lang="en-US" altLang="en-US">
                <a:solidFill>
                  <a:srgbClr val="000090"/>
                </a:solidFill>
                <a:latin typeface="Calibri" panose="020F0502020204030204" pitchFamily="34" charset="0"/>
              </a:rPr>
              <a:t>generalized forwarding: simple packet-handling rules</a:t>
            </a:r>
          </a:p>
          <a:p>
            <a:pPr lvl="1"/>
            <a:r>
              <a:rPr lang="en-US" altLang="en-US" i="1">
                <a:solidFill>
                  <a:srgbClr val="CC0000"/>
                </a:solidFill>
                <a:latin typeface="Calibri" panose="020F0502020204030204" pitchFamily="34" charset="0"/>
              </a:rPr>
              <a:t>Pattern</a:t>
            </a:r>
            <a:r>
              <a:rPr lang="en-US" altLang="en-US" i="1">
                <a:solidFill>
                  <a:srgbClr val="000090"/>
                </a:solidFill>
                <a:latin typeface="Calibri" panose="020F0502020204030204" pitchFamily="34" charset="0"/>
              </a:rPr>
              <a:t>: </a:t>
            </a:r>
            <a:r>
              <a:rPr lang="en-US" altLang="en-US">
                <a:solidFill>
                  <a:srgbClr val="000090"/>
                </a:solidFill>
                <a:latin typeface="Calibri" panose="020F0502020204030204" pitchFamily="34" charset="0"/>
              </a:rPr>
              <a:t>match </a:t>
            </a:r>
            <a:r>
              <a:rPr lang="en-US" altLang="en-US">
                <a:latin typeface="Calibri" panose="020F0502020204030204" pitchFamily="34" charset="0"/>
              </a:rPr>
              <a:t>values in packet header fields</a:t>
            </a:r>
          </a:p>
          <a:p>
            <a:pPr lvl="1"/>
            <a:r>
              <a:rPr lang="en-US" altLang="en-US" i="1">
                <a:solidFill>
                  <a:srgbClr val="CC0000"/>
                </a:solidFill>
                <a:latin typeface="Calibri" panose="020F0502020204030204" pitchFamily="34" charset="0"/>
              </a:rPr>
              <a:t>Actions: for matched packet: </a:t>
            </a:r>
            <a:r>
              <a:rPr lang="en-US" altLang="en-US">
                <a:latin typeface="Calibri" panose="020F0502020204030204" pitchFamily="34" charset="0"/>
              </a:rPr>
              <a:t>drop, forward, modify, matched packet or send matched packet to controller </a:t>
            </a:r>
          </a:p>
          <a:p>
            <a:pPr lvl="1"/>
            <a:r>
              <a:rPr lang="en-US" altLang="en-US" i="1">
                <a:solidFill>
                  <a:srgbClr val="CC0000"/>
                </a:solidFill>
                <a:latin typeface="Calibri" panose="020F0502020204030204" pitchFamily="34" charset="0"/>
              </a:rPr>
              <a:t>Priority</a:t>
            </a:r>
            <a:r>
              <a:rPr lang="en-US" altLang="en-US">
                <a:latin typeface="Calibri" panose="020F0502020204030204" pitchFamily="34" charset="0"/>
              </a:rPr>
              <a:t>: disambiguate overlapping patterns</a:t>
            </a:r>
          </a:p>
          <a:p>
            <a:pPr lvl="1"/>
            <a:r>
              <a:rPr lang="en-US" altLang="en-US" i="1">
                <a:solidFill>
                  <a:srgbClr val="CC0000"/>
                </a:solidFill>
                <a:latin typeface="Calibri" panose="020F0502020204030204" pitchFamily="34" charset="0"/>
              </a:rPr>
              <a:t>Counters: </a:t>
            </a:r>
            <a:r>
              <a:rPr lang="en-US" altLang="en-US">
                <a:latin typeface="Calibri" panose="020F0502020204030204" pitchFamily="34" charset="0"/>
              </a:rPr>
              <a:t>#bytes and #packets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9940F4-180D-471F-A011-554569F0BC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93953" y="4635501"/>
            <a:ext cx="1127125" cy="19051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7C3E54-D970-4837-9AA8-75C6E053A7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84753" y="4635501"/>
            <a:ext cx="1127125" cy="19051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8790" name="Group 7">
            <a:extLst>
              <a:ext uri="{FF2B5EF4-FFF2-40B4-BE49-F238E27FC236}">
                <a16:creationId xmlns:a16="http://schemas.microsoft.com/office/drawing/2014/main" id="{ADE205D5-9798-424B-8FAB-57E877F3D213}"/>
              </a:ext>
            </a:extLst>
          </p:cNvPr>
          <p:cNvGrpSpPr>
            <a:grpSpLocks/>
          </p:cNvGrpSpPr>
          <p:nvPr/>
        </p:nvGrpSpPr>
        <p:grpSpPr bwMode="auto">
          <a:xfrm>
            <a:off x="3427416" y="4233864"/>
            <a:ext cx="1652587" cy="868363"/>
            <a:chOff x="1871277" y="1576300"/>
            <a:chExt cx="1128371" cy="43786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77B746-C597-4503-AD93-0AF67F117E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528" y="1694771"/>
              <a:ext cx="1125120" cy="31939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04E8FF-B505-44C8-95AA-83770F859103}"/>
                </a:ext>
              </a:extLst>
            </p:cNvPr>
            <p:cNvSpPr/>
            <p:nvPr/>
          </p:nvSpPr>
          <p:spPr bwMode="auto">
            <a:xfrm>
              <a:off x="1871277" y="1739597"/>
              <a:ext cx="1128371" cy="116069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3CA396B-14AF-48E3-AF1C-EAAA4C8AAB4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20" cy="31939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DA2513D-8DBD-49D0-9086-BEE670BDDE5B}"/>
                </a:ext>
              </a:extLst>
            </p:cNvPr>
            <p:cNvSpPr/>
            <p:nvPr/>
          </p:nvSpPr>
          <p:spPr bwMode="auto">
            <a:xfrm>
              <a:off x="2160686" y="1673158"/>
              <a:ext cx="546301" cy="160896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8D1622E-A384-4450-871A-44AE88F5C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238" y="1633134"/>
              <a:ext cx="661197" cy="111267"/>
            </a:xfrm>
            <a:custGeom>
              <a:avLst/>
              <a:gdLst>
                <a:gd name="T0" fmla="*/ 0 w 3723451"/>
                <a:gd name="T1" fmla="*/ 27221 h 932950"/>
                <a:gd name="T2" fmla="*/ 116342 w 3723451"/>
                <a:gd name="T3" fmla="*/ 321 h 932950"/>
                <a:gd name="T4" fmla="*/ 329542 w 3723451"/>
                <a:gd name="T5" fmla="*/ 62084 h 932950"/>
                <a:gd name="T6" fmla="*/ 532938 w 3723451"/>
                <a:gd name="T7" fmla="*/ 0 h 932950"/>
                <a:gd name="T8" fmla="*/ 661197 w 3723451"/>
                <a:gd name="T9" fmla="*/ 24705 h 932950"/>
                <a:gd name="T10" fmla="*/ 565772 w 3723451"/>
                <a:gd name="T11" fmla="*/ 55085 h 932950"/>
                <a:gd name="T12" fmla="*/ 535050 w 3723451"/>
                <a:gd name="T13" fmla="*/ 46894 h 932950"/>
                <a:gd name="T14" fmla="*/ 333288 w 3723451"/>
                <a:gd name="T15" fmla="*/ 111267 h 932950"/>
                <a:gd name="T16" fmla="*/ 126366 w 3723451"/>
                <a:gd name="T17" fmla="*/ 49262 h 932950"/>
                <a:gd name="T18" fmla="*/ 92910 w 3723451"/>
                <a:gd name="T19" fmla="*/ 55954 h 932950"/>
                <a:gd name="T20" fmla="*/ 0 w 3723451"/>
                <a:gd name="T21" fmla="*/ 27221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C9377E4-7430-4DFE-81B5-89AB1A584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978" y="1727590"/>
              <a:ext cx="241716" cy="96858"/>
            </a:xfrm>
            <a:custGeom>
              <a:avLst/>
              <a:gdLst>
                <a:gd name="T0" fmla="*/ 0 w 1366596"/>
                <a:gd name="T1" fmla="*/ 0 h 809868"/>
                <a:gd name="T2" fmla="*/ 241716 w 1366596"/>
                <a:gd name="T3" fmla="*/ 74845 h 809868"/>
                <a:gd name="T4" fmla="*/ 153005 w 1366596"/>
                <a:gd name="T5" fmla="*/ 96858 h 809868"/>
                <a:gd name="T6" fmla="*/ 814 w 1366596"/>
                <a:gd name="T7" fmla="*/ 51181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2E109CA-7176-4A45-B812-1B0D801BB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31" y="1729992"/>
              <a:ext cx="238465" cy="96858"/>
            </a:xfrm>
            <a:custGeom>
              <a:avLst/>
              <a:gdLst>
                <a:gd name="T0" fmla="*/ 235210 w 1348191"/>
                <a:gd name="T1" fmla="*/ 0 h 791462"/>
                <a:gd name="T2" fmla="*/ 238465 w 1348191"/>
                <a:gd name="T3" fmla="*/ 46740 h 791462"/>
                <a:gd name="T4" fmla="*/ 86271 w 1348191"/>
                <a:gd name="T5" fmla="*/ 96858 h 791462"/>
                <a:gd name="T6" fmla="*/ 0 w 1348191"/>
                <a:gd name="T7" fmla="*/ 74896 h 791462"/>
                <a:gd name="T8" fmla="*/ 235210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82B1E62-9A71-4A51-8585-C4A1C3C595AC}"/>
                </a:ext>
              </a:extLst>
            </p:cNvPr>
            <p:cNvCxnSpPr>
              <a:cxnSpLocks noChangeShapeType="1"/>
              <a:endCxn id="17" idx="2"/>
            </p:cNvCxnSpPr>
            <p:nvPr/>
          </p:nvCxnSpPr>
          <p:spPr bwMode="auto">
            <a:xfrm flipH="1" flipV="1">
              <a:off x="1871277" y="1737196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91EC4B-DBF0-4377-82D1-A2E6FDA0C2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397" y="1734795"/>
              <a:ext cx="3251" cy="12327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F33217-34D9-4767-99E3-D97C936416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83151" y="4935539"/>
            <a:ext cx="1106488" cy="3556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F5220B-3526-4F44-B7E0-70CD6983C7B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92688" y="4106863"/>
            <a:ext cx="1357312" cy="304800"/>
          </a:xfrm>
          <a:prstGeom prst="line">
            <a:avLst/>
          </a:prstGeom>
          <a:noFill/>
          <a:ln w="25400">
            <a:solidFill>
              <a:srgbClr val="8E8EE4"/>
            </a:solidFill>
            <a:round/>
            <a:headEnd/>
            <a:tailEnd type="none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2CD3A36-2EB2-48AE-8131-065A6310B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5468937"/>
            <a:ext cx="6553200" cy="923330"/>
          </a:xfrm>
          <a:prstGeom prst="rect">
            <a:avLst/>
          </a:prstGeom>
          <a:gradFill rotWithShape="1">
            <a:gsLst>
              <a:gs pos="0">
                <a:srgbClr val="E0FFF4"/>
              </a:gs>
              <a:gs pos="64999">
                <a:srgbClr val="B2FFE3"/>
              </a:gs>
              <a:gs pos="100000">
                <a:srgbClr val="90FFDA"/>
              </a:gs>
            </a:gsLst>
            <a:lin ang="5400000" scaled="1"/>
          </a:gradFill>
          <a:ln w="9525">
            <a:solidFill>
              <a:srgbClr val="00CC98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marL="457189" indent="-457189">
              <a:buFontTx/>
              <a:buAutoNum type="arabicPeriod"/>
              <a:defRPr/>
            </a:pPr>
            <a:r>
              <a:rPr lang="en-US">
                <a:solidFill>
                  <a:srgbClr val="000000"/>
                </a:solidFill>
                <a:latin typeface="Calibri" charset="0"/>
                <a:ea typeface="ヒラギノ角ゴ Pro W3" charset="0"/>
                <a:cs typeface="ヒラギノ角ゴ Pro W3" charset="0"/>
              </a:rPr>
              <a:t>src=1.2.*.*, dest=3.4.5.* </a:t>
            </a:r>
            <a:r>
              <a:rPr lang="en-US">
                <a:solidFill>
                  <a:srgbClr val="000000"/>
                </a:solidFill>
                <a:latin typeface="Calibri" charset="0"/>
                <a:ea typeface="ヒラギノ角ゴ Pro W3" charset="0"/>
                <a:cs typeface="ヒラギノ角ゴ Pro W3" charset="0"/>
                <a:sym typeface="Wingdings" charset="0"/>
              </a:rPr>
              <a:t> drop                        </a:t>
            </a:r>
          </a:p>
          <a:p>
            <a:pPr marL="457189" indent="-457189">
              <a:buFontTx/>
              <a:buAutoNum type="arabicPeriod"/>
              <a:defRPr/>
            </a:pPr>
            <a:r>
              <a:rPr lang="en-US">
                <a:solidFill>
                  <a:srgbClr val="000000"/>
                </a:solidFill>
                <a:latin typeface="Calibri" charset="0"/>
                <a:ea typeface="ヒラギノ角ゴ Pro W3" charset="0"/>
                <a:cs typeface="ヒラギノ角ゴ Pro W3" charset="0"/>
                <a:sym typeface="Wingdings" charset="0"/>
              </a:rPr>
              <a:t>src = *.*.*.*, dest=3.4.*.*  forward(2)</a:t>
            </a:r>
          </a:p>
          <a:p>
            <a:pPr marL="457189" indent="-457189">
              <a:defRPr/>
            </a:pPr>
            <a:r>
              <a:rPr lang="en-US">
                <a:solidFill>
                  <a:srgbClr val="000000"/>
                </a:solidFill>
                <a:latin typeface="Calibri" charset="0"/>
                <a:ea typeface="ヒラギノ角ゴ Pro W3" charset="0"/>
                <a:cs typeface="ヒラギノ角ゴ Pro W3" charset="0"/>
                <a:sym typeface="Wingdings" charset="0"/>
              </a:rPr>
              <a:t>3.  src=10.1.2.3, dest=*.*.*.*  send to controller</a:t>
            </a:r>
            <a:endParaRPr lang="en-US">
              <a:solidFill>
                <a:srgbClr val="000000"/>
              </a:solidFill>
              <a:latin typeface="Calibri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18794" name="TextBox 32">
            <a:extLst>
              <a:ext uri="{FF2B5EF4-FFF2-40B4-BE49-F238E27FC236}">
                <a16:creationId xmlns:a16="http://schemas.microsoft.com/office/drawing/2014/main" id="{0195405D-E748-45D5-A00B-1867C35C8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764" y="5106988"/>
            <a:ext cx="1313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* : wildcard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1AFB1-BC3C-C1A4-1409-8DC64FC8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7198-2023-6668-3B78-04B2AB7D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89" y="393825"/>
            <a:ext cx="8229600" cy="7170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alibri" panose="020F0502020204030204" pitchFamily="34" charset="0"/>
              </a:rPr>
              <a:t>OpenFlow Actions and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8A0FF-C944-7B0F-413B-1B56E9307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2" y="1301213"/>
            <a:ext cx="8229600" cy="481469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406"/>
              </a:spcBef>
              <a:spcAft>
                <a:spcPts val="563"/>
              </a:spcAft>
            </a:pPr>
            <a:r>
              <a:rPr lang="en-US" sz="2100" b="1" dirty="0">
                <a:latin typeface="Segoe UI" panose="020B0502040204020203" pitchFamily="34" charset="0"/>
              </a:rPr>
              <a:t>Required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1498E-B9DE-4E9A-5BBF-BE7407E3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CACCD-650A-2E9B-72BF-D0190B236959}"/>
              </a:ext>
            </a:extLst>
          </p:cNvPr>
          <p:cNvSpPr txBox="1"/>
          <p:nvPr/>
        </p:nvSpPr>
        <p:spPr>
          <a:xfrm>
            <a:off x="433389" y="1643451"/>
            <a:ext cx="5317958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Output: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Send packet to specified port</a:t>
            </a:r>
          </a:p>
          <a:p>
            <a:pPr marL="214313" indent="-214313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Drop: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Discard packet (no action specified)</a:t>
            </a:r>
          </a:p>
          <a:p>
            <a:pPr marL="214313" indent="-214313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Controller: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Send packet to controller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C90B2-89D3-B0BC-F5B7-B91C6A349DA9}"/>
              </a:ext>
            </a:extLst>
          </p:cNvPr>
          <p:cNvSpPr txBox="1"/>
          <p:nvPr/>
        </p:nvSpPr>
        <p:spPr>
          <a:xfrm>
            <a:off x="219772" y="2911737"/>
            <a:ext cx="3681162" cy="39241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>
              <a:buFont typeface="Wingdings" pitchFamily="2" charset="2"/>
              <a:buChar char="§"/>
            </a:pPr>
            <a:r>
              <a:rPr lang="en-US" sz="2100" dirty="0"/>
              <a:t>Optional 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2AF68-81DF-9E5E-BADB-8A34EBCE9057}"/>
              </a:ext>
            </a:extLst>
          </p:cNvPr>
          <p:cNvSpPr txBox="1"/>
          <p:nvPr/>
        </p:nvSpPr>
        <p:spPr>
          <a:xfrm>
            <a:off x="170256" y="3512401"/>
            <a:ext cx="2997667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333333"/>
                </a:solidFill>
                <a:latin typeface="Segoe UI" panose="020B0502040204020203" pitchFamily="34" charset="0"/>
              </a:rPr>
              <a:t>Header Modification Actions: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Set VLAN ID/Priority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Strip VLAN header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Modify MAC addresses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Modify IP addresses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Modify TCP/UDP ports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Modify MPLS labels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Push/Pop MPLS/VLAN headers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15EF9E-D242-421D-95D0-8E14C4025BE0}"/>
              </a:ext>
            </a:extLst>
          </p:cNvPr>
          <p:cNvSpPr txBox="1"/>
          <p:nvPr/>
        </p:nvSpPr>
        <p:spPr>
          <a:xfrm>
            <a:off x="6111935" y="3512401"/>
            <a:ext cx="2997775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333333"/>
                </a:solidFill>
                <a:latin typeface="Segoe UI" panose="020B0502040204020203" pitchFamily="34" charset="0"/>
              </a:rPr>
              <a:t>Advanced Actions: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Group actions (OpenFlow 1.1+)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Meter actions (OpenFlow 1.3+)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Copy TTL inward/outward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Experimenter actions</a:t>
            </a:r>
            <a:endParaRPr lang="en-LB" sz="15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F79C29-CF89-EC90-400C-1386C22C2DE8}"/>
              </a:ext>
            </a:extLst>
          </p:cNvPr>
          <p:cNvSpPr txBox="1"/>
          <p:nvPr/>
        </p:nvSpPr>
        <p:spPr>
          <a:xfrm>
            <a:off x="3218454" y="3522913"/>
            <a:ext cx="2707091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333333"/>
                </a:solidFill>
                <a:latin typeface="Segoe UI" panose="020B0502040204020203" pitchFamily="34" charset="0"/>
              </a:rPr>
              <a:t>Quality of Service Actions: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Set queue for rate limiting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Set DSCP/</a:t>
            </a:r>
            <a:r>
              <a:rPr lang="en-US" sz="1500" dirty="0" err="1">
                <a:solidFill>
                  <a:srgbClr val="333333"/>
                </a:solidFill>
                <a:latin typeface="Segoe UI" panose="020B0502040204020203" pitchFamily="34" charset="0"/>
              </a:rPr>
              <a:t>ToS</a:t>
            </a: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 bits </a:t>
            </a: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Apply traffic shaping </a:t>
            </a:r>
          </a:p>
        </p:txBody>
      </p:sp>
    </p:spTree>
    <p:extLst>
      <p:ext uri="{BB962C8B-B14F-4D97-AF65-F5344CB8AC3E}">
        <p14:creationId xmlns:p14="http://schemas.microsoft.com/office/powerpoint/2010/main" val="1068604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FB7E-4096-6093-2669-1CD5EDB5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DF69-A076-C27B-0E6B-70DF6D19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988"/>
            <a:ext cx="8229600" cy="7170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alibri" panose="020F0502020204030204" pitchFamily="34" charset="0"/>
              </a:rPr>
              <a:t>OpenFlow Messages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412F0-7A56-3F8C-5412-F52320A0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F3790-C868-DD79-A723-FF9CA315B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87" y="1411731"/>
            <a:ext cx="6604289" cy="481469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406"/>
              </a:spcBef>
              <a:spcAft>
                <a:spcPts val="563"/>
              </a:spcAft>
            </a:pPr>
            <a:r>
              <a:rPr lang="en-US" sz="2100" b="1" dirty="0">
                <a:latin typeface="Segoe UI" panose="020B0502040204020203" pitchFamily="34" charset="0"/>
              </a:rPr>
              <a:t>Message Categories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E4A41-5BAA-36E9-A2D0-60F6F1CF4FDA}"/>
              </a:ext>
            </a:extLst>
          </p:cNvPr>
          <p:cNvSpPr txBox="1"/>
          <p:nvPr/>
        </p:nvSpPr>
        <p:spPr>
          <a:xfrm>
            <a:off x="727679" y="1821480"/>
            <a:ext cx="8113034" cy="98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650" b="1" dirty="0">
                <a:solidFill>
                  <a:srgbClr val="333333"/>
                </a:solidFill>
                <a:latin typeface="Segoe UI" panose="020B0502040204020203" pitchFamily="34" charset="0"/>
              </a:rPr>
              <a:t>Controller-to-Switch:</a:t>
            </a:r>
            <a:r>
              <a:rPr lang="en-US" sz="1650" dirty="0">
                <a:solidFill>
                  <a:srgbClr val="333333"/>
                </a:solidFill>
                <a:latin typeface="Segoe UI" panose="020B0502040204020203" pitchFamily="34" charset="0"/>
              </a:rPr>
              <a:t> Control and configuration messages</a:t>
            </a:r>
          </a:p>
          <a:p>
            <a:pPr marL="214313" indent="-214313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650" b="1" dirty="0">
                <a:solidFill>
                  <a:srgbClr val="333333"/>
                </a:solidFill>
                <a:latin typeface="Segoe UI" panose="020B0502040204020203" pitchFamily="34" charset="0"/>
              </a:rPr>
              <a:t>Asynchronous:</a:t>
            </a:r>
            <a:r>
              <a:rPr lang="en-US" sz="1650" dirty="0">
                <a:solidFill>
                  <a:srgbClr val="333333"/>
                </a:solidFill>
                <a:latin typeface="Segoe UI" panose="020B0502040204020203" pitchFamily="34" charset="0"/>
              </a:rPr>
              <a:t> Event notifications from switch</a:t>
            </a:r>
          </a:p>
          <a:p>
            <a:pPr marL="214313" indent="-214313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650" b="1" dirty="0">
                <a:solidFill>
                  <a:srgbClr val="333333"/>
                </a:solidFill>
                <a:latin typeface="Segoe UI" panose="020B0502040204020203" pitchFamily="34" charset="0"/>
              </a:rPr>
              <a:t>Symmetric:</a:t>
            </a:r>
            <a:r>
              <a:rPr lang="en-US" sz="1650" dirty="0">
                <a:solidFill>
                  <a:srgbClr val="333333"/>
                </a:solidFill>
                <a:latin typeface="Segoe UI" panose="020B0502040204020203" pitchFamily="34" charset="0"/>
              </a:rPr>
              <a:t> Bidirectional messages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97F60-9FF2-764B-8D46-C3A6F2318276}"/>
              </a:ext>
            </a:extLst>
          </p:cNvPr>
          <p:cNvSpPr txBox="1"/>
          <p:nvPr/>
        </p:nvSpPr>
        <p:spPr>
          <a:xfrm>
            <a:off x="303287" y="2890708"/>
            <a:ext cx="4570784" cy="39241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>
              <a:buFont typeface="Wingdings" pitchFamily="2" charset="2"/>
              <a:buChar char="§"/>
            </a:pPr>
            <a:r>
              <a:rPr lang="en-US" sz="2100" dirty="0"/>
              <a:t>Key OpenFlow Messages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EFEF4-0FA4-729A-0511-877C32C99A34}"/>
              </a:ext>
            </a:extLst>
          </p:cNvPr>
          <p:cNvSpPr txBox="1"/>
          <p:nvPr/>
        </p:nvSpPr>
        <p:spPr>
          <a:xfrm>
            <a:off x="763645" y="3283123"/>
            <a:ext cx="4881653" cy="2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</a:rPr>
              <a:t>Controller-to-Switch Messages: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Features Request/Reply: Capabilities exchange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Configuration: Switch configuration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Flow Mod: Flow table modifications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Group Mod: Group table modifications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Port Mod: Port configuration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Table Mod: Table configuration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Statistics Request/Reply: Information gathering </a:t>
            </a:r>
            <a:endParaRPr lang="en-US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46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0228-3EDB-144A-27B4-DDAEB97EF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2E5B-7161-F69C-64B7-B6F87B2E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7310"/>
            <a:ext cx="8229600" cy="7170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alibri" panose="020F0502020204030204" pitchFamily="34" charset="0"/>
              </a:rPr>
              <a:t>OpenFlow Messages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CA3BE-E746-62C6-9BC1-9C24A062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202BD-8F66-15FC-D24A-A2D0DF4269D0}"/>
              </a:ext>
            </a:extLst>
          </p:cNvPr>
          <p:cNvSpPr txBox="1"/>
          <p:nvPr/>
        </p:nvSpPr>
        <p:spPr>
          <a:xfrm>
            <a:off x="311182" y="1428372"/>
            <a:ext cx="4570784" cy="39241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>
              <a:buFont typeface="Wingdings" pitchFamily="2" charset="2"/>
              <a:buChar char="§"/>
            </a:pPr>
            <a:r>
              <a:rPr lang="en-US" sz="2100" dirty="0"/>
              <a:t>Key OpenFlow Messages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708287-888E-26D0-1483-20E2BF3F86CB}"/>
              </a:ext>
            </a:extLst>
          </p:cNvPr>
          <p:cNvSpPr txBox="1"/>
          <p:nvPr/>
        </p:nvSpPr>
        <p:spPr>
          <a:xfrm>
            <a:off x="509486" y="1938929"/>
            <a:ext cx="8334173" cy="3490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</a:pP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</a:rPr>
              <a:t>Asynchronous Messages: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Packet-In: Unmatched packets sent to controller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Flow Removed: Flow entry expiration notification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Port Status: Port state change notification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Error: Error condition reporting </a:t>
            </a:r>
          </a:p>
          <a:p>
            <a:pPr>
              <a:spcBef>
                <a:spcPts val="900"/>
              </a:spcBef>
            </a:pP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</a:rPr>
              <a:t>Symmetric Messages: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Hello: Connection establishment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Echo Request/Reply: Keepalive mechanism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Vendor/Experimenter: Vendor-specific extensions </a:t>
            </a:r>
          </a:p>
          <a:p>
            <a:pPr marL="257175" indent="-257175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Barrier Request/Reply: Message ordering</a:t>
            </a:r>
            <a:endParaRPr lang="en-LB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65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1">
            <a:extLst>
              <a:ext uri="{FF2B5EF4-FFF2-40B4-BE49-F238E27FC236}">
                <a16:creationId xmlns:a16="http://schemas.microsoft.com/office/drawing/2014/main" id="{EB28614D-46BF-44B7-8EAF-994BFBB915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6351"/>
            <a:ext cx="7772400" cy="1143000"/>
          </a:xfrm>
        </p:spPr>
        <p:txBody>
          <a:bodyPr/>
          <a:lstStyle/>
          <a:p>
            <a:r>
              <a:rPr lang="en-US" altLang="en-US" dirty="0"/>
              <a:t>OpenFlow: Flow Table Entries</a:t>
            </a:r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44B1A921-672B-40FB-B965-885349C93B57}"/>
              </a:ext>
            </a:extLst>
          </p:cNvPr>
          <p:cNvSpPr>
            <a:spLocks/>
          </p:cNvSpPr>
          <p:nvPr/>
        </p:nvSpPr>
        <p:spPr bwMode="auto">
          <a:xfrm>
            <a:off x="768354" y="5356228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1C1220A3-055E-4AEC-A26F-31755BCF2062}"/>
              </a:ext>
            </a:extLst>
          </p:cNvPr>
          <p:cNvSpPr>
            <a:spLocks/>
          </p:cNvSpPr>
          <p:nvPr/>
        </p:nvSpPr>
        <p:spPr bwMode="auto">
          <a:xfrm>
            <a:off x="819152" y="5345443"/>
            <a:ext cx="5806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Switch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Port</a:t>
            </a:r>
          </a:p>
        </p:txBody>
      </p:sp>
      <p:sp>
        <p:nvSpPr>
          <p:cNvPr id="119812" name="Rectangle 4">
            <a:extLst>
              <a:ext uri="{FF2B5EF4-FFF2-40B4-BE49-F238E27FC236}">
                <a16:creationId xmlns:a16="http://schemas.microsoft.com/office/drawing/2014/main" id="{F29B4F5C-81B5-4F14-88B2-8096EAD0E44B}"/>
              </a:ext>
            </a:extLst>
          </p:cNvPr>
          <p:cNvSpPr>
            <a:spLocks/>
          </p:cNvSpPr>
          <p:nvPr/>
        </p:nvSpPr>
        <p:spPr bwMode="auto">
          <a:xfrm>
            <a:off x="2279654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13" name="Rectangle 5">
            <a:extLst>
              <a:ext uri="{FF2B5EF4-FFF2-40B4-BE49-F238E27FC236}">
                <a16:creationId xmlns:a16="http://schemas.microsoft.com/office/drawing/2014/main" id="{E829F8A3-274B-48B4-9809-3C69715F0277}"/>
              </a:ext>
            </a:extLst>
          </p:cNvPr>
          <p:cNvSpPr>
            <a:spLocks/>
          </p:cNvSpPr>
          <p:nvPr/>
        </p:nvSpPr>
        <p:spPr bwMode="auto">
          <a:xfrm>
            <a:off x="2392366" y="5381955"/>
            <a:ext cx="428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MAC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src</a:t>
            </a:r>
          </a:p>
        </p:txBody>
      </p:sp>
      <p:sp>
        <p:nvSpPr>
          <p:cNvPr id="119814" name="Rectangle 6">
            <a:extLst>
              <a:ext uri="{FF2B5EF4-FFF2-40B4-BE49-F238E27FC236}">
                <a16:creationId xmlns:a16="http://schemas.microsoft.com/office/drawing/2014/main" id="{F15E63B1-67DB-4EA0-B99A-81824A5A2CA1}"/>
              </a:ext>
            </a:extLst>
          </p:cNvPr>
          <p:cNvSpPr>
            <a:spLocks/>
          </p:cNvSpPr>
          <p:nvPr/>
        </p:nvSpPr>
        <p:spPr bwMode="auto">
          <a:xfrm>
            <a:off x="3038478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15" name="Rectangle 7">
            <a:extLst>
              <a:ext uri="{FF2B5EF4-FFF2-40B4-BE49-F238E27FC236}">
                <a16:creationId xmlns:a16="http://schemas.microsoft.com/office/drawing/2014/main" id="{41E94180-6336-4121-A03F-A5C8A5D81A60}"/>
              </a:ext>
            </a:extLst>
          </p:cNvPr>
          <p:cNvSpPr>
            <a:spLocks/>
          </p:cNvSpPr>
          <p:nvPr/>
        </p:nvSpPr>
        <p:spPr bwMode="auto">
          <a:xfrm>
            <a:off x="3154366" y="5381955"/>
            <a:ext cx="428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MAC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dst</a:t>
            </a:r>
          </a:p>
        </p:txBody>
      </p:sp>
      <p:sp>
        <p:nvSpPr>
          <p:cNvPr id="119816" name="Rectangle 8">
            <a:extLst>
              <a:ext uri="{FF2B5EF4-FFF2-40B4-BE49-F238E27FC236}">
                <a16:creationId xmlns:a16="http://schemas.microsoft.com/office/drawing/2014/main" id="{F6D6A4A5-81E3-413C-8224-47538F300130}"/>
              </a:ext>
            </a:extLst>
          </p:cNvPr>
          <p:cNvSpPr>
            <a:spLocks/>
          </p:cNvSpPr>
          <p:nvPr/>
        </p:nvSpPr>
        <p:spPr bwMode="auto">
          <a:xfrm>
            <a:off x="3768729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17" name="Rectangle 9">
            <a:extLst>
              <a:ext uri="{FF2B5EF4-FFF2-40B4-BE49-F238E27FC236}">
                <a16:creationId xmlns:a16="http://schemas.microsoft.com/office/drawing/2014/main" id="{B5E9B626-9178-4651-96FD-5866FF554207}"/>
              </a:ext>
            </a:extLst>
          </p:cNvPr>
          <p:cNvSpPr>
            <a:spLocks/>
          </p:cNvSpPr>
          <p:nvPr/>
        </p:nvSpPr>
        <p:spPr bwMode="auto">
          <a:xfrm>
            <a:off x="3956051" y="5327979"/>
            <a:ext cx="3959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Eth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type</a:t>
            </a:r>
          </a:p>
        </p:txBody>
      </p:sp>
      <p:sp>
        <p:nvSpPr>
          <p:cNvPr id="119818" name="Rectangle 10">
            <a:extLst>
              <a:ext uri="{FF2B5EF4-FFF2-40B4-BE49-F238E27FC236}">
                <a16:creationId xmlns:a16="http://schemas.microsoft.com/office/drawing/2014/main" id="{A5BB0C52-73AA-49CC-A80A-632D2685BA28}"/>
              </a:ext>
            </a:extLst>
          </p:cNvPr>
          <p:cNvSpPr>
            <a:spLocks/>
          </p:cNvSpPr>
          <p:nvPr/>
        </p:nvSpPr>
        <p:spPr bwMode="auto">
          <a:xfrm>
            <a:off x="1517654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19" name="Rectangle 11">
            <a:extLst>
              <a:ext uri="{FF2B5EF4-FFF2-40B4-BE49-F238E27FC236}">
                <a16:creationId xmlns:a16="http://schemas.microsoft.com/office/drawing/2014/main" id="{0D861A35-6A89-4A96-B926-A9DDE6DC7A16}"/>
              </a:ext>
            </a:extLst>
          </p:cNvPr>
          <p:cNvSpPr>
            <a:spLocks/>
          </p:cNvSpPr>
          <p:nvPr/>
        </p:nvSpPr>
        <p:spPr bwMode="auto">
          <a:xfrm>
            <a:off x="1598613" y="5381955"/>
            <a:ext cx="482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VLAN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ID</a:t>
            </a:r>
          </a:p>
        </p:txBody>
      </p:sp>
      <p:sp>
        <p:nvSpPr>
          <p:cNvPr id="119820" name="Rectangle 12">
            <a:extLst>
              <a:ext uri="{FF2B5EF4-FFF2-40B4-BE49-F238E27FC236}">
                <a16:creationId xmlns:a16="http://schemas.microsoft.com/office/drawing/2014/main" id="{F8269046-0D66-48BF-A472-6CDF7637FA5F}"/>
              </a:ext>
            </a:extLst>
          </p:cNvPr>
          <p:cNvSpPr>
            <a:spLocks/>
          </p:cNvSpPr>
          <p:nvPr/>
        </p:nvSpPr>
        <p:spPr bwMode="auto">
          <a:xfrm>
            <a:off x="4518029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21" name="Rectangle 13">
            <a:extLst>
              <a:ext uri="{FF2B5EF4-FFF2-40B4-BE49-F238E27FC236}">
                <a16:creationId xmlns:a16="http://schemas.microsoft.com/office/drawing/2014/main" id="{11D6F276-7009-455D-9722-2DA90725318F}"/>
              </a:ext>
            </a:extLst>
          </p:cNvPr>
          <p:cNvSpPr>
            <a:spLocks/>
          </p:cNvSpPr>
          <p:nvPr/>
        </p:nvSpPr>
        <p:spPr bwMode="auto">
          <a:xfrm>
            <a:off x="4724402" y="5364492"/>
            <a:ext cx="2644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IP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Src</a:t>
            </a:r>
          </a:p>
        </p:txBody>
      </p:sp>
      <p:sp>
        <p:nvSpPr>
          <p:cNvPr id="119822" name="Rectangle 14">
            <a:extLst>
              <a:ext uri="{FF2B5EF4-FFF2-40B4-BE49-F238E27FC236}">
                <a16:creationId xmlns:a16="http://schemas.microsoft.com/office/drawing/2014/main" id="{AF21B938-F166-4944-BBEC-1006AE66AADB}"/>
              </a:ext>
            </a:extLst>
          </p:cNvPr>
          <p:cNvSpPr>
            <a:spLocks/>
          </p:cNvSpPr>
          <p:nvPr/>
        </p:nvSpPr>
        <p:spPr bwMode="auto">
          <a:xfrm>
            <a:off x="5286378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23" name="Rectangle 15">
            <a:extLst>
              <a:ext uri="{FF2B5EF4-FFF2-40B4-BE49-F238E27FC236}">
                <a16:creationId xmlns:a16="http://schemas.microsoft.com/office/drawing/2014/main" id="{21D9E881-8607-41FD-BD67-A044FE15B013}"/>
              </a:ext>
            </a:extLst>
          </p:cNvPr>
          <p:cNvSpPr>
            <a:spLocks/>
          </p:cNvSpPr>
          <p:nvPr/>
        </p:nvSpPr>
        <p:spPr bwMode="auto">
          <a:xfrm>
            <a:off x="5465766" y="5364492"/>
            <a:ext cx="2909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IP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Dst</a:t>
            </a:r>
          </a:p>
        </p:txBody>
      </p:sp>
      <p:sp>
        <p:nvSpPr>
          <p:cNvPr id="119824" name="Rectangle 16">
            <a:extLst>
              <a:ext uri="{FF2B5EF4-FFF2-40B4-BE49-F238E27FC236}">
                <a16:creationId xmlns:a16="http://schemas.microsoft.com/office/drawing/2014/main" id="{8A057FDE-C61F-4F4F-B3A7-E528FD0E691E}"/>
              </a:ext>
            </a:extLst>
          </p:cNvPr>
          <p:cNvSpPr>
            <a:spLocks/>
          </p:cNvSpPr>
          <p:nvPr/>
        </p:nvSpPr>
        <p:spPr bwMode="auto">
          <a:xfrm>
            <a:off x="6045203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25" name="Rectangle 17">
            <a:extLst>
              <a:ext uri="{FF2B5EF4-FFF2-40B4-BE49-F238E27FC236}">
                <a16:creationId xmlns:a16="http://schemas.microsoft.com/office/drawing/2014/main" id="{B8FF12C1-ABFE-4EFA-BCF0-176F9F00CEC9}"/>
              </a:ext>
            </a:extLst>
          </p:cNvPr>
          <p:cNvSpPr>
            <a:spLocks/>
          </p:cNvSpPr>
          <p:nvPr/>
        </p:nvSpPr>
        <p:spPr bwMode="auto">
          <a:xfrm>
            <a:off x="6196015" y="5364492"/>
            <a:ext cx="3731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IP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Prot</a:t>
            </a:r>
          </a:p>
        </p:txBody>
      </p:sp>
      <p:sp>
        <p:nvSpPr>
          <p:cNvPr id="119826" name="Rectangle 18">
            <a:extLst>
              <a:ext uri="{FF2B5EF4-FFF2-40B4-BE49-F238E27FC236}">
                <a16:creationId xmlns:a16="http://schemas.microsoft.com/office/drawing/2014/main" id="{5F8515AF-CCC5-4987-924F-3EE97E9FE25F}"/>
              </a:ext>
            </a:extLst>
          </p:cNvPr>
          <p:cNvSpPr>
            <a:spLocks/>
          </p:cNvSpPr>
          <p:nvPr/>
        </p:nvSpPr>
        <p:spPr bwMode="auto">
          <a:xfrm>
            <a:off x="6804029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27" name="Rectangle 19">
            <a:extLst>
              <a:ext uri="{FF2B5EF4-FFF2-40B4-BE49-F238E27FC236}">
                <a16:creationId xmlns:a16="http://schemas.microsoft.com/office/drawing/2014/main" id="{D998D71A-6DE8-4404-80F3-E9AFE4D90E5E}"/>
              </a:ext>
            </a:extLst>
          </p:cNvPr>
          <p:cNvSpPr>
            <a:spLocks/>
          </p:cNvSpPr>
          <p:nvPr/>
        </p:nvSpPr>
        <p:spPr bwMode="auto">
          <a:xfrm>
            <a:off x="6911976" y="5364492"/>
            <a:ext cx="4632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TCP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sport</a:t>
            </a:r>
          </a:p>
        </p:txBody>
      </p:sp>
      <p:sp>
        <p:nvSpPr>
          <p:cNvPr id="119828" name="Rectangle 20">
            <a:extLst>
              <a:ext uri="{FF2B5EF4-FFF2-40B4-BE49-F238E27FC236}">
                <a16:creationId xmlns:a16="http://schemas.microsoft.com/office/drawing/2014/main" id="{3C777DB3-AB4D-48A7-95C6-D0FC418F8C60}"/>
              </a:ext>
            </a:extLst>
          </p:cNvPr>
          <p:cNvSpPr>
            <a:spLocks/>
          </p:cNvSpPr>
          <p:nvPr/>
        </p:nvSpPr>
        <p:spPr bwMode="auto">
          <a:xfrm>
            <a:off x="7572378" y="5357816"/>
            <a:ext cx="758825" cy="536575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29" name="Rectangle 21">
            <a:extLst>
              <a:ext uri="{FF2B5EF4-FFF2-40B4-BE49-F238E27FC236}">
                <a16:creationId xmlns:a16="http://schemas.microsoft.com/office/drawing/2014/main" id="{E71C3B11-38A8-44EF-9A10-795A9436AAB1}"/>
              </a:ext>
            </a:extLst>
          </p:cNvPr>
          <p:cNvSpPr>
            <a:spLocks/>
          </p:cNvSpPr>
          <p:nvPr/>
        </p:nvSpPr>
        <p:spPr bwMode="auto">
          <a:xfrm>
            <a:off x="7661276" y="5364492"/>
            <a:ext cx="4921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TCP</a:t>
            </a:r>
          </a:p>
          <a:p>
            <a:r>
              <a:rPr lang="en-US" altLang="en-US" sz="1700">
                <a:latin typeface="Calibri" panose="020F0502020204030204" pitchFamily="34" charset="0"/>
              </a:rPr>
              <a:t>dport</a:t>
            </a:r>
          </a:p>
        </p:txBody>
      </p:sp>
      <p:sp>
        <p:nvSpPr>
          <p:cNvPr id="119830" name="Rectangle 22">
            <a:extLst>
              <a:ext uri="{FF2B5EF4-FFF2-40B4-BE49-F238E27FC236}">
                <a16:creationId xmlns:a16="http://schemas.microsoft.com/office/drawing/2014/main" id="{E3843067-2742-41B6-9670-980627D7B237}"/>
              </a:ext>
            </a:extLst>
          </p:cNvPr>
          <p:cNvSpPr>
            <a:spLocks/>
          </p:cNvSpPr>
          <p:nvPr/>
        </p:nvSpPr>
        <p:spPr bwMode="auto">
          <a:xfrm>
            <a:off x="785814" y="1687516"/>
            <a:ext cx="1446212" cy="687387"/>
          </a:xfrm>
          <a:prstGeom prst="rect">
            <a:avLst/>
          </a:prstGeom>
          <a:solidFill>
            <a:srgbClr val="BBE0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31" name="Rectangle 23">
            <a:extLst>
              <a:ext uri="{FF2B5EF4-FFF2-40B4-BE49-F238E27FC236}">
                <a16:creationId xmlns:a16="http://schemas.microsoft.com/office/drawing/2014/main" id="{C7B8D2C3-8417-451B-96AA-D8CFB8B02E52}"/>
              </a:ext>
            </a:extLst>
          </p:cNvPr>
          <p:cNvSpPr>
            <a:spLocks/>
          </p:cNvSpPr>
          <p:nvPr/>
        </p:nvSpPr>
        <p:spPr bwMode="auto">
          <a:xfrm>
            <a:off x="1127125" y="1891121"/>
            <a:ext cx="4151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latin typeface="Calibri" panose="020F0502020204030204" pitchFamily="34" charset="0"/>
              </a:rPr>
              <a:t>Rule</a:t>
            </a:r>
          </a:p>
        </p:txBody>
      </p:sp>
      <p:sp>
        <p:nvSpPr>
          <p:cNvPr id="119832" name="Rectangle 24">
            <a:extLst>
              <a:ext uri="{FF2B5EF4-FFF2-40B4-BE49-F238E27FC236}">
                <a16:creationId xmlns:a16="http://schemas.microsoft.com/office/drawing/2014/main" id="{E7918199-3292-4FF0-AA42-08718E32EA36}"/>
              </a:ext>
            </a:extLst>
          </p:cNvPr>
          <p:cNvSpPr>
            <a:spLocks/>
          </p:cNvSpPr>
          <p:nvPr/>
        </p:nvSpPr>
        <p:spPr bwMode="auto">
          <a:xfrm>
            <a:off x="2232028" y="1687516"/>
            <a:ext cx="1446213" cy="687387"/>
          </a:xfrm>
          <a:prstGeom prst="rect">
            <a:avLst/>
          </a:prstGeom>
          <a:solidFill>
            <a:srgbClr val="CBE97B"/>
          </a:solidFill>
          <a:ln w="12700">
            <a:solidFill>
              <a:srgbClr val="697D3A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33" name="Rectangle 25">
            <a:extLst>
              <a:ext uri="{FF2B5EF4-FFF2-40B4-BE49-F238E27FC236}">
                <a16:creationId xmlns:a16="http://schemas.microsoft.com/office/drawing/2014/main" id="{9306B695-23AE-45C9-A86C-F9B62C742D35}"/>
              </a:ext>
            </a:extLst>
          </p:cNvPr>
          <p:cNvSpPr>
            <a:spLocks/>
          </p:cNvSpPr>
          <p:nvPr/>
        </p:nvSpPr>
        <p:spPr bwMode="auto">
          <a:xfrm>
            <a:off x="2405065" y="1891121"/>
            <a:ext cx="6043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latin typeface="Calibri" panose="020F0502020204030204" pitchFamily="34" charset="0"/>
              </a:rPr>
              <a:t>Action</a:t>
            </a:r>
          </a:p>
        </p:txBody>
      </p:sp>
      <p:sp>
        <p:nvSpPr>
          <p:cNvPr id="119834" name="Rectangle 26">
            <a:extLst>
              <a:ext uri="{FF2B5EF4-FFF2-40B4-BE49-F238E27FC236}">
                <a16:creationId xmlns:a16="http://schemas.microsoft.com/office/drawing/2014/main" id="{BDBE8E19-B7DF-4EBE-A4AA-24A449C472F4}"/>
              </a:ext>
            </a:extLst>
          </p:cNvPr>
          <p:cNvSpPr>
            <a:spLocks/>
          </p:cNvSpPr>
          <p:nvPr/>
        </p:nvSpPr>
        <p:spPr bwMode="auto">
          <a:xfrm>
            <a:off x="3678239" y="1687516"/>
            <a:ext cx="1447800" cy="687387"/>
          </a:xfrm>
          <a:prstGeom prst="rect">
            <a:avLst/>
          </a:prstGeom>
          <a:solidFill>
            <a:srgbClr val="FA90AB"/>
          </a:solidFill>
          <a:ln w="12700">
            <a:solidFill>
              <a:srgbClr val="8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35" name="Rectangle 27">
            <a:extLst>
              <a:ext uri="{FF2B5EF4-FFF2-40B4-BE49-F238E27FC236}">
                <a16:creationId xmlns:a16="http://schemas.microsoft.com/office/drawing/2014/main" id="{B405A5F4-1B06-417C-8585-5F036E5518F2}"/>
              </a:ext>
            </a:extLst>
          </p:cNvPr>
          <p:cNvSpPr>
            <a:spLocks/>
          </p:cNvSpPr>
          <p:nvPr/>
        </p:nvSpPr>
        <p:spPr bwMode="auto">
          <a:xfrm>
            <a:off x="3998915" y="1891121"/>
            <a:ext cx="4551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latin typeface="Calibri" panose="020F0502020204030204" pitchFamily="34" charset="0"/>
              </a:rPr>
              <a:t>Stats</a:t>
            </a:r>
          </a:p>
        </p:txBody>
      </p:sp>
      <p:sp>
        <p:nvSpPr>
          <p:cNvPr id="119836" name="Rectangle 28">
            <a:extLst>
              <a:ext uri="{FF2B5EF4-FFF2-40B4-BE49-F238E27FC236}">
                <a16:creationId xmlns:a16="http://schemas.microsoft.com/office/drawing/2014/main" id="{43761EB6-3A34-45C1-94F2-364F42F25A76}"/>
              </a:ext>
            </a:extLst>
          </p:cNvPr>
          <p:cNvSpPr>
            <a:spLocks/>
          </p:cNvSpPr>
          <p:nvPr/>
        </p:nvSpPr>
        <p:spPr bwMode="auto">
          <a:xfrm>
            <a:off x="1884365" y="3152777"/>
            <a:ext cx="5634037" cy="1776413"/>
          </a:xfrm>
          <a:prstGeom prst="rect">
            <a:avLst/>
          </a:prstGeom>
          <a:solidFill>
            <a:srgbClr val="CBE97B"/>
          </a:solidFill>
          <a:ln w="12700">
            <a:solidFill>
              <a:srgbClr val="697D3A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357188" indent="-3302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sz="2200">
                <a:latin typeface="Calibri" panose="020F0502020204030204" pitchFamily="34" charset="0"/>
              </a:rPr>
              <a:t>Forward packet to port(s)</a:t>
            </a:r>
          </a:p>
          <a:p>
            <a:pPr>
              <a:buFontTx/>
              <a:buAutoNum type="arabicPeriod"/>
            </a:pPr>
            <a:r>
              <a:rPr lang="en-US" altLang="en-US" sz="2200">
                <a:latin typeface="Calibri" panose="020F0502020204030204" pitchFamily="34" charset="0"/>
              </a:rPr>
              <a:t>Encapsulate and forward to controller</a:t>
            </a:r>
          </a:p>
          <a:p>
            <a:pPr>
              <a:buFontTx/>
              <a:buAutoNum type="arabicPeriod"/>
            </a:pPr>
            <a:r>
              <a:rPr lang="en-US" altLang="en-US" sz="2200">
                <a:latin typeface="Calibri" panose="020F0502020204030204" pitchFamily="34" charset="0"/>
              </a:rPr>
              <a:t>Drop packet</a:t>
            </a:r>
          </a:p>
          <a:p>
            <a:pPr>
              <a:buFontTx/>
              <a:buAutoNum type="arabicPeriod"/>
            </a:pPr>
            <a:r>
              <a:rPr lang="en-US" altLang="en-US" sz="2200">
                <a:latin typeface="Calibri" panose="020F0502020204030204" pitchFamily="34" charset="0"/>
              </a:rPr>
              <a:t>Send to normal processing pipeline</a:t>
            </a:r>
          </a:p>
          <a:p>
            <a:pPr>
              <a:buFontTx/>
              <a:buAutoNum type="arabicPeriod"/>
            </a:pPr>
            <a:r>
              <a:rPr lang="en-US" altLang="en-US" sz="2200">
                <a:latin typeface="Calibri" panose="020F0502020204030204" pitchFamily="34" charset="0"/>
              </a:rPr>
              <a:t>Modify Fields</a:t>
            </a:r>
          </a:p>
        </p:txBody>
      </p:sp>
      <p:sp>
        <p:nvSpPr>
          <p:cNvPr id="119837" name="Line 30">
            <a:extLst>
              <a:ext uri="{FF2B5EF4-FFF2-40B4-BE49-F238E27FC236}">
                <a16:creationId xmlns:a16="http://schemas.microsoft.com/office/drawing/2014/main" id="{921AE77C-9116-4FED-BF8D-05AB03FD1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16" y="2455866"/>
            <a:ext cx="1587" cy="28924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7" rIns="64291" bIns="32147"/>
          <a:lstStyle/>
          <a:p>
            <a:endParaRPr lang="en-US"/>
          </a:p>
        </p:txBody>
      </p:sp>
      <p:sp>
        <p:nvSpPr>
          <p:cNvPr id="119838" name="Line 31">
            <a:extLst>
              <a:ext uri="{FF2B5EF4-FFF2-40B4-BE49-F238E27FC236}">
                <a16:creationId xmlns:a16="http://schemas.microsoft.com/office/drawing/2014/main" id="{A03D4B50-18A6-4C91-9DD7-2CECAFA85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9075" y="2374903"/>
            <a:ext cx="1588" cy="7588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7" rIns="64291" bIns="32147"/>
          <a:lstStyle/>
          <a:p>
            <a:endParaRPr lang="en-US"/>
          </a:p>
        </p:txBody>
      </p:sp>
      <p:sp>
        <p:nvSpPr>
          <p:cNvPr id="119839" name="Rectangle 32">
            <a:extLst>
              <a:ext uri="{FF2B5EF4-FFF2-40B4-BE49-F238E27FC236}">
                <a16:creationId xmlns:a16="http://schemas.microsoft.com/office/drawing/2014/main" id="{07B059F2-E654-4CE9-A215-4B99B0B3DA4C}"/>
              </a:ext>
            </a:extLst>
          </p:cNvPr>
          <p:cNvSpPr>
            <a:spLocks/>
          </p:cNvSpPr>
          <p:nvPr/>
        </p:nvSpPr>
        <p:spPr bwMode="auto">
          <a:xfrm>
            <a:off x="3830642" y="2625728"/>
            <a:ext cx="3044825" cy="384175"/>
          </a:xfrm>
          <a:prstGeom prst="rect">
            <a:avLst/>
          </a:prstGeom>
          <a:solidFill>
            <a:srgbClr val="FA90AB"/>
          </a:solidFill>
          <a:ln w="12700">
            <a:solidFill>
              <a:srgbClr val="8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119840" name="Rectangle 33">
            <a:extLst>
              <a:ext uri="{FF2B5EF4-FFF2-40B4-BE49-F238E27FC236}">
                <a16:creationId xmlns:a16="http://schemas.microsoft.com/office/drawing/2014/main" id="{72D2C4CA-8718-4ECB-9F22-7390853737AC}"/>
              </a:ext>
            </a:extLst>
          </p:cNvPr>
          <p:cNvSpPr>
            <a:spLocks/>
          </p:cNvSpPr>
          <p:nvPr/>
        </p:nvSpPr>
        <p:spPr bwMode="auto">
          <a:xfrm>
            <a:off x="3973516" y="2647743"/>
            <a:ext cx="25819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200" dirty="0">
                <a:latin typeface="Calibri" panose="020F0502020204030204" pitchFamily="34" charset="0"/>
              </a:rPr>
              <a:t>Packet / byte counters</a:t>
            </a:r>
          </a:p>
        </p:txBody>
      </p:sp>
      <p:sp>
        <p:nvSpPr>
          <p:cNvPr id="119841" name="Line 34">
            <a:extLst>
              <a:ext uri="{FF2B5EF4-FFF2-40B4-BE49-F238E27FC236}">
                <a16:creationId xmlns:a16="http://schemas.microsoft.com/office/drawing/2014/main" id="{A7B9EBF4-081E-401C-8754-DF49CF5917BB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4214816" y="2374903"/>
            <a:ext cx="1587" cy="23177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7" rIns="64291" bIns="32147"/>
          <a:lstStyle/>
          <a:p>
            <a:endParaRPr lang="en-US"/>
          </a:p>
        </p:txBody>
      </p:sp>
      <p:sp>
        <p:nvSpPr>
          <p:cNvPr id="119843" name="文字方塊 29">
            <a:extLst>
              <a:ext uri="{FF2B5EF4-FFF2-40B4-BE49-F238E27FC236}">
                <a16:creationId xmlns:a16="http://schemas.microsoft.com/office/drawing/2014/main" id="{623162A7-46A5-423F-9D9D-667EE10DE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8" y="6291263"/>
            <a:ext cx="1070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0000"/>
                </a:solidFill>
                <a:latin typeface="Calibri" panose="020F0502020204030204" pitchFamily="34" charset="0"/>
              </a:rPr>
              <a:t>Link layer</a:t>
            </a:r>
            <a:endParaRPr lang="zh-TW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119844" name="Group 37">
            <a:extLst>
              <a:ext uri="{FF2B5EF4-FFF2-40B4-BE49-F238E27FC236}">
                <a16:creationId xmlns:a16="http://schemas.microsoft.com/office/drawing/2014/main" id="{95C50DAE-E87D-4304-A1CE-FC91FD92347A}"/>
              </a:ext>
            </a:extLst>
          </p:cNvPr>
          <p:cNvGrpSpPr>
            <a:grpSpLocks/>
          </p:cNvGrpSpPr>
          <p:nvPr/>
        </p:nvGrpSpPr>
        <p:grpSpPr bwMode="auto">
          <a:xfrm>
            <a:off x="1550991" y="6029327"/>
            <a:ext cx="2917825" cy="234951"/>
            <a:chOff x="1392851" y="2310653"/>
            <a:chExt cx="3302446" cy="234913"/>
          </a:xfrm>
        </p:grpSpPr>
        <p:cxnSp>
          <p:nvCxnSpPr>
            <p:cNvPr id="119857" name="Straight Connector 38">
              <a:extLst>
                <a:ext uri="{FF2B5EF4-FFF2-40B4-BE49-F238E27FC236}">
                  <a16:creationId xmlns:a16="http://schemas.microsoft.com/office/drawing/2014/main" id="{B1B2C527-A7F1-4A24-99D9-6A17A82A47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8" name="Straight Connector 39">
              <a:extLst>
                <a:ext uri="{FF2B5EF4-FFF2-40B4-BE49-F238E27FC236}">
                  <a16:creationId xmlns:a16="http://schemas.microsoft.com/office/drawing/2014/main" id="{33ED07B9-AFE3-48F4-A040-94E24D873B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9" name="Straight Connector 40">
              <a:extLst>
                <a:ext uri="{FF2B5EF4-FFF2-40B4-BE49-F238E27FC236}">
                  <a16:creationId xmlns:a16="http://schemas.microsoft.com/office/drawing/2014/main" id="{CFFE1019-1E6A-4DDE-B1BC-EF728AC5ED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60" name="Straight Connector 41">
              <a:extLst>
                <a:ext uri="{FF2B5EF4-FFF2-40B4-BE49-F238E27FC236}">
                  <a16:creationId xmlns:a16="http://schemas.microsoft.com/office/drawing/2014/main" id="{DA66B6C7-A76B-40F4-9C69-368F5CEF33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9845" name="Group 42">
            <a:extLst>
              <a:ext uri="{FF2B5EF4-FFF2-40B4-BE49-F238E27FC236}">
                <a16:creationId xmlns:a16="http://schemas.microsoft.com/office/drawing/2014/main" id="{1D2EC318-C603-4E93-8CA0-5DF69728D99D}"/>
              </a:ext>
            </a:extLst>
          </p:cNvPr>
          <p:cNvGrpSpPr>
            <a:grpSpLocks/>
          </p:cNvGrpSpPr>
          <p:nvPr/>
        </p:nvGrpSpPr>
        <p:grpSpPr bwMode="auto">
          <a:xfrm>
            <a:off x="4564066" y="6030915"/>
            <a:ext cx="2211387" cy="234951"/>
            <a:chOff x="1392851" y="2310653"/>
            <a:chExt cx="3302446" cy="234913"/>
          </a:xfrm>
        </p:grpSpPr>
        <p:cxnSp>
          <p:nvCxnSpPr>
            <p:cNvPr id="119853" name="Straight Connector 43">
              <a:extLst>
                <a:ext uri="{FF2B5EF4-FFF2-40B4-BE49-F238E27FC236}">
                  <a16:creationId xmlns:a16="http://schemas.microsoft.com/office/drawing/2014/main" id="{E13DC7AB-BCDC-4F59-AE2A-1632B555A3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4" name="Straight Connector 44">
              <a:extLst>
                <a:ext uri="{FF2B5EF4-FFF2-40B4-BE49-F238E27FC236}">
                  <a16:creationId xmlns:a16="http://schemas.microsoft.com/office/drawing/2014/main" id="{7202C5A6-0149-4F7D-9028-ED381E3F1B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5" name="Straight Connector 45">
              <a:extLst>
                <a:ext uri="{FF2B5EF4-FFF2-40B4-BE49-F238E27FC236}">
                  <a16:creationId xmlns:a16="http://schemas.microsoft.com/office/drawing/2014/main" id="{EBDA4A81-657E-4C20-A546-D4BC11DFA8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6" name="Straight Connector 46">
              <a:extLst>
                <a:ext uri="{FF2B5EF4-FFF2-40B4-BE49-F238E27FC236}">
                  <a16:creationId xmlns:a16="http://schemas.microsoft.com/office/drawing/2014/main" id="{FEC3197D-B18F-4D11-9FAE-8424EB2981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9846" name="Group 47">
            <a:extLst>
              <a:ext uri="{FF2B5EF4-FFF2-40B4-BE49-F238E27FC236}">
                <a16:creationId xmlns:a16="http://schemas.microsoft.com/office/drawing/2014/main" id="{9F4A916E-7144-42B0-877C-5D588AFE8219}"/>
              </a:ext>
            </a:extLst>
          </p:cNvPr>
          <p:cNvGrpSpPr>
            <a:grpSpLocks/>
          </p:cNvGrpSpPr>
          <p:nvPr/>
        </p:nvGrpSpPr>
        <p:grpSpPr bwMode="auto">
          <a:xfrm>
            <a:off x="6942138" y="6029329"/>
            <a:ext cx="1376363" cy="214313"/>
            <a:chOff x="1392851" y="2310653"/>
            <a:chExt cx="3302446" cy="234913"/>
          </a:xfrm>
        </p:grpSpPr>
        <p:cxnSp>
          <p:nvCxnSpPr>
            <p:cNvPr id="119849" name="Straight Connector 48">
              <a:extLst>
                <a:ext uri="{FF2B5EF4-FFF2-40B4-BE49-F238E27FC236}">
                  <a16:creationId xmlns:a16="http://schemas.microsoft.com/office/drawing/2014/main" id="{3FD12529-DD58-4270-A5E7-C5330D7CB9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0" name="Straight Connector 49">
              <a:extLst>
                <a:ext uri="{FF2B5EF4-FFF2-40B4-BE49-F238E27FC236}">
                  <a16:creationId xmlns:a16="http://schemas.microsoft.com/office/drawing/2014/main" id="{79E3AA27-9D4A-4B9E-A3BD-F19B86EA04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1" name="Straight Connector 50">
              <a:extLst>
                <a:ext uri="{FF2B5EF4-FFF2-40B4-BE49-F238E27FC236}">
                  <a16:creationId xmlns:a16="http://schemas.microsoft.com/office/drawing/2014/main" id="{204D83EB-6AFC-44B4-88CE-E89BE23F43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2" name="Straight Connector 51">
              <a:extLst>
                <a:ext uri="{FF2B5EF4-FFF2-40B4-BE49-F238E27FC236}">
                  <a16:creationId xmlns:a16="http://schemas.microsoft.com/office/drawing/2014/main" id="{1C0F9E4F-0FC5-41AB-8568-4013D60926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9847" name="文字方塊 29">
            <a:extLst>
              <a:ext uri="{FF2B5EF4-FFF2-40B4-BE49-F238E27FC236}">
                <a16:creationId xmlns:a16="http://schemas.microsoft.com/office/drawing/2014/main" id="{64570E8C-44DC-40AE-A8EF-070231DFA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49" y="6283325"/>
            <a:ext cx="15031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0000"/>
                </a:solidFill>
                <a:latin typeface="Calibri" panose="020F0502020204030204" pitchFamily="34" charset="0"/>
              </a:rPr>
              <a:t>Network layer</a:t>
            </a:r>
            <a:endParaRPr lang="zh-TW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9848" name="文字方塊 29">
            <a:extLst>
              <a:ext uri="{FF2B5EF4-FFF2-40B4-BE49-F238E27FC236}">
                <a16:creationId xmlns:a16="http://schemas.microsoft.com/office/drawing/2014/main" id="{3B2BE190-5332-45CD-930D-E44DE1ED4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6232525"/>
            <a:ext cx="2349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1800">
                <a:solidFill>
                  <a:srgbClr val="000000"/>
                </a:solidFill>
                <a:latin typeface="Calibri" panose="020F0502020204030204" pitchFamily="34" charset="0"/>
              </a:rPr>
              <a:t>Transport layer</a:t>
            </a:r>
            <a:endParaRPr lang="zh-TW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0C9A3-CC52-F232-E795-60A0B979E3EE}"/>
              </a:ext>
            </a:extLst>
          </p:cNvPr>
          <p:cNvSpPr txBox="1"/>
          <p:nvPr/>
        </p:nvSpPr>
        <p:spPr>
          <a:xfrm>
            <a:off x="5085556" y="1794396"/>
            <a:ext cx="2614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Each flow rule keeps statistics on how many packets matched it.</a:t>
            </a:r>
            <a:endParaRPr lang="en-LB" sz="1400" dirty="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ADE84-9E1B-9897-E739-76D79828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DC4F-A885-CA57-168D-2ABB39DD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89" y="413234"/>
            <a:ext cx="8229600" cy="7170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Flow Tables and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0CDE-1F99-68DB-22BE-50279C3F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9" y="1831999"/>
            <a:ext cx="7905814" cy="481469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406"/>
              </a:spcBef>
              <a:spcAft>
                <a:spcPts val="563"/>
              </a:spcAft>
            </a:pPr>
            <a:r>
              <a:rPr lang="en-US" sz="2100" b="1" dirty="0">
                <a:latin typeface="Segoe UI" panose="020B0502040204020203" pitchFamily="34" charset="0"/>
              </a:rPr>
              <a:t>Example Flow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ADBC9-BF81-00A9-B45D-E07D2E6D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788BBB-DB27-BB58-D592-5C7E0C03B121}"/>
              </a:ext>
            </a:extLst>
          </p:cNvPr>
          <p:cNvGraphicFramePr>
            <a:graphicFrameLocks noGrp="1"/>
          </p:cNvGraphicFramePr>
          <p:nvPr/>
        </p:nvGraphicFramePr>
        <p:xfrm>
          <a:off x="728663" y="2423160"/>
          <a:ext cx="7686675" cy="1699260"/>
        </p:xfrm>
        <a:graphic>
          <a:graphicData uri="http://schemas.openxmlformats.org/drawingml/2006/table">
            <a:tbl>
              <a:tblPr/>
              <a:tblGrid>
                <a:gridCol w="1292643">
                  <a:extLst>
                    <a:ext uri="{9D8B030D-6E8A-4147-A177-3AD203B41FA5}">
                      <a16:colId xmlns:a16="http://schemas.microsoft.com/office/drawing/2014/main" val="1417165757"/>
                    </a:ext>
                  </a:extLst>
                </a:gridCol>
                <a:gridCol w="3746633">
                  <a:extLst>
                    <a:ext uri="{9D8B030D-6E8A-4147-A177-3AD203B41FA5}">
                      <a16:colId xmlns:a16="http://schemas.microsoft.com/office/drawing/2014/main" val="3987054034"/>
                    </a:ext>
                  </a:extLst>
                </a:gridCol>
                <a:gridCol w="1227221">
                  <a:extLst>
                    <a:ext uri="{9D8B030D-6E8A-4147-A177-3AD203B41FA5}">
                      <a16:colId xmlns:a16="http://schemas.microsoft.com/office/drawing/2014/main" val="2211716888"/>
                    </a:ext>
                  </a:extLst>
                </a:gridCol>
                <a:gridCol w="1420178">
                  <a:extLst>
                    <a:ext uri="{9D8B030D-6E8A-4147-A177-3AD203B41FA5}">
                      <a16:colId xmlns:a16="http://schemas.microsoft.com/office/drawing/2014/main" val="206899244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Priority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C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Match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C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C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Counters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C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25686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n-LB" sz="1400">
                          <a:effectLst/>
                        </a:rPr>
                        <a:t>100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in_port</a:t>
                      </a:r>
                      <a:r>
                        <a:rPr lang="en-US" sz="1400" dirty="0">
                          <a:effectLst/>
                        </a:rPr>
                        <a:t> = 1, </a:t>
                      </a:r>
                      <a:r>
                        <a:rPr lang="en-US" sz="1400" dirty="0" err="1">
                          <a:effectLst/>
                        </a:rPr>
                        <a:t>eth_dst</a:t>
                      </a:r>
                      <a:r>
                        <a:rPr lang="en-US" sz="1400" dirty="0">
                          <a:effectLst/>
                        </a:rPr>
                        <a:t> = 00:01:02:03:04:05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output:2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1,024 packets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95143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n-LB" sz="1400">
                          <a:effectLst/>
                        </a:rPr>
                        <a:t>90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in_port</a:t>
                      </a:r>
                      <a:r>
                        <a:rPr lang="en-US" sz="1400" dirty="0">
                          <a:effectLst/>
                        </a:rPr>
                        <a:t> = 1, </a:t>
                      </a:r>
                      <a:r>
                        <a:rPr lang="en-US" sz="1400" dirty="0" err="1">
                          <a:effectLst/>
                        </a:rPr>
                        <a:t>eth_type</a:t>
                      </a:r>
                      <a:r>
                        <a:rPr lang="en-US" sz="1400" dirty="0">
                          <a:effectLst/>
                        </a:rPr>
                        <a:t> = 0x0800, </a:t>
                      </a:r>
                      <a:r>
                        <a:rPr lang="en-US" sz="1400" dirty="0" err="1">
                          <a:effectLst/>
                        </a:rPr>
                        <a:t>ip_dst</a:t>
                      </a:r>
                      <a:r>
                        <a:rPr lang="en-US" sz="1400" dirty="0">
                          <a:effectLst/>
                        </a:rPr>
                        <a:t> = 10.0.0.1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output:3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2,048 packets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8634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n-LB" sz="1400">
                          <a:effectLst/>
                        </a:rPr>
                        <a:t>50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in_port=1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controller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512 packets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69089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n-LB" sz="1400">
                          <a:effectLst/>
                        </a:rPr>
                        <a:t>0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LB" sz="1400" dirty="0">
                          <a:effectLst/>
                        </a:rPr>
                        <a:t>*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drop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128 packets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912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167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CF694EC1-39A6-43EB-B994-F50C591C700F}"/>
              </a:ext>
            </a:extLst>
          </p:cNvPr>
          <p:cNvSpPr>
            <a:spLocks/>
          </p:cNvSpPr>
          <p:nvPr/>
        </p:nvSpPr>
        <p:spPr bwMode="auto">
          <a:xfrm>
            <a:off x="669927" y="1194079"/>
            <a:ext cx="3751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90"/>
                </a:solidFill>
                <a:latin typeface="Gill Sans MT" panose="020B0502020104020203" pitchFamily="34" charset="0"/>
              </a:rPr>
              <a:t>Destination-based forwarding:</a:t>
            </a:r>
          </a:p>
        </p:txBody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A3EA3B8A-D95A-419F-A722-3009138F9B47}"/>
              </a:ext>
            </a:extLst>
          </p:cNvPr>
          <p:cNvSpPr>
            <a:spLocks/>
          </p:cNvSpPr>
          <p:nvPr/>
        </p:nvSpPr>
        <p:spPr bwMode="auto">
          <a:xfrm>
            <a:off x="685800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121859" name="Group 4">
            <a:extLst>
              <a:ext uri="{FF2B5EF4-FFF2-40B4-BE49-F238E27FC236}">
                <a16:creationId xmlns:a16="http://schemas.microsoft.com/office/drawing/2014/main" id="{2A5028AC-83F4-470A-818F-7D459BDC892A}"/>
              </a:ext>
            </a:extLst>
          </p:cNvPr>
          <p:cNvGrpSpPr>
            <a:grpSpLocks/>
          </p:cNvGrpSpPr>
          <p:nvPr/>
        </p:nvGrpSpPr>
        <p:grpSpPr bwMode="auto">
          <a:xfrm>
            <a:off x="687390" y="1644651"/>
            <a:ext cx="7483475" cy="571500"/>
            <a:chOff x="0" y="0"/>
            <a:chExt cx="6704" cy="512"/>
          </a:xfrm>
        </p:grpSpPr>
        <p:sp>
          <p:nvSpPr>
            <p:cNvPr id="121944" name="Rectangle 5">
              <a:extLst>
                <a:ext uri="{FF2B5EF4-FFF2-40B4-BE49-F238E27FC236}">
                  <a16:creationId xmlns:a16="http://schemas.microsoft.com/office/drawing/2014/main" id="{36F7D89D-0312-41E1-BD11-74BC739A6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45" name="Rectangle 6">
              <a:extLst>
                <a:ext uri="{FF2B5EF4-FFF2-40B4-BE49-F238E27FC236}">
                  <a16:creationId xmlns:a16="http://schemas.microsoft.com/office/drawing/2014/main" id="{7200B660-FC4C-4095-8F95-DF583276F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Switch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121946" name="Rectangle 7">
              <a:extLst>
                <a:ext uri="{FF2B5EF4-FFF2-40B4-BE49-F238E27FC236}">
                  <a16:creationId xmlns:a16="http://schemas.microsoft.com/office/drawing/2014/main" id="{4ECAD748-9F78-4F38-860D-75869E477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47" name="Rectangle 8">
              <a:extLst>
                <a:ext uri="{FF2B5EF4-FFF2-40B4-BE49-F238E27FC236}">
                  <a16:creationId xmlns:a16="http://schemas.microsoft.com/office/drawing/2014/main" id="{F9DC653A-D0B4-4806-B701-61244E6A5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1948" name="Rectangle 9">
              <a:extLst>
                <a:ext uri="{FF2B5EF4-FFF2-40B4-BE49-F238E27FC236}">
                  <a16:creationId xmlns:a16="http://schemas.microsoft.com/office/drawing/2014/main" id="{218AAD72-55D5-4520-A80E-F82ED65CF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49" name="Rectangle 10">
              <a:extLst>
                <a:ext uri="{FF2B5EF4-FFF2-40B4-BE49-F238E27FC236}">
                  <a16:creationId xmlns:a16="http://schemas.microsoft.com/office/drawing/2014/main" id="{4F73B789-C94F-4E6F-83E2-0D211485C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1950" name="Rectangle 11">
              <a:extLst>
                <a:ext uri="{FF2B5EF4-FFF2-40B4-BE49-F238E27FC236}">
                  <a16:creationId xmlns:a16="http://schemas.microsoft.com/office/drawing/2014/main" id="{38E60F93-E7A5-47E3-8B3E-724DB8E2D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51" name="Rectangle 12">
              <a:extLst>
                <a:ext uri="{FF2B5EF4-FFF2-40B4-BE49-F238E27FC236}">
                  <a16:creationId xmlns:a16="http://schemas.microsoft.com/office/drawing/2014/main" id="{C9A95D29-3310-4C18-8C76-3D5CCAD27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Eth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121952" name="Rectangle 13">
              <a:extLst>
                <a:ext uri="{FF2B5EF4-FFF2-40B4-BE49-F238E27FC236}">
                  <a16:creationId xmlns:a16="http://schemas.microsoft.com/office/drawing/2014/main" id="{A89C75FC-55F2-4E58-AEF1-5A5F18107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53" name="Rectangle 14">
              <a:extLst>
                <a:ext uri="{FF2B5EF4-FFF2-40B4-BE49-F238E27FC236}">
                  <a16:creationId xmlns:a16="http://schemas.microsoft.com/office/drawing/2014/main" id="{D61A20B2-3BA4-4445-A581-5B2CFFC65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VLAN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21954" name="Rectangle 15">
              <a:extLst>
                <a:ext uri="{FF2B5EF4-FFF2-40B4-BE49-F238E27FC236}">
                  <a16:creationId xmlns:a16="http://schemas.microsoft.com/office/drawing/2014/main" id="{4729370E-A2A5-49F0-AF49-5DC7DE172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55" name="Rectangle 16">
              <a:extLst>
                <a:ext uri="{FF2B5EF4-FFF2-40B4-BE49-F238E27FC236}">
                  <a16:creationId xmlns:a16="http://schemas.microsoft.com/office/drawing/2014/main" id="{1729836E-5605-4CC7-A508-8AB279D8A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1956" name="Rectangle 17">
              <a:extLst>
                <a:ext uri="{FF2B5EF4-FFF2-40B4-BE49-F238E27FC236}">
                  <a16:creationId xmlns:a16="http://schemas.microsoft.com/office/drawing/2014/main" id="{A84A27B2-1B64-46BD-8DC6-FDB76BA4F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57" name="Rectangle 18">
              <a:extLst>
                <a:ext uri="{FF2B5EF4-FFF2-40B4-BE49-F238E27FC236}">
                  <a16:creationId xmlns:a16="http://schemas.microsoft.com/office/drawing/2014/main" id="{35778BC7-C7A1-4643-B17C-C06AFAEB8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1958" name="Rectangle 19">
              <a:extLst>
                <a:ext uri="{FF2B5EF4-FFF2-40B4-BE49-F238E27FC236}">
                  <a16:creationId xmlns:a16="http://schemas.microsoft.com/office/drawing/2014/main" id="{D3C52412-8C4C-4003-84EC-54E77833E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59" name="Rectangle 20">
              <a:extLst>
                <a:ext uri="{FF2B5EF4-FFF2-40B4-BE49-F238E27FC236}">
                  <a16:creationId xmlns:a16="http://schemas.microsoft.com/office/drawing/2014/main" id="{BDB66D54-4B0D-42FB-9428-AD9A950E0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121960" name="Rectangle 21">
              <a:extLst>
                <a:ext uri="{FF2B5EF4-FFF2-40B4-BE49-F238E27FC236}">
                  <a16:creationId xmlns:a16="http://schemas.microsoft.com/office/drawing/2014/main" id="{67748BDE-6D20-451F-8DF6-409E0202D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61" name="Rectangle 22">
              <a:extLst>
                <a:ext uri="{FF2B5EF4-FFF2-40B4-BE49-F238E27FC236}">
                  <a16:creationId xmlns:a16="http://schemas.microsoft.com/office/drawing/2014/main" id="{DC34EAD2-A135-44E5-A098-5353066DC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121962" name="Rectangle 23">
              <a:extLst>
                <a:ext uri="{FF2B5EF4-FFF2-40B4-BE49-F238E27FC236}">
                  <a16:creationId xmlns:a16="http://schemas.microsoft.com/office/drawing/2014/main" id="{9B5AB634-435A-4CE8-98B7-2E74AB1E3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63" name="Rectangle 24">
              <a:extLst>
                <a:ext uri="{FF2B5EF4-FFF2-40B4-BE49-F238E27FC236}">
                  <a16:creationId xmlns:a16="http://schemas.microsoft.com/office/drawing/2014/main" id="{B267EC6B-E677-4022-ACA0-C888C9546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121964" name="Rectangle 25">
              <a:extLst>
                <a:ext uri="{FF2B5EF4-FFF2-40B4-BE49-F238E27FC236}">
                  <a16:creationId xmlns:a16="http://schemas.microsoft.com/office/drawing/2014/main" id="{F3213B16-A782-484F-8818-2BED23444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65" name="Rectangle 26">
              <a:extLst>
                <a:ext uri="{FF2B5EF4-FFF2-40B4-BE49-F238E27FC236}">
                  <a16:creationId xmlns:a16="http://schemas.microsoft.com/office/drawing/2014/main" id="{06D4BA81-B0B4-4462-9D48-2FB1E13F6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121860" name="Rectangle 27">
            <a:extLst>
              <a:ext uri="{FF2B5EF4-FFF2-40B4-BE49-F238E27FC236}">
                <a16:creationId xmlns:a16="http://schemas.microsoft.com/office/drawing/2014/main" id="{EB177888-2DCB-4EEC-B76E-5543C4678DCF}"/>
              </a:ext>
            </a:extLst>
          </p:cNvPr>
          <p:cNvSpPr>
            <a:spLocks/>
          </p:cNvSpPr>
          <p:nvPr/>
        </p:nvSpPr>
        <p:spPr bwMode="auto">
          <a:xfrm>
            <a:off x="1346200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1" name="Rectangle 28">
            <a:extLst>
              <a:ext uri="{FF2B5EF4-FFF2-40B4-BE49-F238E27FC236}">
                <a16:creationId xmlns:a16="http://schemas.microsoft.com/office/drawing/2014/main" id="{ECD2CDDA-1BBF-4E2C-8D9E-DBD4407C5C0C}"/>
              </a:ext>
            </a:extLst>
          </p:cNvPr>
          <p:cNvSpPr>
            <a:spLocks/>
          </p:cNvSpPr>
          <p:nvPr/>
        </p:nvSpPr>
        <p:spPr bwMode="auto">
          <a:xfrm>
            <a:off x="1774828" y="2312990"/>
            <a:ext cx="11334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2" name="Rectangle 29">
            <a:extLst>
              <a:ext uri="{FF2B5EF4-FFF2-40B4-BE49-F238E27FC236}">
                <a16:creationId xmlns:a16="http://schemas.microsoft.com/office/drawing/2014/main" id="{A19696D3-C757-4A5C-9E40-6DA5428B4139}"/>
              </a:ext>
            </a:extLst>
          </p:cNvPr>
          <p:cNvSpPr>
            <a:spLocks/>
          </p:cNvSpPr>
          <p:nvPr/>
        </p:nvSpPr>
        <p:spPr bwMode="auto">
          <a:xfrm>
            <a:off x="2667001" y="2312990"/>
            <a:ext cx="6619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3" name="Rectangle 30">
            <a:extLst>
              <a:ext uri="{FF2B5EF4-FFF2-40B4-BE49-F238E27FC236}">
                <a16:creationId xmlns:a16="http://schemas.microsoft.com/office/drawing/2014/main" id="{D7B02B93-F11E-49D2-98D7-16C854ADC94F}"/>
              </a:ext>
            </a:extLst>
          </p:cNvPr>
          <p:cNvSpPr>
            <a:spLocks/>
          </p:cNvSpPr>
          <p:nvPr/>
        </p:nvSpPr>
        <p:spPr bwMode="auto">
          <a:xfrm>
            <a:off x="3328988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4" name="Rectangle 31">
            <a:extLst>
              <a:ext uri="{FF2B5EF4-FFF2-40B4-BE49-F238E27FC236}">
                <a16:creationId xmlns:a16="http://schemas.microsoft.com/office/drawing/2014/main" id="{A86EB979-C7E0-4FA9-A583-37CAD20710A3}"/>
              </a:ext>
            </a:extLst>
          </p:cNvPr>
          <p:cNvSpPr>
            <a:spLocks/>
          </p:cNvSpPr>
          <p:nvPr/>
        </p:nvSpPr>
        <p:spPr bwMode="auto">
          <a:xfrm>
            <a:off x="3989388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5" name="Rectangle 32">
            <a:extLst>
              <a:ext uri="{FF2B5EF4-FFF2-40B4-BE49-F238E27FC236}">
                <a16:creationId xmlns:a16="http://schemas.microsoft.com/office/drawing/2014/main" id="{1C49DB5D-AB68-4EA9-8F3C-F32510501B5C}"/>
              </a:ext>
            </a:extLst>
          </p:cNvPr>
          <p:cNvSpPr>
            <a:spLocks/>
          </p:cNvSpPr>
          <p:nvPr/>
        </p:nvSpPr>
        <p:spPr bwMode="auto">
          <a:xfrm>
            <a:off x="4649788" y="2276478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latin typeface="Calibri" panose="020F0502020204030204" pitchFamily="34" charset="0"/>
              </a:rPr>
              <a:t>51.6.0.8</a:t>
            </a:r>
          </a:p>
        </p:txBody>
      </p:sp>
      <p:sp>
        <p:nvSpPr>
          <p:cNvPr id="121866" name="Rectangle 33">
            <a:extLst>
              <a:ext uri="{FF2B5EF4-FFF2-40B4-BE49-F238E27FC236}">
                <a16:creationId xmlns:a16="http://schemas.microsoft.com/office/drawing/2014/main" id="{4E5ED550-5338-42CC-A3B1-C111688E2FF4}"/>
              </a:ext>
            </a:extLst>
          </p:cNvPr>
          <p:cNvSpPr>
            <a:spLocks/>
          </p:cNvSpPr>
          <p:nvPr/>
        </p:nvSpPr>
        <p:spPr bwMode="auto">
          <a:xfrm>
            <a:off x="5319713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7" name="Rectangle 34">
            <a:extLst>
              <a:ext uri="{FF2B5EF4-FFF2-40B4-BE49-F238E27FC236}">
                <a16:creationId xmlns:a16="http://schemas.microsoft.com/office/drawing/2014/main" id="{1514CF24-E44A-45CE-97AA-093A3DF9171A}"/>
              </a:ext>
            </a:extLst>
          </p:cNvPr>
          <p:cNvSpPr>
            <a:spLocks/>
          </p:cNvSpPr>
          <p:nvPr/>
        </p:nvSpPr>
        <p:spPr bwMode="auto">
          <a:xfrm>
            <a:off x="5980116" y="2312990"/>
            <a:ext cx="6619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8" name="Rectangle 35">
            <a:extLst>
              <a:ext uri="{FF2B5EF4-FFF2-40B4-BE49-F238E27FC236}">
                <a16:creationId xmlns:a16="http://schemas.microsoft.com/office/drawing/2014/main" id="{45E8B714-D1AE-462A-A943-02CB0434E1F3}"/>
              </a:ext>
            </a:extLst>
          </p:cNvPr>
          <p:cNvSpPr>
            <a:spLocks/>
          </p:cNvSpPr>
          <p:nvPr/>
        </p:nvSpPr>
        <p:spPr bwMode="auto">
          <a:xfrm>
            <a:off x="6642100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69" name="Rectangle 36">
            <a:extLst>
              <a:ext uri="{FF2B5EF4-FFF2-40B4-BE49-F238E27FC236}">
                <a16:creationId xmlns:a16="http://schemas.microsoft.com/office/drawing/2014/main" id="{D84C2F84-187D-4CF3-8B3B-F924E843D6AE}"/>
              </a:ext>
            </a:extLst>
          </p:cNvPr>
          <p:cNvSpPr>
            <a:spLocks/>
          </p:cNvSpPr>
          <p:nvPr/>
        </p:nvSpPr>
        <p:spPr bwMode="auto">
          <a:xfrm>
            <a:off x="7400925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port6</a:t>
            </a:r>
          </a:p>
        </p:txBody>
      </p:sp>
      <p:sp>
        <p:nvSpPr>
          <p:cNvPr id="121871" name="Rectangle 1">
            <a:extLst>
              <a:ext uri="{FF2B5EF4-FFF2-40B4-BE49-F238E27FC236}">
                <a16:creationId xmlns:a16="http://schemas.microsoft.com/office/drawing/2014/main" id="{F8C665F4-3C22-43C3-8684-799BEA858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3" y="86453"/>
            <a:ext cx="2811463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400" dirty="0">
                <a:solidFill>
                  <a:srgbClr val="000099"/>
                </a:solidFill>
                <a:latin typeface="Gill Sans MT" panose="020B0502020104020203" pitchFamily="34" charset="0"/>
              </a:rPr>
              <a:t>Examples</a:t>
            </a:r>
            <a:endParaRPr lang="en-US" altLang="en-US" sz="3900" dirty="0">
              <a:solidFill>
                <a:srgbClr val="000099"/>
              </a:solidFill>
              <a:latin typeface="Gill Sans MT" panose="020B0502020104020203" pitchFamily="34" charset="0"/>
            </a:endParaRPr>
          </a:p>
        </p:txBody>
      </p:sp>
      <p:sp>
        <p:nvSpPr>
          <p:cNvPr id="121872" name="Rectangle 2">
            <a:extLst>
              <a:ext uri="{FF2B5EF4-FFF2-40B4-BE49-F238E27FC236}">
                <a16:creationId xmlns:a16="http://schemas.microsoft.com/office/drawing/2014/main" id="{D469DE86-5D06-41B1-88EB-06BEAB3AFD54}"/>
              </a:ext>
            </a:extLst>
          </p:cNvPr>
          <p:cNvSpPr>
            <a:spLocks/>
          </p:cNvSpPr>
          <p:nvPr/>
        </p:nvSpPr>
        <p:spPr bwMode="auto">
          <a:xfrm>
            <a:off x="782199" y="2671963"/>
            <a:ext cx="7388668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 i="1" dirty="0">
                <a:solidFill>
                  <a:schemeClr val="accent2"/>
                </a:solidFill>
                <a:latin typeface="Gill Sans MT" panose="020B0502020104020203" pitchFamily="34" charset="0"/>
              </a:rPr>
              <a:t>IP datagrams destined to IP address  51.6.0.8 should be forwarded to router output port </a:t>
            </a:r>
            <a:r>
              <a:rPr lang="en-US" altLang="en-US" sz="2000" dirty="0">
                <a:solidFill>
                  <a:schemeClr val="accent2"/>
                </a:solidFill>
                <a:latin typeface="Gill Sans MT" panose="020B0502020104020203" pitchFamily="34" charset="0"/>
              </a:rPr>
              <a:t>6 </a:t>
            </a:r>
          </a:p>
        </p:txBody>
      </p:sp>
      <p:sp>
        <p:nvSpPr>
          <p:cNvPr id="121873" name="Rectangle 73">
            <a:extLst>
              <a:ext uri="{FF2B5EF4-FFF2-40B4-BE49-F238E27FC236}">
                <a16:creationId xmlns:a16="http://schemas.microsoft.com/office/drawing/2014/main" id="{D4EDFB7E-E7F0-410C-9EC7-404DF7D7E49E}"/>
              </a:ext>
            </a:extLst>
          </p:cNvPr>
          <p:cNvSpPr>
            <a:spLocks/>
          </p:cNvSpPr>
          <p:nvPr/>
        </p:nvSpPr>
        <p:spPr bwMode="auto">
          <a:xfrm>
            <a:off x="685800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121874" name="Group 74">
            <a:extLst>
              <a:ext uri="{FF2B5EF4-FFF2-40B4-BE49-F238E27FC236}">
                <a16:creationId xmlns:a16="http://schemas.microsoft.com/office/drawing/2014/main" id="{95B7257B-C70C-488A-B2CE-86CD86AD8301}"/>
              </a:ext>
            </a:extLst>
          </p:cNvPr>
          <p:cNvGrpSpPr>
            <a:grpSpLocks/>
          </p:cNvGrpSpPr>
          <p:nvPr/>
        </p:nvGrpSpPr>
        <p:grpSpPr bwMode="auto">
          <a:xfrm>
            <a:off x="687390" y="3684589"/>
            <a:ext cx="7483475" cy="571500"/>
            <a:chOff x="0" y="0"/>
            <a:chExt cx="6704" cy="512"/>
          </a:xfrm>
        </p:grpSpPr>
        <p:sp>
          <p:nvSpPr>
            <p:cNvPr id="121922" name="Rectangle 75">
              <a:extLst>
                <a:ext uri="{FF2B5EF4-FFF2-40B4-BE49-F238E27FC236}">
                  <a16:creationId xmlns:a16="http://schemas.microsoft.com/office/drawing/2014/main" id="{9E59AC29-6904-4BB5-8873-C0080CD20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23" name="Rectangle 76">
              <a:extLst>
                <a:ext uri="{FF2B5EF4-FFF2-40B4-BE49-F238E27FC236}">
                  <a16:creationId xmlns:a16="http://schemas.microsoft.com/office/drawing/2014/main" id="{6A8DA54D-4A05-45B2-9ECF-D46FFC1EC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Switch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121924" name="Rectangle 77">
              <a:extLst>
                <a:ext uri="{FF2B5EF4-FFF2-40B4-BE49-F238E27FC236}">
                  <a16:creationId xmlns:a16="http://schemas.microsoft.com/office/drawing/2014/main" id="{1C510FAA-4DA4-4B6B-9B39-89E571A22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25" name="Rectangle 78">
              <a:extLst>
                <a:ext uri="{FF2B5EF4-FFF2-40B4-BE49-F238E27FC236}">
                  <a16:creationId xmlns:a16="http://schemas.microsoft.com/office/drawing/2014/main" id="{B76384FC-DA42-4B29-94C8-17540914D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1926" name="Rectangle 79">
              <a:extLst>
                <a:ext uri="{FF2B5EF4-FFF2-40B4-BE49-F238E27FC236}">
                  <a16:creationId xmlns:a16="http://schemas.microsoft.com/office/drawing/2014/main" id="{A762FEC5-3D15-4844-9B1E-15317CA8B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27" name="Rectangle 80">
              <a:extLst>
                <a:ext uri="{FF2B5EF4-FFF2-40B4-BE49-F238E27FC236}">
                  <a16:creationId xmlns:a16="http://schemas.microsoft.com/office/drawing/2014/main" id="{0FE6FFDF-B612-4B62-B992-65CB1B650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1928" name="Rectangle 81">
              <a:extLst>
                <a:ext uri="{FF2B5EF4-FFF2-40B4-BE49-F238E27FC236}">
                  <a16:creationId xmlns:a16="http://schemas.microsoft.com/office/drawing/2014/main" id="{3B39E954-7957-40F2-82F4-2C5E9143F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29" name="Rectangle 82">
              <a:extLst>
                <a:ext uri="{FF2B5EF4-FFF2-40B4-BE49-F238E27FC236}">
                  <a16:creationId xmlns:a16="http://schemas.microsoft.com/office/drawing/2014/main" id="{D1B37E95-E8B8-4F76-A88E-E5C3EEB3F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Eth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121930" name="Rectangle 83">
              <a:extLst>
                <a:ext uri="{FF2B5EF4-FFF2-40B4-BE49-F238E27FC236}">
                  <a16:creationId xmlns:a16="http://schemas.microsoft.com/office/drawing/2014/main" id="{1E270749-22EB-4FDE-914F-275589D91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31" name="Rectangle 84">
              <a:extLst>
                <a:ext uri="{FF2B5EF4-FFF2-40B4-BE49-F238E27FC236}">
                  <a16:creationId xmlns:a16="http://schemas.microsoft.com/office/drawing/2014/main" id="{293C8BD3-E3A3-42AE-A9A5-CB1CC8304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VLAN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21932" name="Rectangle 85">
              <a:extLst>
                <a:ext uri="{FF2B5EF4-FFF2-40B4-BE49-F238E27FC236}">
                  <a16:creationId xmlns:a16="http://schemas.microsoft.com/office/drawing/2014/main" id="{BF2DB02C-83C0-4B9D-87EE-708B9AC1A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33" name="Rectangle 86">
              <a:extLst>
                <a:ext uri="{FF2B5EF4-FFF2-40B4-BE49-F238E27FC236}">
                  <a16:creationId xmlns:a16="http://schemas.microsoft.com/office/drawing/2014/main" id="{C7F88442-7A06-4B2B-B2ED-78C5F52D7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1934" name="Rectangle 87">
              <a:extLst>
                <a:ext uri="{FF2B5EF4-FFF2-40B4-BE49-F238E27FC236}">
                  <a16:creationId xmlns:a16="http://schemas.microsoft.com/office/drawing/2014/main" id="{B8248E42-7C97-470B-94CD-125F70BEC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35" name="Rectangle 88">
              <a:extLst>
                <a:ext uri="{FF2B5EF4-FFF2-40B4-BE49-F238E27FC236}">
                  <a16:creationId xmlns:a16="http://schemas.microsoft.com/office/drawing/2014/main" id="{65D5CBC9-3802-4666-A3BB-02299E577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1936" name="Rectangle 89">
              <a:extLst>
                <a:ext uri="{FF2B5EF4-FFF2-40B4-BE49-F238E27FC236}">
                  <a16:creationId xmlns:a16="http://schemas.microsoft.com/office/drawing/2014/main" id="{E94551D2-653E-4BD7-9260-F5404FEE5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37" name="Rectangle 90">
              <a:extLst>
                <a:ext uri="{FF2B5EF4-FFF2-40B4-BE49-F238E27FC236}">
                  <a16:creationId xmlns:a16="http://schemas.microsoft.com/office/drawing/2014/main" id="{6A8BE2C1-FE35-4546-B508-4FEA32AB0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121938" name="Rectangle 91">
              <a:extLst>
                <a:ext uri="{FF2B5EF4-FFF2-40B4-BE49-F238E27FC236}">
                  <a16:creationId xmlns:a16="http://schemas.microsoft.com/office/drawing/2014/main" id="{1A8C7E39-8F2A-4590-82E9-A34B77FEA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39" name="Rectangle 92">
              <a:extLst>
                <a:ext uri="{FF2B5EF4-FFF2-40B4-BE49-F238E27FC236}">
                  <a16:creationId xmlns:a16="http://schemas.microsoft.com/office/drawing/2014/main" id="{548DB76F-97BD-448B-AF30-C21B47F27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121940" name="Rectangle 93">
              <a:extLst>
                <a:ext uri="{FF2B5EF4-FFF2-40B4-BE49-F238E27FC236}">
                  <a16:creationId xmlns:a16="http://schemas.microsoft.com/office/drawing/2014/main" id="{9DF467F1-A0E5-46E7-A1E9-E21C73607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41" name="Rectangle 94">
              <a:extLst>
                <a:ext uri="{FF2B5EF4-FFF2-40B4-BE49-F238E27FC236}">
                  <a16:creationId xmlns:a16="http://schemas.microsoft.com/office/drawing/2014/main" id="{CD0A395F-1FAC-4FB8-974C-2DBE03FBD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121942" name="Rectangle 95">
              <a:extLst>
                <a:ext uri="{FF2B5EF4-FFF2-40B4-BE49-F238E27FC236}">
                  <a16:creationId xmlns:a16="http://schemas.microsoft.com/office/drawing/2014/main" id="{78CC2E76-F398-485B-B6A2-0532AEB14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43" name="Rectangle 96">
              <a:extLst>
                <a:ext uri="{FF2B5EF4-FFF2-40B4-BE49-F238E27FC236}">
                  <a16:creationId xmlns:a16="http://schemas.microsoft.com/office/drawing/2014/main" id="{F1BB3C92-AEAF-4955-A41D-62EF7677B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Forward</a:t>
              </a:r>
            </a:p>
          </p:txBody>
        </p:sp>
      </p:grpSp>
      <p:sp>
        <p:nvSpPr>
          <p:cNvPr id="121875" name="Rectangle 97">
            <a:extLst>
              <a:ext uri="{FF2B5EF4-FFF2-40B4-BE49-F238E27FC236}">
                <a16:creationId xmlns:a16="http://schemas.microsoft.com/office/drawing/2014/main" id="{75DA2E99-1D82-44EC-925B-8F13B0A64A1A}"/>
              </a:ext>
            </a:extLst>
          </p:cNvPr>
          <p:cNvSpPr>
            <a:spLocks/>
          </p:cNvSpPr>
          <p:nvPr/>
        </p:nvSpPr>
        <p:spPr bwMode="auto">
          <a:xfrm>
            <a:off x="1346200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76" name="Rectangle 98">
            <a:extLst>
              <a:ext uri="{FF2B5EF4-FFF2-40B4-BE49-F238E27FC236}">
                <a16:creationId xmlns:a16="http://schemas.microsoft.com/office/drawing/2014/main" id="{B7A1DD50-AE6A-48CA-BF3F-ED01567080C7}"/>
              </a:ext>
            </a:extLst>
          </p:cNvPr>
          <p:cNvSpPr>
            <a:spLocks/>
          </p:cNvSpPr>
          <p:nvPr/>
        </p:nvSpPr>
        <p:spPr bwMode="auto">
          <a:xfrm>
            <a:off x="1774828" y="4351339"/>
            <a:ext cx="11334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77" name="Rectangle 99">
            <a:extLst>
              <a:ext uri="{FF2B5EF4-FFF2-40B4-BE49-F238E27FC236}">
                <a16:creationId xmlns:a16="http://schemas.microsoft.com/office/drawing/2014/main" id="{A56C49E5-D967-4BD5-9A74-3611406269B0}"/>
              </a:ext>
            </a:extLst>
          </p:cNvPr>
          <p:cNvSpPr>
            <a:spLocks/>
          </p:cNvSpPr>
          <p:nvPr/>
        </p:nvSpPr>
        <p:spPr bwMode="auto">
          <a:xfrm>
            <a:off x="2667001" y="4351339"/>
            <a:ext cx="66198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78" name="Rectangle 100">
            <a:extLst>
              <a:ext uri="{FF2B5EF4-FFF2-40B4-BE49-F238E27FC236}">
                <a16:creationId xmlns:a16="http://schemas.microsoft.com/office/drawing/2014/main" id="{12DBDB6F-8223-445E-802A-0AC3202C5353}"/>
              </a:ext>
            </a:extLst>
          </p:cNvPr>
          <p:cNvSpPr>
            <a:spLocks/>
          </p:cNvSpPr>
          <p:nvPr/>
        </p:nvSpPr>
        <p:spPr bwMode="auto">
          <a:xfrm>
            <a:off x="3328988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79" name="Rectangle 101">
            <a:extLst>
              <a:ext uri="{FF2B5EF4-FFF2-40B4-BE49-F238E27FC236}">
                <a16:creationId xmlns:a16="http://schemas.microsoft.com/office/drawing/2014/main" id="{08973A30-F45C-4905-A252-38416A68D21E}"/>
              </a:ext>
            </a:extLst>
          </p:cNvPr>
          <p:cNvSpPr>
            <a:spLocks/>
          </p:cNvSpPr>
          <p:nvPr/>
        </p:nvSpPr>
        <p:spPr bwMode="auto">
          <a:xfrm>
            <a:off x="3989388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80" name="Rectangle 102">
            <a:extLst>
              <a:ext uri="{FF2B5EF4-FFF2-40B4-BE49-F238E27FC236}">
                <a16:creationId xmlns:a16="http://schemas.microsoft.com/office/drawing/2014/main" id="{0234947D-1862-4538-B44A-47449066AABF}"/>
              </a:ext>
            </a:extLst>
          </p:cNvPr>
          <p:cNvSpPr>
            <a:spLocks/>
          </p:cNvSpPr>
          <p:nvPr/>
        </p:nvSpPr>
        <p:spPr bwMode="auto">
          <a:xfrm>
            <a:off x="4649788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81" name="Rectangle 103">
            <a:extLst>
              <a:ext uri="{FF2B5EF4-FFF2-40B4-BE49-F238E27FC236}">
                <a16:creationId xmlns:a16="http://schemas.microsoft.com/office/drawing/2014/main" id="{7311854F-DFFF-409C-AEB0-1696D2F0708F}"/>
              </a:ext>
            </a:extLst>
          </p:cNvPr>
          <p:cNvSpPr>
            <a:spLocks/>
          </p:cNvSpPr>
          <p:nvPr/>
        </p:nvSpPr>
        <p:spPr bwMode="auto">
          <a:xfrm>
            <a:off x="5319713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82" name="Rectangle 104">
            <a:extLst>
              <a:ext uri="{FF2B5EF4-FFF2-40B4-BE49-F238E27FC236}">
                <a16:creationId xmlns:a16="http://schemas.microsoft.com/office/drawing/2014/main" id="{9682FC8C-26D6-466E-BA31-9E1537DCBD1F}"/>
              </a:ext>
            </a:extLst>
          </p:cNvPr>
          <p:cNvSpPr>
            <a:spLocks/>
          </p:cNvSpPr>
          <p:nvPr/>
        </p:nvSpPr>
        <p:spPr bwMode="auto">
          <a:xfrm>
            <a:off x="5980116" y="4351339"/>
            <a:ext cx="661987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83" name="Rectangle 105">
            <a:extLst>
              <a:ext uri="{FF2B5EF4-FFF2-40B4-BE49-F238E27FC236}">
                <a16:creationId xmlns:a16="http://schemas.microsoft.com/office/drawing/2014/main" id="{C0464EC1-BEA4-4876-8333-4D351B35A5CF}"/>
              </a:ext>
            </a:extLst>
          </p:cNvPr>
          <p:cNvSpPr>
            <a:spLocks/>
          </p:cNvSpPr>
          <p:nvPr/>
        </p:nvSpPr>
        <p:spPr bwMode="auto">
          <a:xfrm>
            <a:off x="6642100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22</a:t>
            </a:r>
          </a:p>
        </p:txBody>
      </p:sp>
      <p:sp>
        <p:nvSpPr>
          <p:cNvPr id="121884" name="Rectangle 106">
            <a:extLst>
              <a:ext uri="{FF2B5EF4-FFF2-40B4-BE49-F238E27FC236}">
                <a16:creationId xmlns:a16="http://schemas.microsoft.com/office/drawing/2014/main" id="{2A4B780E-A435-445C-85EE-2C5931AEC21C}"/>
              </a:ext>
            </a:extLst>
          </p:cNvPr>
          <p:cNvSpPr>
            <a:spLocks/>
          </p:cNvSpPr>
          <p:nvPr/>
        </p:nvSpPr>
        <p:spPr bwMode="auto">
          <a:xfrm>
            <a:off x="7400925" y="4351339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drop</a:t>
            </a:r>
          </a:p>
        </p:txBody>
      </p:sp>
      <p:sp>
        <p:nvSpPr>
          <p:cNvPr id="121885" name="Rectangle 2">
            <a:extLst>
              <a:ext uri="{FF2B5EF4-FFF2-40B4-BE49-F238E27FC236}">
                <a16:creationId xmlns:a16="http://schemas.microsoft.com/office/drawing/2014/main" id="{AADFBFBF-FCDE-40C2-9159-546216BC8256}"/>
              </a:ext>
            </a:extLst>
          </p:cNvPr>
          <p:cNvSpPr>
            <a:spLocks/>
          </p:cNvSpPr>
          <p:nvPr/>
        </p:nvSpPr>
        <p:spPr bwMode="auto">
          <a:xfrm>
            <a:off x="673100" y="3187979"/>
            <a:ext cx="10247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90"/>
                </a:solidFill>
                <a:latin typeface="Gill Sans MT" panose="020B0502020104020203" pitchFamily="34" charset="0"/>
              </a:rPr>
              <a:t>Firewall:</a:t>
            </a:r>
          </a:p>
        </p:txBody>
      </p:sp>
      <p:sp>
        <p:nvSpPr>
          <p:cNvPr id="121886" name="Rectangle 2">
            <a:extLst>
              <a:ext uri="{FF2B5EF4-FFF2-40B4-BE49-F238E27FC236}">
                <a16:creationId xmlns:a16="http://schemas.microsoft.com/office/drawing/2014/main" id="{0C3417F9-EF36-4C04-9146-ADFDD6D3CFAF}"/>
              </a:ext>
            </a:extLst>
          </p:cNvPr>
          <p:cNvSpPr>
            <a:spLocks/>
          </p:cNvSpPr>
          <p:nvPr/>
        </p:nvSpPr>
        <p:spPr bwMode="auto">
          <a:xfrm>
            <a:off x="669927" y="4672115"/>
            <a:ext cx="75263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 i="1" dirty="0">
                <a:solidFill>
                  <a:schemeClr val="accent2"/>
                </a:solidFill>
                <a:latin typeface="Gill Sans MT" panose="020B0502020104020203" pitchFamily="34" charset="0"/>
              </a:rPr>
              <a:t>do not forward (block) all datagrams destined to TCP  port 22</a:t>
            </a:r>
          </a:p>
        </p:txBody>
      </p:sp>
      <p:sp>
        <p:nvSpPr>
          <p:cNvPr id="121887" name="Rectangle 73">
            <a:extLst>
              <a:ext uri="{FF2B5EF4-FFF2-40B4-BE49-F238E27FC236}">
                <a16:creationId xmlns:a16="http://schemas.microsoft.com/office/drawing/2014/main" id="{1FC87DCC-AB6C-42C6-9E53-140981C68430}"/>
              </a:ext>
            </a:extLst>
          </p:cNvPr>
          <p:cNvSpPr>
            <a:spLocks/>
          </p:cNvSpPr>
          <p:nvPr/>
        </p:nvSpPr>
        <p:spPr bwMode="auto">
          <a:xfrm>
            <a:off x="647700" y="6038854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121888" name="Group 74">
            <a:extLst>
              <a:ext uri="{FF2B5EF4-FFF2-40B4-BE49-F238E27FC236}">
                <a16:creationId xmlns:a16="http://schemas.microsoft.com/office/drawing/2014/main" id="{E9881BBC-D4E4-41E9-9417-01EC3C2EC74F}"/>
              </a:ext>
            </a:extLst>
          </p:cNvPr>
          <p:cNvGrpSpPr>
            <a:grpSpLocks/>
          </p:cNvGrpSpPr>
          <p:nvPr/>
        </p:nvGrpSpPr>
        <p:grpSpPr bwMode="auto">
          <a:xfrm>
            <a:off x="649290" y="5372101"/>
            <a:ext cx="7483475" cy="571500"/>
            <a:chOff x="0" y="0"/>
            <a:chExt cx="6704" cy="512"/>
          </a:xfrm>
        </p:grpSpPr>
        <p:sp>
          <p:nvSpPr>
            <p:cNvPr id="121900" name="Rectangle 75">
              <a:extLst>
                <a:ext uri="{FF2B5EF4-FFF2-40B4-BE49-F238E27FC236}">
                  <a16:creationId xmlns:a16="http://schemas.microsoft.com/office/drawing/2014/main" id="{94599C54-0430-4E66-816A-900A684BF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01" name="Rectangle 76">
              <a:extLst>
                <a:ext uri="{FF2B5EF4-FFF2-40B4-BE49-F238E27FC236}">
                  <a16:creationId xmlns:a16="http://schemas.microsoft.com/office/drawing/2014/main" id="{4E4C9DE0-9AE2-4C42-8253-8382127AE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Switch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121902" name="Rectangle 77">
              <a:extLst>
                <a:ext uri="{FF2B5EF4-FFF2-40B4-BE49-F238E27FC236}">
                  <a16:creationId xmlns:a16="http://schemas.microsoft.com/office/drawing/2014/main" id="{A7211F16-4E3E-4274-8EBE-B68B5D1CF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03" name="Rectangle 78">
              <a:extLst>
                <a:ext uri="{FF2B5EF4-FFF2-40B4-BE49-F238E27FC236}">
                  <a16:creationId xmlns:a16="http://schemas.microsoft.com/office/drawing/2014/main" id="{13A16925-F71B-4E12-8237-AC912FA38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1904" name="Rectangle 79">
              <a:extLst>
                <a:ext uri="{FF2B5EF4-FFF2-40B4-BE49-F238E27FC236}">
                  <a16:creationId xmlns:a16="http://schemas.microsoft.com/office/drawing/2014/main" id="{48DE9D46-5B7B-4AC2-998B-DAC95AE2D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05" name="Rectangle 80">
              <a:extLst>
                <a:ext uri="{FF2B5EF4-FFF2-40B4-BE49-F238E27FC236}">
                  <a16:creationId xmlns:a16="http://schemas.microsoft.com/office/drawing/2014/main" id="{51EB7BA3-8D6C-40F4-AF4A-B0C1951AF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1906" name="Rectangle 81">
              <a:extLst>
                <a:ext uri="{FF2B5EF4-FFF2-40B4-BE49-F238E27FC236}">
                  <a16:creationId xmlns:a16="http://schemas.microsoft.com/office/drawing/2014/main" id="{D7506BC2-F4B6-4142-978F-AC111BCC6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07" name="Rectangle 82">
              <a:extLst>
                <a:ext uri="{FF2B5EF4-FFF2-40B4-BE49-F238E27FC236}">
                  <a16:creationId xmlns:a16="http://schemas.microsoft.com/office/drawing/2014/main" id="{FF9904BF-FF5A-4518-AD9F-03791A285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Eth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121908" name="Rectangle 83">
              <a:extLst>
                <a:ext uri="{FF2B5EF4-FFF2-40B4-BE49-F238E27FC236}">
                  <a16:creationId xmlns:a16="http://schemas.microsoft.com/office/drawing/2014/main" id="{3ACC07DC-9F2C-488A-A504-8FD204AE2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09" name="Rectangle 84">
              <a:extLst>
                <a:ext uri="{FF2B5EF4-FFF2-40B4-BE49-F238E27FC236}">
                  <a16:creationId xmlns:a16="http://schemas.microsoft.com/office/drawing/2014/main" id="{A2EEE357-BF5D-4535-8790-FB340367E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VLAN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21910" name="Rectangle 85">
              <a:extLst>
                <a:ext uri="{FF2B5EF4-FFF2-40B4-BE49-F238E27FC236}">
                  <a16:creationId xmlns:a16="http://schemas.microsoft.com/office/drawing/2014/main" id="{D6582C54-C851-4883-91FB-7E5FB37F3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11" name="Rectangle 86">
              <a:extLst>
                <a:ext uri="{FF2B5EF4-FFF2-40B4-BE49-F238E27FC236}">
                  <a16:creationId xmlns:a16="http://schemas.microsoft.com/office/drawing/2014/main" id="{5C0C9F79-AA22-4E3E-A05F-CD8E1D68D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1912" name="Rectangle 87">
              <a:extLst>
                <a:ext uri="{FF2B5EF4-FFF2-40B4-BE49-F238E27FC236}">
                  <a16:creationId xmlns:a16="http://schemas.microsoft.com/office/drawing/2014/main" id="{CC12F0A0-4FFF-4131-BCA5-2BC96BA34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13" name="Rectangle 88">
              <a:extLst>
                <a:ext uri="{FF2B5EF4-FFF2-40B4-BE49-F238E27FC236}">
                  <a16:creationId xmlns:a16="http://schemas.microsoft.com/office/drawing/2014/main" id="{61955AE4-E503-4284-8C83-1320A264E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1914" name="Rectangle 89">
              <a:extLst>
                <a:ext uri="{FF2B5EF4-FFF2-40B4-BE49-F238E27FC236}">
                  <a16:creationId xmlns:a16="http://schemas.microsoft.com/office/drawing/2014/main" id="{D9588261-7245-419A-A78F-04350973D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15" name="Rectangle 90">
              <a:extLst>
                <a:ext uri="{FF2B5EF4-FFF2-40B4-BE49-F238E27FC236}">
                  <a16:creationId xmlns:a16="http://schemas.microsoft.com/office/drawing/2014/main" id="{C80EF19A-D3FC-44A9-97EB-FB4FE3285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121916" name="Rectangle 91">
              <a:extLst>
                <a:ext uri="{FF2B5EF4-FFF2-40B4-BE49-F238E27FC236}">
                  <a16:creationId xmlns:a16="http://schemas.microsoft.com/office/drawing/2014/main" id="{9921EEB7-5239-4A9C-8E18-EB7118C03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17" name="Rectangle 92">
              <a:extLst>
                <a:ext uri="{FF2B5EF4-FFF2-40B4-BE49-F238E27FC236}">
                  <a16:creationId xmlns:a16="http://schemas.microsoft.com/office/drawing/2014/main" id="{86FFF4EF-D3C9-4E2E-87FF-42F6551BC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121918" name="Rectangle 93">
              <a:extLst>
                <a:ext uri="{FF2B5EF4-FFF2-40B4-BE49-F238E27FC236}">
                  <a16:creationId xmlns:a16="http://schemas.microsoft.com/office/drawing/2014/main" id="{AE8EE6C3-345A-4940-9698-515720268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19" name="Rectangle 94">
              <a:extLst>
                <a:ext uri="{FF2B5EF4-FFF2-40B4-BE49-F238E27FC236}">
                  <a16:creationId xmlns:a16="http://schemas.microsoft.com/office/drawing/2014/main" id="{08F1CCEE-3ED1-4961-832D-A8B4918AA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121920" name="Rectangle 95">
              <a:extLst>
                <a:ext uri="{FF2B5EF4-FFF2-40B4-BE49-F238E27FC236}">
                  <a16:creationId xmlns:a16="http://schemas.microsoft.com/office/drawing/2014/main" id="{E72C24FA-2CB6-4455-8963-82BD87C47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1921" name="Rectangle 96">
              <a:extLst>
                <a:ext uri="{FF2B5EF4-FFF2-40B4-BE49-F238E27FC236}">
                  <a16:creationId xmlns:a16="http://schemas.microsoft.com/office/drawing/2014/main" id="{3D63C793-EA72-4913-92C7-88577C66C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Forward</a:t>
              </a:r>
            </a:p>
          </p:txBody>
        </p:sp>
      </p:grpSp>
      <p:sp>
        <p:nvSpPr>
          <p:cNvPr id="121889" name="Rectangle 97">
            <a:extLst>
              <a:ext uri="{FF2B5EF4-FFF2-40B4-BE49-F238E27FC236}">
                <a16:creationId xmlns:a16="http://schemas.microsoft.com/office/drawing/2014/main" id="{04AF4DF5-29E1-4A1C-B48A-FECFBC3F1D1D}"/>
              </a:ext>
            </a:extLst>
          </p:cNvPr>
          <p:cNvSpPr>
            <a:spLocks/>
          </p:cNvSpPr>
          <p:nvPr/>
        </p:nvSpPr>
        <p:spPr bwMode="auto">
          <a:xfrm>
            <a:off x="1308100" y="6038854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0" name="Rectangle 98">
            <a:extLst>
              <a:ext uri="{FF2B5EF4-FFF2-40B4-BE49-F238E27FC236}">
                <a16:creationId xmlns:a16="http://schemas.microsoft.com/office/drawing/2014/main" id="{584E1FE7-C616-4FBA-BC47-91AC08826CFD}"/>
              </a:ext>
            </a:extLst>
          </p:cNvPr>
          <p:cNvSpPr>
            <a:spLocks/>
          </p:cNvSpPr>
          <p:nvPr/>
        </p:nvSpPr>
        <p:spPr bwMode="auto">
          <a:xfrm>
            <a:off x="1736728" y="6038854"/>
            <a:ext cx="11334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1" name="Rectangle 99">
            <a:extLst>
              <a:ext uri="{FF2B5EF4-FFF2-40B4-BE49-F238E27FC236}">
                <a16:creationId xmlns:a16="http://schemas.microsoft.com/office/drawing/2014/main" id="{A513491F-22F7-491A-B074-6E894B3C5C1D}"/>
              </a:ext>
            </a:extLst>
          </p:cNvPr>
          <p:cNvSpPr>
            <a:spLocks/>
          </p:cNvSpPr>
          <p:nvPr/>
        </p:nvSpPr>
        <p:spPr bwMode="auto">
          <a:xfrm>
            <a:off x="2628901" y="6038854"/>
            <a:ext cx="66198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2" name="Rectangle 100">
            <a:extLst>
              <a:ext uri="{FF2B5EF4-FFF2-40B4-BE49-F238E27FC236}">
                <a16:creationId xmlns:a16="http://schemas.microsoft.com/office/drawing/2014/main" id="{4834CD48-9E1C-411D-969F-010C71A4FBD6}"/>
              </a:ext>
            </a:extLst>
          </p:cNvPr>
          <p:cNvSpPr>
            <a:spLocks/>
          </p:cNvSpPr>
          <p:nvPr/>
        </p:nvSpPr>
        <p:spPr bwMode="auto">
          <a:xfrm>
            <a:off x="3290888" y="6038854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3" name="Rectangle 101">
            <a:extLst>
              <a:ext uri="{FF2B5EF4-FFF2-40B4-BE49-F238E27FC236}">
                <a16:creationId xmlns:a16="http://schemas.microsoft.com/office/drawing/2014/main" id="{A6FA6E21-58D4-4974-B7B0-F86AB04D7C06}"/>
              </a:ext>
            </a:extLst>
          </p:cNvPr>
          <p:cNvSpPr>
            <a:spLocks/>
          </p:cNvSpPr>
          <p:nvPr/>
        </p:nvSpPr>
        <p:spPr bwMode="auto">
          <a:xfrm>
            <a:off x="3948116" y="6021389"/>
            <a:ext cx="59848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Calibri" panose="020F0502020204030204" pitchFamily="34" charset="0"/>
              </a:rPr>
              <a:t>128.119.1.1</a:t>
            </a:r>
          </a:p>
        </p:txBody>
      </p:sp>
      <p:sp>
        <p:nvSpPr>
          <p:cNvPr id="121894" name="Rectangle 102">
            <a:extLst>
              <a:ext uri="{FF2B5EF4-FFF2-40B4-BE49-F238E27FC236}">
                <a16:creationId xmlns:a16="http://schemas.microsoft.com/office/drawing/2014/main" id="{2119611B-7415-4178-8835-8A0F0CE73D5C}"/>
              </a:ext>
            </a:extLst>
          </p:cNvPr>
          <p:cNvSpPr>
            <a:spLocks/>
          </p:cNvSpPr>
          <p:nvPr/>
        </p:nvSpPr>
        <p:spPr bwMode="auto">
          <a:xfrm>
            <a:off x="4611688" y="6038854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5" name="Rectangle 103">
            <a:extLst>
              <a:ext uri="{FF2B5EF4-FFF2-40B4-BE49-F238E27FC236}">
                <a16:creationId xmlns:a16="http://schemas.microsoft.com/office/drawing/2014/main" id="{C1F33C27-6475-42FF-826E-736EE3422590}"/>
              </a:ext>
            </a:extLst>
          </p:cNvPr>
          <p:cNvSpPr>
            <a:spLocks/>
          </p:cNvSpPr>
          <p:nvPr/>
        </p:nvSpPr>
        <p:spPr bwMode="auto">
          <a:xfrm>
            <a:off x="5281613" y="6038854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6" name="Rectangle 104">
            <a:extLst>
              <a:ext uri="{FF2B5EF4-FFF2-40B4-BE49-F238E27FC236}">
                <a16:creationId xmlns:a16="http://schemas.microsoft.com/office/drawing/2014/main" id="{76F3BD0A-53ED-4A6B-98C5-993047250020}"/>
              </a:ext>
            </a:extLst>
          </p:cNvPr>
          <p:cNvSpPr>
            <a:spLocks/>
          </p:cNvSpPr>
          <p:nvPr/>
        </p:nvSpPr>
        <p:spPr bwMode="auto">
          <a:xfrm>
            <a:off x="5942016" y="6038854"/>
            <a:ext cx="661987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7" name="Rectangle 105">
            <a:extLst>
              <a:ext uri="{FF2B5EF4-FFF2-40B4-BE49-F238E27FC236}">
                <a16:creationId xmlns:a16="http://schemas.microsoft.com/office/drawing/2014/main" id="{E3C4EF27-1A1F-42DD-B919-B2285A7CEF3C}"/>
              </a:ext>
            </a:extLst>
          </p:cNvPr>
          <p:cNvSpPr>
            <a:spLocks/>
          </p:cNvSpPr>
          <p:nvPr/>
        </p:nvSpPr>
        <p:spPr bwMode="auto">
          <a:xfrm>
            <a:off x="6604000" y="6038854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1898" name="Rectangle 106">
            <a:extLst>
              <a:ext uri="{FF2B5EF4-FFF2-40B4-BE49-F238E27FC236}">
                <a16:creationId xmlns:a16="http://schemas.microsoft.com/office/drawing/2014/main" id="{94A4280C-7393-4C65-88DA-A01F1F072832}"/>
              </a:ext>
            </a:extLst>
          </p:cNvPr>
          <p:cNvSpPr>
            <a:spLocks/>
          </p:cNvSpPr>
          <p:nvPr/>
        </p:nvSpPr>
        <p:spPr bwMode="auto">
          <a:xfrm>
            <a:off x="7362825" y="5975354"/>
            <a:ext cx="6604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drop</a:t>
            </a:r>
          </a:p>
        </p:txBody>
      </p:sp>
      <p:sp>
        <p:nvSpPr>
          <p:cNvPr id="121899" name="Rectangle 2">
            <a:extLst>
              <a:ext uri="{FF2B5EF4-FFF2-40B4-BE49-F238E27FC236}">
                <a16:creationId xmlns:a16="http://schemas.microsoft.com/office/drawing/2014/main" id="{43214FC5-4E79-47D0-8AA7-F0E136D45080}"/>
              </a:ext>
            </a:extLst>
          </p:cNvPr>
          <p:cNvSpPr>
            <a:spLocks/>
          </p:cNvSpPr>
          <p:nvPr/>
        </p:nvSpPr>
        <p:spPr bwMode="auto">
          <a:xfrm>
            <a:off x="647700" y="6296127"/>
            <a:ext cx="75739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 i="1" dirty="0">
                <a:solidFill>
                  <a:schemeClr val="accent2"/>
                </a:solidFill>
                <a:latin typeface="Gill Sans MT" panose="020B0502020104020203" pitchFamily="34" charset="0"/>
              </a:rPr>
              <a:t>do not forward (block) all datagrams sent by host 128.119.1.1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>
            <a:extLst>
              <a:ext uri="{FF2B5EF4-FFF2-40B4-BE49-F238E27FC236}">
                <a16:creationId xmlns:a16="http://schemas.microsoft.com/office/drawing/2014/main" id="{97ECB009-1397-47CB-BC41-5B7CB7616895}"/>
              </a:ext>
            </a:extLst>
          </p:cNvPr>
          <p:cNvSpPr>
            <a:spLocks/>
          </p:cNvSpPr>
          <p:nvPr/>
        </p:nvSpPr>
        <p:spPr bwMode="auto">
          <a:xfrm>
            <a:off x="669925" y="1194079"/>
            <a:ext cx="57384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90"/>
                </a:solidFill>
                <a:latin typeface="Gill Sans MT" panose="020B0502020104020203" pitchFamily="34" charset="0"/>
              </a:rPr>
              <a:t>Destination-based layer 2 (switch) forwarding:</a:t>
            </a:r>
          </a:p>
        </p:txBody>
      </p:sp>
      <p:sp>
        <p:nvSpPr>
          <p:cNvPr id="122882" name="Rectangle 3">
            <a:extLst>
              <a:ext uri="{FF2B5EF4-FFF2-40B4-BE49-F238E27FC236}">
                <a16:creationId xmlns:a16="http://schemas.microsoft.com/office/drawing/2014/main" id="{DE44C630-35FB-4B7A-A79F-1FCA4B9A81A5}"/>
              </a:ext>
            </a:extLst>
          </p:cNvPr>
          <p:cNvSpPr>
            <a:spLocks/>
          </p:cNvSpPr>
          <p:nvPr/>
        </p:nvSpPr>
        <p:spPr bwMode="auto">
          <a:xfrm>
            <a:off x="685800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122883" name="Group 4">
            <a:extLst>
              <a:ext uri="{FF2B5EF4-FFF2-40B4-BE49-F238E27FC236}">
                <a16:creationId xmlns:a16="http://schemas.microsoft.com/office/drawing/2014/main" id="{9EB7EB72-2E7F-4376-996E-0F210BF7A88B}"/>
              </a:ext>
            </a:extLst>
          </p:cNvPr>
          <p:cNvGrpSpPr>
            <a:grpSpLocks/>
          </p:cNvGrpSpPr>
          <p:nvPr/>
        </p:nvGrpSpPr>
        <p:grpSpPr bwMode="auto">
          <a:xfrm>
            <a:off x="687390" y="1644651"/>
            <a:ext cx="7483475" cy="571500"/>
            <a:chOff x="0" y="0"/>
            <a:chExt cx="6704" cy="512"/>
          </a:xfrm>
        </p:grpSpPr>
        <p:sp>
          <p:nvSpPr>
            <p:cNvPr id="122899" name="Rectangle 5">
              <a:extLst>
                <a:ext uri="{FF2B5EF4-FFF2-40B4-BE49-F238E27FC236}">
                  <a16:creationId xmlns:a16="http://schemas.microsoft.com/office/drawing/2014/main" id="{F8C56AAD-E468-42CD-87AF-E223C6E3C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00" name="Rectangle 6">
              <a:extLst>
                <a:ext uri="{FF2B5EF4-FFF2-40B4-BE49-F238E27FC236}">
                  <a16:creationId xmlns:a16="http://schemas.microsoft.com/office/drawing/2014/main" id="{65B5C89F-8588-449E-A6D0-3ED48B768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Switch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122901" name="Rectangle 7">
              <a:extLst>
                <a:ext uri="{FF2B5EF4-FFF2-40B4-BE49-F238E27FC236}">
                  <a16:creationId xmlns:a16="http://schemas.microsoft.com/office/drawing/2014/main" id="{22FEFB54-41C3-4918-9F30-2AF9783C3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02" name="Rectangle 8">
              <a:extLst>
                <a:ext uri="{FF2B5EF4-FFF2-40B4-BE49-F238E27FC236}">
                  <a16:creationId xmlns:a16="http://schemas.microsoft.com/office/drawing/2014/main" id="{B1D50EF4-5EC1-47B0-B62D-07A4A7412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2903" name="Rectangle 9">
              <a:extLst>
                <a:ext uri="{FF2B5EF4-FFF2-40B4-BE49-F238E27FC236}">
                  <a16:creationId xmlns:a16="http://schemas.microsoft.com/office/drawing/2014/main" id="{7B4D421C-665E-4726-AD42-7EA5D55C0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04" name="Rectangle 10">
              <a:extLst>
                <a:ext uri="{FF2B5EF4-FFF2-40B4-BE49-F238E27FC236}">
                  <a16:creationId xmlns:a16="http://schemas.microsoft.com/office/drawing/2014/main" id="{B076DAB8-2867-4A83-84CF-D35AFFB85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MAC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2905" name="Rectangle 11">
              <a:extLst>
                <a:ext uri="{FF2B5EF4-FFF2-40B4-BE49-F238E27FC236}">
                  <a16:creationId xmlns:a16="http://schemas.microsoft.com/office/drawing/2014/main" id="{7D25A594-2247-4136-9CE5-68F654775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06" name="Rectangle 12">
              <a:extLst>
                <a:ext uri="{FF2B5EF4-FFF2-40B4-BE49-F238E27FC236}">
                  <a16:creationId xmlns:a16="http://schemas.microsoft.com/office/drawing/2014/main" id="{5BCE8C82-F208-4D2A-8BCA-F601E5CBA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Eth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122907" name="Rectangle 13">
              <a:extLst>
                <a:ext uri="{FF2B5EF4-FFF2-40B4-BE49-F238E27FC236}">
                  <a16:creationId xmlns:a16="http://schemas.microsoft.com/office/drawing/2014/main" id="{1428EDBD-CBE7-418E-BF9F-53AEFF0C2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08" name="Rectangle 14">
              <a:extLst>
                <a:ext uri="{FF2B5EF4-FFF2-40B4-BE49-F238E27FC236}">
                  <a16:creationId xmlns:a16="http://schemas.microsoft.com/office/drawing/2014/main" id="{75B39A65-D025-4895-AA00-7BFCFB721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VLAN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122909" name="Rectangle 15">
              <a:extLst>
                <a:ext uri="{FF2B5EF4-FFF2-40B4-BE49-F238E27FC236}">
                  <a16:creationId xmlns:a16="http://schemas.microsoft.com/office/drawing/2014/main" id="{50F9048E-5404-41FC-8408-4A27CFDA7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10" name="Rectangle 16">
              <a:extLst>
                <a:ext uri="{FF2B5EF4-FFF2-40B4-BE49-F238E27FC236}">
                  <a16:creationId xmlns:a16="http://schemas.microsoft.com/office/drawing/2014/main" id="{C6BD3140-5007-46C2-9916-1FF6148CF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122911" name="Rectangle 17">
              <a:extLst>
                <a:ext uri="{FF2B5EF4-FFF2-40B4-BE49-F238E27FC236}">
                  <a16:creationId xmlns:a16="http://schemas.microsoft.com/office/drawing/2014/main" id="{C01E929C-7E2A-4FE7-B0A9-4ABD2A28B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12" name="Rectangle 18">
              <a:extLst>
                <a:ext uri="{FF2B5EF4-FFF2-40B4-BE49-F238E27FC236}">
                  <a16:creationId xmlns:a16="http://schemas.microsoft.com/office/drawing/2014/main" id="{F1D50E2C-E789-42C6-A12D-47152B2EC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122913" name="Rectangle 19">
              <a:extLst>
                <a:ext uri="{FF2B5EF4-FFF2-40B4-BE49-F238E27FC236}">
                  <a16:creationId xmlns:a16="http://schemas.microsoft.com/office/drawing/2014/main" id="{901BD9A2-2430-4FAD-82E4-44AADF639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14" name="Rectangle 20">
              <a:extLst>
                <a:ext uri="{FF2B5EF4-FFF2-40B4-BE49-F238E27FC236}">
                  <a16:creationId xmlns:a16="http://schemas.microsoft.com/office/drawing/2014/main" id="{AC4B93F3-C995-4043-95AD-33C95C692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IP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122915" name="Rectangle 21">
              <a:extLst>
                <a:ext uri="{FF2B5EF4-FFF2-40B4-BE49-F238E27FC236}">
                  <a16:creationId xmlns:a16="http://schemas.microsoft.com/office/drawing/2014/main" id="{A7071B27-B28A-481E-AD9E-FED67CCBF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16" name="Rectangle 22">
              <a:extLst>
                <a:ext uri="{FF2B5EF4-FFF2-40B4-BE49-F238E27FC236}">
                  <a16:creationId xmlns:a16="http://schemas.microsoft.com/office/drawing/2014/main" id="{C47143FF-149C-4E5F-A948-D621628B8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122917" name="Rectangle 23">
              <a:extLst>
                <a:ext uri="{FF2B5EF4-FFF2-40B4-BE49-F238E27FC236}">
                  <a16:creationId xmlns:a16="http://schemas.microsoft.com/office/drawing/2014/main" id="{C586B325-3954-4520-B626-87525DA28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18" name="Rectangle 24">
              <a:extLst>
                <a:ext uri="{FF2B5EF4-FFF2-40B4-BE49-F238E27FC236}">
                  <a16:creationId xmlns:a16="http://schemas.microsoft.com/office/drawing/2014/main" id="{E50B79FC-25B2-4C2D-8F5D-710E5EC79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TCP</a:t>
              </a:r>
            </a:p>
            <a:p>
              <a:r>
                <a:rPr lang="en-US" altLang="en-US" sz="1700"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122919" name="Rectangle 25">
              <a:extLst>
                <a:ext uri="{FF2B5EF4-FFF2-40B4-BE49-F238E27FC236}">
                  <a16:creationId xmlns:a16="http://schemas.microsoft.com/office/drawing/2014/main" id="{51958188-26B2-46D1-A03A-1F2204A3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122920" name="Rectangle 26">
              <a:extLst>
                <a:ext uri="{FF2B5EF4-FFF2-40B4-BE49-F238E27FC236}">
                  <a16:creationId xmlns:a16="http://schemas.microsoft.com/office/drawing/2014/main" id="{5191BE2D-E537-4F2C-A8C2-0B258F6CD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700"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122884" name="Rectangle 28">
            <a:extLst>
              <a:ext uri="{FF2B5EF4-FFF2-40B4-BE49-F238E27FC236}">
                <a16:creationId xmlns:a16="http://schemas.microsoft.com/office/drawing/2014/main" id="{937A5E05-D741-4B9F-AB89-17205A49DE45}"/>
              </a:ext>
            </a:extLst>
          </p:cNvPr>
          <p:cNvSpPr>
            <a:spLocks/>
          </p:cNvSpPr>
          <p:nvPr/>
        </p:nvSpPr>
        <p:spPr bwMode="auto">
          <a:xfrm>
            <a:off x="2008190" y="2312990"/>
            <a:ext cx="11334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85" name="Rectangle 29">
            <a:extLst>
              <a:ext uri="{FF2B5EF4-FFF2-40B4-BE49-F238E27FC236}">
                <a16:creationId xmlns:a16="http://schemas.microsoft.com/office/drawing/2014/main" id="{8BADDEF6-F4FB-4BA6-9F1B-DD8600211159}"/>
              </a:ext>
            </a:extLst>
          </p:cNvPr>
          <p:cNvSpPr>
            <a:spLocks/>
          </p:cNvSpPr>
          <p:nvPr/>
        </p:nvSpPr>
        <p:spPr bwMode="auto">
          <a:xfrm>
            <a:off x="2667001" y="2312990"/>
            <a:ext cx="6619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86" name="Rectangle 30">
            <a:extLst>
              <a:ext uri="{FF2B5EF4-FFF2-40B4-BE49-F238E27FC236}">
                <a16:creationId xmlns:a16="http://schemas.microsoft.com/office/drawing/2014/main" id="{D0486E06-10AB-499B-BF4C-8BD6EFEBC523}"/>
              </a:ext>
            </a:extLst>
          </p:cNvPr>
          <p:cNvSpPr>
            <a:spLocks/>
          </p:cNvSpPr>
          <p:nvPr/>
        </p:nvSpPr>
        <p:spPr bwMode="auto">
          <a:xfrm>
            <a:off x="3328988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87" name="Rectangle 31">
            <a:extLst>
              <a:ext uri="{FF2B5EF4-FFF2-40B4-BE49-F238E27FC236}">
                <a16:creationId xmlns:a16="http://schemas.microsoft.com/office/drawing/2014/main" id="{5E794B8E-E738-4966-98A0-E9DC0570377D}"/>
              </a:ext>
            </a:extLst>
          </p:cNvPr>
          <p:cNvSpPr>
            <a:spLocks/>
          </p:cNvSpPr>
          <p:nvPr/>
        </p:nvSpPr>
        <p:spPr bwMode="auto">
          <a:xfrm>
            <a:off x="3989388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88" name="Rectangle 32">
            <a:extLst>
              <a:ext uri="{FF2B5EF4-FFF2-40B4-BE49-F238E27FC236}">
                <a16:creationId xmlns:a16="http://schemas.microsoft.com/office/drawing/2014/main" id="{8E11FBE7-12F0-4AD2-9DB5-A60A8FF24D43}"/>
              </a:ext>
            </a:extLst>
          </p:cNvPr>
          <p:cNvSpPr>
            <a:spLocks/>
          </p:cNvSpPr>
          <p:nvPr/>
        </p:nvSpPr>
        <p:spPr bwMode="auto">
          <a:xfrm>
            <a:off x="4649788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89" name="Rectangle 33">
            <a:extLst>
              <a:ext uri="{FF2B5EF4-FFF2-40B4-BE49-F238E27FC236}">
                <a16:creationId xmlns:a16="http://schemas.microsoft.com/office/drawing/2014/main" id="{C372183A-DD69-48CC-832B-A0FF2DB0C490}"/>
              </a:ext>
            </a:extLst>
          </p:cNvPr>
          <p:cNvSpPr>
            <a:spLocks/>
          </p:cNvSpPr>
          <p:nvPr/>
        </p:nvSpPr>
        <p:spPr bwMode="auto">
          <a:xfrm>
            <a:off x="5319713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90" name="Rectangle 34">
            <a:extLst>
              <a:ext uri="{FF2B5EF4-FFF2-40B4-BE49-F238E27FC236}">
                <a16:creationId xmlns:a16="http://schemas.microsoft.com/office/drawing/2014/main" id="{4201CCBB-718C-408F-A015-44ABF88F9AF6}"/>
              </a:ext>
            </a:extLst>
          </p:cNvPr>
          <p:cNvSpPr>
            <a:spLocks/>
          </p:cNvSpPr>
          <p:nvPr/>
        </p:nvSpPr>
        <p:spPr bwMode="auto">
          <a:xfrm>
            <a:off x="5980116" y="2312990"/>
            <a:ext cx="6619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91" name="Rectangle 35">
            <a:extLst>
              <a:ext uri="{FF2B5EF4-FFF2-40B4-BE49-F238E27FC236}">
                <a16:creationId xmlns:a16="http://schemas.microsoft.com/office/drawing/2014/main" id="{97A1ED17-D46E-4260-A379-21DA5780CD8E}"/>
              </a:ext>
            </a:extLst>
          </p:cNvPr>
          <p:cNvSpPr>
            <a:spLocks/>
          </p:cNvSpPr>
          <p:nvPr/>
        </p:nvSpPr>
        <p:spPr bwMode="auto">
          <a:xfrm>
            <a:off x="6642100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122892" name="Rectangle 36">
            <a:extLst>
              <a:ext uri="{FF2B5EF4-FFF2-40B4-BE49-F238E27FC236}">
                <a16:creationId xmlns:a16="http://schemas.microsoft.com/office/drawing/2014/main" id="{C781FA53-C8D5-4218-90C4-0AF2C4345CFC}"/>
              </a:ext>
            </a:extLst>
          </p:cNvPr>
          <p:cNvSpPr>
            <a:spLocks/>
          </p:cNvSpPr>
          <p:nvPr/>
        </p:nvSpPr>
        <p:spPr bwMode="auto">
          <a:xfrm>
            <a:off x="7400925" y="231299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>
                <a:latin typeface="Calibri" panose="020F0502020204030204" pitchFamily="34" charset="0"/>
              </a:rPr>
              <a:t>port3</a:t>
            </a:r>
          </a:p>
        </p:txBody>
      </p:sp>
      <p:sp>
        <p:nvSpPr>
          <p:cNvPr id="122894" name="Rectangle 1">
            <a:extLst>
              <a:ext uri="{FF2B5EF4-FFF2-40B4-BE49-F238E27FC236}">
                <a16:creationId xmlns:a16="http://schemas.microsoft.com/office/drawing/2014/main" id="{3825C954-6B7B-4EF7-AC08-2BF4FE44B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3" y="119504"/>
            <a:ext cx="2811463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4400" dirty="0">
                <a:solidFill>
                  <a:srgbClr val="000099"/>
                </a:solidFill>
                <a:latin typeface="Gill Sans MT" panose="020B0502020104020203" pitchFamily="34" charset="0"/>
              </a:rPr>
              <a:t>Examples</a:t>
            </a:r>
            <a:endParaRPr lang="en-US" altLang="en-US" sz="3900" dirty="0">
              <a:solidFill>
                <a:srgbClr val="000099"/>
              </a:solidFill>
              <a:latin typeface="Gill Sans MT" panose="020B0502020104020203" pitchFamily="34" charset="0"/>
            </a:endParaRPr>
          </a:p>
        </p:txBody>
      </p:sp>
      <p:sp>
        <p:nvSpPr>
          <p:cNvPr id="122895" name="Rectangle 2">
            <a:extLst>
              <a:ext uri="{FF2B5EF4-FFF2-40B4-BE49-F238E27FC236}">
                <a16:creationId xmlns:a16="http://schemas.microsoft.com/office/drawing/2014/main" id="{CBE018DF-99BE-4FFE-9BE8-A5544F8A2E41}"/>
              </a:ext>
            </a:extLst>
          </p:cNvPr>
          <p:cNvSpPr>
            <a:spLocks/>
          </p:cNvSpPr>
          <p:nvPr/>
        </p:nvSpPr>
        <p:spPr bwMode="auto">
          <a:xfrm>
            <a:off x="669925" y="2813447"/>
            <a:ext cx="750094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 i="1" dirty="0">
                <a:solidFill>
                  <a:schemeClr val="accent2"/>
                </a:solidFill>
                <a:latin typeface="Gill Sans MT" panose="020B0502020104020203" pitchFamily="34" charset="0"/>
              </a:rPr>
              <a:t>layer 2 frames from MAC address 22:A7:23:11:E1:02 should be forwarded to output port 3</a:t>
            </a:r>
            <a:r>
              <a:rPr lang="en-US" altLang="en-US" sz="2000" dirty="0">
                <a:solidFill>
                  <a:schemeClr val="accent2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122896" name="Rectangle 28">
            <a:extLst>
              <a:ext uri="{FF2B5EF4-FFF2-40B4-BE49-F238E27FC236}">
                <a16:creationId xmlns:a16="http://schemas.microsoft.com/office/drawing/2014/main" id="{0F0544D0-6BDD-43C1-BC01-46BBC6E8897F}"/>
              </a:ext>
            </a:extLst>
          </p:cNvPr>
          <p:cNvSpPr>
            <a:spLocks/>
          </p:cNvSpPr>
          <p:nvPr/>
        </p:nvSpPr>
        <p:spPr bwMode="auto">
          <a:xfrm>
            <a:off x="1320803" y="2298702"/>
            <a:ext cx="658813" cy="311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100">
                <a:latin typeface="Calibri" panose="020F0502020204030204" pitchFamily="34" charset="0"/>
              </a:rPr>
              <a:t>22:A7:23:</a:t>
            </a:r>
          </a:p>
          <a:p>
            <a:r>
              <a:rPr lang="en-US" altLang="en-US" sz="1100">
                <a:latin typeface="Calibri" panose="020F0502020204030204" pitchFamily="34" charset="0"/>
              </a:rPr>
              <a:t>11:E1:02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>
            <a:extLst>
              <a:ext uri="{FF2B5EF4-FFF2-40B4-BE49-F238E27FC236}">
                <a16:creationId xmlns:a16="http://schemas.microsoft.com/office/drawing/2014/main" id="{E5806045-F2B9-4EEC-A5F6-46C262B8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8583"/>
            <a:ext cx="7772400" cy="915988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</a:rPr>
              <a:t>OpenFlow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05DD4-961D-496E-881B-E800AD64A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854200"/>
            <a:ext cx="3810000" cy="4648200"/>
          </a:xfrm>
        </p:spPr>
        <p:txBody>
          <a:bodyPr/>
          <a:lstStyle/>
          <a:p>
            <a:pPr>
              <a:spcBef>
                <a:spcPts val="0"/>
              </a:spcBef>
              <a:buClr>
                <a:srgbClr val="000090"/>
              </a:buClr>
              <a:buFont typeface="Wingdings" charset="2"/>
              <a:buChar char="§"/>
              <a:defRPr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Router</a:t>
            </a:r>
          </a:p>
          <a:p>
            <a:pPr marL="677846" lvl="1" indent="-215895">
              <a:spcBef>
                <a:spcPts val="0"/>
              </a:spcBef>
              <a:buClr>
                <a:srgbClr val="000090"/>
              </a:buClr>
              <a:buSzPct val="101000"/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match: </a:t>
            </a:r>
            <a:r>
              <a:rPr lang="en-US" sz="2800" dirty="0">
                <a:latin typeface="Calibri" charset="0"/>
                <a:ea typeface="ＭＳ Ｐゴシック" charset="0"/>
              </a:rPr>
              <a:t>longest destination IP prefix</a:t>
            </a:r>
          </a:p>
          <a:p>
            <a:pPr marL="677846" lvl="1" indent="-215895">
              <a:spcBef>
                <a:spcPts val="0"/>
              </a:spcBef>
              <a:buClr>
                <a:srgbClr val="000090"/>
              </a:buClr>
              <a:buSzPct val="101000"/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action: </a:t>
            </a:r>
            <a:r>
              <a:rPr lang="en-US" sz="2800" dirty="0">
                <a:latin typeface="Calibri" charset="0"/>
                <a:ea typeface="ＭＳ Ｐゴシック" charset="0"/>
              </a:rPr>
              <a:t>forward out a link</a:t>
            </a:r>
          </a:p>
          <a:p>
            <a:pPr marL="338130" indent="-338130">
              <a:spcBef>
                <a:spcPts val="0"/>
              </a:spcBef>
              <a:buClr>
                <a:srgbClr val="000090"/>
              </a:buClr>
              <a:buFont typeface="Wingdings" charset="2"/>
              <a:buChar char="§"/>
              <a:defRPr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Switch</a:t>
            </a:r>
          </a:p>
          <a:p>
            <a:pPr marL="677846" lvl="1" indent="-215895">
              <a:spcBef>
                <a:spcPts val="0"/>
              </a:spcBef>
              <a:buClr>
                <a:srgbClr val="000090"/>
              </a:buClr>
              <a:buSzPct val="100000"/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match: </a:t>
            </a:r>
            <a:r>
              <a:rPr lang="en-US" sz="2800" dirty="0">
                <a:latin typeface="Calibri" charset="0"/>
                <a:ea typeface="ＭＳ Ｐゴシック" charset="0"/>
              </a:rPr>
              <a:t>destination MAC address</a:t>
            </a:r>
          </a:p>
          <a:p>
            <a:pPr marL="677846" lvl="1" indent="-215895">
              <a:spcBef>
                <a:spcPts val="0"/>
              </a:spcBef>
              <a:buClr>
                <a:srgbClr val="000090"/>
              </a:buClr>
              <a:buSzPct val="100000"/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action: </a:t>
            </a:r>
            <a:r>
              <a:rPr lang="en-US" sz="2800" dirty="0">
                <a:latin typeface="Calibri" charset="0"/>
                <a:ea typeface="ＭＳ Ｐゴシック" charset="0"/>
              </a:rPr>
              <a:t>forward or flood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D0AF02-0207-41B9-A480-BF06353B1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5800" y="1874839"/>
            <a:ext cx="3810000" cy="4648200"/>
          </a:xfrm>
        </p:spPr>
        <p:txBody>
          <a:bodyPr/>
          <a:lstStyle/>
          <a:p>
            <a:pPr marL="296855" indent="-296855">
              <a:spcBef>
                <a:spcPts val="0"/>
              </a:spcBef>
              <a:buClr>
                <a:srgbClr val="000090"/>
              </a:buClr>
              <a:buFont typeface="Wingdings" charset="2"/>
              <a:buChar char="§"/>
              <a:defRPr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Firewall</a:t>
            </a:r>
          </a:p>
          <a:p>
            <a:pPr marL="507987" lvl="1" indent="-219069">
              <a:spcBef>
                <a:spcPts val="0"/>
              </a:spcBef>
              <a:buClr>
                <a:srgbClr val="000090"/>
              </a:buClr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match</a:t>
            </a:r>
            <a:r>
              <a:rPr lang="en-US" sz="2800" dirty="0">
                <a:latin typeface="Calibri" charset="0"/>
                <a:ea typeface="ＭＳ Ｐゴシック" charset="0"/>
              </a:rPr>
              <a:t>: IP addresses and TCP/UDP port numbers</a:t>
            </a:r>
          </a:p>
          <a:p>
            <a:pPr marL="507987" lvl="1" indent="-219069">
              <a:spcBef>
                <a:spcPts val="0"/>
              </a:spcBef>
              <a:buClr>
                <a:srgbClr val="000090"/>
              </a:buClr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action: </a:t>
            </a:r>
            <a:r>
              <a:rPr lang="en-US" sz="2800" dirty="0">
                <a:latin typeface="Calibri" charset="0"/>
                <a:ea typeface="ＭＳ Ｐゴシック" charset="0"/>
              </a:rPr>
              <a:t>permit or deny </a:t>
            </a:r>
          </a:p>
          <a:p>
            <a:pPr marL="296855" indent="-296855">
              <a:spcBef>
                <a:spcPts val="0"/>
              </a:spcBef>
              <a:buClr>
                <a:srgbClr val="000090"/>
              </a:buClr>
              <a:buFont typeface="Wingdings" charset="2"/>
              <a:buChar char="§"/>
              <a:defRPr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NAT</a:t>
            </a:r>
          </a:p>
          <a:p>
            <a:pPr marL="519100" lvl="1" indent="-230182">
              <a:spcBef>
                <a:spcPts val="0"/>
              </a:spcBef>
              <a:buClr>
                <a:srgbClr val="000090"/>
              </a:buClr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match: </a:t>
            </a:r>
            <a:r>
              <a:rPr lang="en-US" sz="2800" dirty="0">
                <a:latin typeface="Calibri" charset="0"/>
                <a:ea typeface="ＭＳ Ｐゴシック" charset="0"/>
              </a:rPr>
              <a:t>IP address and port</a:t>
            </a:r>
          </a:p>
          <a:p>
            <a:pPr marL="519100" lvl="1" indent="-230182">
              <a:spcBef>
                <a:spcPts val="0"/>
              </a:spcBef>
              <a:buClr>
                <a:srgbClr val="000090"/>
              </a:buClr>
              <a:buFont typeface="Arial"/>
              <a:buChar char="•"/>
              <a:defRPr/>
            </a:pPr>
            <a:r>
              <a:rPr lang="en-US" sz="2800" i="1" dirty="0">
                <a:solidFill>
                  <a:srgbClr val="000090"/>
                </a:solidFill>
                <a:latin typeface="Calibri" charset="0"/>
                <a:ea typeface="ＭＳ Ｐゴシック" charset="0"/>
              </a:rPr>
              <a:t>action: </a:t>
            </a:r>
            <a:r>
              <a:rPr lang="en-US" sz="2800" dirty="0">
                <a:latin typeface="Calibri" charset="0"/>
                <a:ea typeface="ＭＳ Ｐゴシック" charset="0"/>
              </a:rPr>
              <a:t>rewrite address and port</a:t>
            </a:r>
          </a:p>
          <a:p>
            <a:pPr marL="0">
              <a:spcBef>
                <a:spcPts val="0"/>
              </a:spcBef>
              <a:buFont typeface="Wingdings" charset="0"/>
              <a:buChar char="§"/>
              <a:defRPr/>
            </a:pPr>
            <a:endParaRPr lang="en-US" sz="3200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3909" name="TextBox 1">
            <a:extLst>
              <a:ext uri="{FF2B5EF4-FFF2-40B4-BE49-F238E27FC236}">
                <a16:creationId xmlns:a16="http://schemas.microsoft.com/office/drawing/2014/main" id="{E2AF38A0-430E-4BFA-912D-73880561F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40" y="1214439"/>
            <a:ext cx="75241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800" i="1">
                <a:solidFill>
                  <a:srgbClr val="CC0000"/>
                </a:solidFill>
                <a:latin typeface="Calibri" panose="020F0502020204030204" pitchFamily="34" charset="0"/>
              </a:rPr>
              <a:t>match+action: </a:t>
            </a:r>
            <a:r>
              <a:rPr lang="en-US" altLang="en-US" sz="2800">
                <a:latin typeface="Calibri" panose="020F0502020204030204" pitchFamily="34" charset="0"/>
              </a:rPr>
              <a:t>unifies different kinds of devices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D3F97F34-8EF6-498C-B2F0-3E5B672B8D4E}"/>
              </a:ext>
            </a:extLst>
          </p:cNvPr>
          <p:cNvGrpSpPr>
            <a:grpSpLocks/>
          </p:cNvGrpSpPr>
          <p:nvPr/>
        </p:nvGrpSpPr>
        <p:grpSpPr bwMode="auto">
          <a:xfrm>
            <a:off x="638175" y="1263654"/>
            <a:ext cx="2997200" cy="1262063"/>
            <a:chOff x="637575" y="1263648"/>
            <a:chExt cx="2998252" cy="1261939"/>
          </a:xfrm>
        </p:grpSpPr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C766E684-E204-42FF-AB93-469F4ED63D5A}"/>
                </a:ext>
              </a:extLst>
            </p:cNvPr>
            <p:cNvSpPr/>
            <p:nvPr/>
          </p:nvSpPr>
          <p:spPr>
            <a:xfrm flipV="1">
              <a:off x="678864" y="2160498"/>
              <a:ext cx="2956963" cy="365089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3018 w 2975668"/>
                <a:gd name="connsiteY0" fmla="*/ 443744 h 443744"/>
                <a:gd name="connsiteX1" fmla="*/ 2225518 w 2975668"/>
                <a:gd name="connsiteY1" fmla="*/ 210910 h 443744"/>
                <a:gd name="connsiteX2" fmla="*/ 2957279 w 2975668"/>
                <a:gd name="connsiteY2" fmla="*/ 79158 h 443744"/>
                <a:gd name="connsiteX3" fmla="*/ 2754685 w 2975668"/>
                <a:gd name="connsiteY3" fmla="*/ 20410 h 443744"/>
                <a:gd name="connsiteX4" fmla="*/ 2747322 w 2975668"/>
                <a:gd name="connsiteY4" fmla="*/ 436381 h 443744"/>
                <a:gd name="connsiteX5" fmla="*/ 3018 w 2975668"/>
                <a:gd name="connsiteY5" fmla="*/ 443744 h 443744"/>
                <a:gd name="connsiteX0" fmla="*/ 3018 w 2957279"/>
                <a:gd name="connsiteY0" fmla="*/ 454405 h 454405"/>
                <a:gd name="connsiteX1" fmla="*/ 2225518 w 2957279"/>
                <a:gd name="connsiteY1" fmla="*/ 221571 h 454405"/>
                <a:gd name="connsiteX2" fmla="*/ 2957279 w 2957279"/>
                <a:gd name="connsiteY2" fmla="*/ 89819 h 454405"/>
                <a:gd name="connsiteX3" fmla="*/ 2754685 w 2957279"/>
                <a:gd name="connsiteY3" fmla="*/ 31071 h 454405"/>
                <a:gd name="connsiteX4" fmla="*/ 2747322 w 2957279"/>
                <a:gd name="connsiteY4" fmla="*/ 447042 h 454405"/>
                <a:gd name="connsiteX5" fmla="*/ 3018 w 2957279"/>
                <a:gd name="connsiteY5" fmla="*/ 454405 h 454405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54685 w 2957279"/>
                <a:gd name="connsiteY3" fmla="*/ 7282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80603 w 2957279"/>
                <a:gd name="connsiteY3" fmla="*/ 26980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496161 h 496161"/>
                <a:gd name="connsiteX1" fmla="*/ 2225518 w 2957279"/>
                <a:gd name="connsiteY1" fmla="*/ 263327 h 496161"/>
                <a:gd name="connsiteX2" fmla="*/ 2957279 w 2957279"/>
                <a:gd name="connsiteY2" fmla="*/ 131575 h 496161"/>
                <a:gd name="connsiteX3" fmla="*/ 2780603 w 2957279"/>
                <a:gd name="connsiteY3" fmla="*/ 269807 h 496161"/>
                <a:gd name="connsiteX4" fmla="*/ 2747322 w 2957279"/>
                <a:gd name="connsiteY4" fmla="*/ 488798 h 496161"/>
                <a:gd name="connsiteX5" fmla="*/ 3018 w 2957279"/>
                <a:gd name="connsiteY5" fmla="*/ 496161 h 496161"/>
                <a:gd name="connsiteX0" fmla="*/ 3018 w 2957279"/>
                <a:gd name="connsiteY0" fmla="*/ 364586 h 364586"/>
                <a:gd name="connsiteX1" fmla="*/ 2225518 w 2957279"/>
                <a:gd name="connsiteY1" fmla="*/ 131752 h 364586"/>
                <a:gd name="connsiteX2" fmla="*/ 2957279 w 2957279"/>
                <a:gd name="connsiteY2" fmla="*/ 0 h 364586"/>
                <a:gd name="connsiteX3" fmla="*/ 2780603 w 2957279"/>
                <a:gd name="connsiteY3" fmla="*/ 138232 h 364586"/>
                <a:gd name="connsiteX4" fmla="*/ 2747322 w 2957279"/>
                <a:gd name="connsiteY4" fmla="*/ 357223 h 364586"/>
                <a:gd name="connsiteX5" fmla="*/ 3018 w 2957279"/>
                <a:gd name="connsiteY5" fmla="*/ 364586 h 36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7279" h="364586">
                  <a:moveTo>
                    <a:pt x="3018" y="364586"/>
                  </a:moveTo>
                  <a:cubicBezTo>
                    <a:pt x="-83949" y="327008"/>
                    <a:pt x="1733141" y="192516"/>
                    <a:pt x="2225518" y="131752"/>
                  </a:cubicBezTo>
                  <a:cubicBezTo>
                    <a:pt x="2717895" y="70988"/>
                    <a:pt x="2402554" y="114689"/>
                    <a:pt x="2957279" y="0"/>
                  </a:cubicBezTo>
                  <a:cubicBezTo>
                    <a:pt x="2832942" y="71922"/>
                    <a:pt x="2815596" y="78695"/>
                    <a:pt x="2780603" y="138232"/>
                  </a:cubicBezTo>
                  <a:cubicBezTo>
                    <a:pt x="2745610" y="197769"/>
                    <a:pt x="2727394" y="213043"/>
                    <a:pt x="2747322" y="357223"/>
                  </a:cubicBezTo>
                  <a:lnTo>
                    <a:pt x="3018" y="36458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>
                <a:defRPr/>
              </a:pPr>
              <a:endParaRPr lang="en-US" dirty="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25075" name="Group 188">
              <a:extLst>
                <a:ext uri="{FF2B5EF4-FFF2-40B4-BE49-F238E27FC236}">
                  <a16:creationId xmlns:a16="http://schemas.microsoft.com/office/drawing/2014/main" id="{127B66F9-A2D9-47D3-AD11-26D9E9928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575" y="1263648"/>
              <a:ext cx="2834809" cy="915898"/>
              <a:chOff x="-994833" y="4042832"/>
              <a:chExt cx="2834809" cy="915898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D323B8D-0018-430D-97CE-236B1EAE4DA7}"/>
                  </a:ext>
                </a:extLst>
              </p:cNvPr>
              <p:cNvSpPr/>
              <p:nvPr/>
            </p:nvSpPr>
            <p:spPr bwMode="auto">
              <a:xfrm>
                <a:off x="-977364" y="4042832"/>
                <a:ext cx="2775924" cy="91589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5077" name="TextBox 190">
                <a:extLst>
                  <a:ext uri="{FF2B5EF4-FFF2-40B4-BE49-F238E27FC236}">
                    <a16:creationId xmlns:a16="http://schemas.microsoft.com/office/drawing/2014/main" id="{47B4E28F-85A5-4E7F-A4F5-EFFE04C2BE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1177" y="4360335"/>
                <a:ext cx="1651481" cy="5847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IP Src = 10.3.*.*</a:t>
                </a:r>
              </a:p>
              <a:p>
                <a:r>
                  <a:rPr lang="en-US" altLang="en-US" sz="1600"/>
                  <a:t>IP Dst = 10.2.*.*</a:t>
                </a:r>
              </a:p>
            </p:txBody>
          </p:sp>
          <p:sp>
            <p:nvSpPr>
              <p:cNvPr id="125078" name="TextBox 191">
                <a:extLst>
                  <a:ext uri="{FF2B5EF4-FFF2-40B4-BE49-F238E27FC236}">
                    <a16:creationId xmlns:a16="http://schemas.microsoft.com/office/drawing/2014/main" id="{177FC451-BE9E-4BDA-BC21-5689E610B3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8763" y="4491568"/>
                <a:ext cx="1121213" cy="3385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forward(3)</a:t>
                </a:r>
              </a:p>
            </p:txBody>
          </p:sp>
          <p:cxnSp>
            <p:nvCxnSpPr>
              <p:cNvPr id="125079" name="Straight Connector 192">
                <a:extLst>
                  <a:ext uri="{FF2B5EF4-FFF2-40B4-BE49-F238E27FC236}">
                    <a16:creationId xmlns:a16="http://schemas.microsoft.com/office/drawing/2014/main" id="{BA94C2B7-AC30-4617-BC2F-7DD2697DCF8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80" name="TextBox 193">
                <a:extLst>
                  <a:ext uri="{FF2B5EF4-FFF2-40B4-BE49-F238E27FC236}">
                    <a16:creationId xmlns:a16="http://schemas.microsoft.com/office/drawing/2014/main" id="{50D1D413-2449-4D25-89E4-46216CC77B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4375" cy="3385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match</a:t>
                </a:r>
              </a:p>
            </p:txBody>
          </p:sp>
          <p:sp>
            <p:nvSpPr>
              <p:cNvPr id="125081" name="TextBox 194">
                <a:extLst>
                  <a:ext uri="{FF2B5EF4-FFF2-40B4-BE49-F238E27FC236}">
                    <a16:creationId xmlns:a16="http://schemas.microsoft.com/office/drawing/2014/main" id="{39137053-9B1C-4689-8AA4-31E6EF57E0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1547" cy="3385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action</a:t>
                </a:r>
              </a:p>
            </p:txBody>
          </p:sp>
          <p:cxnSp>
            <p:nvCxnSpPr>
              <p:cNvPr id="125082" name="Straight Connector 195">
                <a:extLst>
                  <a:ext uri="{FF2B5EF4-FFF2-40B4-BE49-F238E27FC236}">
                    <a16:creationId xmlns:a16="http://schemas.microsoft.com/office/drawing/2014/main" id="{8160E0C3-0FBF-45F0-9AB6-A70BAD9A69F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8264" y="4049182"/>
                <a:ext cx="1" cy="904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F8F4112-D525-4CD2-9161-39E0665E34B6}"/>
              </a:ext>
            </a:extLst>
          </p:cNvPr>
          <p:cNvGrpSpPr>
            <a:grpSpLocks/>
          </p:cNvGrpSpPr>
          <p:nvPr/>
        </p:nvGrpSpPr>
        <p:grpSpPr bwMode="auto">
          <a:xfrm>
            <a:off x="5956305" y="4510091"/>
            <a:ext cx="2894014" cy="2022290"/>
            <a:chOff x="5956617" y="4509743"/>
            <a:chExt cx="2893901" cy="2021941"/>
          </a:xfrm>
        </p:grpSpPr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5D14999E-7397-48A2-A9B1-90D860CD88C2}"/>
                </a:ext>
              </a:extLst>
            </p:cNvPr>
            <p:cNvSpPr/>
            <p:nvPr/>
          </p:nvSpPr>
          <p:spPr>
            <a:xfrm flipH="1">
              <a:off x="5956617" y="4509743"/>
              <a:ext cx="2838340" cy="630129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979 w 2839117"/>
                <a:gd name="connsiteY0" fmla="*/ 630630 h 630630"/>
                <a:gd name="connsiteX1" fmla="*/ 2225479 w 2839117"/>
                <a:gd name="connsiteY1" fmla="*/ 397796 h 630630"/>
                <a:gd name="connsiteX2" fmla="*/ 2808948 w 2839117"/>
                <a:gd name="connsiteY2" fmla="*/ 4836 h 630630"/>
                <a:gd name="connsiteX3" fmla="*/ 2754646 w 2839117"/>
                <a:gd name="connsiteY3" fmla="*/ 207296 h 630630"/>
                <a:gd name="connsiteX4" fmla="*/ 2747283 w 2839117"/>
                <a:gd name="connsiteY4" fmla="*/ 623267 h 630630"/>
                <a:gd name="connsiteX5" fmla="*/ 2979 w 2839117"/>
                <a:gd name="connsiteY5" fmla="*/ 630630 h 63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9117" h="630630">
                  <a:moveTo>
                    <a:pt x="2979" y="630630"/>
                  </a:moveTo>
                  <a:cubicBezTo>
                    <a:pt x="-83988" y="593052"/>
                    <a:pt x="1757818" y="502095"/>
                    <a:pt x="2225479" y="397796"/>
                  </a:cubicBezTo>
                  <a:cubicBezTo>
                    <a:pt x="2693140" y="293497"/>
                    <a:pt x="2720754" y="36586"/>
                    <a:pt x="2808948" y="4836"/>
                  </a:cubicBezTo>
                  <a:cubicBezTo>
                    <a:pt x="2897142" y="-26914"/>
                    <a:pt x="2764923" y="104224"/>
                    <a:pt x="2754646" y="207296"/>
                  </a:cubicBezTo>
                  <a:cubicBezTo>
                    <a:pt x="2744369" y="310368"/>
                    <a:pt x="2727355" y="479087"/>
                    <a:pt x="2747283" y="623267"/>
                  </a:cubicBezTo>
                  <a:lnTo>
                    <a:pt x="2979" y="63063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25064" name="Group 197">
              <a:extLst>
                <a:ext uri="{FF2B5EF4-FFF2-40B4-BE49-F238E27FC236}">
                  <a16:creationId xmlns:a16="http://schemas.microsoft.com/office/drawing/2014/main" id="{E17D2197-29D5-4291-99BC-082F7AB80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1592" y="5136697"/>
              <a:ext cx="2818926" cy="1394987"/>
              <a:chOff x="-999973" y="4042381"/>
              <a:chExt cx="2818926" cy="1394987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FED295D-31CD-4B2D-98ED-EBBFBA192F2C}"/>
                  </a:ext>
                </a:extLst>
              </p:cNvPr>
              <p:cNvSpPr/>
              <p:nvPr/>
            </p:nvSpPr>
            <p:spPr bwMode="auto">
              <a:xfrm>
                <a:off x="-978114" y="4042381"/>
                <a:ext cx="2778018" cy="13443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5066" name="TextBox 199">
                <a:extLst>
                  <a:ext uri="{FF2B5EF4-FFF2-40B4-BE49-F238E27FC236}">
                    <a16:creationId xmlns:a16="http://schemas.microsoft.com/office/drawing/2014/main" id="{FCCCF90A-753A-48F5-BB3E-82A762FF9C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99973" y="4360336"/>
                <a:ext cx="1718160" cy="10770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ingress port = 2</a:t>
                </a:r>
              </a:p>
              <a:p>
                <a:r>
                  <a:rPr lang="en-US" altLang="en-US" sz="1600"/>
                  <a:t>IP Dst = 10.2.0.3</a:t>
                </a:r>
              </a:p>
              <a:p>
                <a:r>
                  <a:rPr lang="en-US" altLang="en-US" sz="1600"/>
                  <a:t>ingress port = 2</a:t>
                </a:r>
              </a:p>
              <a:p>
                <a:r>
                  <a:rPr lang="en-US" altLang="en-US" sz="1600"/>
                  <a:t>IP Dst = 10.2.0.4</a:t>
                </a:r>
              </a:p>
            </p:txBody>
          </p:sp>
          <p:sp>
            <p:nvSpPr>
              <p:cNvPr id="125067" name="TextBox 200">
                <a:extLst>
                  <a:ext uri="{FF2B5EF4-FFF2-40B4-BE49-F238E27FC236}">
                    <a16:creationId xmlns:a16="http://schemas.microsoft.com/office/drawing/2014/main" id="{2CFB7EEC-B7F4-42DC-9A3E-78E37A59D3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327" y="4474229"/>
                <a:ext cx="1120776" cy="338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forward(3)</a:t>
                </a:r>
              </a:p>
            </p:txBody>
          </p:sp>
          <p:cxnSp>
            <p:nvCxnSpPr>
              <p:cNvPr id="125068" name="Straight Connector 201">
                <a:extLst>
                  <a:ext uri="{FF2B5EF4-FFF2-40B4-BE49-F238E27FC236}">
                    <a16:creationId xmlns:a16="http://schemas.microsoft.com/office/drawing/2014/main" id="{B73F95A8-C1C4-4613-A61A-AA92EDF6E3B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69" name="TextBox 202">
                <a:extLst>
                  <a:ext uri="{FF2B5EF4-FFF2-40B4-BE49-F238E27FC236}">
                    <a16:creationId xmlns:a16="http://schemas.microsoft.com/office/drawing/2014/main" id="{6D609ACC-AB75-4ED0-A313-9687BE98AF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4085" cy="338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match</a:t>
                </a:r>
              </a:p>
            </p:txBody>
          </p:sp>
          <p:sp>
            <p:nvSpPr>
              <p:cNvPr id="125070" name="TextBox 203">
                <a:extLst>
                  <a:ext uri="{FF2B5EF4-FFF2-40B4-BE49-F238E27FC236}">
                    <a16:creationId xmlns:a16="http://schemas.microsoft.com/office/drawing/2014/main" id="{06BD106A-CB95-401F-92C4-E91BFC8B6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396" y="4055535"/>
                <a:ext cx="731262" cy="338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action</a:t>
                </a:r>
              </a:p>
            </p:txBody>
          </p:sp>
          <p:cxnSp>
            <p:nvCxnSpPr>
              <p:cNvPr id="125071" name="Straight Connector 204">
                <a:extLst>
                  <a:ext uri="{FF2B5EF4-FFF2-40B4-BE49-F238E27FC236}">
                    <a16:creationId xmlns:a16="http://schemas.microsoft.com/office/drawing/2014/main" id="{BC1061D7-D76E-4CC6-9076-F041B1DB8BA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60503" y="4042833"/>
                <a:ext cx="4690" cy="1349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5072" name="Straight Connector 205">
                <a:extLst>
                  <a:ext uri="{FF2B5EF4-FFF2-40B4-BE49-F238E27FC236}">
                    <a16:creationId xmlns:a16="http://schemas.microsoft.com/office/drawing/2014/main" id="{9108B480-676B-4156-B281-E104AB8229E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75047" y="4896787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73" name="TextBox 206">
                <a:extLst>
                  <a:ext uri="{FF2B5EF4-FFF2-40B4-BE49-F238E27FC236}">
                    <a16:creationId xmlns:a16="http://schemas.microsoft.com/office/drawing/2014/main" id="{609343D4-AB4F-4A89-88EA-5A37F5D708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712" y="4973449"/>
                <a:ext cx="1120776" cy="338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forward(4)</a:t>
                </a: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8884D45-8F35-4A2C-9CB0-7028099460F2}"/>
              </a:ext>
            </a:extLst>
          </p:cNvPr>
          <p:cNvGrpSpPr>
            <a:grpSpLocks/>
          </p:cNvGrpSpPr>
          <p:nvPr/>
        </p:nvGrpSpPr>
        <p:grpSpPr bwMode="auto">
          <a:xfrm>
            <a:off x="587379" y="4570413"/>
            <a:ext cx="3089275" cy="2001837"/>
            <a:chOff x="587526" y="4569769"/>
            <a:chExt cx="3089750" cy="2002482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5BDD874-57A4-46B8-8E60-8FA1069892A9}"/>
                </a:ext>
              </a:extLst>
            </p:cNvPr>
            <p:cNvSpPr/>
            <p:nvPr/>
          </p:nvSpPr>
          <p:spPr>
            <a:xfrm>
              <a:off x="631983" y="4569769"/>
              <a:ext cx="3045293" cy="849586"/>
            </a:xfrm>
            <a:custGeom>
              <a:avLst/>
              <a:gdLst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30500 w 3026833"/>
                <a:gd name="connsiteY4" fmla="*/ 825500 h 846667"/>
                <a:gd name="connsiteX5" fmla="*/ 0 w 3026833"/>
                <a:gd name="connsiteY5" fmla="*/ 846667 h 846667"/>
                <a:gd name="connsiteX0" fmla="*/ 0 w 3026833"/>
                <a:gd name="connsiteY0" fmla="*/ 846667 h 846667"/>
                <a:gd name="connsiteX1" fmla="*/ 2222500 w 3026833"/>
                <a:gd name="connsiteY1" fmla="*/ 613833 h 846667"/>
                <a:gd name="connsiteX2" fmla="*/ 3026833 w 3026833"/>
                <a:gd name="connsiteY2" fmla="*/ 0 h 846667"/>
                <a:gd name="connsiteX3" fmla="*/ 2751667 w 3026833"/>
                <a:gd name="connsiteY3" fmla="*/ 423333 h 846667"/>
                <a:gd name="connsiteX4" fmla="*/ 2744304 w 3026833"/>
                <a:gd name="connsiteY4" fmla="*/ 839304 h 846667"/>
                <a:gd name="connsiteX5" fmla="*/ 0 w 3026833"/>
                <a:gd name="connsiteY5" fmla="*/ 846667 h 846667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0 w 3042275"/>
                <a:gd name="connsiteY0" fmla="*/ 848898 h 848898"/>
                <a:gd name="connsiteX1" fmla="*/ 2222500 w 3042275"/>
                <a:gd name="connsiteY1" fmla="*/ 616064 h 848898"/>
                <a:gd name="connsiteX2" fmla="*/ 3026833 w 3042275"/>
                <a:gd name="connsiteY2" fmla="*/ 2231 h 848898"/>
                <a:gd name="connsiteX3" fmla="*/ 2751667 w 3042275"/>
                <a:gd name="connsiteY3" fmla="*/ 425564 h 848898"/>
                <a:gd name="connsiteX4" fmla="*/ 2744304 w 3042275"/>
                <a:gd name="connsiteY4" fmla="*/ 841535 h 848898"/>
                <a:gd name="connsiteX5" fmla="*/ 0 w 3042275"/>
                <a:gd name="connsiteY5" fmla="*/ 848898 h 848898"/>
                <a:gd name="connsiteX0" fmla="*/ 3038 w 3045313"/>
                <a:gd name="connsiteY0" fmla="*/ 848898 h 848898"/>
                <a:gd name="connsiteX1" fmla="*/ 2225538 w 3045313"/>
                <a:gd name="connsiteY1" fmla="*/ 616064 h 848898"/>
                <a:gd name="connsiteX2" fmla="*/ 3029871 w 3045313"/>
                <a:gd name="connsiteY2" fmla="*/ 2231 h 848898"/>
                <a:gd name="connsiteX3" fmla="*/ 2754705 w 3045313"/>
                <a:gd name="connsiteY3" fmla="*/ 425564 h 848898"/>
                <a:gd name="connsiteX4" fmla="*/ 2747342 w 3045313"/>
                <a:gd name="connsiteY4" fmla="*/ 841535 h 848898"/>
                <a:gd name="connsiteX5" fmla="*/ 3038 w 3045313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  <a:gd name="connsiteX0" fmla="*/ 2799 w 3045074"/>
                <a:gd name="connsiteY0" fmla="*/ 848898 h 848898"/>
                <a:gd name="connsiteX1" fmla="*/ 2225299 w 3045074"/>
                <a:gd name="connsiteY1" fmla="*/ 616064 h 848898"/>
                <a:gd name="connsiteX2" fmla="*/ 3029632 w 3045074"/>
                <a:gd name="connsiteY2" fmla="*/ 2231 h 848898"/>
                <a:gd name="connsiteX3" fmla="*/ 2754466 w 3045074"/>
                <a:gd name="connsiteY3" fmla="*/ 425564 h 848898"/>
                <a:gd name="connsiteX4" fmla="*/ 2747103 w 3045074"/>
                <a:gd name="connsiteY4" fmla="*/ 841535 h 848898"/>
                <a:gd name="connsiteX5" fmla="*/ 2799 w 3045074"/>
                <a:gd name="connsiteY5" fmla="*/ 848898 h 848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5074" h="848898">
                  <a:moveTo>
                    <a:pt x="2799" y="848898"/>
                  </a:moveTo>
                  <a:cubicBezTo>
                    <a:pt x="-84168" y="811320"/>
                    <a:pt x="1881874" y="743370"/>
                    <a:pt x="2225299" y="616064"/>
                  </a:cubicBezTo>
                  <a:cubicBezTo>
                    <a:pt x="2568724" y="488758"/>
                    <a:pt x="2941438" y="33981"/>
                    <a:pt x="3029632" y="2231"/>
                  </a:cubicBezTo>
                  <a:cubicBezTo>
                    <a:pt x="3117826" y="-29519"/>
                    <a:pt x="2801554" y="285680"/>
                    <a:pt x="2754466" y="425564"/>
                  </a:cubicBezTo>
                  <a:cubicBezTo>
                    <a:pt x="2707378" y="565448"/>
                    <a:pt x="2727175" y="697355"/>
                    <a:pt x="2747103" y="841535"/>
                  </a:cubicBezTo>
                  <a:lnTo>
                    <a:pt x="2799" y="8488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25055" name="Group 50">
              <a:extLst>
                <a:ext uri="{FF2B5EF4-FFF2-40B4-BE49-F238E27FC236}">
                  <a16:creationId xmlns:a16="http://schemas.microsoft.com/office/drawing/2014/main" id="{722865C4-DCD0-452E-809B-C4F6EF26B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7526" y="5408084"/>
              <a:ext cx="2799193" cy="1164167"/>
              <a:chOff x="-999973" y="4042833"/>
              <a:chExt cx="2799193" cy="116416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EF9852-3A34-4B15-B32B-AD6C285FC380}"/>
                  </a:ext>
                </a:extLst>
              </p:cNvPr>
              <p:cNvSpPr/>
              <p:nvPr/>
            </p:nvSpPr>
            <p:spPr bwMode="auto">
              <a:xfrm>
                <a:off x="-977745" y="4042988"/>
                <a:ext cx="2776965" cy="11640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5057" name="TextBox 8">
                <a:extLst>
                  <a:ext uri="{FF2B5EF4-FFF2-40B4-BE49-F238E27FC236}">
                    <a16:creationId xmlns:a16="http://schemas.microsoft.com/office/drawing/2014/main" id="{3846B66A-8989-402A-A9FD-7FF9F4CC8A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99973" y="4360337"/>
                <a:ext cx="1651155" cy="831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ingress port = 1</a:t>
                </a:r>
              </a:p>
              <a:p>
                <a:r>
                  <a:rPr lang="en-US" altLang="en-US" sz="1600"/>
                  <a:t>IP Src = 10.3.*.*</a:t>
                </a:r>
              </a:p>
              <a:p>
                <a:r>
                  <a:rPr lang="en-US" altLang="en-US" sz="1600"/>
                  <a:t>IP Dst = 10.2.*.*</a:t>
                </a:r>
              </a:p>
            </p:txBody>
          </p:sp>
          <p:sp>
            <p:nvSpPr>
              <p:cNvPr id="125058" name="TextBox 183">
                <a:extLst>
                  <a:ext uri="{FF2B5EF4-FFF2-40B4-BE49-F238E27FC236}">
                    <a16:creationId xmlns:a16="http://schemas.microsoft.com/office/drawing/2014/main" id="{32017378-358F-452E-BE14-16102D2B50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427" y="4576236"/>
                <a:ext cx="1120993" cy="338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forward(4)</a:t>
                </a:r>
              </a:p>
            </p:txBody>
          </p:sp>
          <p:cxnSp>
            <p:nvCxnSpPr>
              <p:cNvPr id="125059" name="Straight Connector 14">
                <a:extLst>
                  <a:ext uri="{FF2B5EF4-FFF2-40B4-BE49-F238E27FC236}">
                    <a16:creationId xmlns:a16="http://schemas.microsoft.com/office/drawing/2014/main" id="{C7C845CE-5E72-4B36-B09D-D56157E7D8D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994833" y="4402666"/>
                <a:ext cx="2794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5060" name="TextBox 185">
                <a:extLst>
                  <a:ext uri="{FF2B5EF4-FFF2-40B4-BE49-F238E27FC236}">
                    <a16:creationId xmlns:a16="http://schemas.microsoft.com/office/drawing/2014/main" id="{255562A9-DC71-4B80-A293-424E1C52A1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674004" y="4051301"/>
                <a:ext cx="744228" cy="338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match</a:t>
                </a:r>
              </a:p>
            </p:txBody>
          </p:sp>
          <p:sp>
            <p:nvSpPr>
              <p:cNvPr id="125061" name="TextBox 186">
                <a:extLst>
                  <a:ext uri="{FF2B5EF4-FFF2-40B4-BE49-F238E27FC236}">
                    <a16:creationId xmlns:a16="http://schemas.microsoft.com/office/drawing/2014/main" id="{624AE796-C6C4-4529-8FF9-6C59036A7D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395" y="4055534"/>
                <a:ext cx="731402" cy="338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/>
                  <a:t>action</a:t>
                </a:r>
              </a:p>
            </p:txBody>
          </p:sp>
          <p:cxnSp>
            <p:nvCxnSpPr>
              <p:cNvPr id="125062" name="Straight Connector 187">
                <a:extLst>
                  <a:ext uri="{FF2B5EF4-FFF2-40B4-BE49-F238E27FC236}">
                    <a16:creationId xmlns:a16="http://schemas.microsoft.com/office/drawing/2014/main" id="{61283713-142C-4583-BD18-CF20DF11780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34998" y="4042833"/>
                <a:ext cx="0" cy="11641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24933" name="Title 1">
            <a:extLst>
              <a:ext uri="{FF2B5EF4-FFF2-40B4-BE49-F238E27FC236}">
                <a16:creationId xmlns:a16="http://schemas.microsoft.com/office/drawing/2014/main" id="{FCD385EA-EF4C-4A25-892F-19B5E1F2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3" y="130621"/>
            <a:ext cx="4880369" cy="697465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</a:rPr>
              <a:t>OpenFlow example</a:t>
            </a:r>
          </a:p>
        </p:txBody>
      </p:sp>
      <p:cxnSp>
        <p:nvCxnSpPr>
          <p:cNvPr id="124934" name="Straight Connector 13">
            <a:extLst>
              <a:ext uri="{FF2B5EF4-FFF2-40B4-BE49-F238E27FC236}">
                <a16:creationId xmlns:a16="http://schemas.microsoft.com/office/drawing/2014/main" id="{3B838BEF-8615-4D06-9CF5-CE322A5934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60789" y="2562228"/>
            <a:ext cx="2157412" cy="184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35" name="Straight Connector 11">
            <a:extLst>
              <a:ext uri="{FF2B5EF4-FFF2-40B4-BE49-F238E27FC236}">
                <a16:creationId xmlns:a16="http://schemas.microsoft.com/office/drawing/2014/main" id="{AB64A4B0-9F69-4309-A40A-399078EC99A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0191" y="4497388"/>
            <a:ext cx="2046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36" name="Straight Connector 6">
            <a:extLst>
              <a:ext uri="{FF2B5EF4-FFF2-40B4-BE49-F238E27FC236}">
                <a16:creationId xmlns:a16="http://schemas.microsoft.com/office/drawing/2014/main" id="{BEE8A72A-242E-44AA-8934-3A15A8CB5B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41751" y="2690813"/>
            <a:ext cx="0" cy="157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37" name="Straight Connector 64">
            <a:extLst>
              <a:ext uri="{FF2B5EF4-FFF2-40B4-BE49-F238E27FC236}">
                <a16:creationId xmlns:a16="http://schemas.microsoft.com/office/drawing/2014/main" id="{43D428D9-6239-4693-B8F1-5E68CC97D51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962402" y="3154366"/>
            <a:ext cx="1477963" cy="13112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56CDBE5-9F66-4D4E-A9C7-F7668F3A5724}"/>
              </a:ext>
            </a:extLst>
          </p:cNvPr>
          <p:cNvCxnSpPr/>
          <p:nvPr/>
        </p:nvCxnSpPr>
        <p:spPr>
          <a:xfrm flipH="1" flipV="1">
            <a:off x="3910015" y="4567242"/>
            <a:ext cx="6351" cy="6572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083E91-E065-4F49-99AB-4CD64939DA8C}"/>
              </a:ext>
            </a:extLst>
          </p:cNvPr>
          <p:cNvCxnSpPr/>
          <p:nvPr/>
        </p:nvCxnSpPr>
        <p:spPr>
          <a:xfrm>
            <a:off x="2954339" y="4524375"/>
            <a:ext cx="53181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940" name="Group 44">
            <a:extLst>
              <a:ext uri="{FF2B5EF4-FFF2-40B4-BE49-F238E27FC236}">
                <a16:creationId xmlns:a16="http://schemas.microsoft.com/office/drawing/2014/main" id="{C4986F77-3899-47A3-A521-60C6FAD5C7CA}"/>
              </a:ext>
            </a:extLst>
          </p:cNvPr>
          <p:cNvGrpSpPr>
            <a:grpSpLocks/>
          </p:cNvGrpSpPr>
          <p:nvPr/>
        </p:nvGrpSpPr>
        <p:grpSpPr bwMode="auto">
          <a:xfrm>
            <a:off x="2355851" y="4043364"/>
            <a:ext cx="757239" cy="628651"/>
            <a:chOff x="-44" y="1473"/>
            <a:chExt cx="981" cy="1105"/>
          </a:xfrm>
        </p:grpSpPr>
        <p:pic>
          <p:nvPicPr>
            <p:cNvPr id="125052" name="Picture 45" descr="desktop_computer_stylized_medium">
              <a:extLst>
                <a:ext uri="{FF2B5EF4-FFF2-40B4-BE49-F238E27FC236}">
                  <a16:creationId xmlns:a16="http://schemas.microsoft.com/office/drawing/2014/main" id="{388DD70D-9F2E-4F6E-A381-15EA09CD8B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53" name="Freeform 46">
              <a:extLst>
                <a:ext uri="{FF2B5EF4-FFF2-40B4-BE49-F238E27FC236}">
                  <a16:creationId xmlns:a16="http://schemas.microsoft.com/office/drawing/2014/main" id="{B092E146-16F8-4A70-804A-2B8EFC7648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941" name="Group 44">
            <a:extLst>
              <a:ext uri="{FF2B5EF4-FFF2-40B4-BE49-F238E27FC236}">
                <a16:creationId xmlns:a16="http://schemas.microsoft.com/office/drawing/2014/main" id="{E7BCA186-55A0-407E-B6C0-5044757057B1}"/>
              </a:ext>
            </a:extLst>
          </p:cNvPr>
          <p:cNvGrpSpPr>
            <a:grpSpLocks/>
          </p:cNvGrpSpPr>
          <p:nvPr/>
        </p:nvGrpSpPr>
        <p:grpSpPr bwMode="auto">
          <a:xfrm>
            <a:off x="3419476" y="4892676"/>
            <a:ext cx="757239" cy="628651"/>
            <a:chOff x="188" y="1473"/>
            <a:chExt cx="981" cy="1105"/>
          </a:xfrm>
        </p:grpSpPr>
        <p:pic>
          <p:nvPicPr>
            <p:cNvPr id="125050" name="Picture 45" descr="desktop_computer_stylized_medium">
              <a:extLst>
                <a:ext uri="{FF2B5EF4-FFF2-40B4-BE49-F238E27FC236}">
                  <a16:creationId xmlns:a16="http://schemas.microsoft.com/office/drawing/2014/main" id="{56D276CC-3ED8-4ED8-8EA5-22AB747F4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8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51" name="Freeform 46">
              <a:extLst>
                <a:ext uri="{FF2B5EF4-FFF2-40B4-BE49-F238E27FC236}">
                  <a16:creationId xmlns:a16="http://schemas.microsoft.com/office/drawing/2014/main" id="{DDE038BA-6F05-45A9-A9B5-3D5B7192634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8" y="1587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4942" name="TextBox 9">
            <a:extLst>
              <a:ext uri="{FF2B5EF4-FFF2-40B4-BE49-F238E27FC236}">
                <a16:creationId xmlns:a16="http://schemas.microsoft.com/office/drawing/2014/main" id="{4431909A-90EC-40B6-9D08-06D45F7C9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696" y="4548190"/>
            <a:ext cx="83067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400">
                <a:cs typeface="Arial" panose="020B0604020202020204" pitchFamily="34" charset="0"/>
              </a:rPr>
              <a:t>Host h1</a:t>
            </a:r>
          </a:p>
          <a:p>
            <a:pPr algn="ctr"/>
            <a:r>
              <a:rPr lang="en-US" altLang="en-US" sz="1400">
                <a:cs typeface="Arial" panose="020B0604020202020204" pitchFamily="34" charset="0"/>
              </a:rPr>
              <a:t>10.1.0.1</a:t>
            </a:r>
          </a:p>
          <a:p>
            <a:pPr algn="ctr"/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24943" name="TextBox 58">
            <a:extLst>
              <a:ext uri="{FF2B5EF4-FFF2-40B4-BE49-F238E27FC236}">
                <a16:creationId xmlns:a16="http://schemas.microsoft.com/office/drawing/2014/main" id="{89728644-5A09-4E85-B0C9-74FE2B8A2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2103" y="4949827"/>
            <a:ext cx="83067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cs typeface="Arial" panose="020B0604020202020204" pitchFamily="34" charset="0"/>
              </a:rPr>
              <a:t>Host h2</a:t>
            </a:r>
          </a:p>
          <a:p>
            <a:r>
              <a:rPr lang="en-US" altLang="en-US" sz="1400">
                <a:cs typeface="Arial" panose="020B0604020202020204" pitchFamily="34" charset="0"/>
              </a:rPr>
              <a:t>10.1.0.2</a:t>
            </a:r>
          </a:p>
          <a:p>
            <a:endParaRPr lang="en-US" altLang="en-US" sz="1800">
              <a:cs typeface="Arial" panose="020B0604020202020204" pitchFamily="34" charset="0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A34772E-FEFA-4CD6-BE20-542FCDFDE3D1}"/>
              </a:ext>
            </a:extLst>
          </p:cNvPr>
          <p:cNvCxnSpPr/>
          <p:nvPr/>
        </p:nvCxnSpPr>
        <p:spPr>
          <a:xfrm flipV="1">
            <a:off x="5608641" y="4568826"/>
            <a:ext cx="306387" cy="49053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A2D2FC-DA06-4B6D-9C73-0053A2C6B697}"/>
              </a:ext>
            </a:extLst>
          </p:cNvPr>
          <p:cNvCxnSpPr/>
          <p:nvPr/>
        </p:nvCxnSpPr>
        <p:spPr>
          <a:xfrm>
            <a:off x="6362703" y="4448175"/>
            <a:ext cx="53181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946" name="Group 44">
            <a:extLst>
              <a:ext uri="{FF2B5EF4-FFF2-40B4-BE49-F238E27FC236}">
                <a16:creationId xmlns:a16="http://schemas.microsoft.com/office/drawing/2014/main" id="{481ED2C6-19D4-4976-A33C-CC668DF55EA4}"/>
              </a:ext>
            </a:extLst>
          </p:cNvPr>
          <p:cNvGrpSpPr>
            <a:grpSpLocks/>
          </p:cNvGrpSpPr>
          <p:nvPr/>
        </p:nvGrpSpPr>
        <p:grpSpPr bwMode="auto">
          <a:xfrm>
            <a:off x="6569076" y="4221164"/>
            <a:ext cx="757239" cy="628651"/>
            <a:chOff x="-44" y="1473"/>
            <a:chExt cx="981" cy="1105"/>
          </a:xfrm>
        </p:grpSpPr>
        <p:pic>
          <p:nvPicPr>
            <p:cNvPr id="125048" name="Picture 45" descr="desktop_computer_stylized_medium">
              <a:extLst>
                <a:ext uri="{FF2B5EF4-FFF2-40B4-BE49-F238E27FC236}">
                  <a16:creationId xmlns:a16="http://schemas.microsoft.com/office/drawing/2014/main" id="{66496972-225E-45B7-A715-1D159C7CA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9" name="Freeform 46">
              <a:extLst>
                <a:ext uri="{FF2B5EF4-FFF2-40B4-BE49-F238E27FC236}">
                  <a16:creationId xmlns:a16="http://schemas.microsoft.com/office/drawing/2014/main" id="{F6BBBBDE-0484-4281-8D60-BFCF5079B51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947" name="Group 44">
            <a:extLst>
              <a:ext uri="{FF2B5EF4-FFF2-40B4-BE49-F238E27FC236}">
                <a16:creationId xmlns:a16="http://schemas.microsoft.com/office/drawing/2014/main" id="{0E0AB8E6-6A15-4849-A951-086CE6AD716F}"/>
              </a:ext>
            </a:extLst>
          </p:cNvPr>
          <p:cNvGrpSpPr>
            <a:grpSpLocks/>
          </p:cNvGrpSpPr>
          <p:nvPr/>
        </p:nvGrpSpPr>
        <p:grpSpPr bwMode="auto">
          <a:xfrm>
            <a:off x="5091116" y="4835526"/>
            <a:ext cx="757237" cy="628651"/>
            <a:chOff x="-44" y="1473"/>
            <a:chExt cx="981" cy="1105"/>
          </a:xfrm>
        </p:grpSpPr>
        <p:pic>
          <p:nvPicPr>
            <p:cNvPr id="125046" name="Picture 45" descr="desktop_computer_stylized_medium">
              <a:extLst>
                <a:ext uri="{FF2B5EF4-FFF2-40B4-BE49-F238E27FC236}">
                  <a16:creationId xmlns:a16="http://schemas.microsoft.com/office/drawing/2014/main" id="{629A02E3-FA44-4CB1-B108-8075FDC85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7" name="Freeform 46">
              <a:extLst>
                <a:ext uri="{FF2B5EF4-FFF2-40B4-BE49-F238E27FC236}">
                  <a16:creationId xmlns:a16="http://schemas.microsoft.com/office/drawing/2014/main" id="{9A1C4EC9-073C-471A-8978-C45C15AB79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4948" name="TextBox 70">
            <a:extLst>
              <a:ext uri="{FF2B5EF4-FFF2-40B4-BE49-F238E27FC236}">
                <a16:creationId xmlns:a16="http://schemas.microsoft.com/office/drawing/2014/main" id="{096BD496-B0F0-4E73-A342-5B54414E6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7903" y="4249740"/>
            <a:ext cx="83067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cs typeface="Arial" panose="020B0604020202020204" pitchFamily="34" charset="0"/>
              </a:rPr>
              <a:t>Host h4</a:t>
            </a:r>
          </a:p>
          <a:p>
            <a:r>
              <a:rPr lang="en-US" altLang="en-US" sz="1400">
                <a:cs typeface="Arial" panose="020B0604020202020204" pitchFamily="34" charset="0"/>
              </a:rPr>
              <a:t>10.2.0.4</a:t>
            </a:r>
          </a:p>
          <a:p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24949" name="TextBox 71">
            <a:extLst>
              <a:ext uri="{FF2B5EF4-FFF2-40B4-BE49-F238E27FC236}">
                <a16:creationId xmlns:a16="http://schemas.microsoft.com/office/drawing/2014/main" id="{7B75E420-0F48-4196-9FF5-82351826C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1578" y="5389564"/>
            <a:ext cx="830677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cs typeface="Arial" panose="020B0604020202020204" pitchFamily="34" charset="0"/>
              </a:rPr>
              <a:t>Host h3</a:t>
            </a:r>
          </a:p>
          <a:p>
            <a:r>
              <a:rPr lang="en-US" altLang="en-US" sz="1400">
                <a:cs typeface="Arial" panose="020B0604020202020204" pitchFamily="34" charset="0"/>
              </a:rPr>
              <a:t>10.2.0.3</a:t>
            </a:r>
          </a:p>
          <a:p>
            <a:endParaRPr lang="en-US" altLang="en-US" sz="1800">
              <a:cs typeface="Arial" panose="020B060402020202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3D0F3A0-9214-4F8D-99DF-1B3C78869FDA}"/>
              </a:ext>
            </a:extLst>
          </p:cNvPr>
          <p:cNvCxnSpPr/>
          <p:nvPr/>
        </p:nvCxnSpPr>
        <p:spPr>
          <a:xfrm>
            <a:off x="2965451" y="2681288"/>
            <a:ext cx="7064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8964C83-8D87-4444-BE68-7133F89D582F}"/>
              </a:ext>
            </a:extLst>
          </p:cNvPr>
          <p:cNvCxnSpPr/>
          <p:nvPr/>
        </p:nvCxnSpPr>
        <p:spPr>
          <a:xfrm flipV="1">
            <a:off x="3943351" y="2014539"/>
            <a:ext cx="0" cy="47466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4952" name="Group 44">
            <a:extLst>
              <a:ext uri="{FF2B5EF4-FFF2-40B4-BE49-F238E27FC236}">
                <a16:creationId xmlns:a16="http://schemas.microsoft.com/office/drawing/2014/main" id="{93610D19-026A-45F4-8F20-8528E7298C7D}"/>
              </a:ext>
            </a:extLst>
          </p:cNvPr>
          <p:cNvGrpSpPr>
            <a:grpSpLocks/>
          </p:cNvGrpSpPr>
          <p:nvPr/>
        </p:nvGrpSpPr>
        <p:grpSpPr bwMode="auto">
          <a:xfrm>
            <a:off x="3462341" y="1622426"/>
            <a:ext cx="757237" cy="628651"/>
            <a:chOff x="-44" y="1473"/>
            <a:chExt cx="981" cy="1105"/>
          </a:xfrm>
        </p:grpSpPr>
        <p:pic>
          <p:nvPicPr>
            <p:cNvPr id="125044" name="Picture 45" descr="desktop_computer_stylized_medium">
              <a:extLst>
                <a:ext uri="{FF2B5EF4-FFF2-40B4-BE49-F238E27FC236}">
                  <a16:creationId xmlns:a16="http://schemas.microsoft.com/office/drawing/2014/main" id="{D1548BEC-CEF8-4732-BA46-538CB6496C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5" name="Freeform 46">
              <a:extLst>
                <a:ext uri="{FF2B5EF4-FFF2-40B4-BE49-F238E27FC236}">
                  <a16:creationId xmlns:a16="http://schemas.microsoft.com/office/drawing/2014/main" id="{18D970CE-7483-4E8E-B15F-697BCF3F18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4953" name="Group 44">
            <a:extLst>
              <a:ext uri="{FF2B5EF4-FFF2-40B4-BE49-F238E27FC236}">
                <a16:creationId xmlns:a16="http://schemas.microsoft.com/office/drawing/2014/main" id="{99CDEF95-09A1-4221-99E3-5123C9B50316}"/>
              </a:ext>
            </a:extLst>
          </p:cNvPr>
          <p:cNvGrpSpPr>
            <a:grpSpLocks/>
          </p:cNvGrpSpPr>
          <p:nvPr/>
        </p:nvGrpSpPr>
        <p:grpSpPr bwMode="auto">
          <a:xfrm>
            <a:off x="2408241" y="2455864"/>
            <a:ext cx="757237" cy="628651"/>
            <a:chOff x="-44" y="1473"/>
            <a:chExt cx="981" cy="1105"/>
          </a:xfrm>
        </p:grpSpPr>
        <p:pic>
          <p:nvPicPr>
            <p:cNvPr id="125042" name="Picture 45" descr="desktop_computer_stylized_medium">
              <a:extLst>
                <a:ext uri="{FF2B5EF4-FFF2-40B4-BE49-F238E27FC236}">
                  <a16:creationId xmlns:a16="http://schemas.microsoft.com/office/drawing/2014/main" id="{4473E9AD-9399-49AB-A1FE-5CD47A7212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043" name="Freeform 46">
              <a:extLst>
                <a:ext uri="{FF2B5EF4-FFF2-40B4-BE49-F238E27FC236}">
                  <a16:creationId xmlns:a16="http://schemas.microsoft.com/office/drawing/2014/main" id="{A765BF4E-DAEF-4E0D-985B-D0846B3FE0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4954" name="TextBox 83">
            <a:extLst>
              <a:ext uri="{FF2B5EF4-FFF2-40B4-BE49-F238E27FC236}">
                <a16:creationId xmlns:a16="http://schemas.microsoft.com/office/drawing/2014/main" id="{E10E6243-82A7-4A49-9349-5E5330434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522" y="2959101"/>
            <a:ext cx="8306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400">
                <a:cs typeface="Arial" panose="020B0604020202020204" pitchFamily="34" charset="0"/>
              </a:rPr>
              <a:t>Host h5</a:t>
            </a:r>
          </a:p>
          <a:p>
            <a:pPr algn="ctr"/>
            <a:r>
              <a:rPr lang="en-US" altLang="en-US" sz="1400">
                <a:cs typeface="Arial" panose="020B0604020202020204" pitchFamily="34" charset="0"/>
              </a:rPr>
              <a:t>10.3.0.5</a:t>
            </a:r>
          </a:p>
        </p:txBody>
      </p:sp>
      <p:sp>
        <p:nvSpPr>
          <p:cNvPr id="124955" name="TextBox 92">
            <a:extLst>
              <a:ext uri="{FF2B5EF4-FFF2-40B4-BE49-F238E27FC236}">
                <a16:creationId xmlns:a16="http://schemas.microsoft.com/office/drawing/2014/main" id="{FCA29A3D-5C01-43CE-A577-BAE35BB58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1" y="3949700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cs typeface="Arial" panose="020B0604020202020204" pitchFamily="34" charset="0"/>
              </a:rPr>
              <a:t>s1</a:t>
            </a:r>
          </a:p>
        </p:txBody>
      </p:sp>
      <p:sp>
        <p:nvSpPr>
          <p:cNvPr id="124956" name="TextBox 93">
            <a:extLst>
              <a:ext uri="{FF2B5EF4-FFF2-40B4-BE49-F238E27FC236}">
                <a16:creationId xmlns:a16="http://schemas.microsoft.com/office/drawing/2014/main" id="{66D157B6-A9AA-4193-8E08-DA0EEF4CD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839" y="3976689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cs typeface="Arial" panose="020B0604020202020204" pitchFamily="34" charset="0"/>
              </a:rPr>
              <a:t>s2</a:t>
            </a:r>
          </a:p>
        </p:txBody>
      </p:sp>
      <p:sp>
        <p:nvSpPr>
          <p:cNvPr id="124957" name="TextBox 94">
            <a:extLst>
              <a:ext uri="{FF2B5EF4-FFF2-40B4-BE49-F238E27FC236}">
                <a16:creationId xmlns:a16="http://schemas.microsoft.com/office/drawing/2014/main" id="{E789253C-5FFC-4076-A7EE-F12C805E2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9" y="2168525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cs typeface="Arial" panose="020B0604020202020204" pitchFamily="34" charset="0"/>
              </a:rPr>
              <a:t>s3</a:t>
            </a:r>
          </a:p>
        </p:txBody>
      </p:sp>
      <p:cxnSp>
        <p:nvCxnSpPr>
          <p:cNvPr id="124958" name="Straight Connector 99">
            <a:extLst>
              <a:ext uri="{FF2B5EF4-FFF2-40B4-BE49-F238E27FC236}">
                <a16:creationId xmlns:a16="http://schemas.microsoft.com/office/drawing/2014/main" id="{10081896-BB89-4DD1-BC99-AF570C7D13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62402" y="2871790"/>
            <a:ext cx="1392239" cy="219075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959" name="Straight Connector 102">
            <a:extLst>
              <a:ext uri="{FF2B5EF4-FFF2-40B4-BE49-F238E27FC236}">
                <a16:creationId xmlns:a16="http://schemas.microsoft.com/office/drawing/2014/main" id="{57EE271F-B2DE-47BF-9055-C830F1029F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40363" y="3154363"/>
            <a:ext cx="533400" cy="976312"/>
          </a:xfrm>
          <a:prstGeom prst="line">
            <a:avLst/>
          </a:prstGeom>
          <a:noFill/>
          <a:ln w="12700">
            <a:solidFill>
              <a:srgbClr val="CC0000">
                <a:alpha val="50195"/>
              </a:srgb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960" name="TextBox 108">
            <a:extLst>
              <a:ext uri="{FF2B5EF4-FFF2-40B4-BE49-F238E27FC236}">
                <a16:creationId xmlns:a16="http://schemas.microsoft.com/office/drawing/2014/main" id="{FF1A294F-9703-4293-A183-A93D7C970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2" y="2173291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1</a:t>
            </a:r>
          </a:p>
        </p:txBody>
      </p:sp>
      <p:sp>
        <p:nvSpPr>
          <p:cNvPr id="124961" name="TextBox 109">
            <a:extLst>
              <a:ext uri="{FF2B5EF4-FFF2-40B4-BE49-F238E27FC236}">
                <a16:creationId xmlns:a16="http://schemas.microsoft.com/office/drawing/2014/main" id="{C9809967-AA65-475D-AC73-8B0436E6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241935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2</a:t>
            </a:r>
          </a:p>
        </p:txBody>
      </p:sp>
      <p:sp>
        <p:nvSpPr>
          <p:cNvPr id="124962" name="TextBox 110">
            <a:extLst>
              <a:ext uri="{FF2B5EF4-FFF2-40B4-BE49-F238E27FC236}">
                <a16:creationId xmlns:a16="http://schemas.microsoft.com/office/drawing/2014/main" id="{AC631612-1EFE-4680-9AF1-694C2DDC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90" y="2751140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124963" name="TextBox 111">
            <a:extLst>
              <a:ext uri="{FF2B5EF4-FFF2-40B4-BE49-F238E27FC236}">
                <a16:creationId xmlns:a16="http://schemas.microsoft.com/office/drawing/2014/main" id="{D4F21954-25F4-42BC-987A-B8908ABE0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6" y="2687640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124964" name="TextBox 112">
            <a:extLst>
              <a:ext uri="{FF2B5EF4-FFF2-40B4-BE49-F238E27FC236}">
                <a16:creationId xmlns:a16="http://schemas.microsoft.com/office/drawing/2014/main" id="{88EB4B8B-9CBE-41ED-AF22-715EB2F1A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4" y="400685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1</a:t>
            </a:r>
          </a:p>
        </p:txBody>
      </p:sp>
      <p:sp>
        <p:nvSpPr>
          <p:cNvPr id="124965" name="TextBox 113">
            <a:extLst>
              <a:ext uri="{FF2B5EF4-FFF2-40B4-BE49-F238E27FC236}">
                <a16:creationId xmlns:a16="http://schemas.microsoft.com/office/drawing/2014/main" id="{C9292F8F-78C8-4423-A3EC-73F0255F1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775" y="4276728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2</a:t>
            </a:r>
          </a:p>
        </p:txBody>
      </p:sp>
      <p:sp>
        <p:nvSpPr>
          <p:cNvPr id="124966" name="TextBox 114">
            <a:extLst>
              <a:ext uri="{FF2B5EF4-FFF2-40B4-BE49-F238E27FC236}">
                <a16:creationId xmlns:a16="http://schemas.microsoft.com/office/drawing/2014/main" id="{1876216F-1FA9-4340-82EA-5E19A8D64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364" y="4624391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124967" name="TextBox 115">
            <a:extLst>
              <a:ext uri="{FF2B5EF4-FFF2-40B4-BE49-F238E27FC236}">
                <a16:creationId xmlns:a16="http://schemas.microsoft.com/office/drawing/2014/main" id="{76260438-738A-44BC-A758-99CA1DBC8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63" y="4437064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124968" name="TextBox 117">
            <a:extLst>
              <a:ext uri="{FF2B5EF4-FFF2-40B4-BE49-F238E27FC236}">
                <a16:creationId xmlns:a16="http://schemas.microsoft.com/office/drawing/2014/main" id="{58B2DE03-2941-4682-A81C-D80FADB6B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4" y="4089403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1</a:t>
            </a:r>
          </a:p>
        </p:txBody>
      </p:sp>
      <p:sp>
        <p:nvSpPr>
          <p:cNvPr id="124969" name="TextBox 118">
            <a:extLst>
              <a:ext uri="{FF2B5EF4-FFF2-40B4-BE49-F238E27FC236}">
                <a16:creationId xmlns:a16="http://schemas.microsoft.com/office/drawing/2014/main" id="{69D5D748-EE87-4EF3-BF5F-8F7F4AFE4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90" y="4437066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2</a:t>
            </a:r>
          </a:p>
        </p:txBody>
      </p:sp>
      <p:sp>
        <p:nvSpPr>
          <p:cNvPr id="124970" name="TextBox 119">
            <a:extLst>
              <a:ext uri="{FF2B5EF4-FFF2-40B4-BE49-F238E27FC236}">
                <a16:creationId xmlns:a16="http://schemas.microsoft.com/office/drawing/2014/main" id="{59147064-B1B6-4110-928D-5610E43A7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2" y="464185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124971" name="TextBox 120">
            <a:extLst>
              <a:ext uri="{FF2B5EF4-FFF2-40B4-BE49-F238E27FC236}">
                <a16:creationId xmlns:a16="http://schemas.microsoft.com/office/drawing/2014/main" id="{C55DC2A2-4D9A-482C-B972-CDC62940B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394203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124972" name="TextBox 150">
            <a:extLst>
              <a:ext uri="{FF2B5EF4-FFF2-40B4-BE49-F238E27FC236}">
                <a16:creationId xmlns:a16="http://schemas.microsoft.com/office/drawing/2014/main" id="{666D4F81-F853-4AE3-A16F-046CAF01B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178" y="1639889"/>
            <a:ext cx="8306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400">
                <a:cs typeface="Arial" panose="020B0604020202020204" pitchFamily="34" charset="0"/>
              </a:rPr>
              <a:t>Host h6</a:t>
            </a:r>
          </a:p>
          <a:p>
            <a:pPr algn="ctr"/>
            <a:r>
              <a:rPr lang="en-US" altLang="en-US" sz="1400">
                <a:cs typeface="Arial" panose="020B0604020202020204" pitchFamily="34" charset="0"/>
              </a:rPr>
              <a:t>10.3.0.6</a:t>
            </a:r>
          </a:p>
        </p:txBody>
      </p:sp>
      <p:grpSp>
        <p:nvGrpSpPr>
          <p:cNvPr id="124973" name="Group 7">
            <a:extLst>
              <a:ext uri="{FF2B5EF4-FFF2-40B4-BE49-F238E27FC236}">
                <a16:creationId xmlns:a16="http://schemas.microsoft.com/office/drawing/2014/main" id="{55F9720A-3B7F-4BC6-A995-5AD795693319}"/>
              </a:ext>
            </a:extLst>
          </p:cNvPr>
          <p:cNvGrpSpPr>
            <a:grpSpLocks/>
          </p:cNvGrpSpPr>
          <p:nvPr/>
        </p:nvGrpSpPr>
        <p:grpSpPr bwMode="auto">
          <a:xfrm>
            <a:off x="3511551" y="4257679"/>
            <a:ext cx="700088" cy="398463"/>
            <a:chOff x="1871277" y="1576300"/>
            <a:chExt cx="1128371" cy="437861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C55589F-46AE-4F85-BF3B-4981ADDA79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3836" y="1694924"/>
              <a:ext cx="1125812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6F239D3-334A-4936-84E9-EE7DA3B00868}"/>
                </a:ext>
              </a:extLst>
            </p:cNvPr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B1D2027-3086-43C1-A680-669EC056FF5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2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204A89F-7BA1-4D24-907E-9623726A467D}"/>
                </a:ext>
              </a:extLst>
            </p:cNvPr>
            <p:cNvSpPr/>
            <p:nvPr/>
          </p:nvSpPr>
          <p:spPr bwMode="auto">
            <a:xfrm>
              <a:off x="2160407" y="1673990"/>
              <a:ext cx="547554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3050F6F5-EA6D-464E-B6EF-B7A594FB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116" y="1633868"/>
              <a:ext cx="660135" cy="109901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3 w 3723451"/>
                <a:gd name="T5" fmla="*/ 61322 h 932950"/>
                <a:gd name="T6" fmla="*/ 532082 w 3723451"/>
                <a:gd name="T7" fmla="*/ 0 h 932950"/>
                <a:gd name="T8" fmla="*/ 660135 w 3723451"/>
                <a:gd name="T9" fmla="*/ 24402 h 932950"/>
                <a:gd name="T10" fmla="*/ 564864 w 3723451"/>
                <a:gd name="T11" fmla="*/ 54409 h 932950"/>
                <a:gd name="T12" fmla="*/ 534190 w 3723451"/>
                <a:gd name="T13" fmla="*/ 46319 h 932950"/>
                <a:gd name="T14" fmla="*/ 332753 w 3723451"/>
                <a:gd name="T15" fmla="*/ 109901 h 932950"/>
                <a:gd name="T16" fmla="*/ 126163 w 3723451"/>
                <a:gd name="T17" fmla="*/ 48658 h 932950"/>
                <a:gd name="T18" fmla="*/ 92761 w 3723451"/>
                <a:gd name="T19" fmla="*/ 55267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C14915AB-F5B9-4B5D-94A4-BE22F9BA0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089" y="1728069"/>
              <a:ext cx="240514" cy="95945"/>
            </a:xfrm>
            <a:custGeom>
              <a:avLst/>
              <a:gdLst>
                <a:gd name="T0" fmla="*/ 0 w 1366596"/>
                <a:gd name="T1" fmla="*/ 0 h 809868"/>
                <a:gd name="T2" fmla="*/ 240514 w 1366596"/>
                <a:gd name="T3" fmla="*/ 74139 h 809868"/>
                <a:gd name="T4" fmla="*/ 152244 w 1366596"/>
                <a:gd name="T5" fmla="*/ 95945 h 809868"/>
                <a:gd name="T6" fmla="*/ 810 w 1366596"/>
                <a:gd name="T7" fmla="*/ 50698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6DDB13E6-BC9B-4C4B-9101-82C3A24F4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322" y="1729813"/>
              <a:ext cx="237956" cy="97690"/>
            </a:xfrm>
            <a:custGeom>
              <a:avLst/>
              <a:gdLst>
                <a:gd name="T0" fmla="*/ 234708 w 1348191"/>
                <a:gd name="T1" fmla="*/ 0 h 791462"/>
                <a:gd name="T2" fmla="*/ 237956 w 1348191"/>
                <a:gd name="T3" fmla="*/ 47141 h 791462"/>
                <a:gd name="T4" fmla="*/ 86087 w 1348191"/>
                <a:gd name="T5" fmla="*/ 97690 h 791462"/>
                <a:gd name="T6" fmla="*/ 0 w 1348191"/>
                <a:gd name="T7" fmla="*/ 75539 h 791462"/>
                <a:gd name="T8" fmla="*/ 23470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6B92A71-DED0-4CE3-BF00-572134565342}"/>
                </a:ext>
              </a:extLst>
            </p:cNvPr>
            <p:cNvCxnSpPr>
              <a:cxnSpLocks noChangeShapeType="1"/>
              <a:endCxn id="157" idx="2"/>
            </p:cNvCxnSpPr>
            <p:nvPr/>
          </p:nvCxnSpPr>
          <p:spPr bwMode="auto">
            <a:xfrm flipH="1" flipV="1">
              <a:off x="1871277" y="1736791"/>
              <a:ext cx="2559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99A8F3E-8196-4B3B-B9EC-C33A99D91F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7089" y="1735047"/>
              <a:ext cx="2559" cy="12211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4974" name="Group 7">
            <a:extLst>
              <a:ext uri="{FF2B5EF4-FFF2-40B4-BE49-F238E27FC236}">
                <a16:creationId xmlns:a16="http://schemas.microsoft.com/office/drawing/2014/main" id="{0F4710E6-C3C0-4C23-A15B-5E4DAADF51FB}"/>
              </a:ext>
            </a:extLst>
          </p:cNvPr>
          <p:cNvGrpSpPr>
            <a:grpSpLocks/>
          </p:cNvGrpSpPr>
          <p:nvPr/>
        </p:nvGrpSpPr>
        <p:grpSpPr bwMode="auto">
          <a:xfrm>
            <a:off x="5611816" y="4262439"/>
            <a:ext cx="700087" cy="398463"/>
            <a:chOff x="1871277" y="1576300"/>
            <a:chExt cx="1128371" cy="437861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E4D59E50-4395-4220-9DF1-0EC0B0FD6DC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3835" y="1694924"/>
              <a:ext cx="1125813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54732499-9E44-414A-879C-AAB97818CD60}"/>
                </a:ext>
              </a:extLst>
            </p:cNvPr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7FC9D58B-2703-436D-984E-C2339619FE2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3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37B863A3-F67F-44B7-9559-775883981640}"/>
                </a:ext>
              </a:extLst>
            </p:cNvPr>
            <p:cNvSpPr/>
            <p:nvPr/>
          </p:nvSpPr>
          <p:spPr bwMode="auto">
            <a:xfrm>
              <a:off x="2160405" y="1673990"/>
              <a:ext cx="547555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84FE8180-3009-444A-97A0-D034C5DA4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115" y="1633867"/>
              <a:ext cx="660136" cy="109902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4 w 3723451"/>
                <a:gd name="T5" fmla="*/ 61322 h 932950"/>
                <a:gd name="T6" fmla="*/ 532082 w 3723451"/>
                <a:gd name="T7" fmla="*/ 0 h 932950"/>
                <a:gd name="T8" fmla="*/ 660136 w 3723451"/>
                <a:gd name="T9" fmla="*/ 24402 h 932950"/>
                <a:gd name="T10" fmla="*/ 564865 w 3723451"/>
                <a:gd name="T11" fmla="*/ 54409 h 932950"/>
                <a:gd name="T12" fmla="*/ 534191 w 3723451"/>
                <a:gd name="T13" fmla="*/ 46319 h 932950"/>
                <a:gd name="T14" fmla="*/ 332754 w 3723451"/>
                <a:gd name="T15" fmla="*/ 109902 h 932950"/>
                <a:gd name="T16" fmla="*/ 126163 w 3723451"/>
                <a:gd name="T17" fmla="*/ 48658 h 932950"/>
                <a:gd name="T18" fmla="*/ 92761 w 3723451"/>
                <a:gd name="T19" fmla="*/ 55268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BB9DB5D0-5113-463E-86F8-390523598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088" y="1728068"/>
              <a:ext cx="240515" cy="95946"/>
            </a:xfrm>
            <a:custGeom>
              <a:avLst/>
              <a:gdLst>
                <a:gd name="T0" fmla="*/ 0 w 1366596"/>
                <a:gd name="T1" fmla="*/ 0 h 809868"/>
                <a:gd name="T2" fmla="*/ 240515 w 1366596"/>
                <a:gd name="T3" fmla="*/ 74140 h 809868"/>
                <a:gd name="T4" fmla="*/ 152245 w 1366596"/>
                <a:gd name="T5" fmla="*/ 95946 h 809868"/>
                <a:gd name="T6" fmla="*/ 810 w 1366596"/>
                <a:gd name="T7" fmla="*/ 50699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67D93B5C-F6F9-4ABB-9ECB-48DD262AC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322" y="1729813"/>
              <a:ext cx="237955" cy="97690"/>
            </a:xfrm>
            <a:custGeom>
              <a:avLst/>
              <a:gdLst>
                <a:gd name="T0" fmla="*/ 234707 w 1348191"/>
                <a:gd name="T1" fmla="*/ 0 h 791462"/>
                <a:gd name="T2" fmla="*/ 237955 w 1348191"/>
                <a:gd name="T3" fmla="*/ 47141 h 791462"/>
                <a:gd name="T4" fmla="*/ 86086 w 1348191"/>
                <a:gd name="T5" fmla="*/ 97690 h 791462"/>
                <a:gd name="T6" fmla="*/ 0 w 1348191"/>
                <a:gd name="T7" fmla="*/ 75539 h 791462"/>
                <a:gd name="T8" fmla="*/ 234707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8972E65-1FE3-4C0A-B0AB-D3ED674AC646}"/>
                </a:ext>
              </a:extLst>
            </p:cNvPr>
            <p:cNvCxnSpPr>
              <a:cxnSpLocks noChangeShapeType="1"/>
              <a:endCxn id="167" idx="2"/>
            </p:cNvCxnSpPr>
            <p:nvPr/>
          </p:nvCxnSpPr>
          <p:spPr bwMode="auto">
            <a:xfrm flipH="1" flipV="1">
              <a:off x="1871277" y="1736791"/>
              <a:ext cx="2558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E05D4604-310B-4A46-93EA-7EFF36B8CC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7090" y="1735046"/>
              <a:ext cx="2558" cy="12211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4975" name="Group 7">
            <a:extLst>
              <a:ext uri="{FF2B5EF4-FFF2-40B4-BE49-F238E27FC236}">
                <a16:creationId xmlns:a16="http://schemas.microsoft.com/office/drawing/2014/main" id="{23D15A6C-A968-4030-9C8C-86D36E6FAC9C}"/>
              </a:ext>
            </a:extLst>
          </p:cNvPr>
          <p:cNvGrpSpPr>
            <a:grpSpLocks/>
          </p:cNvGrpSpPr>
          <p:nvPr/>
        </p:nvGrpSpPr>
        <p:grpSpPr bwMode="auto">
          <a:xfrm>
            <a:off x="3562351" y="2403479"/>
            <a:ext cx="700088" cy="398463"/>
            <a:chOff x="1871277" y="1576300"/>
            <a:chExt cx="1128371" cy="437861"/>
          </a:xfrm>
        </p:grpSpPr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1EBF3738-F628-44A7-AA09-F356932E9E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3836" y="1694924"/>
              <a:ext cx="1125812" cy="319237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1BC1461C-B407-4281-8C87-6DA81EEC1A64}"/>
                </a:ext>
              </a:extLst>
            </p:cNvPr>
            <p:cNvSpPr/>
            <p:nvPr/>
          </p:nvSpPr>
          <p:spPr bwMode="auto">
            <a:xfrm>
              <a:off x="1871277" y="1740280"/>
              <a:ext cx="1128371" cy="11513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0F608BB5-5F15-48D9-98C2-8BAEDF5E348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812" cy="31923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4D83A460-412F-4335-96FE-870D6C789A46}"/>
                </a:ext>
              </a:extLst>
            </p:cNvPr>
            <p:cNvSpPr/>
            <p:nvPr/>
          </p:nvSpPr>
          <p:spPr bwMode="auto">
            <a:xfrm>
              <a:off x="2160407" y="1673990"/>
              <a:ext cx="547554" cy="160491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8B952114-F643-4160-8723-B7126DD22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116" y="1633868"/>
              <a:ext cx="660135" cy="109901"/>
            </a:xfrm>
            <a:custGeom>
              <a:avLst/>
              <a:gdLst>
                <a:gd name="T0" fmla="*/ 0 w 3723451"/>
                <a:gd name="T1" fmla="*/ 26887 h 932950"/>
                <a:gd name="T2" fmla="*/ 116156 w 3723451"/>
                <a:gd name="T3" fmla="*/ 317 h 932950"/>
                <a:gd name="T4" fmla="*/ 329013 w 3723451"/>
                <a:gd name="T5" fmla="*/ 61322 h 932950"/>
                <a:gd name="T6" fmla="*/ 532082 w 3723451"/>
                <a:gd name="T7" fmla="*/ 0 h 932950"/>
                <a:gd name="T8" fmla="*/ 660135 w 3723451"/>
                <a:gd name="T9" fmla="*/ 24402 h 932950"/>
                <a:gd name="T10" fmla="*/ 564864 w 3723451"/>
                <a:gd name="T11" fmla="*/ 54409 h 932950"/>
                <a:gd name="T12" fmla="*/ 534190 w 3723451"/>
                <a:gd name="T13" fmla="*/ 46319 h 932950"/>
                <a:gd name="T14" fmla="*/ 332753 w 3723451"/>
                <a:gd name="T15" fmla="*/ 109901 h 932950"/>
                <a:gd name="T16" fmla="*/ 126163 w 3723451"/>
                <a:gd name="T17" fmla="*/ 48658 h 932950"/>
                <a:gd name="T18" fmla="*/ 92761 w 3723451"/>
                <a:gd name="T19" fmla="*/ 55267 h 932950"/>
                <a:gd name="T20" fmla="*/ 0 w 3723451"/>
                <a:gd name="T21" fmla="*/ 26887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2D2D8D48-393E-4983-ACAB-FA6B9B0D5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089" y="1728069"/>
              <a:ext cx="240514" cy="95945"/>
            </a:xfrm>
            <a:custGeom>
              <a:avLst/>
              <a:gdLst>
                <a:gd name="T0" fmla="*/ 0 w 1366596"/>
                <a:gd name="T1" fmla="*/ 0 h 809868"/>
                <a:gd name="T2" fmla="*/ 240514 w 1366596"/>
                <a:gd name="T3" fmla="*/ 74139 h 809868"/>
                <a:gd name="T4" fmla="*/ 152244 w 1366596"/>
                <a:gd name="T5" fmla="*/ 95945 h 809868"/>
                <a:gd name="T6" fmla="*/ 810 w 1366596"/>
                <a:gd name="T7" fmla="*/ 50698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74935197-E994-49ED-9752-A0E841531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322" y="1729813"/>
              <a:ext cx="237956" cy="97690"/>
            </a:xfrm>
            <a:custGeom>
              <a:avLst/>
              <a:gdLst>
                <a:gd name="T0" fmla="*/ 234708 w 1348191"/>
                <a:gd name="T1" fmla="*/ 0 h 791462"/>
                <a:gd name="T2" fmla="*/ 237956 w 1348191"/>
                <a:gd name="T3" fmla="*/ 47141 h 791462"/>
                <a:gd name="T4" fmla="*/ 86087 w 1348191"/>
                <a:gd name="T5" fmla="*/ 97690 h 791462"/>
                <a:gd name="T6" fmla="*/ 0 w 1348191"/>
                <a:gd name="T7" fmla="*/ 75539 h 791462"/>
                <a:gd name="T8" fmla="*/ 234708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FBF0AD11-F014-4BCA-9093-B8D125F19FD1}"/>
                </a:ext>
              </a:extLst>
            </p:cNvPr>
            <p:cNvCxnSpPr>
              <a:cxnSpLocks noChangeShapeType="1"/>
              <a:endCxn id="177" idx="2"/>
            </p:cNvCxnSpPr>
            <p:nvPr/>
          </p:nvCxnSpPr>
          <p:spPr bwMode="auto">
            <a:xfrm flipH="1" flipV="1">
              <a:off x="1871277" y="1736791"/>
              <a:ext cx="2559" cy="123857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7D19C937-9496-4947-91A2-EC464321A6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7089" y="1735047"/>
              <a:ext cx="2559" cy="12211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4976" name="Group 88">
            <a:extLst>
              <a:ext uri="{FF2B5EF4-FFF2-40B4-BE49-F238E27FC236}">
                <a16:creationId xmlns:a16="http://schemas.microsoft.com/office/drawing/2014/main" id="{C93044F5-10BD-4B88-8A6C-661295447FA3}"/>
              </a:ext>
            </a:extLst>
          </p:cNvPr>
          <p:cNvGrpSpPr>
            <a:grpSpLocks/>
          </p:cNvGrpSpPr>
          <p:nvPr/>
        </p:nvGrpSpPr>
        <p:grpSpPr bwMode="auto">
          <a:xfrm>
            <a:off x="5016501" y="1862141"/>
            <a:ext cx="1270000" cy="1482725"/>
            <a:chOff x="5418667" y="1587500"/>
            <a:chExt cx="1270000" cy="1481667"/>
          </a:xfrm>
        </p:grpSpPr>
        <p:grpSp>
          <p:nvGrpSpPr>
            <p:cNvPr id="124978" name="Group 79">
              <a:extLst>
                <a:ext uri="{FF2B5EF4-FFF2-40B4-BE49-F238E27FC236}">
                  <a16:creationId xmlns:a16="http://schemas.microsoft.com/office/drawing/2014/main" id="{6806EECC-A623-4B4D-BC9D-2A7D9C3CC3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0087" y="1742411"/>
              <a:ext cx="1039824" cy="1163369"/>
              <a:chOff x="5440087" y="1742411"/>
              <a:chExt cx="1039824" cy="1163369"/>
            </a:xfrm>
          </p:grpSpPr>
          <p:grpSp>
            <p:nvGrpSpPr>
              <p:cNvPr id="124980" name="Group 950">
                <a:extLst>
                  <a:ext uri="{FF2B5EF4-FFF2-40B4-BE49-F238E27FC236}">
                    <a16:creationId xmlns:a16="http://schemas.microsoft.com/office/drawing/2014/main" id="{86D0E268-C89B-436D-A82F-EFF8700852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38397" y="2273382"/>
                <a:ext cx="350328" cy="632398"/>
                <a:chOff x="4140" y="429"/>
                <a:chExt cx="1425" cy="2396"/>
              </a:xfrm>
            </p:grpSpPr>
            <p:sp>
              <p:nvSpPr>
                <p:cNvPr id="124983" name="Freeform 951">
                  <a:extLst>
                    <a:ext uri="{FF2B5EF4-FFF2-40B4-BE49-F238E27FC236}">
                      <a16:creationId xmlns:a16="http://schemas.microsoft.com/office/drawing/2014/main" id="{BF6CC7B2-0366-4990-9C14-6F432F5BFC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984" name="Rectangle 952">
                  <a:extLst>
                    <a:ext uri="{FF2B5EF4-FFF2-40B4-BE49-F238E27FC236}">
                      <a16:creationId xmlns:a16="http://schemas.microsoft.com/office/drawing/2014/main" id="{2EC2772A-F425-4489-9853-E8AB1E5206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985" name="Freeform 953">
                  <a:extLst>
                    <a:ext uri="{FF2B5EF4-FFF2-40B4-BE49-F238E27FC236}">
                      <a16:creationId xmlns:a16="http://schemas.microsoft.com/office/drawing/2014/main" id="{84A6D3DB-54C6-4984-87D4-7582F01251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986" name="Freeform 954">
                  <a:extLst>
                    <a:ext uri="{FF2B5EF4-FFF2-40B4-BE49-F238E27FC236}">
                      <a16:creationId xmlns:a16="http://schemas.microsoft.com/office/drawing/2014/main" id="{C4179D96-50E8-4B5A-A2E5-8CDE37660A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987" name="Rectangle 955">
                  <a:extLst>
                    <a:ext uri="{FF2B5EF4-FFF2-40B4-BE49-F238E27FC236}">
                      <a16:creationId xmlns:a16="http://schemas.microsoft.com/office/drawing/2014/main" id="{ED438A59-15BB-44FA-A848-9C621A1661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24988" name="Group 956">
                  <a:extLst>
                    <a:ext uri="{FF2B5EF4-FFF2-40B4-BE49-F238E27FC236}">
                      <a16:creationId xmlns:a16="http://schemas.microsoft.com/office/drawing/2014/main" id="{8886DE90-8F06-4B9C-9CA3-563E199A6C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25013" name="AutoShape 957">
                    <a:extLst>
                      <a:ext uri="{FF2B5EF4-FFF2-40B4-BE49-F238E27FC236}">
                        <a16:creationId xmlns:a16="http://schemas.microsoft.com/office/drawing/2014/main" id="{A6634AB6-C2F0-453C-B675-8C9B8128B0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5014" name="AutoShape 958">
                    <a:extLst>
                      <a:ext uri="{FF2B5EF4-FFF2-40B4-BE49-F238E27FC236}">
                        <a16:creationId xmlns:a16="http://schemas.microsoft.com/office/drawing/2014/main" id="{137E71C7-3518-401D-ABC7-222642F3DF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4989" name="Rectangle 959">
                  <a:extLst>
                    <a:ext uri="{FF2B5EF4-FFF2-40B4-BE49-F238E27FC236}">
                      <a16:creationId xmlns:a16="http://schemas.microsoft.com/office/drawing/2014/main" id="{B2B751F6-3D70-4783-97F7-58B10589F5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24990" name="Group 960">
                  <a:extLst>
                    <a:ext uri="{FF2B5EF4-FFF2-40B4-BE49-F238E27FC236}">
                      <a16:creationId xmlns:a16="http://schemas.microsoft.com/office/drawing/2014/main" id="{BFFF650C-9D6F-4C47-BEE9-2A3439A7FB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25011" name="AutoShape 961">
                    <a:extLst>
                      <a:ext uri="{FF2B5EF4-FFF2-40B4-BE49-F238E27FC236}">
                        <a16:creationId xmlns:a16="http://schemas.microsoft.com/office/drawing/2014/main" id="{0F9F0989-AC86-45E9-A497-7C8CBF1D2F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5012" name="AutoShape 962">
                    <a:extLst>
                      <a:ext uri="{FF2B5EF4-FFF2-40B4-BE49-F238E27FC236}">
                        <a16:creationId xmlns:a16="http://schemas.microsoft.com/office/drawing/2014/main" id="{E61E393F-D69F-48C3-8C65-2865A927AF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4991" name="Rectangle 963">
                  <a:extLst>
                    <a:ext uri="{FF2B5EF4-FFF2-40B4-BE49-F238E27FC236}">
                      <a16:creationId xmlns:a16="http://schemas.microsoft.com/office/drawing/2014/main" id="{41809177-F3E8-458F-A5CE-4F37AA3C8B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992" name="Rectangle 964">
                  <a:extLst>
                    <a:ext uri="{FF2B5EF4-FFF2-40B4-BE49-F238E27FC236}">
                      <a16:creationId xmlns:a16="http://schemas.microsoft.com/office/drawing/2014/main" id="{3FEF1887-9E89-425B-820F-E94A4F8983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24993" name="Group 965">
                  <a:extLst>
                    <a:ext uri="{FF2B5EF4-FFF2-40B4-BE49-F238E27FC236}">
                      <a16:creationId xmlns:a16="http://schemas.microsoft.com/office/drawing/2014/main" id="{C1C2A209-B092-429C-B876-2877B94F60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5009" name="AutoShape 966">
                    <a:extLst>
                      <a:ext uri="{FF2B5EF4-FFF2-40B4-BE49-F238E27FC236}">
                        <a16:creationId xmlns:a16="http://schemas.microsoft.com/office/drawing/2014/main" id="{526C6CF9-5B84-40F6-978D-93419A598C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5010" name="AutoShape 967">
                    <a:extLst>
                      <a:ext uri="{FF2B5EF4-FFF2-40B4-BE49-F238E27FC236}">
                        <a16:creationId xmlns:a16="http://schemas.microsoft.com/office/drawing/2014/main" id="{28B09538-484D-43A6-9A8A-7AA75FB998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4994" name="Freeform 968">
                  <a:extLst>
                    <a:ext uri="{FF2B5EF4-FFF2-40B4-BE49-F238E27FC236}">
                      <a16:creationId xmlns:a16="http://schemas.microsoft.com/office/drawing/2014/main" id="{D1FFF5CC-F611-47DE-AC68-BA30835995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4995" name="Group 969">
                  <a:extLst>
                    <a:ext uri="{FF2B5EF4-FFF2-40B4-BE49-F238E27FC236}">
                      <a16:creationId xmlns:a16="http://schemas.microsoft.com/office/drawing/2014/main" id="{08004439-5CBA-4455-BC76-9525C125E0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5007" name="AutoShape 970">
                    <a:extLst>
                      <a:ext uri="{FF2B5EF4-FFF2-40B4-BE49-F238E27FC236}">
                        <a16:creationId xmlns:a16="http://schemas.microsoft.com/office/drawing/2014/main" id="{C7E4E0FB-BDB5-4C91-98C8-1A562F4558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5008" name="AutoShape 971">
                    <a:extLst>
                      <a:ext uri="{FF2B5EF4-FFF2-40B4-BE49-F238E27FC236}">
                        <a16:creationId xmlns:a16="http://schemas.microsoft.com/office/drawing/2014/main" id="{749877D6-D5C2-4CFC-B638-DB84591C89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4996" name="Rectangle 972">
                  <a:extLst>
                    <a:ext uri="{FF2B5EF4-FFF2-40B4-BE49-F238E27FC236}">
                      <a16:creationId xmlns:a16="http://schemas.microsoft.com/office/drawing/2014/main" id="{4A1F8ED0-F546-4E73-9D1C-4B6D2F8A00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997" name="Freeform 973">
                  <a:extLst>
                    <a:ext uri="{FF2B5EF4-FFF2-40B4-BE49-F238E27FC236}">
                      <a16:creationId xmlns:a16="http://schemas.microsoft.com/office/drawing/2014/main" id="{8F32F3E5-AEBD-4D82-8217-B47460899D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998" name="Freeform 974">
                  <a:extLst>
                    <a:ext uri="{FF2B5EF4-FFF2-40B4-BE49-F238E27FC236}">
                      <a16:creationId xmlns:a16="http://schemas.microsoft.com/office/drawing/2014/main" id="{FD800689-8538-47A3-8E30-A54E6C11AA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999" name="Oval 975">
                  <a:extLst>
                    <a:ext uri="{FF2B5EF4-FFF2-40B4-BE49-F238E27FC236}">
                      <a16:creationId xmlns:a16="http://schemas.microsoft.com/office/drawing/2014/main" id="{B74CA598-6ABC-4BC5-8225-00F68DB57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00" name="Freeform 976">
                  <a:extLst>
                    <a:ext uri="{FF2B5EF4-FFF2-40B4-BE49-F238E27FC236}">
                      <a16:creationId xmlns:a16="http://schemas.microsoft.com/office/drawing/2014/main" id="{353FCB68-3947-4270-B5B0-CBF7606F6A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001" name="AutoShape 977">
                  <a:extLst>
                    <a:ext uri="{FF2B5EF4-FFF2-40B4-BE49-F238E27FC236}">
                      <a16:creationId xmlns:a16="http://schemas.microsoft.com/office/drawing/2014/main" id="{7E10EE6B-517E-4952-AE52-CD14AAC795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02" name="AutoShape 978">
                  <a:extLst>
                    <a:ext uri="{FF2B5EF4-FFF2-40B4-BE49-F238E27FC236}">
                      <a16:creationId xmlns:a16="http://schemas.microsoft.com/office/drawing/2014/main" id="{294FCFE5-0467-4D0D-B6FB-B1265A8CE3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03" name="Oval 979">
                  <a:extLst>
                    <a:ext uri="{FF2B5EF4-FFF2-40B4-BE49-F238E27FC236}">
                      <a16:creationId xmlns:a16="http://schemas.microsoft.com/office/drawing/2014/main" id="{6472066F-05F6-41DC-B39C-C932BE00DE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04" name="Oval 980">
                  <a:extLst>
                    <a:ext uri="{FF2B5EF4-FFF2-40B4-BE49-F238E27FC236}">
                      <a16:creationId xmlns:a16="http://schemas.microsoft.com/office/drawing/2014/main" id="{017307C2-47F7-46DE-9A9F-9D798D3E0B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 eaLnBrk="1" hangingPunct="1"/>
                  <a:endParaRPr lang="en-US" altLang="en-US" sz="1800">
                    <a:solidFill>
                      <a:srgbClr val="FF0000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05" name="Oval 981">
                  <a:extLst>
                    <a:ext uri="{FF2B5EF4-FFF2-40B4-BE49-F238E27FC236}">
                      <a16:creationId xmlns:a16="http://schemas.microsoft.com/office/drawing/2014/main" id="{5C8A5854-7646-4D3D-AD93-5328954731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06" name="Rectangle 982">
                  <a:extLst>
                    <a:ext uri="{FF2B5EF4-FFF2-40B4-BE49-F238E27FC236}">
                      <a16:creationId xmlns:a16="http://schemas.microsoft.com/office/drawing/2014/main" id="{A13E8BEB-517A-41B5-8E74-6BF59AE313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24981" name="Picture 4">
                <a:extLst>
                  <a:ext uri="{FF2B5EF4-FFF2-40B4-BE49-F238E27FC236}">
                    <a16:creationId xmlns:a16="http://schemas.microsoft.com/office/drawing/2014/main" id="{B4971010-794C-4FE5-9CC7-2427D752BB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40087" y="1742411"/>
                <a:ext cx="1039824" cy="309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982" name="TextBox 149">
                <a:extLst>
                  <a:ext uri="{FF2B5EF4-FFF2-40B4-BE49-F238E27FC236}">
                    <a16:creationId xmlns:a16="http://schemas.microsoft.com/office/drawing/2014/main" id="{813FC294-4CAE-460D-AA0B-8A10FEAE8A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8972" y="1947149"/>
                <a:ext cx="920445" cy="584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400">
                    <a:cs typeface="Arial" panose="020B0604020202020204" pitchFamily="34" charset="0"/>
                  </a:rPr>
                  <a:t>controller</a:t>
                </a:r>
              </a:p>
              <a:p>
                <a:endParaRPr lang="en-US" altLang="en-US" sz="18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4979" name="Rectangle 82">
              <a:extLst>
                <a:ext uri="{FF2B5EF4-FFF2-40B4-BE49-F238E27FC236}">
                  <a16:creationId xmlns:a16="http://schemas.microsoft.com/office/drawing/2014/main" id="{AFF1FD6A-39E3-42B7-9AAD-C95B080D8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667" y="1587500"/>
              <a:ext cx="1270000" cy="1481667"/>
            </a:xfrm>
            <a:prstGeom prst="rect">
              <a:avLst/>
            </a:prstGeom>
            <a:solidFill>
              <a:schemeClr val="bg1">
                <a:alpha val="6588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24977" name="TextBox 211">
            <a:extLst>
              <a:ext uri="{FF2B5EF4-FFF2-40B4-BE49-F238E27FC236}">
                <a16:creationId xmlns:a16="http://schemas.microsoft.com/office/drawing/2014/main" id="{C9257C64-7CEA-4EBC-8BE8-DFE616AB4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641" y="317503"/>
            <a:ext cx="31337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i="1">
                <a:solidFill>
                  <a:srgbClr val="CC0000"/>
                </a:solidFill>
              </a:rPr>
              <a:t>Example: </a:t>
            </a:r>
            <a:r>
              <a:rPr lang="en-US" altLang="en-US" sz="2000"/>
              <a:t>datagrams from hosts h5 and h6 should be sent to h3 or h4, via s1 and from there to s2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16548</TotalTime>
  <Words>2239</Words>
  <Application>Microsoft Macintosh PowerPoint</Application>
  <PresentationFormat>On-screen Show (4:3)</PresentationFormat>
  <Paragraphs>689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ＭＳ Ｐゴシック</vt:lpstr>
      <vt:lpstr>-webkit-standard</vt:lpstr>
      <vt:lpstr>Arial</vt:lpstr>
      <vt:lpstr>Calibri</vt:lpstr>
      <vt:lpstr>Comic Sans MS</vt:lpstr>
      <vt:lpstr>Courier New</vt:lpstr>
      <vt:lpstr>Gill Sans MT</vt:lpstr>
      <vt:lpstr>Segoe UI</vt:lpstr>
      <vt:lpstr>Tahoma</vt:lpstr>
      <vt:lpstr>Times</vt:lpstr>
      <vt:lpstr>Times New Roman</vt:lpstr>
      <vt:lpstr>Wingdings</vt:lpstr>
      <vt:lpstr>ZapfDingbats</vt:lpstr>
      <vt:lpstr>Default Design</vt:lpstr>
      <vt:lpstr>2_Default Design</vt:lpstr>
      <vt:lpstr>PowerPoint Presentation</vt:lpstr>
      <vt:lpstr>Network layer</vt:lpstr>
      <vt:lpstr>key network-layer functions</vt:lpstr>
      <vt:lpstr>Network layer: data plane, control plane</vt:lpstr>
      <vt:lpstr>PowerPoint Presentation</vt:lpstr>
      <vt:lpstr>Network service model</vt:lpstr>
      <vt:lpstr>PowerPoint Presentation</vt:lpstr>
      <vt:lpstr>Router architecture overview</vt:lpstr>
      <vt:lpstr>Input port functions</vt:lpstr>
      <vt:lpstr>Input port functions</vt:lpstr>
      <vt:lpstr>Destination-based forwarding</vt:lpstr>
      <vt:lpstr>Longest prefix matching</vt:lpstr>
      <vt:lpstr>Switching fabrics</vt:lpstr>
      <vt:lpstr>Switching via memory</vt:lpstr>
      <vt:lpstr>Switching via a bus</vt:lpstr>
      <vt:lpstr>Switching via interconnection network</vt:lpstr>
      <vt:lpstr>Input port queuing</vt:lpstr>
      <vt:lpstr>Output ports</vt:lpstr>
      <vt:lpstr>Output port queueing</vt:lpstr>
      <vt:lpstr>How much buffering?</vt:lpstr>
      <vt:lpstr>PowerPoint Presentation</vt:lpstr>
      <vt:lpstr>PowerPoint Presentation</vt:lpstr>
      <vt:lpstr>OpenFlow</vt:lpstr>
      <vt:lpstr>OpenFlow</vt:lpstr>
      <vt:lpstr>OpenFlow data plane abstraction</vt:lpstr>
      <vt:lpstr>OpenFlow data plane abstraction</vt:lpstr>
      <vt:lpstr>OpenFlow Actions and Instructions</vt:lpstr>
      <vt:lpstr>OpenFlow Messages</vt:lpstr>
      <vt:lpstr>OpenFlow Messages</vt:lpstr>
      <vt:lpstr>OpenFlow: Flow Table Entries</vt:lpstr>
      <vt:lpstr>Flow Tables and Entries</vt:lpstr>
      <vt:lpstr>PowerPoint Presentation</vt:lpstr>
      <vt:lpstr>PowerPoint Presentation</vt:lpstr>
      <vt:lpstr>OpenFlow abstraction</vt:lpstr>
      <vt:lpstr>OpenFlow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Rami Tawil</cp:lastModifiedBy>
  <cp:revision>403</cp:revision>
  <dcterms:created xsi:type="dcterms:W3CDTF">1999-10-08T19:08:27Z</dcterms:created>
  <dcterms:modified xsi:type="dcterms:W3CDTF">2025-11-20T09:18:50Z</dcterms:modified>
</cp:coreProperties>
</file>