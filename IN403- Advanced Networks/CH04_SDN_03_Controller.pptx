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18"/>
  </p:notesMasterIdLst>
  <p:handoutMasterIdLst>
    <p:handoutMasterId r:id="rId19"/>
  </p:handoutMasterIdLst>
  <p:sldIdLst>
    <p:sldId id="882" r:id="rId2"/>
    <p:sldId id="857" r:id="rId3"/>
    <p:sldId id="870" r:id="rId4"/>
    <p:sldId id="871" r:id="rId5"/>
    <p:sldId id="869" r:id="rId6"/>
    <p:sldId id="872" r:id="rId7"/>
    <p:sldId id="866" r:id="rId8"/>
    <p:sldId id="863" r:id="rId9"/>
    <p:sldId id="858" r:id="rId10"/>
    <p:sldId id="859" r:id="rId11"/>
    <p:sldId id="860" r:id="rId12"/>
    <p:sldId id="861" r:id="rId13"/>
    <p:sldId id="878" r:id="rId14"/>
    <p:sldId id="879" r:id="rId15"/>
    <p:sldId id="880" r:id="rId16"/>
    <p:sldId id="881" r:id="rId17"/>
  </p:sldIdLst>
  <p:sldSz cx="9144000" cy="6858000" type="screen4x3"/>
  <p:notesSz cx="7315200" cy="96012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5pPr>
    <a:lvl6pPr marL="22860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6pPr>
    <a:lvl7pPr marL="27432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7pPr>
    <a:lvl8pPr marL="32004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8pPr>
    <a:lvl9pPr marL="36576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00"/>
    <a:srgbClr val="DDDDDD"/>
    <a:srgbClr val="FFCCFF"/>
    <a:srgbClr val="000099"/>
    <a:srgbClr val="FF0000"/>
    <a:srgbClr val="008000"/>
    <a:srgbClr val="66CCFF"/>
    <a:srgbClr val="CC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975"/>
    <p:restoredTop sz="94658"/>
  </p:normalViewPr>
  <p:slideViewPr>
    <p:cSldViewPr snapToGrid="0">
      <p:cViewPr varScale="1">
        <p:scale>
          <a:sx n="116" d="100"/>
          <a:sy n="116" d="100"/>
        </p:scale>
        <p:origin x="2200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5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defTabSz="966788">
              <a:defRPr sz="1300">
                <a:latin typeface="Times New Roman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2259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3375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>
              <a:defRPr sz="1300">
                <a:latin typeface="Times New Roman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2259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defTabSz="966788">
              <a:defRPr sz="1300">
                <a:latin typeface="Times New Roman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2259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3375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>
              <a:defRPr sz="1300">
                <a:latin typeface="Times New Roman" charset="0"/>
              </a:defRPr>
            </a:lvl1pPr>
          </a:lstStyle>
          <a:p>
            <a:pPr>
              <a:defRPr/>
            </a:pPr>
            <a:fld id="{91292653-6D28-1A4E-9097-8CD0CA4FA95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41615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defTabSz="966788">
              <a:defRPr sz="1300">
                <a:latin typeface="Times New Roman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4963" y="0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>
              <a:defRPr sz="1300">
                <a:latin typeface="Times New Roman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994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7300" y="720725"/>
            <a:ext cx="4800600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4725" y="4560888"/>
            <a:ext cx="5365750" cy="431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1775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defTabSz="966788">
              <a:defRPr sz="1300">
                <a:latin typeface="Times New Roman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4963" y="9121775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>
              <a:defRPr sz="1300">
                <a:latin typeface="Times New Roman" charset="0"/>
              </a:defRPr>
            </a:lvl1pPr>
          </a:lstStyle>
          <a:p>
            <a:pPr>
              <a:defRPr/>
            </a:pPr>
            <a:fld id="{ACCD5E27-021E-054B-84DE-C100B224ED6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741150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09" charset="0"/>
        <a:ea typeface="ＭＳ Ｐゴシック" charset="0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09" charset="0"/>
        <a:ea typeface="ＭＳ Ｐゴシック" charset="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09" charset="0"/>
        <a:ea typeface="ＭＳ Ｐゴシック" charset="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09" charset="0"/>
        <a:ea typeface="ＭＳ Ｐゴシック" charset="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09" charset="0"/>
        <a:ea typeface="ＭＳ Ｐゴシック" charset="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4608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608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178" eaLnBrk="0" hangingPunct="0">
              <a:defRPr sz="2000" b="1">
                <a:solidFill>
                  <a:schemeClr val="tx1"/>
                </a:solidFill>
                <a:latin typeface="Helvetica" charset="0"/>
                <a:ea typeface="ＭＳ Ｐゴシック" charset="0"/>
                <a:cs typeface="ＭＳ Ｐゴシック" charset="0"/>
              </a:defRPr>
            </a:lvl1pPr>
            <a:lvl2pPr marL="37928345" indent="-37471185" defTabSz="957178" eaLnBrk="0" hangingPunct="0">
              <a:defRPr sz="2000" b="1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5pPr>
            <a:lvl6pPr marL="457159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6pPr>
            <a:lvl7pPr marL="914319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7pPr>
            <a:lvl8pPr marL="1371477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8pPr>
            <a:lvl9pPr marL="1828637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9pPr>
          </a:lstStyle>
          <a:p>
            <a:pPr eaLnBrk="1" hangingPunct="1"/>
            <a:fld id="{CE294AAA-E8DC-2445-B69E-0E43F432FDC4}" type="slidenum">
              <a:rPr lang="en-US" sz="1300" b="0">
                <a:solidFill>
                  <a:prstClr val="black"/>
                </a:solidFill>
                <a:latin typeface="Arial" charset="0"/>
              </a:rPr>
              <a:pPr eaLnBrk="1" hangingPunct="1"/>
              <a:t>6</a:t>
            </a:fld>
            <a:endParaRPr lang="en-US" sz="1300" b="0">
              <a:solidFill>
                <a:prstClr val="black"/>
              </a:solidFill>
              <a:latin typeface="Arial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 Note: implicit assumption here:</a:t>
            </a:r>
            <a:r>
              <a:rPr lang="en-US" baseline="0" dirty="0"/>
              <a:t> </a:t>
            </a:r>
            <a:r>
              <a:rPr lang="en-US" dirty="0"/>
              <a:t>destination</a:t>
            </a:r>
            <a:r>
              <a:rPr lang="en-US" baseline="0" dirty="0"/>
              <a:t> based forwarding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31296B1-910C-4044-A082-0309C11C1AF1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74598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xfrm>
            <a:off x="5532438" y="6467475"/>
            <a:ext cx="2895600" cy="28733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Network Layer: Control Plane</a:t>
            </a:r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324850" y="6462713"/>
            <a:ext cx="676275" cy="27622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4-</a:t>
            </a:r>
            <a:fld id="{743F53F6-B523-C44E-B4C1-FCBC5EB649F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0265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xfrm>
            <a:off x="5532438" y="6467475"/>
            <a:ext cx="2895600" cy="28733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Network Layer: Control Plane</a:t>
            </a:r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324850" y="6462713"/>
            <a:ext cx="676275" cy="27622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4-</a:t>
            </a:r>
            <a:fld id="{D498B073-F070-8F40-A264-45FE158B677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1185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xfrm>
            <a:off x="5532438" y="6467475"/>
            <a:ext cx="2895600" cy="28733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Network Layer: Control Plane</a:t>
            </a:r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324850" y="6462713"/>
            <a:ext cx="676275" cy="27622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4-</a:t>
            </a:r>
            <a:fld id="{A5E2E980-7D79-7040-B5D8-18DB884801C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5216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3400" y="1600200"/>
            <a:ext cx="38100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5800" y="1600200"/>
            <a:ext cx="38100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xfrm>
            <a:off x="5532438" y="6467475"/>
            <a:ext cx="2895600" cy="28733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Network Layer: Control Plane</a:t>
            </a:r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324850" y="6462713"/>
            <a:ext cx="676275" cy="27622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4-</a:t>
            </a:r>
            <a:fld id="{F735F25A-B97A-024B-B408-E1A4C1DF414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39870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Footer Placeholder 7"/>
          <p:cNvSpPr>
            <a:spLocks noGrp="1" noChangeArrowheads="1"/>
          </p:cNvSpPr>
          <p:nvPr>
            <p:ph type="ftr" sz="quarter" idx="11"/>
          </p:nvPr>
        </p:nvSpPr>
        <p:spPr>
          <a:xfrm>
            <a:off x="5532438" y="6467475"/>
            <a:ext cx="2895600" cy="28733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Network Layer: Control Plane</a:t>
            </a:r>
          </a:p>
        </p:txBody>
      </p:sp>
      <p:sp>
        <p:nvSpPr>
          <p:cNvPr id="9" name="Slide Number Placeholder 8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324850" y="6462713"/>
            <a:ext cx="676275" cy="27622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4-</a:t>
            </a:r>
            <a:fld id="{DD8B96B1-2EDF-B64A-A4F1-BB54A74ACDC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47698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ftr" sz="quarter" idx="11"/>
          </p:nvPr>
        </p:nvSpPr>
        <p:spPr>
          <a:xfrm>
            <a:off x="5532438" y="6467475"/>
            <a:ext cx="2895600" cy="28733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Network Layer: Control Plane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324850" y="6462713"/>
            <a:ext cx="676275" cy="27622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4-</a:t>
            </a:r>
            <a:fld id="{0DCF9BDD-CFA9-4940-A134-4E3EBF4AC9F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68715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7"/>
          <p:cNvSpPr>
            <a:spLocks noGrp="1" noChangeArrowheads="1"/>
          </p:cNvSpPr>
          <p:nvPr>
            <p:ph type="ftr" sz="quarter" idx="11"/>
          </p:nvPr>
        </p:nvSpPr>
        <p:spPr>
          <a:xfrm>
            <a:off x="5532438" y="6467475"/>
            <a:ext cx="2895600" cy="28733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Network Layer: Control Plane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324850" y="6462713"/>
            <a:ext cx="676275" cy="27622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4-</a:t>
            </a:r>
            <a:fld id="{7EFC9773-7379-5049-A6C9-0C8EEEC5C54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21341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xfrm>
            <a:off x="5532438" y="6467475"/>
            <a:ext cx="2895600" cy="28733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Network Layer: Control Plane</a:t>
            </a:r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324850" y="6462713"/>
            <a:ext cx="676275" cy="27622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4-</a:t>
            </a:r>
            <a:fld id="{A514D338-4107-944C-9C9F-B78F8039FA7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68062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xfrm>
            <a:off x="5532438" y="6467475"/>
            <a:ext cx="2895600" cy="28733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Network Layer: Control Plane</a:t>
            </a:r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324850" y="6462713"/>
            <a:ext cx="676275" cy="27622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4-</a:t>
            </a:r>
            <a:fld id="{EFD97474-BCA4-8B48-AA21-40B47D81E85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27264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xfrm>
            <a:off x="5532438" y="6467475"/>
            <a:ext cx="2895600" cy="28733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Network Layer: Control Plane</a:t>
            </a:r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324850" y="6462713"/>
            <a:ext cx="676275" cy="27622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4-</a:t>
            </a:r>
            <a:fld id="{38D61CF4-3907-BD48-A0AD-B97C00B711E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99151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362700" y="228600"/>
            <a:ext cx="1943100" cy="6019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3400" y="228600"/>
            <a:ext cx="5676900" cy="6019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xfrm>
            <a:off x="5532438" y="6467475"/>
            <a:ext cx="2895600" cy="28733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Network Layer: Control Plane</a:t>
            </a:r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324850" y="6462713"/>
            <a:ext cx="676275" cy="27622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4-</a:t>
            </a:r>
            <a:fld id="{4E5268B6-BFED-754B-A245-6D16E75F074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35646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286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533400" y="1600200"/>
            <a:ext cx="3810000" cy="464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5800" y="1600200"/>
            <a:ext cx="3810000" cy="464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xfrm>
            <a:off x="5532438" y="6467475"/>
            <a:ext cx="2895600" cy="28733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Network Layer: Control Plane</a:t>
            </a:r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324850" y="6462713"/>
            <a:ext cx="676275" cy="27622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4-</a:t>
            </a:r>
            <a:fld id="{EC0F1923-A596-1A47-A249-877B26CCB95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3910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33400" y="228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33400" y="1600200"/>
            <a:ext cx="7772400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Times New Roman" charset="0"/>
              </a:defRPr>
            </a:lvl1pPr>
          </a:lstStyle>
          <a:p>
            <a:pPr>
              <a:defRPr/>
            </a:pPr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7" r:id="rId1"/>
    <p:sldLayoutId id="2147483798" r:id="rId2"/>
    <p:sldLayoutId id="2147483799" r:id="rId3"/>
    <p:sldLayoutId id="2147483800" r:id="rId4"/>
    <p:sldLayoutId id="2147483801" r:id="rId5"/>
    <p:sldLayoutId id="2147483802" r:id="rId6"/>
    <p:sldLayoutId id="2147483803" r:id="rId7"/>
    <p:sldLayoutId id="2147483804" r:id="rId8"/>
    <p:sldLayoutId id="2147483805" r:id="rId9"/>
    <p:sldLayoutId id="2147483806" r:id="rId10"/>
    <p:sldLayoutId id="2147483807" r:id="rId11"/>
    <p:sldLayoutId id="2147483808" r:id="rId12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+mj-lt"/>
          <a:ea typeface="ＭＳ Ｐゴシック" charset="0"/>
          <a:cs typeface="ＭＳ Ｐゴシック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  <a:ea typeface="ＭＳ Ｐゴシック" charset="0"/>
          <a:cs typeface="ＭＳ Ｐゴシック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  <a:ea typeface="ＭＳ Ｐゴシック" charset="0"/>
          <a:cs typeface="ＭＳ Ｐゴシック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  <a:ea typeface="ＭＳ Ｐゴシック" charset="0"/>
          <a:cs typeface="ＭＳ Ｐゴシック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  <a:ea typeface="ＭＳ Ｐゴシック" charset="0"/>
          <a:cs typeface="ＭＳ Ｐゴシック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</a:defRPr>
      </a:lvl9pPr>
    </p:titleStyle>
    <p:bodyStyle>
      <a:lvl1pPr marL="342900" indent="-342900" algn="l" rtl="0" eaLnBrk="0" fontAlgn="base" hangingPunct="0">
        <a:lnSpc>
          <a:spcPct val="85000"/>
        </a:lnSpc>
        <a:spcBef>
          <a:spcPct val="20000"/>
        </a:spcBef>
        <a:spcAft>
          <a:spcPct val="0"/>
        </a:spcAft>
        <a:buClr>
          <a:srgbClr val="000099"/>
        </a:buClr>
        <a:buSzPct val="100000"/>
        <a:buFont typeface="Wingdings" charset="2"/>
        <a:buChar char="§"/>
        <a:defRPr sz="28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742950" indent="-285750" algn="l" rtl="0" eaLnBrk="0" fontAlgn="base" hangingPunct="0">
        <a:lnSpc>
          <a:spcPct val="85000"/>
        </a:lnSpc>
        <a:spcBef>
          <a:spcPct val="20000"/>
        </a:spcBef>
        <a:spcAft>
          <a:spcPct val="0"/>
        </a:spcAft>
        <a:buClr>
          <a:srgbClr val="000099"/>
        </a:buClr>
        <a:buFont typeface="Arial"/>
        <a:buChar char="•"/>
        <a:defRPr sz="2400">
          <a:solidFill>
            <a:schemeClr val="tx1"/>
          </a:solidFill>
          <a:latin typeface="+mn-lt"/>
          <a:ea typeface="ＭＳ Ｐゴシック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Comic Sans MS" pitchFamily="66" charset="0"/>
          <a:ea typeface="ＭＳ Ｐゴシック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Times New Roman" pitchFamily="-109" charset="0"/>
          <a:ea typeface="ＭＳ Ｐゴシック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-109" charset="0"/>
          <a:ea typeface="ＭＳ Ｐゴシック" charset="0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-109" charset="0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-109" charset="0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-109" charset="0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-109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CC27E3-2767-983A-8C49-1075904D61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2857500"/>
            <a:ext cx="7772400" cy="1143000"/>
          </a:xfrm>
        </p:spPr>
        <p:txBody>
          <a:bodyPr/>
          <a:lstStyle/>
          <a:p>
            <a:pPr algn="ctr"/>
            <a:r>
              <a:rPr lang="en-US" sz="5400" b="1" dirty="0">
                <a:solidFill>
                  <a:schemeClr val="accent2">
                    <a:lumMod val="75000"/>
                  </a:schemeClr>
                </a:solidFill>
                <a:latin typeface="Gill Sans MT" charset="0"/>
              </a:rPr>
              <a:t>SDN Control Plane</a:t>
            </a:r>
            <a:endParaRPr lang="en-LB" sz="5400" b="1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555069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69" name="Text Box 167"/>
          <p:cNvSpPr txBox="1">
            <a:spLocks noChangeArrowheads="1"/>
          </p:cNvSpPr>
          <p:nvPr/>
        </p:nvSpPr>
        <p:spPr bwMode="auto">
          <a:xfrm>
            <a:off x="542925" y="236538"/>
            <a:ext cx="6921862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3600" dirty="0">
                <a:solidFill>
                  <a:srgbClr val="000099"/>
                </a:solidFill>
                <a:latin typeface="Gill Sans MT" charset="0"/>
              </a:rPr>
              <a:t>Software defined networking (SDN)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601427" y="1282678"/>
            <a:ext cx="7772400" cy="46482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dirty="0"/>
              <a:t>Internet network layer: historically has been implemented via distributed, per-router approach</a:t>
            </a:r>
          </a:p>
          <a:p>
            <a:pPr lvl="1">
              <a:lnSpc>
                <a:spcPct val="90000"/>
              </a:lnSpc>
            </a:pPr>
            <a:r>
              <a:rPr lang="en-US" i="1" dirty="0">
                <a:solidFill>
                  <a:srgbClr val="000090"/>
                </a:solidFill>
              </a:rPr>
              <a:t>monolithic</a:t>
            </a:r>
            <a:r>
              <a:rPr lang="en-US" dirty="0"/>
              <a:t> router contains switching hardware, runs proprietary implementation of Internet standard protocols (IP, RIP, IS-IS, OSPF, BGP) in proprietary router OS (e.g., Cisco IOS)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different “middleboxes” for different network layer functions: firewalls, load balancers, NAT boxes, ..</a:t>
            </a:r>
          </a:p>
          <a:p>
            <a:pPr lvl="1">
              <a:lnSpc>
                <a:spcPct val="90000"/>
              </a:lnSpc>
            </a:pPr>
            <a:endParaRPr lang="en-US" dirty="0"/>
          </a:p>
          <a:p>
            <a:r>
              <a:rPr lang="en-US" dirty="0"/>
              <a:t>~2005: renewed interest in rethinking network control plane</a:t>
            </a:r>
          </a:p>
        </p:txBody>
      </p:sp>
    </p:spTree>
    <p:extLst>
      <p:ext uri="{BB962C8B-B14F-4D97-AF65-F5344CB8AC3E}">
        <p14:creationId xmlns:p14="http://schemas.microsoft.com/office/powerpoint/2010/main" val="15101864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Freeform 2"/>
          <p:cNvSpPr>
            <a:spLocks/>
          </p:cNvSpPr>
          <p:nvPr/>
        </p:nvSpPr>
        <p:spPr bwMode="auto">
          <a:xfrm>
            <a:off x="2592388" y="5766426"/>
            <a:ext cx="4027487" cy="939800"/>
          </a:xfrm>
          <a:custGeom>
            <a:avLst/>
            <a:gdLst>
              <a:gd name="T0" fmla="*/ 648763 w 10001"/>
              <a:gd name="T1" fmla="*/ 34777612 h 10125"/>
              <a:gd name="T2" fmla="*/ 115976403 w 10001"/>
              <a:gd name="T3" fmla="*/ 13733703 h 10125"/>
              <a:gd name="T4" fmla="*/ 507700960 w 10001"/>
              <a:gd name="T5" fmla="*/ 8662125 h 10125"/>
              <a:gd name="T6" fmla="*/ 810212713 w 10001"/>
              <a:gd name="T7" fmla="*/ 0 h 10125"/>
              <a:gd name="T8" fmla="*/ 1090015738 w 10001"/>
              <a:gd name="T9" fmla="*/ 8687929 h 10125"/>
              <a:gd name="T10" fmla="*/ 1310938763 w 10001"/>
              <a:gd name="T11" fmla="*/ 4279362 h 10125"/>
              <a:gd name="T12" fmla="*/ 1620263134 w 10001"/>
              <a:gd name="T13" fmla="*/ 25736690 h 10125"/>
              <a:gd name="T14" fmla="*/ 1394798364 w 10001"/>
              <a:gd name="T15" fmla="*/ 58525268 h 10125"/>
              <a:gd name="T16" fmla="*/ 1134622140 w 10001"/>
              <a:gd name="T17" fmla="*/ 80266624 h 10125"/>
              <a:gd name="T18" fmla="*/ 860820276 w 10001"/>
              <a:gd name="T19" fmla="*/ 76142271 h 10125"/>
              <a:gd name="T20" fmla="*/ 708996782 w 10001"/>
              <a:gd name="T21" fmla="*/ 85346835 h 10125"/>
              <a:gd name="T22" fmla="*/ 509322667 w 10001"/>
              <a:gd name="T23" fmla="*/ 86268164 h 10125"/>
              <a:gd name="T24" fmla="*/ 353443899 w 10001"/>
              <a:gd name="T25" fmla="*/ 67979516 h 10125"/>
              <a:gd name="T26" fmla="*/ 192536914 w 10001"/>
              <a:gd name="T27" fmla="*/ 64535347 h 10125"/>
              <a:gd name="T28" fmla="*/ 648763 w 10001"/>
              <a:gd name="T29" fmla="*/ 34777612 h 10125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</a:gdLst>
            <a:ahLst/>
            <a:cxnLst>
              <a:cxn ang="T30">
                <a:pos x="T0" y="T1"/>
              </a:cxn>
              <a:cxn ang="T31">
                <a:pos x="T2" y="T3"/>
              </a:cxn>
              <a:cxn ang="T32">
                <a:pos x="T4" y="T5"/>
              </a:cxn>
              <a:cxn ang="T33">
                <a:pos x="T6" y="T7"/>
              </a:cxn>
              <a:cxn ang="T34">
                <a:pos x="T8" y="T9"/>
              </a:cxn>
              <a:cxn ang="T35">
                <a:pos x="T10" y="T11"/>
              </a:cxn>
              <a:cxn ang="T36">
                <a:pos x="T12" y="T13"/>
              </a:cxn>
              <a:cxn ang="T37">
                <a:pos x="T14" y="T15"/>
              </a:cxn>
              <a:cxn ang="T38">
                <a:pos x="T16" y="T17"/>
              </a:cxn>
              <a:cxn ang="T39">
                <a:pos x="T18" y="T19"/>
              </a:cxn>
              <a:cxn ang="T40">
                <a:pos x="T20" y="T21"/>
              </a:cxn>
              <a:cxn ang="T41">
                <a:pos x="T22" y="T23"/>
              </a:cxn>
              <a:cxn ang="T42">
                <a:pos x="T24" y="T25"/>
              </a:cxn>
              <a:cxn ang="T43">
                <a:pos x="T26" y="T27"/>
              </a:cxn>
              <a:cxn ang="T44">
                <a:pos x="T28" y="T29"/>
              </a:cxn>
            </a:cxnLst>
            <a:rect l="0" t="0" r="r" b="b"/>
            <a:pathLst>
              <a:path w="10001" h="10125">
                <a:moveTo>
                  <a:pt x="4" y="4039"/>
                </a:moveTo>
                <a:cubicBezTo>
                  <a:pt x="-29" y="2271"/>
                  <a:pt x="194" y="2100"/>
                  <a:pt x="715" y="1595"/>
                </a:cubicBezTo>
                <a:cubicBezTo>
                  <a:pt x="1236" y="1089"/>
                  <a:pt x="2417" y="1272"/>
                  <a:pt x="3130" y="1006"/>
                </a:cubicBezTo>
                <a:cubicBezTo>
                  <a:pt x="3843" y="740"/>
                  <a:pt x="4397" y="0"/>
                  <a:pt x="4995" y="0"/>
                </a:cubicBezTo>
                <a:cubicBezTo>
                  <a:pt x="5593" y="1"/>
                  <a:pt x="6206" y="926"/>
                  <a:pt x="6720" y="1009"/>
                </a:cubicBezTo>
                <a:cubicBezTo>
                  <a:pt x="7234" y="1092"/>
                  <a:pt x="7536" y="241"/>
                  <a:pt x="8082" y="497"/>
                </a:cubicBezTo>
                <a:cubicBezTo>
                  <a:pt x="8628" y="756"/>
                  <a:pt x="9854" y="442"/>
                  <a:pt x="9989" y="2989"/>
                </a:cubicBezTo>
                <a:cubicBezTo>
                  <a:pt x="10124" y="5536"/>
                  <a:pt x="9098" y="5742"/>
                  <a:pt x="8599" y="6797"/>
                </a:cubicBezTo>
                <a:cubicBezTo>
                  <a:pt x="8100" y="7852"/>
                  <a:pt x="7544" y="8981"/>
                  <a:pt x="6995" y="9322"/>
                </a:cubicBezTo>
                <a:cubicBezTo>
                  <a:pt x="6446" y="9663"/>
                  <a:pt x="5793" y="8957"/>
                  <a:pt x="5307" y="8843"/>
                </a:cubicBezTo>
                <a:cubicBezTo>
                  <a:pt x="4819" y="8726"/>
                  <a:pt x="4628" y="10048"/>
                  <a:pt x="4371" y="9912"/>
                </a:cubicBezTo>
                <a:cubicBezTo>
                  <a:pt x="4114" y="9775"/>
                  <a:pt x="3505" y="10355"/>
                  <a:pt x="3140" y="10019"/>
                </a:cubicBezTo>
                <a:cubicBezTo>
                  <a:pt x="2774" y="9683"/>
                  <a:pt x="2820" y="8138"/>
                  <a:pt x="2179" y="7895"/>
                </a:cubicBezTo>
                <a:cubicBezTo>
                  <a:pt x="1586" y="6800"/>
                  <a:pt x="1549" y="8137"/>
                  <a:pt x="1187" y="7495"/>
                </a:cubicBezTo>
                <a:cubicBezTo>
                  <a:pt x="825" y="6852"/>
                  <a:pt x="-7" y="6157"/>
                  <a:pt x="4" y="4039"/>
                </a:cubicBezTo>
                <a:close/>
              </a:path>
            </a:pathLst>
          </a:custGeom>
          <a:solidFill>
            <a:srgbClr val="66CCF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cxnSp>
        <p:nvCxnSpPr>
          <p:cNvPr id="148" name="Straight Connector 147"/>
          <p:cNvCxnSpPr/>
          <p:nvPr/>
        </p:nvCxnSpPr>
        <p:spPr>
          <a:xfrm flipV="1">
            <a:off x="3222625" y="5918826"/>
            <a:ext cx="1316038" cy="131762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Straight Connector 149"/>
          <p:cNvCxnSpPr/>
          <p:nvPr/>
        </p:nvCxnSpPr>
        <p:spPr>
          <a:xfrm>
            <a:off x="3111500" y="6104563"/>
            <a:ext cx="2259013" cy="300038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Straight Connector 152"/>
          <p:cNvCxnSpPr/>
          <p:nvPr/>
        </p:nvCxnSpPr>
        <p:spPr>
          <a:xfrm>
            <a:off x="3124200" y="6210926"/>
            <a:ext cx="714375" cy="274637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Straight Connector 156"/>
          <p:cNvCxnSpPr/>
          <p:nvPr/>
        </p:nvCxnSpPr>
        <p:spPr>
          <a:xfrm flipV="1">
            <a:off x="4141788" y="6404601"/>
            <a:ext cx="1247775" cy="80962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Straight Connector 158"/>
          <p:cNvCxnSpPr/>
          <p:nvPr/>
        </p:nvCxnSpPr>
        <p:spPr>
          <a:xfrm>
            <a:off x="4802188" y="5950576"/>
            <a:ext cx="1057275" cy="123825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Straight Connector 160"/>
          <p:cNvCxnSpPr/>
          <p:nvPr/>
        </p:nvCxnSpPr>
        <p:spPr>
          <a:xfrm flipV="1">
            <a:off x="4086225" y="6104563"/>
            <a:ext cx="1790700" cy="300038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Straight Connector 162"/>
          <p:cNvCxnSpPr/>
          <p:nvPr/>
        </p:nvCxnSpPr>
        <p:spPr>
          <a:xfrm flipV="1">
            <a:off x="5413375" y="6133138"/>
            <a:ext cx="588963" cy="271463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Straight Connector 164"/>
          <p:cNvCxnSpPr/>
          <p:nvPr/>
        </p:nvCxnSpPr>
        <p:spPr>
          <a:xfrm>
            <a:off x="4556125" y="5918826"/>
            <a:ext cx="814388" cy="40005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7128" name="Group 7"/>
          <p:cNvGrpSpPr>
            <a:grpSpLocks/>
          </p:cNvGrpSpPr>
          <p:nvPr/>
        </p:nvGrpSpPr>
        <p:grpSpPr bwMode="auto">
          <a:xfrm>
            <a:off x="3681413" y="6344276"/>
            <a:ext cx="563562" cy="293687"/>
            <a:chOff x="1871277" y="1576300"/>
            <a:chExt cx="1128371" cy="437861"/>
          </a:xfrm>
        </p:grpSpPr>
        <p:sp>
          <p:nvSpPr>
            <p:cNvPr id="318" name="Oval 317"/>
            <p:cNvSpPr/>
            <p:nvPr/>
          </p:nvSpPr>
          <p:spPr bwMode="auto">
            <a:xfrm flipV="1">
              <a:off x="1874455" y="1694641"/>
              <a:ext cx="1125193" cy="319520"/>
            </a:xfrm>
            <a:prstGeom prst="ellipse">
              <a:avLst/>
            </a:prstGeom>
            <a:gradFill flip="none" rotWithShape="1">
              <a:gsLst>
                <a:gs pos="0">
                  <a:schemeClr val="accent2">
                    <a:lumMod val="75000"/>
                  </a:schemeClr>
                </a:gs>
                <a:gs pos="53000">
                  <a:schemeClr val="accent2">
                    <a:lumMod val="60000"/>
                    <a:lumOff val="40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0" scaled="1"/>
              <a:tileRect/>
            </a:gradFill>
            <a:ln w="635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>
                <a:ln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319" name="Rectangle 318"/>
            <p:cNvSpPr/>
            <p:nvPr/>
          </p:nvSpPr>
          <p:spPr bwMode="auto">
            <a:xfrm>
              <a:off x="1871277" y="1739610"/>
              <a:ext cx="1128371" cy="115975"/>
            </a:xfrm>
            <a:prstGeom prst="rect">
              <a:avLst/>
            </a:prstGeom>
            <a:gradFill>
              <a:gsLst>
                <a:gs pos="0">
                  <a:schemeClr val="accent2">
                    <a:lumMod val="75000"/>
                  </a:schemeClr>
                </a:gs>
                <a:gs pos="53000">
                  <a:schemeClr val="accent2">
                    <a:lumMod val="60000"/>
                    <a:lumOff val="40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10800000" scaled="0"/>
            </a:gradFill>
            <a:ln w="254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320" name="Oval 319"/>
            <p:cNvSpPr/>
            <p:nvPr/>
          </p:nvSpPr>
          <p:spPr bwMode="auto">
            <a:xfrm flipV="1">
              <a:off x="1871277" y="1576300"/>
              <a:ext cx="1125193" cy="31952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635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>
                <a:ln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324" name="Freeform 323"/>
            <p:cNvSpPr/>
            <p:nvPr/>
          </p:nvSpPr>
          <p:spPr bwMode="auto">
            <a:xfrm>
              <a:off x="2160521" y="1673339"/>
              <a:ext cx="546704" cy="160944"/>
            </a:xfrm>
            <a:custGeom>
              <a:avLst/>
              <a:gdLst>
                <a:gd name="connsiteX0" fmla="*/ 1486231 w 2944854"/>
                <a:gd name="connsiteY0" fmla="*/ 727041 h 1302232"/>
                <a:gd name="connsiteX1" fmla="*/ 257675 w 2944854"/>
                <a:gd name="connsiteY1" fmla="*/ 1302232 h 1302232"/>
                <a:gd name="connsiteX2" fmla="*/ 0 w 2944854"/>
                <a:gd name="connsiteY2" fmla="*/ 1228607 h 1302232"/>
                <a:gd name="connsiteX3" fmla="*/ 911064 w 2944854"/>
                <a:gd name="connsiteY3" fmla="*/ 837478 h 1302232"/>
                <a:gd name="connsiteX4" fmla="*/ 883456 w 2944854"/>
                <a:gd name="connsiteY4" fmla="*/ 450949 h 1302232"/>
                <a:gd name="connsiteX5" fmla="*/ 161047 w 2944854"/>
                <a:gd name="connsiteY5" fmla="*/ 119640 h 1302232"/>
                <a:gd name="connsiteX6" fmla="*/ 404917 w 2944854"/>
                <a:gd name="connsiteY6" fmla="*/ 50617 h 1302232"/>
                <a:gd name="connsiteX7" fmla="*/ 1477028 w 2944854"/>
                <a:gd name="connsiteY7" fmla="*/ 501566 h 1302232"/>
                <a:gd name="connsiteX8" fmla="*/ 2572146 w 2944854"/>
                <a:gd name="connsiteY8" fmla="*/ 0 h 1302232"/>
                <a:gd name="connsiteX9" fmla="*/ 2875834 w 2944854"/>
                <a:gd name="connsiteY9" fmla="*/ 96632 h 1302232"/>
                <a:gd name="connsiteX10" fmla="*/ 2079803 w 2944854"/>
                <a:gd name="connsiteY10" fmla="*/ 432543 h 1302232"/>
                <a:gd name="connsiteX11" fmla="*/ 2240850 w 2944854"/>
                <a:gd name="connsiteY11" fmla="*/ 920305 h 1302232"/>
                <a:gd name="connsiteX12" fmla="*/ 2944854 w 2944854"/>
                <a:gd name="connsiteY12" fmla="*/ 1228607 h 1302232"/>
                <a:gd name="connsiteX13" fmla="*/ 2733192 w 2944854"/>
                <a:gd name="connsiteY13" fmla="*/ 1297630 h 1302232"/>
                <a:gd name="connsiteX14" fmla="*/ 1486231 w 2944854"/>
                <a:gd name="connsiteY14" fmla="*/ 727041 h 1302232"/>
                <a:gd name="connsiteX0" fmla="*/ 1486231 w 2944854"/>
                <a:gd name="connsiteY0" fmla="*/ 727041 h 1316375"/>
                <a:gd name="connsiteX1" fmla="*/ 257675 w 2944854"/>
                <a:gd name="connsiteY1" fmla="*/ 1302232 h 1316375"/>
                <a:gd name="connsiteX2" fmla="*/ 0 w 2944854"/>
                <a:gd name="connsiteY2" fmla="*/ 1228607 h 1316375"/>
                <a:gd name="connsiteX3" fmla="*/ 911064 w 2944854"/>
                <a:gd name="connsiteY3" fmla="*/ 837478 h 1316375"/>
                <a:gd name="connsiteX4" fmla="*/ 883456 w 2944854"/>
                <a:gd name="connsiteY4" fmla="*/ 450949 h 1316375"/>
                <a:gd name="connsiteX5" fmla="*/ 161047 w 2944854"/>
                <a:gd name="connsiteY5" fmla="*/ 119640 h 1316375"/>
                <a:gd name="connsiteX6" fmla="*/ 404917 w 2944854"/>
                <a:gd name="connsiteY6" fmla="*/ 50617 h 1316375"/>
                <a:gd name="connsiteX7" fmla="*/ 1477028 w 2944854"/>
                <a:gd name="connsiteY7" fmla="*/ 501566 h 1316375"/>
                <a:gd name="connsiteX8" fmla="*/ 2572146 w 2944854"/>
                <a:gd name="connsiteY8" fmla="*/ 0 h 1316375"/>
                <a:gd name="connsiteX9" fmla="*/ 2875834 w 2944854"/>
                <a:gd name="connsiteY9" fmla="*/ 96632 h 1316375"/>
                <a:gd name="connsiteX10" fmla="*/ 2079803 w 2944854"/>
                <a:gd name="connsiteY10" fmla="*/ 432543 h 1316375"/>
                <a:gd name="connsiteX11" fmla="*/ 2240850 w 2944854"/>
                <a:gd name="connsiteY11" fmla="*/ 920305 h 1316375"/>
                <a:gd name="connsiteX12" fmla="*/ 2944854 w 2944854"/>
                <a:gd name="connsiteY12" fmla="*/ 1228607 h 1316375"/>
                <a:gd name="connsiteX13" fmla="*/ 2756623 w 2944854"/>
                <a:gd name="connsiteY13" fmla="*/ 1316375 h 1316375"/>
                <a:gd name="connsiteX14" fmla="*/ 1486231 w 2944854"/>
                <a:gd name="connsiteY14" fmla="*/ 727041 h 1316375"/>
                <a:gd name="connsiteX0" fmla="*/ 1486231 w 3024520"/>
                <a:gd name="connsiteY0" fmla="*/ 727041 h 1316375"/>
                <a:gd name="connsiteX1" fmla="*/ 257675 w 3024520"/>
                <a:gd name="connsiteY1" fmla="*/ 1302232 h 1316375"/>
                <a:gd name="connsiteX2" fmla="*/ 0 w 3024520"/>
                <a:gd name="connsiteY2" fmla="*/ 1228607 h 1316375"/>
                <a:gd name="connsiteX3" fmla="*/ 911064 w 3024520"/>
                <a:gd name="connsiteY3" fmla="*/ 837478 h 1316375"/>
                <a:gd name="connsiteX4" fmla="*/ 883456 w 3024520"/>
                <a:gd name="connsiteY4" fmla="*/ 450949 h 1316375"/>
                <a:gd name="connsiteX5" fmla="*/ 161047 w 3024520"/>
                <a:gd name="connsiteY5" fmla="*/ 119640 h 1316375"/>
                <a:gd name="connsiteX6" fmla="*/ 404917 w 3024520"/>
                <a:gd name="connsiteY6" fmla="*/ 50617 h 1316375"/>
                <a:gd name="connsiteX7" fmla="*/ 1477028 w 3024520"/>
                <a:gd name="connsiteY7" fmla="*/ 501566 h 1316375"/>
                <a:gd name="connsiteX8" fmla="*/ 2572146 w 3024520"/>
                <a:gd name="connsiteY8" fmla="*/ 0 h 1316375"/>
                <a:gd name="connsiteX9" fmla="*/ 2875834 w 3024520"/>
                <a:gd name="connsiteY9" fmla="*/ 96632 h 1316375"/>
                <a:gd name="connsiteX10" fmla="*/ 2079803 w 3024520"/>
                <a:gd name="connsiteY10" fmla="*/ 432543 h 1316375"/>
                <a:gd name="connsiteX11" fmla="*/ 2240850 w 3024520"/>
                <a:gd name="connsiteY11" fmla="*/ 920305 h 1316375"/>
                <a:gd name="connsiteX12" fmla="*/ 3024520 w 3024520"/>
                <a:gd name="connsiteY12" fmla="*/ 1228607 h 1316375"/>
                <a:gd name="connsiteX13" fmla="*/ 2756623 w 3024520"/>
                <a:gd name="connsiteY13" fmla="*/ 1316375 h 1316375"/>
                <a:gd name="connsiteX14" fmla="*/ 1486231 w 3024520"/>
                <a:gd name="connsiteY14" fmla="*/ 727041 h 1316375"/>
                <a:gd name="connsiteX0" fmla="*/ 1537780 w 3076069"/>
                <a:gd name="connsiteY0" fmla="*/ 727041 h 1316375"/>
                <a:gd name="connsiteX1" fmla="*/ 309224 w 3076069"/>
                <a:gd name="connsiteY1" fmla="*/ 1302232 h 1316375"/>
                <a:gd name="connsiteX2" fmla="*/ 0 w 3076069"/>
                <a:gd name="connsiteY2" fmla="*/ 1228607 h 1316375"/>
                <a:gd name="connsiteX3" fmla="*/ 962613 w 3076069"/>
                <a:gd name="connsiteY3" fmla="*/ 837478 h 1316375"/>
                <a:gd name="connsiteX4" fmla="*/ 935005 w 3076069"/>
                <a:gd name="connsiteY4" fmla="*/ 450949 h 1316375"/>
                <a:gd name="connsiteX5" fmla="*/ 212596 w 3076069"/>
                <a:gd name="connsiteY5" fmla="*/ 119640 h 1316375"/>
                <a:gd name="connsiteX6" fmla="*/ 456466 w 3076069"/>
                <a:gd name="connsiteY6" fmla="*/ 50617 h 1316375"/>
                <a:gd name="connsiteX7" fmla="*/ 1528577 w 3076069"/>
                <a:gd name="connsiteY7" fmla="*/ 501566 h 1316375"/>
                <a:gd name="connsiteX8" fmla="*/ 2623695 w 3076069"/>
                <a:gd name="connsiteY8" fmla="*/ 0 h 1316375"/>
                <a:gd name="connsiteX9" fmla="*/ 2927383 w 3076069"/>
                <a:gd name="connsiteY9" fmla="*/ 96632 h 1316375"/>
                <a:gd name="connsiteX10" fmla="*/ 2131352 w 3076069"/>
                <a:gd name="connsiteY10" fmla="*/ 432543 h 1316375"/>
                <a:gd name="connsiteX11" fmla="*/ 2292399 w 3076069"/>
                <a:gd name="connsiteY11" fmla="*/ 920305 h 1316375"/>
                <a:gd name="connsiteX12" fmla="*/ 3076069 w 3076069"/>
                <a:gd name="connsiteY12" fmla="*/ 1228607 h 1316375"/>
                <a:gd name="connsiteX13" fmla="*/ 2808172 w 3076069"/>
                <a:gd name="connsiteY13" fmla="*/ 1316375 h 1316375"/>
                <a:gd name="connsiteX14" fmla="*/ 1537780 w 3076069"/>
                <a:gd name="connsiteY14" fmla="*/ 727041 h 1316375"/>
                <a:gd name="connsiteX0" fmla="*/ 1537780 w 3076069"/>
                <a:gd name="connsiteY0" fmla="*/ 727041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27041 h 1321259"/>
                <a:gd name="connsiteX0" fmla="*/ 1537780 w 3076069"/>
                <a:gd name="connsiteY0" fmla="*/ 750825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50825 h 1321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076069" h="132125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325" name="Freeform 324"/>
            <p:cNvSpPr/>
            <p:nvPr/>
          </p:nvSpPr>
          <p:spPr bwMode="auto">
            <a:xfrm>
              <a:off x="2103307" y="1633104"/>
              <a:ext cx="661131" cy="111240"/>
            </a:xfrm>
            <a:custGeom>
              <a:avLst/>
              <a:gdLst>
                <a:gd name="connsiteX0" fmla="*/ 0 w 3645229"/>
                <a:gd name="connsiteY0" fmla="*/ 214441 h 923747"/>
                <a:gd name="connsiteX1" fmla="*/ 659770 w 3645229"/>
                <a:gd name="connsiteY1" fmla="*/ 16495 h 923747"/>
                <a:gd name="connsiteX2" fmla="*/ 1814367 w 3645229"/>
                <a:gd name="connsiteY2" fmla="*/ 511360 h 923747"/>
                <a:gd name="connsiteX3" fmla="*/ 2968965 w 3645229"/>
                <a:gd name="connsiteY3" fmla="*/ 0 h 923747"/>
                <a:gd name="connsiteX4" fmla="*/ 3645229 w 3645229"/>
                <a:gd name="connsiteY4" fmla="*/ 197946 h 923747"/>
                <a:gd name="connsiteX5" fmla="*/ 3199884 w 3645229"/>
                <a:gd name="connsiteY5" fmla="*/ 461874 h 923747"/>
                <a:gd name="connsiteX6" fmla="*/ 2985459 w 3645229"/>
                <a:gd name="connsiteY6" fmla="*/ 379396 h 923747"/>
                <a:gd name="connsiteX7" fmla="*/ 1830861 w 3645229"/>
                <a:gd name="connsiteY7" fmla="*/ 923747 h 923747"/>
                <a:gd name="connsiteX8" fmla="*/ 676264 w 3645229"/>
                <a:gd name="connsiteY8" fmla="*/ 412387 h 923747"/>
                <a:gd name="connsiteX9" fmla="*/ 527816 w 3645229"/>
                <a:gd name="connsiteY9" fmla="*/ 478369 h 923747"/>
                <a:gd name="connsiteX10" fmla="*/ 0 w 3645229"/>
                <a:gd name="connsiteY10" fmla="*/ 21444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71662 w 3640627"/>
                <a:gd name="connsiteY8" fmla="*/ 412387 h 923747"/>
                <a:gd name="connsiteX9" fmla="*/ 523214 w 3640627"/>
                <a:gd name="connsiteY9" fmla="*/ 478369 h 923747"/>
                <a:gd name="connsiteX10" fmla="*/ 0 w 3640627"/>
                <a:gd name="connsiteY10" fmla="*/ 24205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71662 w 3640627"/>
                <a:gd name="connsiteY8" fmla="*/ 412387 h 923747"/>
                <a:gd name="connsiteX9" fmla="*/ 523214 w 3640627"/>
                <a:gd name="connsiteY9" fmla="*/ 482971 h 923747"/>
                <a:gd name="connsiteX10" fmla="*/ 0 w 3640627"/>
                <a:gd name="connsiteY10" fmla="*/ 24205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90067 w 3640627"/>
                <a:gd name="connsiteY8" fmla="*/ 412387 h 923747"/>
                <a:gd name="connsiteX9" fmla="*/ 523214 w 3640627"/>
                <a:gd name="connsiteY9" fmla="*/ 482971 h 923747"/>
                <a:gd name="connsiteX10" fmla="*/ 0 w 3640627"/>
                <a:gd name="connsiteY10" fmla="*/ 242051 h 923747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09765 w 3640627"/>
                <a:gd name="connsiteY2" fmla="*/ 511360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2980857 w 3640627"/>
                <a:gd name="connsiteY6" fmla="*/ 379396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55778 w 3640627"/>
                <a:gd name="connsiteY2" fmla="*/ 534367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2980857 w 3640627"/>
                <a:gd name="connsiteY6" fmla="*/ 379396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55778 w 3640627"/>
                <a:gd name="connsiteY2" fmla="*/ 534367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3008465 w 3640627"/>
                <a:gd name="connsiteY6" fmla="*/ 402404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723451"/>
                <a:gd name="connsiteY0" fmla="*/ 242051 h 946755"/>
                <a:gd name="connsiteX1" fmla="*/ 655168 w 3723451"/>
                <a:gd name="connsiteY1" fmla="*/ 16495 h 946755"/>
                <a:gd name="connsiteX2" fmla="*/ 1855778 w 3723451"/>
                <a:gd name="connsiteY2" fmla="*/ 534367 h 946755"/>
                <a:gd name="connsiteX3" fmla="*/ 2964363 w 3723451"/>
                <a:gd name="connsiteY3" fmla="*/ 0 h 946755"/>
                <a:gd name="connsiteX4" fmla="*/ 3723451 w 3723451"/>
                <a:gd name="connsiteY4" fmla="*/ 220954 h 946755"/>
                <a:gd name="connsiteX5" fmla="*/ 3195282 w 3723451"/>
                <a:gd name="connsiteY5" fmla="*/ 461874 h 946755"/>
                <a:gd name="connsiteX6" fmla="*/ 3008465 w 3723451"/>
                <a:gd name="connsiteY6" fmla="*/ 402404 h 946755"/>
                <a:gd name="connsiteX7" fmla="*/ 1876873 w 3723451"/>
                <a:gd name="connsiteY7" fmla="*/ 946755 h 946755"/>
                <a:gd name="connsiteX8" fmla="*/ 690067 w 3723451"/>
                <a:gd name="connsiteY8" fmla="*/ 412387 h 946755"/>
                <a:gd name="connsiteX9" fmla="*/ 523214 w 3723451"/>
                <a:gd name="connsiteY9" fmla="*/ 482971 h 946755"/>
                <a:gd name="connsiteX10" fmla="*/ 0 w 3723451"/>
                <a:gd name="connsiteY10" fmla="*/ 242051 h 946755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95282 w 3723451"/>
                <a:gd name="connsiteY5" fmla="*/ 448069 h 932950"/>
                <a:gd name="connsiteX6" fmla="*/ 3008465 w 3723451"/>
                <a:gd name="connsiteY6" fmla="*/ 388599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95282 w 3723451"/>
                <a:gd name="connsiteY5" fmla="*/ 448069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86079 w 3723451"/>
                <a:gd name="connsiteY5" fmla="*/ 461874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86079 w 3723451"/>
                <a:gd name="connsiteY5" fmla="*/ 461874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711613 w 3723451"/>
                <a:gd name="connsiteY8" fmla="*/ 413055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723451" h="932950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326" name="Freeform 325"/>
            <p:cNvSpPr/>
            <p:nvPr/>
          </p:nvSpPr>
          <p:spPr bwMode="auto">
            <a:xfrm>
              <a:off x="2538765" y="1727776"/>
              <a:ext cx="241567" cy="97039"/>
            </a:xfrm>
            <a:custGeom>
              <a:avLst/>
              <a:gdLst>
                <a:gd name="connsiteX0" fmla="*/ 55216 w 1421812"/>
                <a:gd name="connsiteY0" fmla="*/ 0 h 800665"/>
                <a:gd name="connsiteX1" fmla="*/ 1421812 w 1421812"/>
                <a:gd name="connsiteY1" fmla="*/ 625807 h 800665"/>
                <a:gd name="connsiteX2" fmla="*/ 947874 w 1421812"/>
                <a:gd name="connsiteY2" fmla="*/ 800665 h 800665"/>
                <a:gd name="connsiteX3" fmla="*/ 50614 w 1421812"/>
                <a:gd name="connsiteY3" fmla="*/ 404934 h 800665"/>
                <a:gd name="connsiteX4" fmla="*/ 0 w 1421812"/>
                <a:gd name="connsiteY4" fmla="*/ 404934 h 800665"/>
                <a:gd name="connsiteX5" fmla="*/ 55216 w 1421812"/>
                <a:gd name="connsiteY5" fmla="*/ 0 h 800665"/>
                <a:gd name="connsiteX0" fmla="*/ 4602 w 1371198"/>
                <a:gd name="connsiteY0" fmla="*/ 0 h 800665"/>
                <a:gd name="connsiteX1" fmla="*/ 1371198 w 1371198"/>
                <a:gd name="connsiteY1" fmla="*/ 625807 h 800665"/>
                <a:gd name="connsiteX2" fmla="*/ 897260 w 1371198"/>
                <a:gd name="connsiteY2" fmla="*/ 800665 h 800665"/>
                <a:gd name="connsiteX3" fmla="*/ 0 w 1371198"/>
                <a:gd name="connsiteY3" fmla="*/ 404934 h 800665"/>
                <a:gd name="connsiteX4" fmla="*/ 4602 w 1371198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9868"/>
                <a:gd name="connsiteX1" fmla="*/ 1366596 w 1366596"/>
                <a:gd name="connsiteY1" fmla="*/ 625807 h 809868"/>
                <a:gd name="connsiteX2" fmla="*/ 865050 w 1366596"/>
                <a:gd name="connsiteY2" fmla="*/ 809868 h 809868"/>
                <a:gd name="connsiteX3" fmla="*/ 4601 w 1366596"/>
                <a:gd name="connsiteY3" fmla="*/ 427942 h 809868"/>
                <a:gd name="connsiteX4" fmla="*/ 0 w 1366596"/>
                <a:gd name="connsiteY4" fmla="*/ 0 h 809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66596" h="809868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327" name="Freeform 326"/>
            <p:cNvSpPr/>
            <p:nvPr/>
          </p:nvSpPr>
          <p:spPr bwMode="auto">
            <a:xfrm>
              <a:off x="2090593" y="1730143"/>
              <a:ext cx="238389" cy="97040"/>
            </a:xfrm>
            <a:custGeom>
              <a:avLst/>
              <a:gdLst>
                <a:gd name="connsiteX0" fmla="*/ 1329786 w 1348191"/>
                <a:gd name="connsiteY0" fmla="*/ 0 h 809869"/>
                <a:gd name="connsiteX1" fmla="*/ 1348191 w 1348191"/>
                <a:gd name="connsiteY1" fmla="*/ 400333 h 809869"/>
                <a:gd name="connsiteX2" fmla="*/ 487742 w 1348191"/>
                <a:gd name="connsiteY2" fmla="*/ 809869 h 809869"/>
                <a:gd name="connsiteX3" fmla="*/ 0 w 1348191"/>
                <a:gd name="connsiteY3" fmla="*/ 630409 h 809869"/>
                <a:gd name="connsiteX4" fmla="*/ 1329786 w 1348191"/>
                <a:gd name="connsiteY4" fmla="*/ 0 h 809869"/>
                <a:gd name="connsiteX0" fmla="*/ 1329786 w 1348191"/>
                <a:gd name="connsiteY0" fmla="*/ 0 h 791462"/>
                <a:gd name="connsiteX1" fmla="*/ 1348191 w 1348191"/>
                <a:gd name="connsiteY1" fmla="*/ 381926 h 791462"/>
                <a:gd name="connsiteX2" fmla="*/ 487742 w 1348191"/>
                <a:gd name="connsiteY2" fmla="*/ 791462 h 791462"/>
                <a:gd name="connsiteX3" fmla="*/ 0 w 1348191"/>
                <a:gd name="connsiteY3" fmla="*/ 612002 h 791462"/>
                <a:gd name="connsiteX4" fmla="*/ 1329786 w 1348191"/>
                <a:gd name="connsiteY4" fmla="*/ 0 h 7914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8191" h="791462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cxnSp>
          <p:nvCxnSpPr>
            <p:cNvPr id="322" name="Straight Connector 321"/>
            <p:cNvCxnSpPr>
              <a:endCxn id="320" idx="2"/>
            </p:cNvCxnSpPr>
            <p:nvPr/>
          </p:nvCxnSpPr>
          <p:spPr bwMode="auto">
            <a:xfrm flipH="1" flipV="1">
              <a:off x="1871277" y="1737244"/>
              <a:ext cx="3178" cy="123075"/>
            </a:xfrm>
            <a:prstGeom prst="line">
              <a:avLst/>
            </a:prstGeom>
            <a:ln w="6350" cmpd="sng">
              <a:solidFill>
                <a:schemeClr val="tx1"/>
              </a:solidFill>
            </a:ln>
            <a:effectLst>
              <a:outerShdw blurRad="40005" dist="19939" dir="5400000" algn="tl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3" name="Straight Connector 322"/>
            <p:cNvCxnSpPr/>
            <p:nvPr/>
          </p:nvCxnSpPr>
          <p:spPr bwMode="auto">
            <a:xfrm flipH="1" flipV="1">
              <a:off x="2996470" y="1734876"/>
              <a:ext cx="3178" cy="123075"/>
            </a:xfrm>
            <a:prstGeom prst="line">
              <a:avLst/>
            </a:prstGeom>
            <a:ln w="6350" cmpd="sng">
              <a:solidFill>
                <a:schemeClr val="tx1"/>
              </a:solidFill>
            </a:ln>
            <a:effectLst>
              <a:outerShdw blurRad="40005" dist="19939" dir="5400000" algn="tl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7129" name="Group 327"/>
          <p:cNvGrpSpPr>
            <a:grpSpLocks/>
          </p:cNvGrpSpPr>
          <p:nvPr/>
        </p:nvGrpSpPr>
        <p:grpSpPr bwMode="auto">
          <a:xfrm>
            <a:off x="4376738" y="5802938"/>
            <a:ext cx="565150" cy="292100"/>
            <a:chOff x="1871277" y="1576300"/>
            <a:chExt cx="1128371" cy="437861"/>
          </a:xfrm>
        </p:grpSpPr>
        <p:sp>
          <p:nvSpPr>
            <p:cNvPr id="329" name="Oval 328"/>
            <p:cNvSpPr/>
            <p:nvPr/>
          </p:nvSpPr>
          <p:spPr bwMode="auto">
            <a:xfrm flipV="1">
              <a:off x="1874446" y="1692905"/>
              <a:ext cx="1125202" cy="321256"/>
            </a:xfrm>
            <a:prstGeom prst="ellipse">
              <a:avLst/>
            </a:prstGeom>
            <a:gradFill flip="none" rotWithShape="1">
              <a:gsLst>
                <a:gs pos="0">
                  <a:schemeClr val="accent2">
                    <a:lumMod val="75000"/>
                  </a:schemeClr>
                </a:gs>
                <a:gs pos="53000">
                  <a:schemeClr val="accent2">
                    <a:lumMod val="60000"/>
                    <a:lumOff val="40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0" scaled="1"/>
              <a:tileRect/>
            </a:gradFill>
            <a:ln w="635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>
                <a:ln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330" name="Rectangle 329"/>
            <p:cNvSpPr/>
            <p:nvPr/>
          </p:nvSpPr>
          <p:spPr bwMode="auto">
            <a:xfrm>
              <a:off x="1871277" y="1740499"/>
              <a:ext cx="1128371" cy="114225"/>
            </a:xfrm>
            <a:prstGeom prst="rect">
              <a:avLst/>
            </a:prstGeom>
            <a:gradFill>
              <a:gsLst>
                <a:gs pos="0">
                  <a:schemeClr val="accent2">
                    <a:lumMod val="75000"/>
                  </a:schemeClr>
                </a:gs>
                <a:gs pos="53000">
                  <a:schemeClr val="accent2">
                    <a:lumMod val="60000"/>
                    <a:lumOff val="40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10800000" scaled="0"/>
            </a:gradFill>
            <a:ln w="254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331" name="Oval 330"/>
            <p:cNvSpPr/>
            <p:nvPr/>
          </p:nvSpPr>
          <p:spPr bwMode="auto">
            <a:xfrm flipV="1">
              <a:off x="1871277" y="1576300"/>
              <a:ext cx="1125200" cy="321257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635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>
                <a:ln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332" name="Freeform 331"/>
            <p:cNvSpPr/>
            <p:nvPr/>
          </p:nvSpPr>
          <p:spPr bwMode="auto">
            <a:xfrm>
              <a:off x="2159708" y="1673868"/>
              <a:ext cx="548339" cy="159438"/>
            </a:xfrm>
            <a:custGeom>
              <a:avLst/>
              <a:gdLst>
                <a:gd name="connsiteX0" fmla="*/ 1486231 w 2944854"/>
                <a:gd name="connsiteY0" fmla="*/ 727041 h 1302232"/>
                <a:gd name="connsiteX1" fmla="*/ 257675 w 2944854"/>
                <a:gd name="connsiteY1" fmla="*/ 1302232 h 1302232"/>
                <a:gd name="connsiteX2" fmla="*/ 0 w 2944854"/>
                <a:gd name="connsiteY2" fmla="*/ 1228607 h 1302232"/>
                <a:gd name="connsiteX3" fmla="*/ 911064 w 2944854"/>
                <a:gd name="connsiteY3" fmla="*/ 837478 h 1302232"/>
                <a:gd name="connsiteX4" fmla="*/ 883456 w 2944854"/>
                <a:gd name="connsiteY4" fmla="*/ 450949 h 1302232"/>
                <a:gd name="connsiteX5" fmla="*/ 161047 w 2944854"/>
                <a:gd name="connsiteY5" fmla="*/ 119640 h 1302232"/>
                <a:gd name="connsiteX6" fmla="*/ 404917 w 2944854"/>
                <a:gd name="connsiteY6" fmla="*/ 50617 h 1302232"/>
                <a:gd name="connsiteX7" fmla="*/ 1477028 w 2944854"/>
                <a:gd name="connsiteY7" fmla="*/ 501566 h 1302232"/>
                <a:gd name="connsiteX8" fmla="*/ 2572146 w 2944854"/>
                <a:gd name="connsiteY8" fmla="*/ 0 h 1302232"/>
                <a:gd name="connsiteX9" fmla="*/ 2875834 w 2944854"/>
                <a:gd name="connsiteY9" fmla="*/ 96632 h 1302232"/>
                <a:gd name="connsiteX10" fmla="*/ 2079803 w 2944854"/>
                <a:gd name="connsiteY10" fmla="*/ 432543 h 1302232"/>
                <a:gd name="connsiteX11" fmla="*/ 2240850 w 2944854"/>
                <a:gd name="connsiteY11" fmla="*/ 920305 h 1302232"/>
                <a:gd name="connsiteX12" fmla="*/ 2944854 w 2944854"/>
                <a:gd name="connsiteY12" fmla="*/ 1228607 h 1302232"/>
                <a:gd name="connsiteX13" fmla="*/ 2733192 w 2944854"/>
                <a:gd name="connsiteY13" fmla="*/ 1297630 h 1302232"/>
                <a:gd name="connsiteX14" fmla="*/ 1486231 w 2944854"/>
                <a:gd name="connsiteY14" fmla="*/ 727041 h 1302232"/>
                <a:gd name="connsiteX0" fmla="*/ 1486231 w 2944854"/>
                <a:gd name="connsiteY0" fmla="*/ 727041 h 1316375"/>
                <a:gd name="connsiteX1" fmla="*/ 257675 w 2944854"/>
                <a:gd name="connsiteY1" fmla="*/ 1302232 h 1316375"/>
                <a:gd name="connsiteX2" fmla="*/ 0 w 2944854"/>
                <a:gd name="connsiteY2" fmla="*/ 1228607 h 1316375"/>
                <a:gd name="connsiteX3" fmla="*/ 911064 w 2944854"/>
                <a:gd name="connsiteY3" fmla="*/ 837478 h 1316375"/>
                <a:gd name="connsiteX4" fmla="*/ 883456 w 2944854"/>
                <a:gd name="connsiteY4" fmla="*/ 450949 h 1316375"/>
                <a:gd name="connsiteX5" fmla="*/ 161047 w 2944854"/>
                <a:gd name="connsiteY5" fmla="*/ 119640 h 1316375"/>
                <a:gd name="connsiteX6" fmla="*/ 404917 w 2944854"/>
                <a:gd name="connsiteY6" fmla="*/ 50617 h 1316375"/>
                <a:gd name="connsiteX7" fmla="*/ 1477028 w 2944854"/>
                <a:gd name="connsiteY7" fmla="*/ 501566 h 1316375"/>
                <a:gd name="connsiteX8" fmla="*/ 2572146 w 2944854"/>
                <a:gd name="connsiteY8" fmla="*/ 0 h 1316375"/>
                <a:gd name="connsiteX9" fmla="*/ 2875834 w 2944854"/>
                <a:gd name="connsiteY9" fmla="*/ 96632 h 1316375"/>
                <a:gd name="connsiteX10" fmla="*/ 2079803 w 2944854"/>
                <a:gd name="connsiteY10" fmla="*/ 432543 h 1316375"/>
                <a:gd name="connsiteX11" fmla="*/ 2240850 w 2944854"/>
                <a:gd name="connsiteY11" fmla="*/ 920305 h 1316375"/>
                <a:gd name="connsiteX12" fmla="*/ 2944854 w 2944854"/>
                <a:gd name="connsiteY12" fmla="*/ 1228607 h 1316375"/>
                <a:gd name="connsiteX13" fmla="*/ 2756623 w 2944854"/>
                <a:gd name="connsiteY13" fmla="*/ 1316375 h 1316375"/>
                <a:gd name="connsiteX14" fmla="*/ 1486231 w 2944854"/>
                <a:gd name="connsiteY14" fmla="*/ 727041 h 1316375"/>
                <a:gd name="connsiteX0" fmla="*/ 1486231 w 3024520"/>
                <a:gd name="connsiteY0" fmla="*/ 727041 h 1316375"/>
                <a:gd name="connsiteX1" fmla="*/ 257675 w 3024520"/>
                <a:gd name="connsiteY1" fmla="*/ 1302232 h 1316375"/>
                <a:gd name="connsiteX2" fmla="*/ 0 w 3024520"/>
                <a:gd name="connsiteY2" fmla="*/ 1228607 h 1316375"/>
                <a:gd name="connsiteX3" fmla="*/ 911064 w 3024520"/>
                <a:gd name="connsiteY3" fmla="*/ 837478 h 1316375"/>
                <a:gd name="connsiteX4" fmla="*/ 883456 w 3024520"/>
                <a:gd name="connsiteY4" fmla="*/ 450949 h 1316375"/>
                <a:gd name="connsiteX5" fmla="*/ 161047 w 3024520"/>
                <a:gd name="connsiteY5" fmla="*/ 119640 h 1316375"/>
                <a:gd name="connsiteX6" fmla="*/ 404917 w 3024520"/>
                <a:gd name="connsiteY6" fmla="*/ 50617 h 1316375"/>
                <a:gd name="connsiteX7" fmla="*/ 1477028 w 3024520"/>
                <a:gd name="connsiteY7" fmla="*/ 501566 h 1316375"/>
                <a:gd name="connsiteX8" fmla="*/ 2572146 w 3024520"/>
                <a:gd name="connsiteY8" fmla="*/ 0 h 1316375"/>
                <a:gd name="connsiteX9" fmla="*/ 2875834 w 3024520"/>
                <a:gd name="connsiteY9" fmla="*/ 96632 h 1316375"/>
                <a:gd name="connsiteX10" fmla="*/ 2079803 w 3024520"/>
                <a:gd name="connsiteY10" fmla="*/ 432543 h 1316375"/>
                <a:gd name="connsiteX11" fmla="*/ 2240850 w 3024520"/>
                <a:gd name="connsiteY11" fmla="*/ 920305 h 1316375"/>
                <a:gd name="connsiteX12" fmla="*/ 3024520 w 3024520"/>
                <a:gd name="connsiteY12" fmla="*/ 1228607 h 1316375"/>
                <a:gd name="connsiteX13" fmla="*/ 2756623 w 3024520"/>
                <a:gd name="connsiteY13" fmla="*/ 1316375 h 1316375"/>
                <a:gd name="connsiteX14" fmla="*/ 1486231 w 3024520"/>
                <a:gd name="connsiteY14" fmla="*/ 727041 h 1316375"/>
                <a:gd name="connsiteX0" fmla="*/ 1537780 w 3076069"/>
                <a:gd name="connsiteY0" fmla="*/ 727041 h 1316375"/>
                <a:gd name="connsiteX1" fmla="*/ 309224 w 3076069"/>
                <a:gd name="connsiteY1" fmla="*/ 1302232 h 1316375"/>
                <a:gd name="connsiteX2" fmla="*/ 0 w 3076069"/>
                <a:gd name="connsiteY2" fmla="*/ 1228607 h 1316375"/>
                <a:gd name="connsiteX3" fmla="*/ 962613 w 3076069"/>
                <a:gd name="connsiteY3" fmla="*/ 837478 h 1316375"/>
                <a:gd name="connsiteX4" fmla="*/ 935005 w 3076069"/>
                <a:gd name="connsiteY4" fmla="*/ 450949 h 1316375"/>
                <a:gd name="connsiteX5" fmla="*/ 212596 w 3076069"/>
                <a:gd name="connsiteY5" fmla="*/ 119640 h 1316375"/>
                <a:gd name="connsiteX6" fmla="*/ 456466 w 3076069"/>
                <a:gd name="connsiteY6" fmla="*/ 50617 h 1316375"/>
                <a:gd name="connsiteX7" fmla="*/ 1528577 w 3076069"/>
                <a:gd name="connsiteY7" fmla="*/ 501566 h 1316375"/>
                <a:gd name="connsiteX8" fmla="*/ 2623695 w 3076069"/>
                <a:gd name="connsiteY8" fmla="*/ 0 h 1316375"/>
                <a:gd name="connsiteX9" fmla="*/ 2927383 w 3076069"/>
                <a:gd name="connsiteY9" fmla="*/ 96632 h 1316375"/>
                <a:gd name="connsiteX10" fmla="*/ 2131352 w 3076069"/>
                <a:gd name="connsiteY10" fmla="*/ 432543 h 1316375"/>
                <a:gd name="connsiteX11" fmla="*/ 2292399 w 3076069"/>
                <a:gd name="connsiteY11" fmla="*/ 920305 h 1316375"/>
                <a:gd name="connsiteX12" fmla="*/ 3076069 w 3076069"/>
                <a:gd name="connsiteY12" fmla="*/ 1228607 h 1316375"/>
                <a:gd name="connsiteX13" fmla="*/ 2808172 w 3076069"/>
                <a:gd name="connsiteY13" fmla="*/ 1316375 h 1316375"/>
                <a:gd name="connsiteX14" fmla="*/ 1537780 w 3076069"/>
                <a:gd name="connsiteY14" fmla="*/ 727041 h 1316375"/>
                <a:gd name="connsiteX0" fmla="*/ 1537780 w 3076069"/>
                <a:gd name="connsiteY0" fmla="*/ 727041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27041 h 1321259"/>
                <a:gd name="connsiteX0" fmla="*/ 1537780 w 3076069"/>
                <a:gd name="connsiteY0" fmla="*/ 750825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50825 h 1321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076069" h="132125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333" name="Freeform 332"/>
            <p:cNvSpPr/>
            <p:nvPr/>
          </p:nvSpPr>
          <p:spPr bwMode="auto">
            <a:xfrm>
              <a:off x="2102655" y="1633412"/>
              <a:ext cx="662444" cy="111846"/>
            </a:xfrm>
            <a:custGeom>
              <a:avLst/>
              <a:gdLst>
                <a:gd name="connsiteX0" fmla="*/ 0 w 3645229"/>
                <a:gd name="connsiteY0" fmla="*/ 214441 h 923747"/>
                <a:gd name="connsiteX1" fmla="*/ 659770 w 3645229"/>
                <a:gd name="connsiteY1" fmla="*/ 16495 h 923747"/>
                <a:gd name="connsiteX2" fmla="*/ 1814367 w 3645229"/>
                <a:gd name="connsiteY2" fmla="*/ 511360 h 923747"/>
                <a:gd name="connsiteX3" fmla="*/ 2968965 w 3645229"/>
                <a:gd name="connsiteY3" fmla="*/ 0 h 923747"/>
                <a:gd name="connsiteX4" fmla="*/ 3645229 w 3645229"/>
                <a:gd name="connsiteY4" fmla="*/ 197946 h 923747"/>
                <a:gd name="connsiteX5" fmla="*/ 3199884 w 3645229"/>
                <a:gd name="connsiteY5" fmla="*/ 461874 h 923747"/>
                <a:gd name="connsiteX6" fmla="*/ 2985459 w 3645229"/>
                <a:gd name="connsiteY6" fmla="*/ 379396 h 923747"/>
                <a:gd name="connsiteX7" fmla="*/ 1830861 w 3645229"/>
                <a:gd name="connsiteY7" fmla="*/ 923747 h 923747"/>
                <a:gd name="connsiteX8" fmla="*/ 676264 w 3645229"/>
                <a:gd name="connsiteY8" fmla="*/ 412387 h 923747"/>
                <a:gd name="connsiteX9" fmla="*/ 527816 w 3645229"/>
                <a:gd name="connsiteY9" fmla="*/ 478369 h 923747"/>
                <a:gd name="connsiteX10" fmla="*/ 0 w 3645229"/>
                <a:gd name="connsiteY10" fmla="*/ 21444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71662 w 3640627"/>
                <a:gd name="connsiteY8" fmla="*/ 412387 h 923747"/>
                <a:gd name="connsiteX9" fmla="*/ 523214 w 3640627"/>
                <a:gd name="connsiteY9" fmla="*/ 478369 h 923747"/>
                <a:gd name="connsiteX10" fmla="*/ 0 w 3640627"/>
                <a:gd name="connsiteY10" fmla="*/ 24205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71662 w 3640627"/>
                <a:gd name="connsiteY8" fmla="*/ 412387 h 923747"/>
                <a:gd name="connsiteX9" fmla="*/ 523214 w 3640627"/>
                <a:gd name="connsiteY9" fmla="*/ 482971 h 923747"/>
                <a:gd name="connsiteX10" fmla="*/ 0 w 3640627"/>
                <a:gd name="connsiteY10" fmla="*/ 24205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90067 w 3640627"/>
                <a:gd name="connsiteY8" fmla="*/ 412387 h 923747"/>
                <a:gd name="connsiteX9" fmla="*/ 523214 w 3640627"/>
                <a:gd name="connsiteY9" fmla="*/ 482971 h 923747"/>
                <a:gd name="connsiteX10" fmla="*/ 0 w 3640627"/>
                <a:gd name="connsiteY10" fmla="*/ 242051 h 923747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09765 w 3640627"/>
                <a:gd name="connsiteY2" fmla="*/ 511360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2980857 w 3640627"/>
                <a:gd name="connsiteY6" fmla="*/ 379396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55778 w 3640627"/>
                <a:gd name="connsiteY2" fmla="*/ 534367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2980857 w 3640627"/>
                <a:gd name="connsiteY6" fmla="*/ 379396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55778 w 3640627"/>
                <a:gd name="connsiteY2" fmla="*/ 534367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3008465 w 3640627"/>
                <a:gd name="connsiteY6" fmla="*/ 402404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723451"/>
                <a:gd name="connsiteY0" fmla="*/ 242051 h 946755"/>
                <a:gd name="connsiteX1" fmla="*/ 655168 w 3723451"/>
                <a:gd name="connsiteY1" fmla="*/ 16495 h 946755"/>
                <a:gd name="connsiteX2" fmla="*/ 1855778 w 3723451"/>
                <a:gd name="connsiteY2" fmla="*/ 534367 h 946755"/>
                <a:gd name="connsiteX3" fmla="*/ 2964363 w 3723451"/>
                <a:gd name="connsiteY3" fmla="*/ 0 h 946755"/>
                <a:gd name="connsiteX4" fmla="*/ 3723451 w 3723451"/>
                <a:gd name="connsiteY4" fmla="*/ 220954 h 946755"/>
                <a:gd name="connsiteX5" fmla="*/ 3195282 w 3723451"/>
                <a:gd name="connsiteY5" fmla="*/ 461874 h 946755"/>
                <a:gd name="connsiteX6" fmla="*/ 3008465 w 3723451"/>
                <a:gd name="connsiteY6" fmla="*/ 402404 h 946755"/>
                <a:gd name="connsiteX7" fmla="*/ 1876873 w 3723451"/>
                <a:gd name="connsiteY7" fmla="*/ 946755 h 946755"/>
                <a:gd name="connsiteX8" fmla="*/ 690067 w 3723451"/>
                <a:gd name="connsiteY8" fmla="*/ 412387 h 946755"/>
                <a:gd name="connsiteX9" fmla="*/ 523214 w 3723451"/>
                <a:gd name="connsiteY9" fmla="*/ 482971 h 946755"/>
                <a:gd name="connsiteX10" fmla="*/ 0 w 3723451"/>
                <a:gd name="connsiteY10" fmla="*/ 242051 h 946755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95282 w 3723451"/>
                <a:gd name="connsiteY5" fmla="*/ 448069 h 932950"/>
                <a:gd name="connsiteX6" fmla="*/ 3008465 w 3723451"/>
                <a:gd name="connsiteY6" fmla="*/ 388599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95282 w 3723451"/>
                <a:gd name="connsiteY5" fmla="*/ 448069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86079 w 3723451"/>
                <a:gd name="connsiteY5" fmla="*/ 461874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86079 w 3723451"/>
                <a:gd name="connsiteY5" fmla="*/ 461874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711613 w 3723451"/>
                <a:gd name="connsiteY8" fmla="*/ 413055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723451" h="932950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334" name="Freeform 333"/>
            <p:cNvSpPr/>
            <p:nvPr/>
          </p:nvSpPr>
          <p:spPr bwMode="auto">
            <a:xfrm>
              <a:off x="2536889" y="1728599"/>
              <a:ext cx="244057" cy="97568"/>
            </a:xfrm>
            <a:custGeom>
              <a:avLst/>
              <a:gdLst>
                <a:gd name="connsiteX0" fmla="*/ 55216 w 1421812"/>
                <a:gd name="connsiteY0" fmla="*/ 0 h 800665"/>
                <a:gd name="connsiteX1" fmla="*/ 1421812 w 1421812"/>
                <a:gd name="connsiteY1" fmla="*/ 625807 h 800665"/>
                <a:gd name="connsiteX2" fmla="*/ 947874 w 1421812"/>
                <a:gd name="connsiteY2" fmla="*/ 800665 h 800665"/>
                <a:gd name="connsiteX3" fmla="*/ 50614 w 1421812"/>
                <a:gd name="connsiteY3" fmla="*/ 404934 h 800665"/>
                <a:gd name="connsiteX4" fmla="*/ 0 w 1421812"/>
                <a:gd name="connsiteY4" fmla="*/ 404934 h 800665"/>
                <a:gd name="connsiteX5" fmla="*/ 55216 w 1421812"/>
                <a:gd name="connsiteY5" fmla="*/ 0 h 800665"/>
                <a:gd name="connsiteX0" fmla="*/ 4602 w 1371198"/>
                <a:gd name="connsiteY0" fmla="*/ 0 h 800665"/>
                <a:gd name="connsiteX1" fmla="*/ 1371198 w 1371198"/>
                <a:gd name="connsiteY1" fmla="*/ 625807 h 800665"/>
                <a:gd name="connsiteX2" fmla="*/ 897260 w 1371198"/>
                <a:gd name="connsiteY2" fmla="*/ 800665 h 800665"/>
                <a:gd name="connsiteX3" fmla="*/ 0 w 1371198"/>
                <a:gd name="connsiteY3" fmla="*/ 404934 h 800665"/>
                <a:gd name="connsiteX4" fmla="*/ 4602 w 1371198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9868"/>
                <a:gd name="connsiteX1" fmla="*/ 1366596 w 1366596"/>
                <a:gd name="connsiteY1" fmla="*/ 625807 h 809868"/>
                <a:gd name="connsiteX2" fmla="*/ 865050 w 1366596"/>
                <a:gd name="connsiteY2" fmla="*/ 809868 h 809868"/>
                <a:gd name="connsiteX3" fmla="*/ 4601 w 1366596"/>
                <a:gd name="connsiteY3" fmla="*/ 427942 h 809868"/>
                <a:gd name="connsiteX4" fmla="*/ 0 w 1366596"/>
                <a:gd name="connsiteY4" fmla="*/ 0 h 809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66596" h="809868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335" name="Freeform 334"/>
            <p:cNvSpPr/>
            <p:nvPr/>
          </p:nvSpPr>
          <p:spPr bwMode="auto">
            <a:xfrm>
              <a:off x="2089977" y="1730980"/>
              <a:ext cx="240888" cy="95187"/>
            </a:xfrm>
            <a:custGeom>
              <a:avLst/>
              <a:gdLst>
                <a:gd name="connsiteX0" fmla="*/ 1329786 w 1348191"/>
                <a:gd name="connsiteY0" fmla="*/ 0 h 809869"/>
                <a:gd name="connsiteX1" fmla="*/ 1348191 w 1348191"/>
                <a:gd name="connsiteY1" fmla="*/ 400333 h 809869"/>
                <a:gd name="connsiteX2" fmla="*/ 487742 w 1348191"/>
                <a:gd name="connsiteY2" fmla="*/ 809869 h 809869"/>
                <a:gd name="connsiteX3" fmla="*/ 0 w 1348191"/>
                <a:gd name="connsiteY3" fmla="*/ 630409 h 809869"/>
                <a:gd name="connsiteX4" fmla="*/ 1329786 w 1348191"/>
                <a:gd name="connsiteY4" fmla="*/ 0 h 809869"/>
                <a:gd name="connsiteX0" fmla="*/ 1329786 w 1348191"/>
                <a:gd name="connsiteY0" fmla="*/ 0 h 791462"/>
                <a:gd name="connsiteX1" fmla="*/ 1348191 w 1348191"/>
                <a:gd name="connsiteY1" fmla="*/ 381926 h 791462"/>
                <a:gd name="connsiteX2" fmla="*/ 487742 w 1348191"/>
                <a:gd name="connsiteY2" fmla="*/ 791462 h 791462"/>
                <a:gd name="connsiteX3" fmla="*/ 0 w 1348191"/>
                <a:gd name="connsiteY3" fmla="*/ 612002 h 791462"/>
                <a:gd name="connsiteX4" fmla="*/ 1329786 w 1348191"/>
                <a:gd name="connsiteY4" fmla="*/ 0 h 7914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8191" h="791462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cxnSp>
          <p:nvCxnSpPr>
            <p:cNvPr id="336" name="Straight Connector 335"/>
            <p:cNvCxnSpPr>
              <a:endCxn id="331" idx="2"/>
            </p:cNvCxnSpPr>
            <p:nvPr/>
          </p:nvCxnSpPr>
          <p:spPr bwMode="auto">
            <a:xfrm flipH="1" flipV="1">
              <a:off x="1871277" y="1735739"/>
              <a:ext cx="3169" cy="123743"/>
            </a:xfrm>
            <a:prstGeom prst="line">
              <a:avLst/>
            </a:prstGeom>
            <a:ln w="6350" cmpd="sng">
              <a:solidFill>
                <a:schemeClr val="tx1"/>
              </a:solidFill>
            </a:ln>
            <a:effectLst>
              <a:outerShdw blurRad="40005" dist="19939" dir="5400000" algn="tl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7" name="Straight Connector 336"/>
            <p:cNvCxnSpPr/>
            <p:nvPr/>
          </p:nvCxnSpPr>
          <p:spPr bwMode="auto">
            <a:xfrm flipH="1" flipV="1">
              <a:off x="2996477" y="1733359"/>
              <a:ext cx="3171" cy="123743"/>
            </a:xfrm>
            <a:prstGeom prst="line">
              <a:avLst/>
            </a:prstGeom>
            <a:ln w="6350" cmpd="sng">
              <a:solidFill>
                <a:schemeClr val="tx1"/>
              </a:solidFill>
            </a:ln>
            <a:effectLst>
              <a:outerShdw blurRad="40005" dist="19939" dir="5400000" algn="tl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7130" name="Group 337"/>
          <p:cNvGrpSpPr>
            <a:grpSpLocks/>
          </p:cNvGrpSpPr>
          <p:nvPr/>
        </p:nvGrpSpPr>
        <p:grpSpPr bwMode="auto">
          <a:xfrm>
            <a:off x="5019675" y="6256963"/>
            <a:ext cx="563563" cy="293688"/>
            <a:chOff x="1871277" y="1576300"/>
            <a:chExt cx="1128371" cy="437861"/>
          </a:xfrm>
        </p:grpSpPr>
        <p:sp>
          <p:nvSpPr>
            <p:cNvPr id="339" name="Oval 338"/>
            <p:cNvSpPr/>
            <p:nvPr/>
          </p:nvSpPr>
          <p:spPr bwMode="auto">
            <a:xfrm flipV="1">
              <a:off x="1874457" y="1694641"/>
              <a:ext cx="1125191" cy="319520"/>
            </a:xfrm>
            <a:prstGeom prst="ellipse">
              <a:avLst/>
            </a:prstGeom>
            <a:gradFill flip="none" rotWithShape="1">
              <a:gsLst>
                <a:gs pos="0">
                  <a:schemeClr val="accent2">
                    <a:lumMod val="75000"/>
                  </a:schemeClr>
                </a:gs>
                <a:gs pos="53000">
                  <a:schemeClr val="accent2">
                    <a:lumMod val="60000"/>
                    <a:lumOff val="40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0" scaled="1"/>
              <a:tileRect/>
            </a:gradFill>
            <a:ln w="635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>
                <a:ln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340" name="Rectangle 339"/>
            <p:cNvSpPr/>
            <p:nvPr/>
          </p:nvSpPr>
          <p:spPr bwMode="auto">
            <a:xfrm>
              <a:off x="1871277" y="1739611"/>
              <a:ext cx="1128371" cy="115973"/>
            </a:xfrm>
            <a:prstGeom prst="rect">
              <a:avLst/>
            </a:prstGeom>
            <a:gradFill>
              <a:gsLst>
                <a:gs pos="0">
                  <a:schemeClr val="accent2">
                    <a:lumMod val="75000"/>
                  </a:schemeClr>
                </a:gs>
                <a:gs pos="53000">
                  <a:schemeClr val="accent2">
                    <a:lumMod val="60000"/>
                    <a:lumOff val="40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10800000" scaled="0"/>
            </a:gradFill>
            <a:ln w="254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341" name="Oval 340"/>
            <p:cNvSpPr/>
            <p:nvPr/>
          </p:nvSpPr>
          <p:spPr bwMode="auto">
            <a:xfrm flipV="1">
              <a:off x="1871277" y="1576300"/>
              <a:ext cx="1125191" cy="31952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635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>
                <a:ln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342" name="Freeform 341"/>
            <p:cNvSpPr/>
            <p:nvPr/>
          </p:nvSpPr>
          <p:spPr bwMode="auto">
            <a:xfrm>
              <a:off x="2160522" y="1673340"/>
              <a:ext cx="546703" cy="160943"/>
            </a:xfrm>
            <a:custGeom>
              <a:avLst/>
              <a:gdLst>
                <a:gd name="connsiteX0" fmla="*/ 1486231 w 2944854"/>
                <a:gd name="connsiteY0" fmla="*/ 727041 h 1302232"/>
                <a:gd name="connsiteX1" fmla="*/ 257675 w 2944854"/>
                <a:gd name="connsiteY1" fmla="*/ 1302232 h 1302232"/>
                <a:gd name="connsiteX2" fmla="*/ 0 w 2944854"/>
                <a:gd name="connsiteY2" fmla="*/ 1228607 h 1302232"/>
                <a:gd name="connsiteX3" fmla="*/ 911064 w 2944854"/>
                <a:gd name="connsiteY3" fmla="*/ 837478 h 1302232"/>
                <a:gd name="connsiteX4" fmla="*/ 883456 w 2944854"/>
                <a:gd name="connsiteY4" fmla="*/ 450949 h 1302232"/>
                <a:gd name="connsiteX5" fmla="*/ 161047 w 2944854"/>
                <a:gd name="connsiteY5" fmla="*/ 119640 h 1302232"/>
                <a:gd name="connsiteX6" fmla="*/ 404917 w 2944854"/>
                <a:gd name="connsiteY6" fmla="*/ 50617 h 1302232"/>
                <a:gd name="connsiteX7" fmla="*/ 1477028 w 2944854"/>
                <a:gd name="connsiteY7" fmla="*/ 501566 h 1302232"/>
                <a:gd name="connsiteX8" fmla="*/ 2572146 w 2944854"/>
                <a:gd name="connsiteY8" fmla="*/ 0 h 1302232"/>
                <a:gd name="connsiteX9" fmla="*/ 2875834 w 2944854"/>
                <a:gd name="connsiteY9" fmla="*/ 96632 h 1302232"/>
                <a:gd name="connsiteX10" fmla="*/ 2079803 w 2944854"/>
                <a:gd name="connsiteY10" fmla="*/ 432543 h 1302232"/>
                <a:gd name="connsiteX11" fmla="*/ 2240850 w 2944854"/>
                <a:gd name="connsiteY11" fmla="*/ 920305 h 1302232"/>
                <a:gd name="connsiteX12" fmla="*/ 2944854 w 2944854"/>
                <a:gd name="connsiteY12" fmla="*/ 1228607 h 1302232"/>
                <a:gd name="connsiteX13" fmla="*/ 2733192 w 2944854"/>
                <a:gd name="connsiteY13" fmla="*/ 1297630 h 1302232"/>
                <a:gd name="connsiteX14" fmla="*/ 1486231 w 2944854"/>
                <a:gd name="connsiteY14" fmla="*/ 727041 h 1302232"/>
                <a:gd name="connsiteX0" fmla="*/ 1486231 w 2944854"/>
                <a:gd name="connsiteY0" fmla="*/ 727041 h 1316375"/>
                <a:gd name="connsiteX1" fmla="*/ 257675 w 2944854"/>
                <a:gd name="connsiteY1" fmla="*/ 1302232 h 1316375"/>
                <a:gd name="connsiteX2" fmla="*/ 0 w 2944854"/>
                <a:gd name="connsiteY2" fmla="*/ 1228607 h 1316375"/>
                <a:gd name="connsiteX3" fmla="*/ 911064 w 2944854"/>
                <a:gd name="connsiteY3" fmla="*/ 837478 h 1316375"/>
                <a:gd name="connsiteX4" fmla="*/ 883456 w 2944854"/>
                <a:gd name="connsiteY4" fmla="*/ 450949 h 1316375"/>
                <a:gd name="connsiteX5" fmla="*/ 161047 w 2944854"/>
                <a:gd name="connsiteY5" fmla="*/ 119640 h 1316375"/>
                <a:gd name="connsiteX6" fmla="*/ 404917 w 2944854"/>
                <a:gd name="connsiteY6" fmla="*/ 50617 h 1316375"/>
                <a:gd name="connsiteX7" fmla="*/ 1477028 w 2944854"/>
                <a:gd name="connsiteY7" fmla="*/ 501566 h 1316375"/>
                <a:gd name="connsiteX8" fmla="*/ 2572146 w 2944854"/>
                <a:gd name="connsiteY8" fmla="*/ 0 h 1316375"/>
                <a:gd name="connsiteX9" fmla="*/ 2875834 w 2944854"/>
                <a:gd name="connsiteY9" fmla="*/ 96632 h 1316375"/>
                <a:gd name="connsiteX10" fmla="*/ 2079803 w 2944854"/>
                <a:gd name="connsiteY10" fmla="*/ 432543 h 1316375"/>
                <a:gd name="connsiteX11" fmla="*/ 2240850 w 2944854"/>
                <a:gd name="connsiteY11" fmla="*/ 920305 h 1316375"/>
                <a:gd name="connsiteX12" fmla="*/ 2944854 w 2944854"/>
                <a:gd name="connsiteY12" fmla="*/ 1228607 h 1316375"/>
                <a:gd name="connsiteX13" fmla="*/ 2756623 w 2944854"/>
                <a:gd name="connsiteY13" fmla="*/ 1316375 h 1316375"/>
                <a:gd name="connsiteX14" fmla="*/ 1486231 w 2944854"/>
                <a:gd name="connsiteY14" fmla="*/ 727041 h 1316375"/>
                <a:gd name="connsiteX0" fmla="*/ 1486231 w 3024520"/>
                <a:gd name="connsiteY0" fmla="*/ 727041 h 1316375"/>
                <a:gd name="connsiteX1" fmla="*/ 257675 w 3024520"/>
                <a:gd name="connsiteY1" fmla="*/ 1302232 h 1316375"/>
                <a:gd name="connsiteX2" fmla="*/ 0 w 3024520"/>
                <a:gd name="connsiteY2" fmla="*/ 1228607 h 1316375"/>
                <a:gd name="connsiteX3" fmla="*/ 911064 w 3024520"/>
                <a:gd name="connsiteY3" fmla="*/ 837478 h 1316375"/>
                <a:gd name="connsiteX4" fmla="*/ 883456 w 3024520"/>
                <a:gd name="connsiteY4" fmla="*/ 450949 h 1316375"/>
                <a:gd name="connsiteX5" fmla="*/ 161047 w 3024520"/>
                <a:gd name="connsiteY5" fmla="*/ 119640 h 1316375"/>
                <a:gd name="connsiteX6" fmla="*/ 404917 w 3024520"/>
                <a:gd name="connsiteY6" fmla="*/ 50617 h 1316375"/>
                <a:gd name="connsiteX7" fmla="*/ 1477028 w 3024520"/>
                <a:gd name="connsiteY7" fmla="*/ 501566 h 1316375"/>
                <a:gd name="connsiteX8" fmla="*/ 2572146 w 3024520"/>
                <a:gd name="connsiteY8" fmla="*/ 0 h 1316375"/>
                <a:gd name="connsiteX9" fmla="*/ 2875834 w 3024520"/>
                <a:gd name="connsiteY9" fmla="*/ 96632 h 1316375"/>
                <a:gd name="connsiteX10" fmla="*/ 2079803 w 3024520"/>
                <a:gd name="connsiteY10" fmla="*/ 432543 h 1316375"/>
                <a:gd name="connsiteX11" fmla="*/ 2240850 w 3024520"/>
                <a:gd name="connsiteY11" fmla="*/ 920305 h 1316375"/>
                <a:gd name="connsiteX12" fmla="*/ 3024520 w 3024520"/>
                <a:gd name="connsiteY12" fmla="*/ 1228607 h 1316375"/>
                <a:gd name="connsiteX13" fmla="*/ 2756623 w 3024520"/>
                <a:gd name="connsiteY13" fmla="*/ 1316375 h 1316375"/>
                <a:gd name="connsiteX14" fmla="*/ 1486231 w 3024520"/>
                <a:gd name="connsiteY14" fmla="*/ 727041 h 1316375"/>
                <a:gd name="connsiteX0" fmla="*/ 1537780 w 3076069"/>
                <a:gd name="connsiteY0" fmla="*/ 727041 h 1316375"/>
                <a:gd name="connsiteX1" fmla="*/ 309224 w 3076069"/>
                <a:gd name="connsiteY1" fmla="*/ 1302232 h 1316375"/>
                <a:gd name="connsiteX2" fmla="*/ 0 w 3076069"/>
                <a:gd name="connsiteY2" fmla="*/ 1228607 h 1316375"/>
                <a:gd name="connsiteX3" fmla="*/ 962613 w 3076069"/>
                <a:gd name="connsiteY3" fmla="*/ 837478 h 1316375"/>
                <a:gd name="connsiteX4" fmla="*/ 935005 w 3076069"/>
                <a:gd name="connsiteY4" fmla="*/ 450949 h 1316375"/>
                <a:gd name="connsiteX5" fmla="*/ 212596 w 3076069"/>
                <a:gd name="connsiteY5" fmla="*/ 119640 h 1316375"/>
                <a:gd name="connsiteX6" fmla="*/ 456466 w 3076069"/>
                <a:gd name="connsiteY6" fmla="*/ 50617 h 1316375"/>
                <a:gd name="connsiteX7" fmla="*/ 1528577 w 3076069"/>
                <a:gd name="connsiteY7" fmla="*/ 501566 h 1316375"/>
                <a:gd name="connsiteX8" fmla="*/ 2623695 w 3076069"/>
                <a:gd name="connsiteY8" fmla="*/ 0 h 1316375"/>
                <a:gd name="connsiteX9" fmla="*/ 2927383 w 3076069"/>
                <a:gd name="connsiteY9" fmla="*/ 96632 h 1316375"/>
                <a:gd name="connsiteX10" fmla="*/ 2131352 w 3076069"/>
                <a:gd name="connsiteY10" fmla="*/ 432543 h 1316375"/>
                <a:gd name="connsiteX11" fmla="*/ 2292399 w 3076069"/>
                <a:gd name="connsiteY11" fmla="*/ 920305 h 1316375"/>
                <a:gd name="connsiteX12" fmla="*/ 3076069 w 3076069"/>
                <a:gd name="connsiteY12" fmla="*/ 1228607 h 1316375"/>
                <a:gd name="connsiteX13" fmla="*/ 2808172 w 3076069"/>
                <a:gd name="connsiteY13" fmla="*/ 1316375 h 1316375"/>
                <a:gd name="connsiteX14" fmla="*/ 1537780 w 3076069"/>
                <a:gd name="connsiteY14" fmla="*/ 727041 h 1316375"/>
                <a:gd name="connsiteX0" fmla="*/ 1537780 w 3076069"/>
                <a:gd name="connsiteY0" fmla="*/ 727041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27041 h 1321259"/>
                <a:gd name="connsiteX0" fmla="*/ 1537780 w 3076069"/>
                <a:gd name="connsiteY0" fmla="*/ 750825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50825 h 1321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076069" h="132125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343" name="Freeform 342"/>
            <p:cNvSpPr/>
            <p:nvPr/>
          </p:nvSpPr>
          <p:spPr bwMode="auto">
            <a:xfrm>
              <a:off x="2103309" y="1633103"/>
              <a:ext cx="661129" cy="111241"/>
            </a:xfrm>
            <a:custGeom>
              <a:avLst/>
              <a:gdLst>
                <a:gd name="connsiteX0" fmla="*/ 0 w 3645229"/>
                <a:gd name="connsiteY0" fmla="*/ 214441 h 923747"/>
                <a:gd name="connsiteX1" fmla="*/ 659770 w 3645229"/>
                <a:gd name="connsiteY1" fmla="*/ 16495 h 923747"/>
                <a:gd name="connsiteX2" fmla="*/ 1814367 w 3645229"/>
                <a:gd name="connsiteY2" fmla="*/ 511360 h 923747"/>
                <a:gd name="connsiteX3" fmla="*/ 2968965 w 3645229"/>
                <a:gd name="connsiteY3" fmla="*/ 0 h 923747"/>
                <a:gd name="connsiteX4" fmla="*/ 3645229 w 3645229"/>
                <a:gd name="connsiteY4" fmla="*/ 197946 h 923747"/>
                <a:gd name="connsiteX5" fmla="*/ 3199884 w 3645229"/>
                <a:gd name="connsiteY5" fmla="*/ 461874 h 923747"/>
                <a:gd name="connsiteX6" fmla="*/ 2985459 w 3645229"/>
                <a:gd name="connsiteY6" fmla="*/ 379396 h 923747"/>
                <a:gd name="connsiteX7" fmla="*/ 1830861 w 3645229"/>
                <a:gd name="connsiteY7" fmla="*/ 923747 h 923747"/>
                <a:gd name="connsiteX8" fmla="*/ 676264 w 3645229"/>
                <a:gd name="connsiteY8" fmla="*/ 412387 h 923747"/>
                <a:gd name="connsiteX9" fmla="*/ 527816 w 3645229"/>
                <a:gd name="connsiteY9" fmla="*/ 478369 h 923747"/>
                <a:gd name="connsiteX10" fmla="*/ 0 w 3645229"/>
                <a:gd name="connsiteY10" fmla="*/ 21444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71662 w 3640627"/>
                <a:gd name="connsiteY8" fmla="*/ 412387 h 923747"/>
                <a:gd name="connsiteX9" fmla="*/ 523214 w 3640627"/>
                <a:gd name="connsiteY9" fmla="*/ 478369 h 923747"/>
                <a:gd name="connsiteX10" fmla="*/ 0 w 3640627"/>
                <a:gd name="connsiteY10" fmla="*/ 24205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71662 w 3640627"/>
                <a:gd name="connsiteY8" fmla="*/ 412387 h 923747"/>
                <a:gd name="connsiteX9" fmla="*/ 523214 w 3640627"/>
                <a:gd name="connsiteY9" fmla="*/ 482971 h 923747"/>
                <a:gd name="connsiteX10" fmla="*/ 0 w 3640627"/>
                <a:gd name="connsiteY10" fmla="*/ 24205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90067 w 3640627"/>
                <a:gd name="connsiteY8" fmla="*/ 412387 h 923747"/>
                <a:gd name="connsiteX9" fmla="*/ 523214 w 3640627"/>
                <a:gd name="connsiteY9" fmla="*/ 482971 h 923747"/>
                <a:gd name="connsiteX10" fmla="*/ 0 w 3640627"/>
                <a:gd name="connsiteY10" fmla="*/ 242051 h 923747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09765 w 3640627"/>
                <a:gd name="connsiteY2" fmla="*/ 511360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2980857 w 3640627"/>
                <a:gd name="connsiteY6" fmla="*/ 379396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55778 w 3640627"/>
                <a:gd name="connsiteY2" fmla="*/ 534367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2980857 w 3640627"/>
                <a:gd name="connsiteY6" fmla="*/ 379396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55778 w 3640627"/>
                <a:gd name="connsiteY2" fmla="*/ 534367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3008465 w 3640627"/>
                <a:gd name="connsiteY6" fmla="*/ 402404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723451"/>
                <a:gd name="connsiteY0" fmla="*/ 242051 h 946755"/>
                <a:gd name="connsiteX1" fmla="*/ 655168 w 3723451"/>
                <a:gd name="connsiteY1" fmla="*/ 16495 h 946755"/>
                <a:gd name="connsiteX2" fmla="*/ 1855778 w 3723451"/>
                <a:gd name="connsiteY2" fmla="*/ 534367 h 946755"/>
                <a:gd name="connsiteX3" fmla="*/ 2964363 w 3723451"/>
                <a:gd name="connsiteY3" fmla="*/ 0 h 946755"/>
                <a:gd name="connsiteX4" fmla="*/ 3723451 w 3723451"/>
                <a:gd name="connsiteY4" fmla="*/ 220954 h 946755"/>
                <a:gd name="connsiteX5" fmla="*/ 3195282 w 3723451"/>
                <a:gd name="connsiteY5" fmla="*/ 461874 h 946755"/>
                <a:gd name="connsiteX6" fmla="*/ 3008465 w 3723451"/>
                <a:gd name="connsiteY6" fmla="*/ 402404 h 946755"/>
                <a:gd name="connsiteX7" fmla="*/ 1876873 w 3723451"/>
                <a:gd name="connsiteY7" fmla="*/ 946755 h 946755"/>
                <a:gd name="connsiteX8" fmla="*/ 690067 w 3723451"/>
                <a:gd name="connsiteY8" fmla="*/ 412387 h 946755"/>
                <a:gd name="connsiteX9" fmla="*/ 523214 w 3723451"/>
                <a:gd name="connsiteY9" fmla="*/ 482971 h 946755"/>
                <a:gd name="connsiteX10" fmla="*/ 0 w 3723451"/>
                <a:gd name="connsiteY10" fmla="*/ 242051 h 946755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95282 w 3723451"/>
                <a:gd name="connsiteY5" fmla="*/ 448069 h 932950"/>
                <a:gd name="connsiteX6" fmla="*/ 3008465 w 3723451"/>
                <a:gd name="connsiteY6" fmla="*/ 388599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95282 w 3723451"/>
                <a:gd name="connsiteY5" fmla="*/ 448069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86079 w 3723451"/>
                <a:gd name="connsiteY5" fmla="*/ 461874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86079 w 3723451"/>
                <a:gd name="connsiteY5" fmla="*/ 461874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711613 w 3723451"/>
                <a:gd name="connsiteY8" fmla="*/ 413055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723451" h="932950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344" name="Freeform 343"/>
            <p:cNvSpPr/>
            <p:nvPr/>
          </p:nvSpPr>
          <p:spPr bwMode="auto">
            <a:xfrm>
              <a:off x="2538763" y="1727776"/>
              <a:ext cx="241567" cy="97040"/>
            </a:xfrm>
            <a:custGeom>
              <a:avLst/>
              <a:gdLst>
                <a:gd name="connsiteX0" fmla="*/ 55216 w 1421812"/>
                <a:gd name="connsiteY0" fmla="*/ 0 h 800665"/>
                <a:gd name="connsiteX1" fmla="*/ 1421812 w 1421812"/>
                <a:gd name="connsiteY1" fmla="*/ 625807 h 800665"/>
                <a:gd name="connsiteX2" fmla="*/ 947874 w 1421812"/>
                <a:gd name="connsiteY2" fmla="*/ 800665 h 800665"/>
                <a:gd name="connsiteX3" fmla="*/ 50614 w 1421812"/>
                <a:gd name="connsiteY3" fmla="*/ 404934 h 800665"/>
                <a:gd name="connsiteX4" fmla="*/ 0 w 1421812"/>
                <a:gd name="connsiteY4" fmla="*/ 404934 h 800665"/>
                <a:gd name="connsiteX5" fmla="*/ 55216 w 1421812"/>
                <a:gd name="connsiteY5" fmla="*/ 0 h 800665"/>
                <a:gd name="connsiteX0" fmla="*/ 4602 w 1371198"/>
                <a:gd name="connsiteY0" fmla="*/ 0 h 800665"/>
                <a:gd name="connsiteX1" fmla="*/ 1371198 w 1371198"/>
                <a:gd name="connsiteY1" fmla="*/ 625807 h 800665"/>
                <a:gd name="connsiteX2" fmla="*/ 897260 w 1371198"/>
                <a:gd name="connsiteY2" fmla="*/ 800665 h 800665"/>
                <a:gd name="connsiteX3" fmla="*/ 0 w 1371198"/>
                <a:gd name="connsiteY3" fmla="*/ 404934 h 800665"/>
                <a:gd name="connsiteX4" fmla="*/ 4602 w 1371198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9868"/>
                <a:gd name="connsiteX1" fmla="*/ 1366596 w 1366596"/>
                <a:gd name="connsiteY1" fmla="*/ 625807 h 809868"/>
                <a:gd name="connsiteX2" fmla="*/ 865050 w 1366596"/>
                <a:gd name="connsiteY2" fmla="*/ 809868 h 809868"/>
                <a:gd name="connsiteX3" fmla="*/ 4601 w 1366596"/>
                <a:gd name="connsiteY3" fmla="*/ 427942 h 809868"/>
                <a:gd name="connsiteX4" fmla="*/ 0 w 1366596"/>
                <a:gd name="connsiteY4" fmla="*/ 0 h 809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66596" h="809868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345" name="Freeform 344"/>
            <p:cNvSpPr/>
            <p:nvPr/>
          </p:nvSpPr>
          <p:spPr bwMode="auto">
            <a:xfrm>
              <a:off x="2090595" y="1730144"/>
              <a:ext cx="238387" cy="97039"/>
            </a:xfrm>
            <a:custGeom>
              <a:avLst/>
              <a:gdLst>
                <a:gd name="connsiteX0" fmla="*/ 1329786 w 1348191"/>
                <a:gd name="connsiteY0" fmla="*/ 0 h 809869"/>
                <a:gd name="connsiteX1" fmla="*/ 1348191 w 1348191"/>
                <a:gd name="connsiteY1" fmla="*/ 400333 h 809869"/>
                <a:gd name="connsiteX2" fmla="*/ 487742 w 1348191"/>
                <a:gd name="connsiteY2" fmla="*/ 809869 h 809869"/>
                <a:gd name="connsiteX3" fmla="*/ 0 w 1348191"/>
                <a:gd name="connsiteY3" fmla="*/ 630409 h 809869"/>
                <a:gd name="connsiteX4" fmla="*/ 1329786 w 1348191"/>
                <a:gd name="connsiteY4" fmla="*/ 0 h 809869"/>
                <a:gd name="connsiteX0" fmla="*/ 1329786 w 1348191"/>
                <a:gd name="connsiteY0" fmla="*/ 0 h 791462"/>
                <a:gd name="connsiteX1" fmla="*/ 1348191 w 1348191"/>
                <a:gd name="connsiteY1" fmla="*/ 381926 h 791462"/>
                <a:gd name="connsiteX2" fmla="*/ 487742 w 1348191"/>
                <a:gd name="connsiteY2" fmla="*/ 791462 h 791462"/>
                <a:gd name="connsiteX3" fmla="*/ 0 w 1348191"/>
                <a:gd name="connsiteY3" fmla="*/ 612002 h 791462"/>
                <a:gd name="connsiteX4" fmla="*/ 1329786 w 1348191"/>
                <a:gd name="connsiteY4" fmla="*/ 0 h 7914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8191" h="791462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cxnSp>
          <p:nvCxnSpPr>
            <p:cNvPr id="346" name="Straight Connector 345"/>
            <p:cNvCxnSpPr>
              <a:endCxn id="341" idx="2"/>
            </p:cNvCxnSpPr>
            <p:nvPr/>
          </p:nvCxnSpPr>
          <p:spPr bwMode="auto">
            <a:xfrm flipH="1" flipV="1">
              <a:off x="1871277" y="1737243"/>
              <a:ext cx="3180" cy="123074"/>
            </a:xfrm>
            <a:prstGeom prst="line">
              <a:avLst/>
            </a:prstGeom>
            <a:ln w="6350" cmpd="sng">
              <a:solidFill>
                <a:schemeClr val="tx1"/>
              </a:solidFill>
            </a:ln>
            <a:effectLst>
              <a:outerShdw blurRad="40005" dist="19939" dir="5400000" algn="tl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7" name="Straight Connector 346"/>
            <p:cNvCxnSpPr/>
            <p:nvPr/>
          </p:nvCxnSpPr>
          <p:spPr bwMode="auto">
            <a:xfrm flipH="1" flipV="1">
              <a:off x="2996468" y="1734877"/>
              <a:ext cx="3180" cy="123074"/>
            </a:xfrm>
            <a:prstGeom prst="line">
              <a:avLst/>
            </a:prstGeom>
            <a:ln w="6350" cmpd="sng">
              <a:solidFill>
                <a:schemeClr val="tx1"/>
              </a:solidFill>
            </a:ln>
            <a:effectLst>
              <a:outerShdw blurRad="40005" dist="19939" dir="5400000" algn="tl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7131" name="Group 347"/>
          <p:cNvGrpSpPr>
            <a:grpSpLocks/>
          </p:cNvGrpSpPr>
          <p:nvPr/>
        </p:nvGrpSpPr>
        <p:grpSpPr bwMode="auto">
          <a:xfrm>
            <a:off x="5741988" y="5942638"/>
            <a:ext cx="565150" cy="293688"/>
            <a:chOff x="1871277" y="1576300"/>
            <a:chExt cx="1128371" cy="437861"/>
          </a:xfrm>
        </p:grpSpPr>
        <p:sp>
          <p:nvSpPr>
            <p:cNvPr id="349" name="Oval 348"/>
            <p:cNvSpPr/>
            <p:nvPr/>
          </p:nvSpPr>
          <p:spPr bwMode="auto">
            <a:xfrm flipV="1">
              <a:off x="1874446" y="1694641"/>
              <a:ext cx="1125202" cy="319520"/>
            </a:xfrm>
            <a:prstGeom prst="ellipse">
              <a:avLst/>
            </a:prstGeom>
            <a:gradFill flip="none" rotWithShape="1">
              <a:gsLst>
                <a:gs pos="0">
                  <a:schemeClr val="accent2">
                    <a:lumMod val="75000"/>
                  </a:schemeClr>
                </a:gs>
                <a:gs pos="53000">
                  <a:schemeClr val="accent2">
                    <a:lumMod val="60000"/>
                    <a:lumOff val="40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0" scaled="1"/>
              <a:tileRect/>
            </a:gradFill>
            <a:ln w="635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>
                <a:ln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350" name="Rectangle 349"/>
            <p:cNvSpPr/>
            <p:nvPr/>
          </p:nvSpPr>
          <p:spPr bwMode="auto">
            <a:xfrm>
              <a:off x="1871277" y="1739611"/>
              <a:ext cx="1128371" cy="115973"/>
            </a:xfrm>
            <a:prstGeom prst="rect">
              <a:avLst/>
            </a:prstGeom>
            <a:gradFill>
              <a:gsLst>
                <a:gs pos="0">
                  <a:schemeClr val="accent2">
                    <a:lumMod val="75000"/>
                  </a:schemeClr>
                </a:gs>
                <a:gs pos="53000">
                  <a:schemeClr val="accent2">
                    <a:lumMod val="60000"/>
                    <a:lumOff val="40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10800000" scaled="0"/>
            </a:gradFill>
            <a:ln w="254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351" name="Oval 350"/>
            <p:cNvSpPr/>
            <p:nvPr/>
          </p:nvSpPr>
          <p:spPr bwMode="auto">
            <a:xfrm flipV="1">
              <a:off x="1871277" y="1576300"/>
              <a:ext cx="1125200" cy="31952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635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>
                <a:ln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352" name="Freeform 351"/>
            <p:cNvSpPr/>
            <p:nvPr/>
          </p:nvSpPr>
          <p:spPr bwMode="auto">
            <a:xfrm>
              <a:off x="2159708" y="1673340"/>
              <a:ext cx="548339" cy="160943"/>
            </a:xfrm>
            <a:custGeom>
              <a:avLst/>
              <a:gdLst>
                <a:gd name="connsiteX0" fmla="*/ 1486231 w 2944854"/>
                <a:gd name="connsiteY0" fmla="*/ 727041 h 1302232"/>
                <a:gd name="connsiteX1" fmla="*/ 257675 w 2944854"/>
                <a:gd name="connsiteY1" fmla="*/ 1302232 h 1302232"/>
                <a:gd name="connsiteX2" fmla="*/ 0 w 2944854"/>
                <a:gd name="connsiteY2" fmla="*/ 1228607 h 1302232"/>
                <a:gd name="connsiteX3" fmla="*/ 911064 w 2944854"/>
                <a:gd name="connsiteY3" fmla="*/ 837478 h 1302232"/>
                <a:gd name="connsiteX4" fmla="*/ 883456 w 2944854"/>
                <a:gd name="connsiteY4" fmla="*/ 450949 h 1302232"/>
                <a:gd name="connsiteX5" fmla="*/ 161047 w 2944854"/>
                <a:gd name="connsiteY5" fmla="*/ 119640 h 1302232"/>
                <a:gd name="connsiteX6" fmla="*/ 404917 w 2944854"/>
                <a:gd name="connsiteY6" fmla="*/ 50617 h 1302232"/>
                <a:gd name="connsiteX7" fmla="*/ 1477028 w 2944854"/>
                <a:gd name="connsiteY7" fmla="*/ 501566 h 1302232"/>
                <a:gd name="connsiteX8" fmla="*/ 2572146 w 2944854"/>
                <a:gd name="connsiteY8" fmla="*/ 0 h 1302232"/>
                <a:gd name="connsiteX9" fmla="*/ 2875834 w 2944854"/>
                <a:gd name="connsiteY9" fmla="*/ 96632 h 1302232"/>
                <a:gd name="connsiteX10" fmla="*/ 2079803 w 2944854"/>
                <a:gd name="connsiteY10" fmla="*/ 432543 h 1302232"/>
                <a:gd name="connsiteX11" fmla="*/ 2240850 w 2944854"/>
                <a:gd name="connsiteY11" fmla="*/ 920305 h 1302232"/>
                <a:gd name="connsiteX12" fmla="*/ 2944854 w 2944854"/>
                <a:gd name="connsiteY12" fmla="*/ 1228607 h 1302232"/>
                <a:gd name="connsiteX13" fmla="*/ 2733192 w 2944854"/>
                <a:gd name="connsiteY13" fmla="*/ 1297630 h 1302232"/>
                <a:gd name="connsiteX14" fmla="*/ 1486231 w 2944854"/>
                <a:gd name="connsiteY14" fmla="*/ 727041 h 1302232"/>
                <a:gd name="connsiteX0" fmla="*/ 1486231 w 2944854"/>
                <a:gd name="connsiteY0" fmla="*/ 727041 h 1316375"/>
                <a:gd name="connsiteX1" fmla="*/ 257675 w 2944854"/>
                <a:gd name="connsiteY1" fmla="*/ 1302232 h 1316375"/>
                <a:gd name="connsiteX2" fmla="*/ 0 w 2944854"/>
                <a:gd name="connsiteY2" fmla="*/ 1228607 h 1316375"/>
                <a:gd name="connsiteX3" fmla="*/ 911064 w 2944854"/>
                <a:gd name="connsiteY3" fmla="*/ 837478 h 1316375"/>
                <a:gd name="connsiteX4" fmla="*/ 883456 w 2944854"/>
                <a:gd name="connsiteY4" fmla="*/ 450949 h 1316375"/>
                <a:gd name="connsiteX5" fmla="*/ 161047 w 2944854"/>
                <a:gd name="connsiteY5" fmla="*/ 119640 h 1316375"/>
                <a:gd name="connsiteX6" fmla="*/ 404917 w 2944854"/>
                <a:gd name="connsiteY6" fmla="*/ 50617 h 1316375"/>
                <a:gd name="connsiteX7" fmla="*/ 1477028 w 2944854"/>
                <a:gd name="connsiteY7" fmla="*/ 501566 h 1316375"/>
                <a:gd name="connsiteX8" fmla="*/ 2572146 w 2944854"/>
                <a:gd name="connsiteY8" fmla="*/ 0 h 1316375"/>
                <a:gd name="connsiteX9" fmla="*/ 2875834 w 2944854"/>
                <a:gd name="connsiteY9" fmla="*/ 96632 h 1316375"/>
                <a:gd name="connsiteX10" fmla="*/ 2079803 w 2944854"/>
                <a:gd name="connsiteY10" fmla="*/ 432543 h 1316375"/>
                <a:gd name="connsiteX11" fmla="*/ 2240850 w 2944854"/>
                <a:gd name="connsiteY11" fmla="*/ 920305 h 1316375"/>
                <a:gd name="connsiteX12" fmla="*/ 2944854 w 2944854"/>
                <a:gd name="connsiteY12" fmla="*/ 1228607 h 1316375"/>
                <a:gd name="connsiteX13" fmla="*/ 2756623 w 2944854"/>
                <a:gd name="connsiteY13" fmla="*/ 1316375 h 1316375"/>
                <a:gd name="connsiteX14" fmla="*/ 1486231 w 2944854"/>
                <a:gd name="connsiteY14" fmla="*/ 727041 h 1316375"/>
                <a:gd name="connsiteX0" fmla="*/ 1486231 w 3024520"/>
                <a:gd name="connsiteY0" fmla="*/ 727041 h 1316375"/>
                <a:gd name="connsiteX1" fmla="*/ 257675 w 3024520"/>
                <a:gd name="connsiteY1" fmla="*/ 1302232 h 1316375"/>
                <a:gd name="connsiteX2" fmla="*/ 0 w 3024520"/>
                <a:gd name="connsiteY2" fmla="*/ 1228607 h 1316375"/>
                <a:gd name="connsiteX3" fmla="*/ 911064 w 3024520"/>
                <a:gd name="connsiteY3" fmla="*/ 837478 h 1316375"/>
                <a:gd name="connsiteX4" fmla="*/ 883456 w 3024520"/>
                <a:gd name="connsiteY4" fmla="*/ 450949 h 1316375"/>
                <a:gd name="connsiteX5" fmla="*/ 161047 w 3024520"/>
                <a:gd name="connsiteY5" fmla="*/ 119640 h 1316375"/>
                <a:gd name="connsiteX6" fmla="*/ 404917 w 3024520"/>
                <a:gd name="connsiteY6" fmla="*/ 50617 h 1316375"/>
                <a:gd name="connsiteX7" fmla="*/ 1477028 w 3024520"/>
                <a:gd name="connsiteY7" fmla="*/ 501566 h 1316375"/>
                <a:gd name="connsiteX8" fmla="*/ 2572146 w 3024520"/>
                <a:gd name="connsiteY8" fmla="*/ 0 h 1316375"/>
                <a:gd name="connsiteX9" fmla="*/ 2875834 w 3024520"/>
                <a:gd name="connsiteY9" fmla="*/ 96632 h 1316375"/>
                <a:gd name="connsiteX10" fmla="*/ 2079803 w 3024520"/>
                <a:gd name="connsiteY10" fmla="*/ 432543 h 1316375"/>
                <a:gd name="connsiteX11" fmla="*/ 2240850 w 3024520"/>
                <a:gd name="connsiteY11" fmla="*/ 920305 h 1316375"/>
                <a:gd name="connsiteX12" fmla="*/ 3024520 w 3024520"/>
                <a:gd name="connsiteY12" fmla="*/ 1228607 h 1316375"/>
                <a:gd name="connsiteX13" fmla="*/ 2756623 w 3024520"/>
                <a:gd name="connsiteY13" fmla="*/ 1316375 h 1316375"/>
                <a:gd name="connsiteX14" fmla="*/ 1486231 w 3024520"/>
                <a:gd name="connsiteY14" fmla="*/ 727041 h 1316375"/>
                <a:gd name="connsiteX0" fmla="*/ 1537780 w 3076069"/>
                <a:gd name="connsiteY0" fmla="*/ 727041 h 1316375"/>
                <a:gd name="connsiteX1" fmla="*/ 309224 w 3076069"/>
                <a:gd name="connsiteY1" fmla="*/ 1302232 h 1316375"/>
                <a:gd name="connsiteX2" fmla="*/ 0 w 3076069"/>
                <a:gd name="connsiteY2" fmla="*/ 1228607 h 1316375"/>
                <a:gd name="connsiteX3" fmla="*/ 962613 w 3076069"/>
                <a:gd name="connsiteY3" fmla="*/ 837478 h 1316375"/>
                <a:gd name="connsiteX4" fmla="*/ 935005 w 3076069"/>
                <a:gd name="connsiteY4" fmla="*/ 450949 h 1316375"/>
                <a:gd name="connsiteX5" fmla="*/ 212596 w 3076069"/>
                <a:gd name="connsiteY5" fmla="*/ 119640 h 1316375"/>
                <a:gd name="connsiteX6" fmla="*/ 456466 w 3076069"/>
                <a:gd name="connsiteY6" fmla="*/ 50617 h 1316375"/>
                <a:gd name="connsiteX7" fmla="*/ 1528577 w 3076069"/>
                <a:gd name="connsiteY7" fmla="*/ 501566 h 1316375"/>
                <a:gd name="connsiteX8" fmla="*/ 2623695 w 3076069"/>
                <a:gd name="connsiteY8" fmla="*/ 0 h 1316375"/>
                <a:gd name="connsiteX9" fmla="*/ 2927383 w 3076069"/>
                <a:gd name="connsiteY9" fmla="*/ 96632 h 1316375"/>
                <a:gd name="connsiteX10" fmla="*/ 2131352 w 3076069"/>
                <a:gd name="connsiteY10" fmla="*/ 432543 h 1316375"/>
                <a:gd name="connsiteX11" fmla="*/ 2292399 w 3076069"/>
                <a:gd name="connsiteY11" fmla="*/ 920305 h 1316375"/>
                <a:gd name="connsiteX12" fmla="*/ 3076069 w 3076069"/>
                <a:gd name="connsiteY12" fmla="*/ 1228607 h 1316375"/>
                <a:gd name="connsiteX13" fmla="*/ 2808172 w 3076069"/>
                <a:gd name="connsiteY13" fmla="*/ 1316375 h 1316375"/>
                <a:gd name="connsiteX14" fmla="*/ 1537780 w 3076069"/>
                <a:gd name="connsiteY14" fmla="*/ 727041 h 1316375"/>
                <a:gd name="connsiteX0" fmla="*/ 1537780 w 3076069"/>
                <a:gd name="connsiteY0" fmla="*/ 727041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27041 h 1321259"/>
                <a:gd name="connsiteX0" fmla="*/ 1537780 w 3076069"/>
                <a:gd name="connsiteY0" fmla="*/ 750825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50825 h 1321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076069" h="132125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353" name="Freeform 352"/>
            <p:cNvSpPr/>
            <p:nvPr/>
          </p:nvSpPr>
          <p:spPr bwMode="auto">
            <a:xfrm>
              <a:off x="2102655" y="1633103"/>
              <a:ext cx="662444" cy="111241"/>
            </a:xfrm>
            <a:custGeom>
              <a:avLst/>
              <a:gdLst>
                <a:gd name="connsiteX0" fmla="*/ 0 w 3645229"/>
                <a:gd name="connsiteY0" fmla="*/ 214441 h 923747"/>
                <a:gd name="connsiteX1" fmla="*/ 659770 w 3645229"/>
                <a:gd name="connsiteY1" fmla="*/ 16495 h 923747"/>
                <a:gd name="connsiteX2" fmla="*/ 1814367 w 3645229"/>
                <a:gd name="connsiteY2" fmla="*/ 511360 h 923747"/>
                <a:gd name="connsiteX3" fmla="*/ 2968965 w 3645229"/>
                <a:gd name="connsiteY3" fmla="*/ 0 h 923747"/>
                <a:gd name="connsiteX4" fmla="*/ 3645229 w 3645229"/>
                <a:gd name="connsiteY4" fmla="*/ 197946 h 923747"/>
                <a:gd name="connsiteX5" fmla="*/ 3199884 w 3645229"/>
                <a:gd name="connsiteY5" fmla="*/ 461874 h 923747"/>
                <a:gd name="connsiteX6" fmla="*/ 2985459 w 3645229"/>
                <a:gd name="connsiteY6" fmla="*/ 379396 h 923747"/>
                <a:gd name="connsiteX7" fmla="*/ 1830861 w 3645229"/>
                <a:gd name="connsiteY7" fmla="*/ 923747 h 923747"/>
                <a:gd name="connsiteX8" fmla="*/ 676264 w 3645229"/>
                <a:gd name="connsiteY8" fmla="*/ 412387 h 923747"/>
                <a:gd name="connsiteX9" fmla="*/ 527816 w 3645229"/>
                <a:gd name="connsiteY9" fmla="*/ 478369 h 923747"/>
                <a:gd name="connsiteX10" fmla="*/ 0 w 3645229"/>
                <a:gd name="connsiteY10" fmla="*/ 21444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71662 w 3640627"/>
                <a:gd name="connsiteY8" fmla="*/ 412387 h 923747"/>
                <a:gd name="connsiteX9" fmla="*/ 523214 w 3640627"/>
                <a:gd name="connsiteY9" fmla="*/ 478369 h 923747"/>
                <a:gd name="connsiteX10" fmla="*/ 0 w 3640627"/>
                <a:gd name="connsiteY10" fmla="*/ 24205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71662 w 3640627"/>
                <a:gd name="connsiteY8" fmla="*/ 412387 h 923747"/>
                <a:gd name="connsiteX9" fmla="*/ 523214 w 3640627"/>
                <a:gd name="connsiteY9" fmla="*/ 482971 h 923747"/>
                <a:gd name="connsiteX10" fmla="*/ 0 w 3640627"/>
                <a:gd name="connsiteY10" fmla="*/ 24205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90067 w 3640627"/>
                <a:gd name="connsiteY8" fmla="*/ 412387 h 923747"/>
                <a:gd name="connsiteX9" fmla="*/ 523214 w 3640627"/>
                <a:gd name="connsiteY9" fmla="*/ 482971 h 923747"/>
                <a:gd name="connsiteX10" fmla="*/ 0 w 3640627"/>
                <a:gd name="connsiteY10" fmla="*/ 242051 h 923747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09765 w 3640627"/>
                <a:gd name="connsiteY2" fmla="*/ 511360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2980857 w 3640627"/>
                <a:gd name="connsiteY6" fmla="*/ 379396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55778 w 3640627"/>
                <a:gd name="connsiteY2" fmla="*/ 534367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2980857 w 3640627"/>
                <a:gd name="connsiteY6" fmla="*/ 379396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55778 w 3640627"/>
                <a:gd name="connsiteY2" fmla="*/ 534367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3008465 w 3640627"/>
                <a:gd name="connsiteY6" fmla="*/ 402404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723451"/>
                <a:gd name="connsiteY0" fmla="*/ 242051 h 946755"/>
                <a:gd name="connsiteX1" fmla="*/ 655168 w 3723451"/>
                <a:gd name="connsiteY1" fmla="*/ 16495 h 946755"/>
                <a:gd name="connsiteX2" fmla="*/ 1855778 w 3723451"/>
                <a:gd name="connsiteY2" fmla="*/ 534367 h 946755"/>
                <a:gd name="connsiteX3" fmla="*/ 2964363 w 3723451"/>
                <a:gd name="connsiteY3" fmla="*/ 0 h 946755"/>
                <a:gd name="connsiteX4" fmla="*/ 3723451 w 3723451"/>
                <a:gd name="connsiteY4" fmla="*/ 220954 h 946755"/>
                <a:gd name="connsiteX5" fmla="*/ 3195282 w 3723451"/>
                <a:gd name="connsiteY5" fmla="*/ 461874 h 946755"/>
                <a:gd name="connsiteX6" fmla="*/ 3008465 w 3723451"/>
                <a:gd name="connsiteY6" fmla="*/ 402404 h 946755"/>
                <a:gd name="connsiteX7" fmla="*/ 1876873 w 3723451"/>
                <a:gd name="connsiteY7" fmla="*/ 946755 h 946755"/>
                <a:gd name="connsiteX8" fmla="*/ 690067 w 3723451"/>
                <a:gd name="connsiteY8" fmla="*/ 412387 h 946755"/>
                <a:gd name="connsiteX9" fmla="*/ 523214 w 3723451"/>
                <a:gd name="connsiteY9" fmla="*/ 482971 h 946755"/>
                <a:gd name="connsiteX10" fmla="*/ 0 w 3723451"/>
                <a:gd name="connsiteY10" fmla="*/ 242051 h 946755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95282 w 3723451"/>
                <a:gd name="connsiteY5" fmla="*/ 448069 h 932950"/>
                <a:gd name="connsiteX6" fmla="*/ 3008465 w 3723451"/>
                <a:gd name="connsiteY6" fmla="*/ 388599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95282 w 3723451"/>
                <a:gd name="connsiteY5" fmla="*/ 448069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86079 w 3723451"/>
                <a:gd name="connsiteY5" fmla="*/ 461874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86079 w 3723451"/>
                <a:gd name="connsiteY5" fmla="*/ 461874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711613 w 3723451"/>
                <a:gd name="connsiteY8" fmla="*/ 413055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723451" h="932950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354" name="Freeform 353"/>
            <p:cNvSpPr/>
            <p:nvPr/>
          </p:nvSpPr>
          <p:spPr bwMode="auto">
            <a:xfrm>
              <a:off x="2536889" y="1727776"/>
              <a:ext cx="244057" cy="97040"/>
            </a:xfrm>
            <a:custGeom>
              <a:avLst/>
              <a:gdLst>
                <a:gd name="connsiteX0" fmla="*/ 55216 w 1421812"/>
                <a:gd name="connsiteY0" fmla="*/ 0 h 800665"/>
                <a:gd name="connsiteX1" fmla="*/ 1421812 w 1421812"/>
                <a:gd name="connsiteY1" fmla="*/ 625807 h 800665"/>
                <a:gd name="connsiteX2" fmla="*/ 947874 w 1421812"/>
                <a:gd name="connsiteY2" fmla="*/ 800665 h 800665"/>
                <a:gd name="connsiteX3" fmla="*/ 50614 w 1421812"/>
                <a:gd name="connsiteY3" fmla="*/ 404934 h 800665"/>
                <a:gd name="connsiteX4" fmla="*/ 0 w 1421812"/>
                <a:gd name="connsiteY4" fmla="*/ 404934 h 800665"/>
                <a:gd name="connsiteX5" fmla="*/ 55216 w 1421812"/>
                <a:gd name="connsiteY5" fmla="*/ 0 h 800665"/>
                <a:gd name="connsiteX0" fmla="*/ 4602 w 1371198"/>
                <a:gd name="connsiteY0" fmla="*/ 0 h 800665"/>
                <a:gd name="connsiteX1" fmla="*/ 1371198 w 1371198"/>
                <a:gd name="connsiteY1" fmla="*/ 625807 h 800665"/>
                <a:gd name="connsiteX2" fmla="*/ 897260 w 1371198"/>
                <a:gd name="connsiteY2" fmla="*/ 800665 h 800665"/>
                <a:gd name="connsiteX3" fmla="*/ 0 w 1371198"/>
                <a:gd name="connsiteY3" fmla="*/ 404934 h 800665"/>
                <a:gd name="connsiteX4" fmla="*/ 4602 w 1371198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9868"/>
                <a:gd name="connsiteX1" fmla="*/ 1366596 w 1366596"/>
                <a:gd name="connsiteY1" fmla="*/ 625807 h 809868"/>
                <a:gd name="connsiteX2" fmla="*/ 865050 w 1366596"/>
                <a:gd name="connsiteY2" fmla="*/ 809868 h 809868"/>
                <a:gd name="connsiteX3" fmla="*/ 4601 w 1366596"/>
                <a:gd name="connsiteY3" fmla="*/ 427942 h 809868"/>
                <a:gd name="connsiteX4" fmla="*/ 0 w 1366596"/>
                <a:gd name="connsiteY4" fmla="*/ 0 h 809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66596" h="809868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355" name="Freeform 354"/>
            <p:cNvSpPr/>
            <p:nvPr/>
          </p:nvSpPr>
          <p:spPr bwMode="auto">
            <a:xfrm>
              <a:off x="2089977" y="1730144"/>
              <a:ext cx="240888" cy="97039"/>
            </a:xfrm>
            <a:custGeom>
              <a:avLst/>
              <a:gdLst>
                <a:gd name="connsiteX0" fmla="*/ 1329786 w 1348191"/>
                <a:gd name="connsiteY0" fmla="*/ 0 h 809869"/>
                <a:gd name="connsiteX1" fmla="*/ 1348191 w 1348191"/>
                <a:gd name="connsiteY1" fmla="*/ 400333 h 809869"/>
                <a:gd name="connsiteX2" fmla="*/ 487742 w 1348191"/>
                <a:gd name="connsiteY2" fmla="*/ 809869 h 809869"/>
                <a:gd name="connsiteX3" fmla="*/ 0 w 1348191"/>
                <a:gd name="connsiteY3" fmla="*/ 630409 h 809869"/>
                <a:gd name="connsiteX4" fmla="*/ 1329786 w 1348191"/>
                <a:gd name="connsiteY4" fmla="*/ 0 h 809869"/>
                <a:gd name="connsiteX0" fmla="*/ 1329786 w 1348191"/>
                <a:gd name="connsiteY0" fmla="*/ 0 h 791462"/>
                <a:gd name="connsiteX1" fmla="*/ 1348191 w 1348191"/>
                <a:gd name="connsiteY1" fmla="*/ 381926 h 791462"/>
                <a:gd name="connsiteX2" fmla="*/ 487742 w 1348191"/>
                <a:gd name="connsiteY2" fmla="*/ 791462 h 791462"/>
                <a:gd name="connsiteX3" fmla="*/ 0 w 1348191"/>
                <a:gd name="connsiteY3" fmla="*/ 612002 h 791462"/>
                <a:gd name="connsiteX4" fmla="*/ 1329786 w 1348191"/>
                <a:gd name="connsiteY4" fmla="*/ 0 h 7914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8191" h="791462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cxnSp>
          <p:nvCxnSpPr>
            <p:cNvPr id="356" name="Straight Connector 355"/>
            <p:cNvCxnSpPr>
              <a:endCxn id="351" idx="2"/>
            </p:cNvCxnSpPr>
            <p:nvPr/>
          </p:nvCxnSpPr>
          <p:spPr bwMode="auto">
            <a:xfrm flipH="1" flipV="1">
              <a:off x="1871277" y="1737243"/>
              <a:ext cx="3169" cy="123074"/>
            </a:xfrm>
            <a:prstGeom prst="line">
              <a:avLst/>
            </a:prstGeom>
            <a:ln w="6350" cmpd="sng">
              <a:solidFill>
                <a:schemeClr val="tx1"/>
              </a:solidFill>
            </a:ln>
            <a:effectLst>
              <a:outerShdw blurRad="40005" dist="19939" dir="5400000" algn="tl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7" name="Straight Connector 356"/>
            <p:cNvCxnSpPr/>
            <p:nvPr/>
          </p:nvCxnSpPr>
          <p:spPr bwMode="auto">
            <a:xfrm flipH="1" flipV="1">
              <a:off x="2996477" y="1734877"/>
              <a:ext cx="3171" cy="123074"/>
            </a:xfrm>
            <a:prstGeom prst="line">
              <a:avLst/>
            </a:prstGeom>
            <a:ln w="6350" cmpd="sng">
              <a:solidFill>
                <a:schemeClr val="tx1"/>
              </a:solidFill>
            </a:ln>
            <a:effectLst>
              <a:outerShdw blurRad="40005" dist="19939" dir="5400000" algn="tl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7132" name="Group 357"/>
          <p:cNvGrpSpPr>
            <a:grpSpLocks/>
          </p:cNvGrpSpPr>
          <p:nvPr/>
        </p:nvGrpSpPr>
        <p:grpSpPr bwMode="auto">
          <a:xfrm>
            <a:off x="2714625" y="5988676"/>
            <a:ext cx="565150" cy="293687"/>
            <a:chOff x="1871277" y="1576300"/>
            <a:chExt cx="1128371" cy="437861"/>
          </a:xfrm>
        </p:grpSpPr>
        <p:sp>
          <p:nvSpPr>
            <p:cNvPr id="359" name="Oval 358"/>
            <p:cNvSpPr/>
            <p:nvPr/>
          </p:nvSpPr>
          <p:spPr bwMode="auto">
            <a:xfrm flipV="1">
              <a:off x="1874448" y="1694641"/>
              <a:ext cx="1125200" cy="319520"/>
            </a:xfrm>
            <a:prstGeom prst="ellipse">
              <a:avLst/>
            </a:prstGeom>
            <a:gradFill flip="none" rotWithShape="1">
              <a:gsLst>
                <a:gs pos="0">
                  <a:schemeClr val="accent2">
                    <a:lumMod val="75000"/>
                  </a:schemeClr>
                </a:gs>
                <a:gs pos="53000">
                  <a:schemeClr val="accent2">
                    <a:lumMod val="60000"/>
                    <a:lumOff val="40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0" scaled="1"/>
              <a:tileRect/>
            </a:gradFill>
            <a:ln w="635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>
                <a:ln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360" name="Rectangle 359"/>
            <p:cNvSpPr/>
            <p:nvPr/>
          </p:nvSpPr>
          <p:spPr bwMode="auto">
            <a:xfrm>
              <a:off x="1871277" y="1739610"/>
              <a:ext cx="1128371" cy="115975"/>
            </a:xfrm>
            <a:prstGeom prst="rect">
              <a:avLst/>
            </a:prstGeom>
            <a:gradFill>
              <a:gsLst>
                <a:gs pos="0">
                  <a:schemeClr val="accent2">
                    <a:lumMod val="75000"/>
                  </a:schemeClr>
                </a:gs>
                <a:gs pos="53000">
                  <a:schemeClr val="accent2">
                    <a:lumMod val="60000"/>
                    <a:lumOff val="40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10800000" scaled="0"/>
            </a:gradFill>
            <a:ln w="254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361" name="Oval 360"/>
            <p:cNvSpPr/>
            <p:nvPr/>
          </p:nvSpPr>
          <p:spPr bwMode="auto">
            <a:xfrm flipV="1">
              <a:off x="1871277" y="1576300"/>
              <a:ext cx="1125202" cy="31952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635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>
                <a:ln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362" name="Freeform 361"/>
            <p:cNvSpPr/>
            <p:nvPr/>
          </p:nvSpPr>
          <p:spPr bwMode="auto">
            <a:xfrm>
              <a:off x="2159710" y="1673339"/>
              <a:ext cx="548337" cy="160944"/>
            </a:xfrm>
            <a:custGeom>
              <a:avLst/>
              <a:gdLst>
                <a:gd name="connsiteX0" fmla="*/ 1486231 w 2944854"/>
                <a:gd name="connsiteY0" fmla="*/ 727041 h 1302232"/>
                <a:gd name="connsiteX1" fmla="*/ 257675 w 2944854"/>
                <a:gd name="connsiteY1" fmla="*/ 1302232 h 1302232"/>
                <a:gd name="connsiteX2" fmla="*/ 0 w 2944854"/>
                <a:gd name="connsiteY2" fmla="*/ 1228607 h 1302232"/>
                <a:gd name="connsiteX3" fmla="*/ 911064 w 2944854"/>
                <a:gd name="connsiteY3" fmla="*/ 837478 h 1302232"/>
                <a:gd name="connsiteX4" fmla="*/ 883456 w 2944854"/>
                <a:gd name="connsiteY4" fmla="*/ 450949 h 1302232"/>
                <a:gd name="connsiteX5" fmla="*/ 161047 w 2944854"/>
                <a:gd name="connsiteY5" fmla="*/ 119640 h 1302232"/>
                <a:gd name="connsiteX6" fmla="*/ 404917 w 2944854"/>
                <a:gd name="connsiteY6" fmla="*/ 50617 h 1302232"/>
                <a:gd name="connsiteX7" fmla="*/ 1477028 w 2944854"/>
                <a:gd name="connsiteY7" fmla="*/ 501566 h 1302232"/>
                <a:gd name="connsiteX8" fmla="*/ 2572146 w 2944854"/>
                <a:gd name="connsiteY8" fmla="*/ 0 h 1302232"/>
                <a:gd name="connsiteX9" fmla="*/ 2875834 w 2944854"/>
                <a:gd name="connsiteY9" fmla="*/ 96632 h 1302232"/>
                <a:gd name="connsiteX10" fmla="*/ 2079803 w 2944854"/>
                <a:gd name="connsiteY10" fmla="*/ 432543 h 1302232"/>
                <a:gd name="connsiteX11" fmla="*/ 2240850 w 2944854"/>
                <a:gd name="connsiteY11" fmla="*/ 920305 h 1302232"/>
                <a:gd name="connsiteX12" fmla="*/ 2944854 w 2944854"/>
                <a:gd name="connsiteY12" fmla="*/ 1228607 h 1302232"/>
                <a:gd name="connsiteX13" fmla="*/ 2733192 w 2944854"/>
                <a:gd name="connsiteY13" fmla="*/ 1297630 h 1302232"/>
                <a:gd name="connsiteX14" fmla="*/ 1486231 w 2944854"/>
                <a:gd name="connsiteY14" fmla="*/ 727041 h 1302232"/>
                <a:gd name="connsiteX0" fmla="*/ 1486231 w 2944854"/>
                <a:gd name="connsiteY0" fmla="*/ 727041 h 1316375"/>
                <a:gd name="connsiteX1" fmla="*/ 257675 w 2944854"/>
                <a:gd name="connsiteY1" fmla="*/ 1302232 h 1316375"/>
                <a:gd name="connsiteX2" fmla="*/ 0 w 2944854"/>
                <a:gd name="connsiteY2" fmla="*/ 1228607 h 1316375"/>
                <a:gd name="connsiteX3" fmla="*/ 911064 w 2944854"/>
                <a:gd name="connsiteY3" fmla="*/ 837478 h 1316375"/>
                <a:gd name="connsiteX4" fmla="*/ 883456 w 2944854"/>
                <a:gd name="connsiteY4" fmla="*/ 450949 h 1316375"/>
                <a:gd name="connsiteX5" fmla="*/ 161047 w 2944854"/>
                <a:gd name="connsiteY5" fmla="*/ 119640 h 1316375"/>
                <a:gd name="connsiteX6" fmla="*/ 404917 w 2944854"/>
                <a:gd name="connsiteY6" fmla="*/ 50617 h 1316375"/>
                <a:gd name="connsiteX7" fmla="*/ 1477028 w 2944854"/>
                <a:gd name="connsiteY7" fmla="*/ 501566 h 1316375"/>
                <a:gd name="connsiteX8" fmla="*/ 2572146 w 2944854"/>
                <a:gd name="connsiteY8" fmla="*/ 0 h 1316375"/>
                <a:gd name="connsiteX9" fmla="*/ 2875834 w 2944854"/>
                <a:gd name="connsiteY9" fmla="*/ 96632 h 1316375"/>
                <a:gd name="connsiteX10" fmla="*/ 2079803 w 2944854"/>
                <a:gd name="connsiteY10" fmla="*/ 432543 h 1316375"/>
                <a:gd name="connsiteX11" fmla="*/ 2240850 w 2944854"/>
                <a:gd name="connsiteY11" fmla="*/ 920305 h 1316375"/>
                <a:gd name="connsiteX12" fmla="*/ 2944854 w 2944854"/>
                <a:gd name="connsiteY12" fmla="*/ 1228607 h 1316375"/>
                <a:gd name="connsiteX13" fmla="*/ 2756623 w 2944854"/>
                <a:gd name="connsiteY13" fmla="*/ 1316375 h 1316375"/>
                <a:gd name="connsiteX14" fmla="*/ 1486231 w 2944854"/>
                <a:gd name="connsiteY14" fmla="*/ 727041 h 1316375"/>
                <a:gd name="connsiteX0" fmla="*/ 1486231 w 3024520"/>
                <a:gd name="connsiteY0" fmla="*/ 727041 h 1316375"/>
                <a:gd name="connsiteX1" fmla="*/ 257675 w 3024520"/>
                <a:gd name="connsiteY1" fmla="*/ 1302232 h 1316375"/>
                <a:gd name="connsiteX2" fmla="*/ 0 w 3024520"/>
                <a:gd name="connsiteY2" fmla="*/ 1228607 h 1316375"/>
                <a:gd name="connsiteX3" fmla="*/ 911064 w 3024520"/>
                <a:gd name="connsiteY3" fmla="*/ 837478 h 1316375"/>
                <a:gd name="connsiteX4" fmla="*/ 883456 w 3024520"/>
                <a:gd name="connsiteY4" fmla="*/ 450949 h 1316375"/>
                <a:gd name="connsiteX5" fmla="*/ 161047 w 3024520"/>
                <a:gd name="connsiteY5" fmla="*/ 119640 h 1316375"/>
                <a:gd name="connsiteX6" fmla="*/ 404917 w 3024520"/>
                <a:gd name="connsiteY6" fmla="*/ 50617 h 1316375"/>
                <a:gd name="connsiteX7" fmla="*/ 1477028 w 3024520"/>
                <a:gd name="connsiteY7" fmla="*/ 501566 h 1316375"/>
                <a:gd name="connsiteX8" fmla="*/ 2572146 w 3024520"/>
                <a:gd name="connsiteY8" fmla="*/ 0 h 1316375"/>
                <a:gd name="connsiteX9" fmla="*/ 2875834 w 3024520"/>
                <a:gd name="connsiteY9" fmla="*/ 96632 h 1316375"/>
                <a:gd name="connsiteX10" fmla="*/ 2079803 w 3024520"/>
                <a:gd name="connsiteY10" fmla="*/ 432543 h 1316375"/>
                <a:gd name="connsiteX11" fmla="*/ 2240850 w 3024520"/>
                <a:gd name="connsiteY11" fmla="*/ 920305 h 1316375"/>
                <a:gd name="connsiteX12" fmla="*/ 3024520 w 3024520"/>
                <a:gd name="connsiteY12" fmla="*/ 1228607 h 1316375"/>
                <a:gd name="connsiteX13" fmla="*/ 2756623 w 3024520"/>
                <a:gd name="connsiteY13" fmla="*/ 1316375 h 1316375"/>
                <a:gd name="connsiteX14" fmla="*/ 1486231 w 3024520"/>
                <a:gd name="connsiteY14" fmla="*/ 727041 h 1316375"/>
                <a:gd name="connsiteX0" fmla="*/ 1537780 w 3076069"/>
                <a:gd name="connsiteY0" fmla="*/ 727041 h 1316375"/>
                <a:gd name="connsiteX1" fmla="*/ 309224 w 3076069"/>
                <a:gd name="connsiteY1" fmla="*/ 1302232 h 1316375"/>
                <a:gd name="connsiteX2" fmla="*/ 0 w 3076069"/>
                <a:gd name="connsiteY2" fmla="*/ 1228607 h 1316375"/>
                <a:gd name="connsiteX3" fmla="*/ 962613 w 3076069"/>
                <a:gd name="connsiteY3" fmla="*/ 837478 h 1316375"/>
                <a:gd name="connsiteX4" fmla="*/ 935005 w 3076069"/>
                <a:gd name="connsiteY4" fmla="*/ 450949 h 1316375"/>
                <a:gd name="connsiteX5" fmla="*/ 212596 w 3076069"/>
                <a:gd name="connsiteY5" fmla="*/ 119640 h 1316375"/>
                <a:gd name="connsiteX6" fmla="*/ 456466 w 3076069"/>
                <a:gd name="connsiteY6" fmla="*/ 50617 h 1316375"/>
                <a:gd name="connsiteX7" fmla="*/ 1528577 w 3076069"/>
                <a:gd name="connsiteY7" fmla="*/ 501566 h 1316375"/>
                <a:gd name="connsiteX8" fmla="*/ 2623695 w 3076069"/>
                <a:gd name="connsiteY8" fmla="*/ 0 h 1316375"/>
                <a:gd name="connsiteX9" fmla="*/ 2927383 w 3076069"/>
                <a:gd name="connsiteY9" fmla="*/ 96632 h 1316375"/>
                <a:gd name="connsiteX10" fmla="*/ 2131352 w 3076069"/>
                <a:gd name="connsiteY10" fmla="*/ 432543 h 1316375"/>
                <a:gd name="connsiteX11" fmla="*/ 2292399 w 3076069"/>
                <a:gd name="connsiteY11" fmla="*/ 920305 h 1316375"/>
                <a:gd name="connsiteX12" fmla="*/ 3076069 w 3076069"/>
                <a:gd name="connsiteY12" fmla="*/ 1228607 h 1316375"/>
                <a:gd name="connsiteX13" fmla="*/ 2808172 w 3076069"/>
                <a:gd name="connsiteY13" fmla="*/ 1316375 h 1316375"/>
                <a:gd name="connsiteX14" fmla="*/ 1537780 w 3076069"/>
                <a:gd name="connsiteY14" fmla="*/ 727041 h 1316375"/>
                <a:gd name="connsiteX0" fmla="*/ 1537780 w 3076069"/>
                <a:gd name="connsiteY0" fmla="*/ 727041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27041 h 1321259"/>
                <a:gd name="connsiteX0" fmla="*/ 1537780 w 3076069"/>
                <a:gd name="connsiteY0" fmla="*/ 750825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50825 h 1321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076069" h="132125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363" name="Freeform 362"/>
            <p:cNvSpPr/>
            <p:nvPr/>
          </p:nvSpPr>
          <p:spPr bwMode="auto">
            <a:xfrm>
              <a:off x="2102657" y="1633104"/>
              <a:ext cx="662442" cy="111240"/>
            </a:xfrm>
            <a:custGeom>
              <a:avLst/>
              <a:gdLst>
                <a:gd name="connsiteX0" fmla="*/ 0 w 3645229"/>
                <a:gd name="connsiteY0" fmla="*/ 214441 h 923747"/>
                <a:gd name="connsiteX1" fmla="*/ 659770 w 3645229"/>
                <a:gd name="connsiteY1" fmla="*/ 16495 h 923747"/>
                <a:gd name="connsiteX2" fmla="*/ 1814367 w 3645229"/>
                <a:gd name="connsiteY2" fmla="*/ 511360 h 923747"/>
                <a:gd name="connsiteX3" fmla="*/ 2968965 w 3645229"/>
                <a:gd name="connsiteY3" fmla="*/ 0 h 923747"/>
                <a:gd name="connsiteX4" fmla="*/ 3645229 w 3645229"/>
                <a:gd name="connsiteY4" fmla="*/ 197946 h 923747"/>
                <a:gd name="connsiteX5" fmla="*/ 3199884 w 3645229"/>
                <a:gd name="connsiteY5" fmla="*/ 461874 h 923747"/>
                <a:gd name="connsiteX6" fmla="*/ 2985459 w 3645229"/>
                <a:gd name="connsiteY6" fmla="*/ 379396 h 923747"/>
                <a:gd name="connsiteX7" fmla="*/ 1830861 w 3645229"/>
                <a:gd name="connsiteY7" fmla="*/ 923747 h 923747"/>
                <a:gd name="connsiteX8" fmla="*/ 676264 w 3645229"/>
                <a:gd name="connsiteY8" fmla="*/ 412387 h 923747"/>
                <a:gd name="connsiteX9" fmla="*/ 527816 w 3645229"/>
                <a:gd name="connsiteY9" fmla="*/ 478369 h 923747"/>
                <a:gd name="connsiteX10" fmla="*/ 0 w 3645229"/>
                <a:gd name="connsiteY10" fmla="*/ 21444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71662 w 3640627"/>
                <a:gd name="connsiteY8" fmla="*/ 412387 h 923747"/>
                <a:gd name="connsiteX9" fmla="*/ 523214 w 3640627"/>
                <a:gd name="connsiteY9" fmla="*/ 478369 h 923747"/>
                <a:gd name="connsiteX10" fmla="*/ 0 w 3640627"/>
                <a:gd name="connsiteY10" fmla="*/ 24205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71662 w 3640627"/>
                <a:gd name="connsiteY8" fmla="*/ 412387 h 923747"/>
                <a:gd name="connsiteX9" fmla="*/ 523214 w 3640627"/>
                <a:gd name="connsiteY9" fmla="*/ 482971 h 923747"/>
                <a:gd name="connsiteX10" fmla="*/ 0 w 3640627"/>
                <a:gd name="connsiteY10" fmla="*/ 24205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90067 w 3640627"/>
                <a:gd name="connsiteY8" fmla="*/ 412387 h 923747"/>
                <a:gd name="connsiteX9" fmla="*/ 523214 w 3640627"/>
                <a:gd name="connsiteY9" fmla="*/ 482971 h 923747"/>
                <a:gd name="connsiteX10" fmla="*/ 0 w 3640627"/>
                <a:gd name="connsiteY10" fmla="*/ 242051 h 923747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09765 w 3640627"/>
                <a:gd name="connsiteY2" fmla="*/ 511360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2980857 w 3640627"/>
                <a:gd name="connsiteY6" fmla="*/ 379396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55778 w 3640627"/>
                <a:gd name="connsiteY2" fmla="*/ 534367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2980857 w 3640627"/>
                <a:gd name="connsiteY6" fmla="*/ 379396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55778 w 3640627"/>
                <a:gd name="connsiteY2" fmla="*/ 534367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3008465 w 3640627"/>
                <a:gd name="connsiteY6" fmla="*/ 402404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723451"/>
                <a:gd name="connsiteY0" fmla="*/ 242051 h 946755"/>
                <a:gd name="connsiteX1" fmla="*/ 655168 w 3723451"/>
                <a:gd name="connsiteY1" fmla="*/ 16495 h 946755"/>
                <a:gd name="connsiteX2" fmla="*/ 1855778 w 3723451"/>
                <a:gd name="connsiteY2" fmla="*/ 534367 h 946755"/>
                <a:gd name="connsiteX3" fmla="*/ 2964363 w 3723451"/>
                <a:gd name="connsiteY3" fmla="*/ 0 h 946755"/>
                <a:gd name="connsiteX4" fmla="*/ 3723451 w 3723451"/>
                <a:gd name="connsiteY4" fmla="*/ 220954 h 946755"/>
                <a:gd name="connsiteX5" fmla="*/ 3195282 w 3723451"/>
                <a:gd name="connsiteY5" fmla="*/ 461874 h 946755"/>
                <a:gd name="connsiteX6" fmla="*/ 3008465 w 3723451"/>
                <a:gd name="connsiteY6" fmla="*/ 402404 h 946755"/>
                <a:gd name="connsiteX7" fmla="*/ 1876873 w 3723451"/>
                <a:gd name="connsiteY7" fmla="*/ 946755 h 946755"/>
                <a:gd name="connsiteX8" fmla="*/ 690067 w 3723451"/>
                <a:gd name="connsiteY8" fmla="*/ 412387 h 946755"/>
                <a:gd name="connsiteX9" fmla="*/ 523214 w 3723451"/>
                <a:gd name="connsiteY9" fmla="*/ 482971 h 946755"/>
                <a:gd name="connsiteX10" fmla="*/ 0 w 3723451"/>
                <a:gd name="connsiteY10" fmla="*/ 242051 h 946755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95282 w 3723451"/>
                <a:gd name="connsiteY5" fmla="*/ 448069 h 932950"/>
                <a:gd name="connsiteX6" fmla="*/ 3008465 w 3723451"/>
                <a:gd name="connsiteY6" fmla="*/ 388599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95282 w 3723451"/>
                <a:gd name="connsiteY5" fmla="*/ 448069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86079 w 3723451"/>
                <a:gd name="connsiteY5" fmla="*/ 461874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86079 w 3723451"/>
                <a:gd name="connsiteY5" fmla="*/ 461874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711613 w 3723451"/>
                <a:gd name="connsiteY8" fmla="*/ 413055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723451" h="932950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364" name="Freeform 363"/>
            <p:cNvSpPr/>
            <p:nvPr/>
          </p:nvSpPr>
          <p:spPr bwMode="auto">
            <a:xfrm>
              <a:off x="2536889" y="1727776"/>
              <a:ext cx="244059" cy="97039"/>
            </a:xfrm>
            <a:custGeom>
              <a:avLst/>
              <a:gdLst>
                <a:gd name="connsiteX0" fmla="*/ 55216 w 1421812"/>
                <a:gd name="connsiteY0" fmla="*/ 0 h 800665"/>
                <a:gd name="connsiteX1" fmla="*/ 1421812 w 1421812"/>
                <a:gd name="connsiteY1" fmla="*/ 625807 h 800665"/>
                <a:gd name="connsiteX2" fmla="*/ 947874 w 1421812"/>
                <a:gd name="connsiteY2" fmla="*/ 800665 h 800665"/>
                <a:gd name="connsiteX3" fmla="*/ 50614 w 1421812"/>
                <a:gd name="connsiteY3" fmla="*/ 404934 h 800665"/>
                <a:gd name="connsiteX4" fmla="*/ 0 w 1421812"/>
                <a:gd name="connsiteY4" fmla="*/ 404934 h 800665"/>
                <a:gd name="connsiteX5" fmla="*/ 55216 w 1421812"/>
                <a:gd name="connsiteY5" fmla="*/ 0 h 800665"/>
                <a:gd name="connsiteX0" fmla="*/ 4602 w 1371198"/>
                <a:gd name="connsiteY0" fmla="*/ 0 h 800665"/>
                <a:gd name="connsiteX1" fmla="*/ 1371198 w 1371198"/>
                <a:gd name="connsiteY1" fmla="*/ 625807 h 800665"/>
                <a:gd name="connsiteX2" fmla="*/ 897260 w 1371198"/>
                <a:gd name="connsiteY2" fmla="*/ 800665 h 800665"/>
                <a:gd name="connsiteX3" fmla="*/ 0 w 1371198"/>
                <a:gd name="connsiteY3" fmla="*/ 404934 h 800665"/>
                <a:gd name="connsiteX4" fmla="*/ 4602 w 1371198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9868"/>
                <a:gd name="connsiteX1" fmla="*/ 1366596 w 1366596"/>
                <a:gd name="connsiteY1" fmla="*/ 625807 h 809868"/>
                <a:gd name="connsiteX2" fmla="*/ 865050 w 1366596"/>
                <a:gd name="connsiteY2" fmla="*/ 809868 h 809868"/>
                <a:gd name="connsiteX3" fmla="*/ 4601 w 1366596"/>
                <a:gd name="connsiteY3" fmla="*/ 427942 h 809868"/>
                <a:gd name="connsiteX4" fmla="*/ 0 w 1366596"/>
                <a:gd name="connsiteY4" fmla="*/ 0 h 809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66596" h="809868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365" name="Freeform 364"/>
            <p:cNvSpPr/>
            <p:nvPr/>
          </p:nvSpPr>
          <p:spPr bwMode="auto">
            <a:xfrm>
              <a:off x="2089979" y="1730143"/>
              <a:ext cx="240888" cy="97040"/>
            </a:xfrm>
            <a:custGeom>
              <a:avLst/>
              <a:gdLst>
                <a:gd name="connsiteX0" fmla="*/ 1329786 w 1348191"/>
                <a:gd name="connsiteY0" fmla="*/ 0 h 809869"/>
                <a:gd name="connsiteX1" fmla="*/ 1348191 w 1348191"/>
                <a:gd name="connsiteY1" fmla="*/ 400333 h 809869"/>
                <a:gd name="connsiteX2" fmla="*/ 487742 w 1348191"/>
                <a:gd name="connsiteY2" fmla="*/ 809869 h 809869"/>
                <a:gd name="connsiteX3" fmla="*/ 0 w 1348191"/>
                <a:gd name="connsiteY3" fmla="*/ 630409 h 809869"/>
                <a:gd name="connsiteX4" fmla="*/ 1329786 w 1348191"/>
                <a:gd name="connsiteY4" fmla="*/ 0 h 809869"/>
                <a:gd name="connsiteX0" fmla="*/ 1329786 w 1348191"/>
                <a:gd name="connsiteY0" fmla="*/ 0 h 791462"/>
                <a:gd name="connsiteX1" fmla="*/ 1348191 w 1348191"/>
                <a:gd name="connsiteY1" fmla="*/ 381926 h 791462"/>
                <a:gd name="connsiteX2" fmla="*/ 487742 w 1348191"/>
                <a:gd name="connsiteY2" fmla="*/ 791462 h 791462"/>
                <a:gd name="connsiteX3" fmla="*/ 0 w 1348191"/>
                <a:gd name="connsiteY3" fmla="*/ 612002 h 791462"/>
                <a:gd name="connsiteX4" fmla="*/ 1329786 w 1348191"/>
                <a:gd name="connsiteY4" fmla="*/ 0 h 7914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8191" h="791462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cxnSp>
          <p:nvCxnSpPr>
            <p:cNvPr id="366" name="Straight Connector 365"/>
            <p:cNvCxnSpPr>
              <a:endCxn id="361" idx="2"/>
            </p:cNvCxnSpPr>
            <p:nvPr/>
          </p:nvCxnSpPr>
          <p:spPr bwMode="auto">
            <a:xfrm flipH="1" flipV="1">
              <a:off x="1871277" y="1737244"/>
              <a:ext cx="3171" cy="123075"/>
            </a:xfrm>
            <a:prstGeom prst="line">
              <a:avLst/>
            </a:prstGeom>
            <a:ln w="6350" cmpd="sng">
              <a:solidFill>
                <a:schemeClr val="tx1"/>
              </a:solidFill>
            </a:ln>
            <a:effectLst>
              <a:outerShdw blurRad="40005" dist="19939" dir="5400000" algn="tl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7" name="Straight Connector 366"/>
            <p:cNvCxnSpPr/>
            <p:nvPr/>
          </p:nvCxnSpPr>
          <p:spPr bwMode="auto">
            <a:xfrm flipH="1" flipV="1">
              <a:off x="2996479" y="1734876"/>
              <a:ext cx="3169" cy="123075"/>
            </a:xfrm>
            <a:prstGeom prst="line">
              <a:avLst/>
            </a:prstGeom>
            <a:ln w="6350" cmpd="sng">
              <a:solidFill>
                <a:schemeClr val="tx1"/>
              </a:solidFill>
            </a:ln>
            <a:effectLst>
              <a:outerShdw blurRad="40005" dist="19939" dir="5400000" algn="tl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Group 23"/>
          <p:cNvGrpSpPr/>
          <p:nvPr/>
        </p:nvGrpSpPr>
        <p:grpSpPr>
          <a:xfrm>
            <a:off x="1757805" y="2660292"/>
            <a:ext cx="5270058" cy="3804634"/>
            <a:chOff x="1757805" y="2331054"/>
            <a:chExt cx="5270058" cy="3804634"/>
          </a:xfrm>
        </p:grpSpPr>
        <p:sp>
          <p:nvSpPr>
            <p:cNvPr id="268" name="Freeform 267"/>
            <p:cNvSpPr/>
            <p:nvPr/>
          </p:nvSpPr>
          <p:spPr>
            <a:xfrm>
              <a:off x="1776413" y="4829175"/>
              <a:ext cx="1220787" cy="920750"/>
            </a:xfrm>
            <a:custGeom>
              <a:avLst/>
              <a:gdLst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418712 w 1040633"/>
                <a:gd name="connsiteY4" fmla="*/ 1189324 h 1219697"/>
                <a:gd name="connsiteX5" fmla="*/ 139870 w 1040633"/>
                <a:gd name="connsiteY5" fmla="*/ 1191723 h 1219697"/>
                <a:gd name="connsiteX0" fmla="*/ 139870 w 1040633"/>
                <a:gd name="connsiteY0" fmla="*/ 1191723 h 1355926"/>
                <a:gd name="connsiteX1" fmla="*/ 0 w 1040633"/>
                <a:gd name="connsiteY1" fmla="*/ 0 h 1355926"/>
                <a:gd name="connsiteX2" fmla="*/ 1040633 w 1040633"/>
                <a:gd name="connsiteY2" fmla="*/ 16785 h 1355926"/>
                <a:gd name="connsiteX3" fmla="*/ 833625 w 1040633"/>
                <a:gd name="connsiteY3" fmla="*/ 1219697 h 1355926"/>
                <a:gd name="connsiteX4" fmla="*/ 139870 w 1040633"/>
                <a:gd name="connsiteY4" fmla="*/ 1191723 h 1355926"/>
                <a:gd name="connsiteX0" fmla="*/ 139870 w 1040633"/>
                <a:gd name="connsiteY0" fmla="*/ 1191723 h 1289901"/>
                <a:gd name="connsiteX1" fmla="*/ 0 w 1040633"/>
                <a:gd name="connsiteY1" fmla="*/ 0 h 1289901"/>
                <a:gd name="connsiteX2" fmla="*/ 1040633 w 1040633"/>
                <a:gd name="connsiteY2" fmla="*/ 16785 h 1289901"/>
                <a:gd name="connsiteX3" fmla="*/ 833625 w 1040633"/>
                <a:gd name="connsiteY3" fmla="*/ 1219697 h 1289901"/>
                <a:gd name="connsiteX4" fmla="*/ 139870 w 1040633"/>
                <a:gd name="connsiteY4" fmla="*/ 1191723 h 1289901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191723"/>
                <a:gd name="connsiteX1" fmla="*/ 0 w 1040633"/>
                <a:gd name="connsiteY1" fmla="*/ 0 h 1191723"/>
                <a:gd name="connsiteX2" fmla="*/ 1040633 w 1040633"/>
                <a:gd name="connsiteY2" fmla="*/ 16785 h 1191723"/>
                <a:gd name="connsiteX3" fmla="*/ 671988 w 1040633"/>
                <a:gd name="connsiteY3" fmla="*/ 1158121 h 1191723"/>
                <a:gd name="connsiteX4" fmla="*/ 139870 w 1040633"/>
                <a:gd name="connsiteY4" fmla="*/ 1191723 h 1191723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56947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569478 w 1040633"/>
                <a:gd name="connsiteY3" fmla="*/ 1158121 h 1160935"/>
                <a:gd name="connsiteX4" fmla="*/ 363082 w 1040633"/>
                <a:gd name="connsiteY4" fmla="*/ 1160935 h 1160935"/>
                <a:gd name="connsiteX0" fmla="*/ 448507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569478 w 1040633"/>
                <a:gd name="connsiteY3" fmla="*/ 1158121 h 1160935"/>
                <a:gd name="connsiteX4" fmla="*/ 448507 w 1040633"/>
                <a:gd name="connsiteY4" fmla="*/ 1160935 h 1160935"/>
                <a:gd name="connsiteX0" fmla="*/ 448507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569478 w 1040633"/>
                <a:gd name="connsiteY3" fmla="*/ 1158121 h 1160935"/>
                <a:gd name="connsiteX4" fmla="*/ 448507 w 1040633"/>
                <a:gd name="connsiteY4" fmla="*/ 1160935 h 1160935"/>
                <a:gd name="connsiteX0" fmla="*/ 448507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569478 w 1040633"/>
                <a:gd name="connsiteY3" fmla="*/ 1158121 h 1160935"/>
                <a:gd name="connsiteX4" fmla="*/ 448507 w 1040633"/>
                <a:gd name="connsiteY4" fmla="*/ 1160935 h 1160935"/>
                <a:gd name="connsiteX0" fmla="*/ 448507 w 1325315"/>
                <a:gd name="connsiteY0" fmla="*/ 1160935 h 1160935"/>
                <a:gd name="connsiteX1" fmla="*/ 0 w 1325315"/>
                <a:gd name="connsiteY1" fmla="*/ 0 h 1160935"/>
                <a:gd name="connsiteX2" fmla="*/ 1040633 w 1325315"/>
                <a:gd name="connsiteY2" fmla="*/ 16785 h 1160935"/>
                <a:gd name="connsiteX3" fmla="*/ 1214315 w 1325315"/>
                <a:gd name="connsiteY3" fmla="*/ 1064597 h 1160935"/>
                <a:gd name="connsiteX4" fmla="*/ 448507 w 1325315"/>
                <a:gd name="connsiteY4" fmla="*/ 1160935 h 1160935"/>
                <a:gd name="connsiteX0" fmla="*/ 448507 w 1214315"/>
                <a:gd name="connsiteY0" fmla="*/ 1160935 h 1160935"/>
                <a:gd name="connsiteX1" fmla="*/ 0 w 1214315"/>
                <a:gd name="connsiteY1" fmla="*/ 0 h 1160935"/>
                <a:gd name="connsiteX2" fmla="*/ 1040633 w 1214315"/>
                <a:gd name="connsiteY2" fmla="*/ 16785 h 1160935"/>
                <a:gd name="connsiteX3" fmla="*/ 1214315 w 1214315"/>
                <a:gd name="connsiteY3" fmla="*/ 1064597 h 1160935"/>
                <a:gd name="connsiteX4" fmla="*/ 448507 w 1214315"/>
                <a:gd name="connsiteY4" fmla="*/ 1160935 h 1160935"/>
                <a:gd name="connsiteX0" fmla="*/ 448507 w 1214315"/>
                <a:gd name="connsiteY0" fmla="*/ 1160935 h 1160935"/>
                <a:gd name="connsiteX1" fmla="*/ 0 w 1214315"/>
                <a:gd name="connsiteY1" fmla="*/ 0 h 1160935"/>
                <a:gd name="connsiteX2" fmla="*/ 1040633 w 1214315"/>
                <a:gd name="connsiteY2" fmla="*/ 16785 h 1160935"/>
                <a:gd name="connsiteX3" fmla="*/ 1214315 w 1214315"/>
                <a:gd name="connsiteY3" fmla="*/ 1064597 h 1160935"/>
                <a:gd name="connsiteX4" fmla="*/ 448507 w 1214315"/>
                <a:gd name="connsiteY4" fmla="*/ 1160935 h 1160935"/>
                <a:gd name="connsiteX0" fmla="*/ 1053964 w 1214315"/>
                <a:gd name="connsiteY0" fmla="*/ 1136323 h 1136323"/>
                <a:gd name="connsiteX1" fmla="*/ 0 w 1214315"/>
                <a:gd name="connsiteY1" fmla="*/ 0 h 1136323"/>
                <a:gd name="connsiteX2" fmla="*/ 1040633 w 1214315"/>
                <a:gd name="connsiteY2" fmla="*/ 16785 h 1136323"/>
                <a:gd name="connsiteX3" fmla="*/ 1214315 w 1214315"/>
                <a:gd name="connsiteY3" fmla="*/ 1064597 h 1136323"/>
                <a:gd name="connsiteX4" fmla="*/ 1053964 w 1214315"/>
                <a:gd name="connsiteY4" fmla="*/ 1136323 h 1136323"/>
                <a:gd name="connsiteX0" fmla="*/ 1053964 w 1214315"/>
                <a:gd name="connsiteY0" fmla="*/ 1136323 h 1136323"/>
                <a:gd name="connsiteX1" fmla="*/ 0 w 1214315"/>
                <a:gd name="connsiteY1" fmla="*/ 0 h 1136323"/>
                <a:gd name="connsiteX2" fmla="*/ 1040633 w 1214315"/>
                <a:gd name="connsiteY2" fmla="*/ 16785 h 1136323"/>
                <a:gd name="connsiteX3" fmla="*/ 1214315 w 1214315"/>
                <a:gd name="connsiteY3" fmla="*/ 1064597 h 1136323"/>
                <a:gd name="connsiteX4" fmla="*/ 1053964 w 1214315"/>
                <a:gd name="connsiteY4" fmla="*/ 1136323 h 1136323"/>
                <a:gd name="connsiteX0" fmla="*/ 1053964 w 1214315"/>
                <a:gd name="connsiteY0" fmla="*/ 1136323 h 1136323"/>
                <a:gd name="connsiteX1" fmla="*/ 0 w 1214315"/>
                <a:gd name="connsiteY1" fmla="*/ 0 h 1136323"/>
                <a:gd name="connsiteX2" fmla="*/ 1040633 w 1214315"/>
                <a:gd name="connsiteY2" fmla="*/ 16785 h 1136323"/>
                <a:gd name="connsiteX3" fmla="*/ 1214315 w 1214315"/>
                <a:gd name="connsiteY3" fmla="*/ 1064597 h 1136323"/>
                <a:gd name="connsiteX4" fmla="*/ 1053964 w 1214315"/>
                <a:gd name="connsiteY4" fmla="*/ 1136323 h 1136323"/>
                <a:gd name="connsiteX0" fmla="*/ 1060159 w 1220510"/>
                <a:gd name="connsiteY0" fmla="*/ 1119627 h 1119627"/>
                <a:gd name="connsiteX1" fmla="*/ 0 w 1220510"/>
                <a:gd name="connsiteY1" fmla="*/ 249694 h 1119627"/>
                <a:gd name="connsiteX2" fmla="*/ 1046828 w 1220510"/>
                <a:gd name="connsiteY2" fmla="*/ 89 h 1119627"/>
                <a:gd name="connsiteX3" fmla="*/ 1220510 w 1220510"/>
                <a:gd name="connsiteY3" fmla="*/ 1047901 h 1119627"/>
                <a:gd name="connsiteX4" fmla="*/ 1060159 w 1220510"/>
                <a:gd name="connsiteY4" fmla="*/ 1119627 h 1119627"/>
                <a:gd name="connsiteX0" fmla="*/ 1060159 w 1220510"/>
                <a:gd name="connsiteY0" fmla="*/ 1119627 h 1119627"/>
                <a:gd name="connsiteX1" fmla="*/ 0 w 1220510"/>
                <a:gd name="connsiteY1" fmla="*/ 249694 h 1119627"/>
                <a:gd name="connsiteX2" fmla="*/ 1046828 w 1220510"/>
                <a:gd name="connsiteY2" fmla="*/ 89 h 1119627"/>
                <a:gd name="connsiteX3" fmla="*/ 1220510 w 1220510"/>
                <a:gd name="connsiteY3" fmla="*/ 1047901 h 1119627"/>
                <a:gd name="connsiteX4" fmla="*/ 1060159 w 1220510"/>
                <a:gd name="connsiteY4" fmla="*/ 1119627 h 1119627"/>
                <a:gd name="connsiteX0" fmla="*/ 1060159 w 1220510"/>
                <a:gd name="connsiteY0" fmla="*/ 1119627 h 1119627"/>
                <a:gd name="connsiteX1" fmla="*/ 0 w 1220510"/>
                <a:gd name="connsiteY1" fmla="*/ 249694 h 1119627"/>
                <a:gd name="connsiteX2" fmla="*/ 1046828 w 1220510"/>
                <a:gd name="connsiteY2" fmla="*/ 89 h 1119627"/>
                <a:gd name="connsiteX3" fmla="*/ 1220510 w 1220510"/>
                <a:gd name="connsiteY3" fmla="*/ 1047901 h 1119627"/>
                <a:gd name="connsiteX4" fmla="*/ 1060159 w 1220510"/>
                <a:gd name="connsiteY4" fmla="*/ 1119627 h 1119627"/>
                <a:gd name="connsiteX0" fmla="*/ 1060159 w 1220510"/>
                <a:gd name="connsiteY0" fmla="*/ 921649 h 921649"/>
                <a:gd name="connsiteX1" fmla="*/ 0 w 1220510"/>
                <a:gd name="connsiteY1" fmla="*/ 51716 h 921649"/>
                <a:gd name="connsiteX2" fmla="*/ 1059218 w 1220510"/>
                <a:gd name="connsiteY2" fmla="*/ 355 h 921649"/>
                <a:gd name="connsiteX3" fmla="*/ 1220510 w 1220510"/>
                <a:gd name="connsiteY3" fmla="*/ 849923 h 921649"/>
                <a:gd name="connsiteX4" fmla="*/ 1060159 w 1220510"/>
                <a:gd name="connsiteY4" fmla="*/ 921649 h 921649"/>
                <a:gd name="connsiteX0" fmla="*/ 1060159 w 1220510"/>
                <a:gd name="connsiteY0" fmla="*/ 921649 h 921649"/>
                <a:gd name="connsiteX1" fmla="*/ 0 w 1220510"/>
                <a:gd name="connsiteY1" fmla="*/ 51716 h 921649"/>
                <a:gd name="connsiteX2" fmla="*/ 1059218 w 1220510"/>
                <a:gd name="connsiteY2" fmla="*/ 355 h 921649"/>
                <a:gd name="connsiteX3" fmla="*/ 1220510 w 1220510"/>
                <a:gd name="connsiteY3" fmla="*/ 849923 h 921649"/>
                <a:gd name="connsiteX4" fmla="*/ 1060159 w 1220510"/>
                <a:gd name="connsiteY4" fmla="*/ 921649 h 921649"/>
                <a:gd name="connsiteX0" fmla="*/ 1060159 w 1220510"/>
                <a:gd name="connsiteY0" fmla="*/ 921649 h 921649"/>
                <a:gd name="connsiteX1" fmla="*/ 0 w 1220510"/>
                <a:gd name="connsiteY1" fmla="*/ 51716 h 921649"/>
                <a:gd name="connsiteX2" fmla="*/ 1059218 w 1220510"/>
                <a:gd name="connsiteY2" fmla="*/ 355 h 921649"/>
                <a:gd name="connsiteX3" fmla="*/ 1220510 w 1220510"/>
                <a:gd name="connsiteY3" fmla="*/ 849923 h 921649"/>
                <a:gd name="connsiteX4" fmla="*/ 1060159 w 1220510"/>
                <a:gd name="connsiteY4" fmla="*/ 921649 h 92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0510" h="921649">
                  <a:moveTo>
                    <a:pt x="1060159" y="921649"/>
                  </a:moveTo>
                  <a:cubicBezTo>
                    <a:pt x="166591" y="183345"/>
                    <a:pt x="908943" y="790884"/>
                    <a:pt x="0" y="51716"/>
                  </a:cubicBezTo>
                  <a:cubicBezTo>
                    <a:pt x="346878" y="57311"/>
                    <a:pt x="712340" y="-5240"/>
                    <a:pt x="1059218" y="355"/>
                  </a:cubicBezTo>
                  <a:cubicBezTo>
                    <a:pt x="1192967" y="751903"/>
                    <a:pt x="1090859" y="157699"/>
                    <a:pt x="1220510" y="849923"/>
                  </a:cubicBezTo>
                  <a:cubicBezTo>
                    <a:pt x="1126090" y="855456"/>
                    <a:pt x="1222187" y="863235"/>
                    <a:pt x="1060159" y="921649"/>
                  </a:cubicBezTo>
                  <a:close/>
                </a:path>
              </a:pathLst>
            </a:custGeom>
            <a:gradFill>
              <a:gsLst>
                <a:gs pos="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</a:gradFill>
            <a:ln>
              <a:solidFill>
                <a:schemeClr val="bg1">
                  <a:lumMod val="7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272" name="Freeform 271"/>
            <p:cNvSpPr/>
            <p:nvPr/>
          </p:nvSpPr>
          <p:spPr>
            <a:xfrm>
              <a:off x="6102350" y="4916488"/>
              <a:ext cx="925513" cy="757237"/>
            </a:xfrm>
            <a:custGeom>
              <a:avLst/>
              <a:gdLst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418712 w 1040633"/>
                <a:gd name="connsiteY4" fmla="*/ 1189324 h 1219697"/>
                <a:gd name="connsiteX5" fmla="*/ 139870 w 1040633"/>
                <a:gd name="connsiteY5" fmla="*/ 1191723 h 1219697"/>
                <a:gd name="connsiteX0" fmla="*/ 139870 w 1040633"/>
                <a:gd name="connsiteY0" fmla="*/ 1191723 h 1355926"/>
                <a:gd name="connsiteX1" fmla="*/ 0 w 1040633"/>
                <a:gd name="connsiteY1" fmla="*/ 0 h 1355926"/>
                <a:gd name="connsiteX2" fmla="*/ 1040633 w 1040633"/>
                <a:gd name="connsiteY2" fmla="*/ 16785 h 1355926"/>
                <a:gd name="connsiteX3" fmla="*/ 833625 w 1040633"/>
                <a:gd name="connsiteY3" fmla="*/ 1219697 h 1355926"/>
                <a:gd name="connsiteX4" fmla="*/ 139870 w 1040633"/>
                <a:gd name="connsiteY4" fmla="*/ 1191723 h 1355926"/>
                <a:gd name="connsiteX0" fmla="*/ 139870 w 1040633"/>
                <a:gd name="connsiteY0" fmla="*/ 1191723 h 1289901"/>
                <a:gd name="connsiteX1" fmla="*/ 0 w 1040633"/>
                <a:gd name="connsiteY1" fmla="*/ 0 h 1289901"/>
                <a:gd name="connsiteX2" fmla="*/ 1040633 w 1040633"/>
                <a:gd name="connsiteY2" fmla="*/ 16785 h 1289901"/>
                <a:gd name="connsiteX3" fmla="*/ 833625 w 1040633"/>
                <a:gd name="connsiteY3" fmla="*/ 1219697 h 1289901"/>
                <a:gd name="connsiteX4" fmla="*/ 139870 w 1040633"/>
                <a:gd name="connsiteY4" fmla="*/ 1191723 h 1289901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191723"/>
                <a:gd name="connsiteX1" fmla="*/ 0 w 1040633"/>
                <a:gd name="connsiteY1" fmla="*/ 0 h 1191723"/>
                <a:gd name="connsiteX2" fmla="*/ 1040633 w 1040633"/>
                <a:gd name="connsiteY2" fmla="*/ 16785 h 1191723"/>
                <a:gd name="connsiteX3" fmla="*/ 671988 w 1040633"/>
                <a:gd name="connsiteY3" fmla="*/ 1158121 h 1191723"/>
                <a:gd name="connsiteX4" fmla="*/ 139870 w 1040633"/>
                <a:gd name="connsiteY4" fmla="*/ 1191723 h 1191723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778664"/>
                <a:gd name="connsiteY0" fmla="*/ 1160935 h 1160935"/>
                <a:gd name="connsiteX1" fmla="*/ 0 w 778664"/>
                <a:gd name="connsiteY1" fmla="*/ 0 h 1160935"/>
                <a:gd name="connsiteX2" fmla="*/ 778664 w 778664"/>
                <a:gd name="connsiteY2" fmla="*/ 130682 h 1160935"/>
                <a:gd name="connsiteX3" fmla="*/ 671988 w 778664"/>
                <a:gd name="connsiteY3" fmla="*/ 1158121 h 1160935"/>
                <a:gd name="connsiteX4" fmla="*/ 363082 w 778664"/>
                <a:gd name="connsiteY4" fmla="*/ 1160935 h 1160935"/>
                <a:gd name="connsiteX0" fmla="*/ 363082 w 778664"/>
                <a:gd name="connsiteY0" fmla="*/ 1160935 h 1160935"/>
                <a:gd name="connsiteX1" fmla="*/ 0 w 778664"/>
                <a:gd name="connsiteY1" fmla="*/ 0 h 1160935"/>
                <a:gd name="connsiteX2" fmla="*/ 778664 w 778664"/>
                <a:gd name="connsiteY2" fmla="*/ 130682 h 1160935"/>
                <a:gd name="connsiteX3" fmla="*/ 694768 w 778664"/>
                <a:gd name="connsiteY3" fmla="*/ 1112562 h 1160935"/>
                <a:gd name="connsiteX4" fmla="*/ 363082 w 778664"/>
                <a:gd name="connsiteY4" fmla="*/ 1160935 h 1160935"/>
                <a:gd name="connsiteX0" fmla="*/ 363082 w 778664"/>
                <a:gd name="connsiteY0" fmla="*/ 1160935 h 1160935"/>
                <a:gd name="connsiteX1" fmla="*/ 0 w 778664"/>
                <a:gd name="connsiteY1" fmla="*/ 0 h 1160935"/>
                <a:gd name="connsiteX2" fmla="*/ 778664 w 778664"/>
                <a:gd name="connsiteY2" fmla="*/ 130682 h 1160935"/>
                <a:gd name="connsiteX3" fmla="*/ 694768 w 778664"/>
                <a:gd name="connsiteY3" fmla="*/ 1112562 h 1160935"/>
                <a:gd name="connsiteX4" fmla="*/ 363082 w 778664"/>
                <a:gd name="connsiteY4" fmla="*/ 1160935 h 1160935"/>
                <a:gd name="connsiteX0" fmla="*/ 397252 w 778664"/>
                <a:gd name="connsiteY0" fmla="*/ 1103987 h 1112562"/>
                <a:gd name="connsiteX1" fmla="*/ 0 w 778664"/>
                <a:gd name="connsiteY1" fmla="*/ 0 h 1112562"/>
                <a:gd name="connsiteX2" fmla="*/ 778664 w 778664"/>
                <a:gd name="connsiteY2" fmla="*/ 130682 h 1112562"/>
                <a:gd name="connsiteX3" fmla="*/ 694768 w 778664"/>
                <a:gd name="connsiteY3" fmla="*/ 1112562 h 1112562"/>
                <a:gd name="connsiteX4" fmla="*/ 397252 w 778664"/>
                <a:gd name="connsiteY4" fmla="*/ 1103987 h 1112562"/>
                <a:gd name="connsiteX0" fmla="*/ 397252 w 778664"/>
                <a:gd name="connsiteY0" fmla="*/ 1103987 h 1112562"/>
                <a:gd name="connsiteX1" fmla="*/ 0 w 778664"/>
                <a:gd name="connsiteY1" fmla="*/ 0 h 1112562"/>
                <a:gd name="connsiteX2" fmla="*/ 778664 w 778664"/>
                <a:gd name="connsiteY2" fmla="*/ 130682 h 1112562"/>
                <a:gd name="connsiteX3" fmla="*/ 694768 w 778664"/>
                <a:gd name="connsiteY3" fmla="*/ 1112562 h 1112562"/>
                <a:gd name="connsiteX4" fmla="*/ 397252 w 778664"/>
                <a:gd name="connsiteY4" fmla="*/ 1103987 h 1112562"/>
                <a:gd name="connsiteX0" fmla="*/ 397252 w 778664"/>
                <a:gd name="connsiteY0" fmla="*/ 1103987 h 1112562"/>
                <a:gd name="connsiteX1" fmla="*/ 0 w 778664"/>
                <a:gd name="connsiteY1" fmla="*/ 0 h 1112562"/>
                <a:gd name="connsiteX2" fmla="*/ 778664 w 778664"/>
                <a:gd name="connsiteY2" fmla="*/ 130682 h 1112562"/>
                <a:gd name="connsiteX3" fmla="*/ 694768 w 778664"/>
                <a:gd name="connsiteY3" fmla="*/ 1112562 h 1112562"/>
                <a:gd name="connsiteX4" fmla="*/ 397252 w 778664"/>
                <a:gd name="connsiteY4" fmla="*/ 1103987 h 1112562"/>
                <a:gd name="connsiteX0" fmla="*/ 123893 w 505305"/>
                <a:gd name="connsiteY0" fmla="*/ 973305 h 981880"/>
                <a:gd name="connsiteX1" fmla="*/ 0 w 505305"/>
                <a:gd name="connsiteY1" fmla="*/ 28773 h 981880"/>
                <a:gd name="connsiteX2" fmla="*/ 505305 w 505305"/>
                <a:gd name="connsiteY2" fmla="*/ 0 h 981880"/>
                <a:gd name="connsiteX3" fmla="*/ 421409 w 505305"/>
                <a:gd name="connsiteY3" fmla="*/ 981880 h 981880"/>
                <a:gd name="connsiteX4" fmla="*/ 123893 w 505305"/>
                <a:gd name="connsiteY4" fmla="*/ 973305 h 981880"/>
                <a:gd name="connsiteX0" fmla="*/ 123893 w 505305"/>
                <a:gd name="connsiteY0" fmla="*/ 973305 h 981880"/>
                <a:gd name="connsiteX1" fmla="*/ 0 w 505305"/>
                <a:gd name="connsiteY1" fmla="*/ 28773 h 981880"/>
                <a:gd name="connsiteX2" fmla="*/ 505305 w 505305"/>
                <a:gd name="connsiteY2" fmla="*/ 0 h 981880"/>
                <a:gd name="connsiteX3" fmla="*/ 421409 w 505305"/>
                <a:gd name="connsiteY3" fmla="*/ 981880 h 981880"/>
                <a:gd name="connsiteX4" fmla="*/ 123893 w 505305"/>
                <a:gd name="connsiteY4" fmla="*/ 973305 h 981880"/>
                <a:gd name="connsiteX0" fmla="*/ 123893 w 505305"/>
                <a:gd name="connsiteY0" fmla="*/ 973305 h 981880"/>
                <a:gd name="connsiteX1" fmla="*/ 0 w 505305"/>
                <a:gd name="connsiteY1" fmla="*/ 28773 h 981880"/>
                <a:gd name="connsiteX2" fmla="*/ 505305 w 505305"/>
                <a:gd name="connsiteY2" fmla="*/ 0 h 981880"/>
                <a:gd name="connsiteX3" fmla="*/ 421409 w 505305"/>
                <a:gd name="connsiteY3" fmla="*/ 981880 h 981880"/>
                <a:gd name="connsiteX4" fmla="*/ 123893 w 505305"/>
                <a:gd name="connsiteY4" fmla="*/ 973305 h 981880"/>
                <a:gd name="connsiteX0" fmla="*/ 123893 w 505305"/>
                <a:gd name="connsiteY0" fmla="*/ 973305 h 981880"/>
                <a:gd name="connsiteX1" fmla="*/ 0 w 505305"/>
                <a:gd name="connsiteY1" fmla="*/ 28773 h 981880"/>
                <a:gd name="connsiteX2" fmla="*/ 505305 w 505305"/>
                <a:gd name="connsiteY2" fmla="*/ 0 h 981880"/>
                <a:gd name="connsiteX3" fmla="*/ 421409 w 505305"/>
                <a:gd name="connsiteY3" fmla="*/ 981880 h 981880"/>
                <a:gd name="connsiteX4" fmla="*/ 123893 w 505305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18198 w 499610"/>
                <a:gd name="connsiteY4" fmla="*/ 973305 h 976186"/>
                <a:gd name="connsiteX0" fmla="*/ 11819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18198 w 499610"/>
                <a:gd name="connsiteY4" fmla="*/ 973305 h 976186"/>
                <a:gd name="connsiteX0" fmla="*/ 19792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97928 w 499610"/>
                <a:gd name="connsiteY4" fmla="*/ 973305 h 976186"/>
                <a:gd name="connsiteX0" fmla="*/ 19792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97928 w 499610"/>
                <a:gd name="connsiteY4" fmla="*/ 973305 h 976186"/>
                <a:gd name="connsiteX0" fmla="*/ 19792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97928 w 499610"/>
                <a:gd name="connsiteY4" fmla="*/ 973305 h 976186"/>
                <a:gd name="connsiteX0" fmla="*/ 19792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97928 w 499610"/>
                <a:gd name="connsiteY4" fmla="*/ 973305 h 976186"/>
                <a:gd name="connsiteX0" fmla="*/ 23004 w 954755"/>
                <a:gd name="connsiteY0" fmla="*/ 943771 h 976186"/>
                <a:gd name="connsiteX1" fmla="*/ 455145 w 954755"/>
                <a:gd name="connsiteY1" fmla="*/ 11688 h 976186"/>
                <a:gd name="connsiteX2" fmla="*/ 954755 w 954755"/>
                <a:gd name="connsiteY2" fmla="*/ 0 h 976186"/>
                <a:gd name="connsiteX3" fmla="*/ 728484 w 954755"/>
                <a:gd name="connsiteY3" fmla="*/ 976186 h 976186"/>
                <a:gd name="connsiteX4" fmla="*/ 23004 w 954755"/>
                <a:gd name="connsiteY4" fmla="*/ 943771 h 976186"/>
                <a:gd name="connsiteX0" fmla="*/ 0 w 931751"/>
                <a:gd name="connsiteY0" fmla="*/ 943771 h 976186"/>
                <a:gd name="connsiteX1" fmla="*/ 432141 w 931751"/>
                <a:gd name="connsiteY1" fmla="*/ 11688 h 976186"/>
                <a:gd name="connsiteX2" fmla="*/ 931751 w 931751"/>
                <a:gd name="connsiteY2" fmla="*/ 0 h 976186"/>
                <a:gd name="connsiteX3" fmla="*/ 705480 w 931751"/>
                <a:gd name="connsiteY3" fmla="*/ 976186 h 976186"/>
                <a:gd name="connsiteX4" fmla="*/ 0 w 931751"/>
                <a:gd name="connsiteY4" fmla="*/ 943771 h 976186"/>
                <a:gd name="connsiteX0" fmla="*/ 0 w 931751"/>
                <a:gd name="connsiteY0" fmla="*/ 943771 h 976186"/>
                <a:gd name="connsiteX1" fmla="*/ 432141 w 931751"/>
                <a:gd name="connsiteY1" fmla="*/ 11688 h 976186"/>
                <a:gd name="connsiteX2" fmla="*/ 931751 w 931751"/>
                <a:gd name="connsiteY2" fmla="*/ 0 h 976186"/>
                <a:gd name="connsiteX3" fmla="*/ 705480 w 931751"/>
                <a:gd name="connsiteY3" fmla="*/ 976186 h 976186"/>
                <a:gd name="connsiteX4" fmla="*/ 0 w 931751"/>
                <a:gd name="connsiteY4" fmla="*/ 943771 h 976186"/>
                <a:gd name="connsiteX0" fmla="*/ 0 w 931751"/>
                <a:gd name="connsiteY0" fmla="*/ 943771 h 976186"/>
                <a:gd name="connsiteX1" fmla="*/ 432141 w 931751"/>
                <a:gd name="connsiteY1" fmla="*/ 11688 h 976186"/>
                <a:gd name="connsiteX2" fmla="*/ 931751 w 931751"/>
                <a:gd name="connsiteY2" fmla="*/ 0 h 976186"/>
                <a:gd name="connsiteX3" fmla="*/ 705480 w 931751"/>
                <a:gd name="connsiteY3" fmla="*/ 976186 h 976186"/>
                <a:gd name="connsiteX4" fmla="*/ 0 w 931751"/>
                <a:gd name="connsiteY4" fmla="*/ 943771 h 976186"/>
                <a:gd name="connsiteX0" fmla="*/ 0 w 931751"/>
                <a:gd name="connsiteY0" fmla="*/ 943771 h 966342"/>
                <a:gd name="connsiteX1" fmla="*/ 432141 w 931751"/>
                <a:gd name="connsiteY1" fmla="*/ 11688 h 966342"/>
                <a:gd name="connsiteX2" fmla="*/ 931751 w 931751"/>
                <a:gd name="connsiteY2" fmla="*/ 0 h 966342"/>
                <a:gd name="connsiteX3" fmla="*/ 183705 w 931751"/>
                <a:gd name="connsiteY3" fmla="*/ 966342 h 966342"/>
                <a:gd name="connsiteX4" fmla="*/ 0 w 931751"/>
                <a:gd name="connsiteY4" fmla="*/ 943771 h 966342"/>
                <a:gd name="connsiteX0" fmla="*/ 0 w 931751"/>
                <a:gd name="connsiteY0" fmla="*/ 943771 h 966342"/>
                <a:gd name="connsiteX1" fmla="*/ 432141 w 931751"/>
                <a:gd name="connsiteY1" fmla="*/ 11688 h 966342"/>
                <a:gd name="connsiteX2" fmla="*/ 931751 w 931751"/>
                <a:gd name="connsiteY2" fmla="*/ 0 h 966342"/>
                <a:gd name="connsiteX3" fmla="*/ 183705 w 931751"/>
                <a:gd name="connsiteY3" fmla="*/ 966342 h 966342"/>
                <a:gd name="connsiteX4" fmla="*/ 0 w 931751"/>
                <a:gd name="connsiteY4" fmla="*/ 943771 h 966342"/>
                <a:gd name="connsiteX0" fmla="*/ 0 w 931751"/>
                <a:gd name="connsiteY0" fmla="*/ 943771 h 966342"/>
                <a:gd name="connsiteX1" fmla="*/ 432141 w 931751"/>
                <a:gd name="connsiteY1" fmla="*/ 11688 h 966342"/>
                <a:gd name="connsiteX2" fmla="*/ 931751 w 931751"/>
                <a:gd name="connsiteY2" fmla="*/ 0 h 966342"/>
                <a:gd name="connsiteX3" fmla="*/ 183705 w 931751"/>
                <a:gd name="connsiteY3" fmla="*/ 966342 h 966342"/>
                <a:gd name="connsiteX4" fmla="*/ 0 w 931751"/>
                <a:gd name="connsiteY4" fmla="*/ 943771 h 966342"/>
                <a:gd name="connsiteX0" fmla="*/ 0 w 956363"/>
                <a:gd name="connsiteY0" fmla="*/ 932083 h 954654"/>
                <a:gd name="connsiteX1" fmla="*/ 432141 w 956363"/>
                <a:gd name="connsiteY1" fmla="*/ 0 h 954654"/>
                <a:gd name="connsiteX2" fmla="*/ 956363 w 956363"/>
                <a:gd name="connsiteY2" fmla="*/ 12924 h 954654"/>
                <a:gd name="connsiteX3" fmla="*/ 183705 w 956363"/>
                <a:gd name="connsiteY3" fmla="*/ 954654 h 954654"/>
                <a:gd name="connsiteX4" fmla="*/ 0 w 956363"/>
                <a:gd name="connsiteY4" fmla="*/ 932083 h 954654"/>
                <a:gd name="connsiteX0" fmla="*/ 0 w 956363"/>
                <a:gd name="connsiteY0" fmla="*/ 919226 h 941797"/>
                <a:gd name="connsiteX1" fmla="*/ 405840 w 956363"/>
                <a:gd name="connsiteY1" fmla="*/ 197551 h 941797"/>
                <a:gd name="connsiteX2" fmla="*/ 956363 w 956363"/>
                <a:gd name="connsiteY2" fmla="*/ 67 h 941797"/>
                <a:gd name="connsiteX3" fmla="*/ 183705 w 956363"/>
                <a:gd name="connsiteY3" fmla="*/ 941797 h 941797"/>
                <a:gd name="connsiteX4" fmla="*/ 0 w 956363"/>
                <a:gd name="connsiteY4" fmla="*/ 919226 h 941797"/>
                <a:gd name="connsiteX0" fmla="*/ 0 w 956363"/>
                <a:gd name="connsiteY0" fmla="*/ 919226 h 941797"/>
                <a:gd name="connsiteX1" fmla="*/ 405840 w 956363"/>
                <a:gd name="connsiteY1" fmla="*/ 197551 h 941797"/>
                <a:gd name="connsiteX2" fmla="*/ 956363 w 956363"/>
                <a:gd name="connsiteY2" fmla="*/ 67 h 941797"/>
                <a:gd name="connsiteX3" fmla="*/ 183705 w 956363"/>
                <a:gd name="connsiteY3" fmla="*/ 941797 h 941797"/>
                <a:gd name="connsiteX4" fmla="*/ 0 w 956363"/>
                <a:gd name="connsiteY4" fmla="*/ 919226 h 941797"/>
                <a:gd name="connsiteX0" fmla="*/ 0 w 956363"/>
                <a:gd name="connsiteY0" fmla="*/ 919226 h 941797"/>
                <a:gd name="connsiteX1" fmla="*/ 405840 w 956363"/>
                <a:gd name="connsiteY1" fmla="*/ 197551 h 941797"/>
                <a:gd name="connsiteX2" fmla="*/ 956363 w 956363"/>
                <a:gd name="connsiteY2" fmla="*/ 67 h 941797"/>
                <a:gd name="connsiteX3" fmla="*/ 183705 w 956363"/>
                <a:gd name="connsiteY3" fmla="*/ 941797 h 941797"/>
                <a:gd name="connsiteX4" fmla="*/ 0 w 956363"/>
                <a:gd name="connsiteY4" fmla="*/ 919226 h 941797"/>
                <a:gd name="connsiteX0" fmla="*/ 0 w 926304"/>
                <a:gd name="connsiteY0" fmla="*/ 735614 h 758185"/>
                <a:gd name="connsiteX1" fmla="*/ 405840 w 926304"/>
                <a:gd name="connsiteY1" fmla="*/ 13939 h 758185"/>
                <a:gd name="connsiteX2" fmla="*/ 926304 w 926304"/>
                <a:gd name="connsiteY2" fmla="*/ 563 h 758185"/>
                <a:gd name="connsiteX3" fmla="*/ 183705 w 926304"/>
                <a:gd name="connsiteY3" fmla="*/ 758185 h 758185"/>
                <a:gd name="connsiteX4" fmla="*/ 0 w 926304"/>
                <a:gd name="connsiteY4" fmla="*/ 735614 h 758185"/>
                <a:gd name="connsiteX0" fmla="*/ 0 w 926304"/>
                <a:gd name="connsiteY0" fmla="*/ 735614 h 758185"/>
                <a:gd name="connsiteX1" fmla="*/ 405840 w 926304"/>
                <a:gd name="connsiteY1" fmla="*/ 13939 h 758185"/>
                <a:gd name="connsiteX2" fmla="*/ 926304 w 926304"/>
                <a:gd name="connsiteY2" fmla="*/ 563 h 758185"/>
                <a:gd name="connsiteX3" fmla="*/ 183705 w 926304"/>
                <a:gd name="connsiteY3" fmla="*/ 758185 h 758185"/>
                <a:gd name="connsiteX4" fmla="*/ 0 w 926304"/>
                <a:gd name="connsiteY4" fmla="*/ 735614 h 758185"/>
                <a:gd name="connsiteX0" fmla="*/ 0 w 926304"/>
                <a:gd name="connsiteY0" fmla="*/ 735614 h 758185"/>
                <a:gd name="connsiteX1" fmla="*/ 405840 w 926304"/>
                <a:gd name="connsiteY1" fmla="*/ 13939 h 758185"/>
                <a:gd name="connsiteX2" fmla="*/ 926304 w 926304"/>
                <a:gd name="connsiteY2" fmla="*/ 563 h 758185"/>
                <a:gd name="connsiteX3" fmla="*/ 183705 w 926304"/>
                <a:gd name="connsiteY3" fmla="*/ 758185 h 758185"/>
                <a:gd name="connsiteX4" fmla="*/ 0 w 926304"/>
                <a:gd name="connsiteY4" fmla="*/ 735614 h 758185"/>
                <a:gd name="connsiteX0" fmla="*/ 0 w 926304"/>
                <a:gd name="connsiteY0" fmla="*/ 735614 h 758185"/>
                <a:gd name="connsiteX1" fmla="*/ 405840 w 926304"/>
                <a:gd name="connsiteY1" fmla="*/ 13939 h 758185"/>
                <a:gd name="connsiteX2" fmla="*/ 926304 w 926304"/>
                <a:gd name="connsiteY2" fmla="*/ 563 h 758185"/>
                <a:gd name="connsiteX3" fmla="*/ 183705 w 926304"/>
                <a:gd name="connsiteY3" fmla="*/ 758185 h 758185"/>
                <a:gd name="connsiteX4" fmla="*/ 0 w 926304"/>
                <a:gd name="connsiteY4" fmla="*/ 735614 h 7581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6304" h="758185">
                  <a:moveTo>
                    <a:pt x="0" y="735614"/>
                  </a:moveTo>
                  <a:cubicBezTo>
                    <a:pt x="309918" y="169731"/>
                    <a:pt x="59088" y="622691"/>
                    <a:pt x="405840" y="13939"/>
                  </a:cubicBezTo>
                  <a:cubicBezTo>
                    <a:pt x="580581" y="18247"/>
                    <a:pt x="751563" y="-3745"/>
                    <a:pt x="926304" y="563"/>
                  </a:cubicBezTo>
                  <a:cubicBezTo>
                    <a:pt x="312762" y="607705"/>
                    <a:pt x="474902" y="459041"/>
                    <a:pt x="183705" y="758185"/>
                  </a:cubicBezTo>
                  <a:cubicBezTo>
                    <a:pt x="49420" y="729549"/>
                    <a:pt x="196198" y="734148"/>
                    <a:pt x="0" y="735614"/>
                  </a:cubicBezTo>
                  <a:close/>
                </a:path>
              </a:pathLst>
            </a:custGeom>
            <a:gradFill>
              <a:gsLst>
                <a:gs pos="0">
                  <a:schemeClr val="bg1">
                    <a:lumMod val="95000"/>
                    <a:alpha val="5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</a:gradFill>
            <a:ln>
              <a:solidFill>
                <a:schemeClr val="bg1">
                  <a:lumMod val="7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273" name="Freeform 272"/>
            <p:cNvSpPr/>
            <p:nvPr/>
          </p:nvSpPr>
          <p:spPr>
            <a:xfrm>
              <a:off x="5287963" y="4937125"/>
              <a:ext cx="725487" cy="1100138"/>
            </a:xfrm>
            <a:custGeom>
              <a:avLst/>
              <a:gdLst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418712 w 1040633"/>
                <a:gd name="connsiteY4" fmla="*/ 1189324 h 1219697"/>
                <a:gd name="connsiteX5" fmla="*/ 139870 w 1040633"/>
                <a:gd name="connsiteY5" fmla="*/ 1191723 h 1219697"/>
                <a:gd name="connsiteX0" fmla="*/ 139870 w 1040633"/>
                <a:gd name="connsiteY0" fmla="*/ 1191723 h 1355926"/>
                <a:gd name="connsiteX1" fmla="*/ 0 w 1040633"/>
                <a:gd name="connsiteY1" fmla="*/ 0 h 1355926"/>
                <a:gd name="connsiteX2" fmla="*/ 1040633 w 1040633"/>
                <a:gd name="connsiteY2" fmla="*/ 16785 h 1355926"/>
                <a:gd name="connsiteX3" fmla="*/ 833625 w 1040633"/>
                <a:gd name="connsiteY3" fmla="*/ 1219697 h 1355926"/>
                <a:gd name="connsiteX4" fmla="*/ 139870 w 1040633"/>
                <a:gd name="connsiteY4" fmla="*/ 1191723 h 1355926"/>
                <a:gd name="connsiteX0" fmla="*/ 139870 w 1040633"/>
                <a:gd name="connsiteY0" fmla="*/ 1191723 h 1289901"/>
                <a:gd name="connsiteX1" fmla="*/ 0 w 1040633"/>
                <a:gd name="connsiteY1" fmla="*/ 0 h 1289901"/>
                <a:gd name="connsiteX2" fmla="*/ 1040633 w 1040633"/>
                <a:gd name="connsiteY2" fmla="*/ 16785 h 1289901"/>
                <a:gd name="connsiteX3" fmla="*/ 833625 w 1040633"/>
                <a:gd name="connsiteY3" fmla="*/ 1219697 h 1289901"/>
                <a:gd name="connsiteX4" fmla="*/ 139870 w 1040633"/>
                <a:gd name="connsiteY4" fmla="*/ 1191723 h 1289901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191723"/>
                <a:gd name="connsiteX1" fmla="*/ 0 w 1040633"/>
                <a:gd name="connsiteY1" fmla="*/ 0 h 1191723"/>
                <a:gd name="connsiteX2" fmla="*/ 1040633 w 1040633"/>
                <a:gd name="connsiteY2" fmla="*/ 16785 h 1191723"/>
                <a:gd name="connsiteX3" fmla="*/ 671988 w 1040633"/>
                <a:gd name="connsiteY3" fmla="*/ 1158121 h 1191723"/>
                <a:gd name="connsiteX4" fmla="*/ 139870 w 1040633"/>
                <a:gd name="connsiteY4" fmla="*/ 1191723 h 1191723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778664"/>
                <a:gd name="connsiteY0" fmla="*/ 1160935 h 1160935"/>
                <a:gd name="connsiteX1" fmla="*/ 0 w 778664"/>
                <a:gd name="connsiteY1" fmla="*/ 0 h 1160935"/>
                <a:gd name="connsiteX2" fmla="*/ 778664 w 778664"/>
                <a:gd name="connsiteY2" fmla="*/ 130682 h 1160935"/>
                <a:gd name="connsiteX3" fmla="*/ 671988 w 778664"/>
                <a:gd name="connsiteY3" fmla="*/ 1158121 h 1160935"/>
                <a:gd name="connsiteX4" fmla="*/ 363082 w 778664"/>
                <a:gd name="connsiteY4" fmla="*/ 1160935 h 1160935"/>
                <a:gd name="connsiteX0" fmla="*/ 363082 w 778664"/>
                <a:gd name="connsiteY0" fmla="*/ 1160935 h 1160935"/>
                <a:gd name="connsiteX1" fmla="*/ 0 w 778664"/>
                <a:gd name="connsiteY1" fmla="*/ 0 h 1160935"/>
                <a:gd name="connsiteX2" fmla="*/ 778664 w 778664"/>
                <a:gd name="connsiteY2" fmla="*/ 130682 h 1160935"/>
                <a:gd name="connsiteX3" fmla="*/ 694768 w 778664"/>
                <a:gd name="connsiteY3" fmla="*/ 1112562 h 1160935"/>
                <a:gd name="connsiteX4" fmla="*/ 363082 w 778664"/>
                <a:gd name="connsiteY4" fmla="*/ 1160935 h 1160935"/>
                <a:gd name="connsiteX0" fmla="*/ 363082 w 778664"/>
                <a:gd name="connsiteY0" fmla="*/ 1160935 h 1160935"/>
                <a:gd name="connsiteX1" fmla="*/ 0 w 778664"/>
                <a:gd name="connsiteY1" fmla="*/ 0 h 1160935"/>
                <a:gd name="connsiteX2" fmla="*/ 778664 w 778664"/>
                <a:gd name="connsiteY2" fmla="*/ 130682 h 1160935"/>
                <a:gd name="connsiteX3" fmla="*/ 694768 w 778664"/>
                <a:gd name="connsiteY3" fmla="*/ 1112562 h 1160935"/>
                <a:gd name="connsiteX4" fmla="*/ 363082 w 778664"/>
                <a:gd name="connsiteY4" fmla="*/ 1160935 h 1160935"/>
                <a:gd name="connsiteX0" fmla="*/ 397252 w 778664"/>
                <a:gd name="connsiteY0" fmla="*/ 1103987 h 1112562"/>
                <a:gd name="connsiteX1" fmla="*/ 0 w 778664"/>
                <a:gd name="connsiteY1" fmla="*/ 0 h 1112562"/>
                <a:gd name="connsiteX2" fmla="*/ 778664 w 778664"/>
                <a:gd name="connsiteY2" fmla="*/ 130682 h 1112562"/>
                <a:gd name="connsiteX3" fmla="*/ 694768 w 778664"/>
                <a:gd name="connsiteY3" fmla="*/ 1112562 h 1112562"/>
                <a:gd name="connsiteX4" fmla="*/ 397252 w 778664"/>
                <a:gd name="connsiteY4" fmla="*/ 1103987 h 1112562"/>
                <a:gd name="connsiteX0" fmla="*/ 397252 w 778664"/>
                <a:gd name="connsiteY0" fmla="*/ 1103987 h 1112562"/>
                <a:gd name="connsiteX1" fmla="*/ 0 w 778664"/>
                <a:gd name="connsiteY1" fmla="*/ 0 h 1112562"/>
                <a:gd name="connsiteX2" fmla="*/ 778664 w 778664"/>
                <a:gd name="connsiteY2" fmla="*/ 130682 h 1112562"/>
                <a:gd name="connsiteX3" fmla="*/ 694768 w 778664"/>
                <a:gd name="connsiteY3" fmla="*/ 1112562 h 1112562"/>
                <a:gd name="connsiteX4" fmla="*/ 397252 w 778664"/>
                <a:gd name="connsiteY4" fmla="*/ 1103987 h 1112562"/>
                <a:gd name="connsiteX0" fmla="*/ 397252 w 778664"/>
                <a:gd name="connsiteY0" fmla="*/ 1103987 h 1112562"/>
                <a:gd name="connsiteX1" fmla="*/ 0 w 778664"/>
                <a:gd name="connsiteY1" fmla="*/ 0 h 1112562"/>
                <a:gd name="connsiteX2" fmla="*/ 778664 w 778664"/>
                <a:gd name="connsiteY2" fmla="*/ 130682 h 1112562"/>
                <a:gd name="connsiteX3" fmla="*/ 694768 w 778664"/>
                <a:gd name="connsiteY3" fmla="*/ 1112562 h 1112562"/>
                <a:gd name="connsiteX4" fmla="*/ 397252 w 778664"/>
                <a:gd name="connsiteY4" fmla="*/ 1103987 h 1112562"/>
                <a:gd name="connsiteX0" fmla="*/ 123893 w 505305"/>
                <a:gd name="connsiteY0" fmla="*/ 973305 h 981880"/>
                <a:gd name="connsiteX1" fmla="*/ 0 w 505305"/>
                <a:gd name="connsiteY1" fmla="*/ 28773 h 981880"/>
                <a:gd name="connsiteX2" fmla="*/ 505305 w 505305"/>
                <a:gd name="connsiteY2" fmla="*/ 0 h 981880"/>
                <a:gd name="connsiteX3" fmla="*/ 421409 w 505305"/>
                <a:gd name="connsiteY3" fmla="*/ 981880 h 981880"/>
                <a:gd name="connsiteX4" fmla="*/ 123893 w 505305"/>
                <a:gd name="connsiteY4" fmla="*/ 973305 h 981880"/>
                <a:gd name="connsiteX0" fmla="*/ 123893 w 505305"/>
                <a:gd name="connsiteY0" fmla="*/ 973305 h 981880"/>
                <a:gd name="connsiteX1" fmla="*/ 0 w 505305"/>
                <a:gd name="connsiteY1" fmla="*/ 28773 h 981880"/>
                <a:gd name="connsiteX2" fmla="*/ 505305 w 505305"/>
                <a:gd name="connsiteY2" fmla="*/ 0 h 981880"/>
                <a:gd name="connsiteX3" fmla="*/ 421409 w 505305"/>
                <a:gd name="connsiteY3" fmla="*/ 981880 h 981880"/>
                <a:gd name="connsiteX4" fmla="*/ 123893 w 505305"/>
                <a:gd name="connsiteY4" fmla="*/ 973305 h 981880"/>
                <a:gd name="connsiteX0" fmla="*/ 123893 w 505305"/>
                <a:gd name="connsiteY0" fmla="*/ 973305 h 981880"/>
                <a:gd name="connsiteX1" fmla="*/ 0 w 505305"/>
                <a:gd name="connsiteY1" fmla="*/ 28773 h 981880"/>
                <a:gd name="connsiteX2" fmla="*/ 505305 w 505305"/>
                <a:gd name="connsiteY2" fmla="*/ 0 h 981880"/>
                <a:gd name="connsiteX3" fmla="*/ 421409 w 505305"/>
                <a:gd name="connsiteY3" fmla="*/ 981880 h 981880"/>
                <a:gd name="connsiteX4" fmla="*/ 123893 w 505305"/>
                <a:gd name="connsiteY4" fmla="*/ 973305 h 981880"/>
                <a:gd name="connsiteX0" fmla="*/ 123893 w 505305"/>
                <a:gd name="connsiteY0" fmla="*/ 973305 h 981880"/>
                <a:gd name="connsiteX1" fmla="*/ 0 w 505305"/>
                <a:gd name="connsiteY1" fmla="*/ 28773 h 981880"/>
                <a:gd name="connsiteX2" fmla="*/ 505305 w 505305"/>
                <a:gd name="connsiteY2" fmla="*/ 0 h 981880"/>
                <a:gd name="connsiteX3" fmla="*/ 421409 w 505305"/>
                <a:gd name="connsiteY3" fmla="*/ 981880 h 981880"/>
                <a:gd name="connsiteX4" fmla="*/ 123893 w 505305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18198 w 499610"/>
                <a:gd name="connsiteY4" fmla="*/ 973305 h 976186"/>
                <a:gd name="connsiteX0" fmla="*/ 11819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18198 w 499610"/>
                <a:gd name="connsiteY4" fmla="*/ 973305 h 976186"/>
                <a:gd name="connsiteX0" fmla="*/ 19792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97928 w 499610"/>
                <a:gd name="connsiteY4" fmla="*/ 973305 h 976186"/>
                <a:gd name="connsiteX0" fmla="*/ 19792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97928 w 499610"/>
                <a:gd name="connsiteY4" fmla="*/ 973305 h 976186"/>
                <a:gd name="connsiteX0" fmla="*/ 19792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97928 w 499610"/>
                <a:gd name="connsiteY4" fmla="*/ 973305 h 976186"/>
                <a:gd name="connsiteX0" fmla="*/ 19792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97928 w 499610"/>
                <a:gd name="connsiteY4" fmla="*/ 973305 h 976186"/>
                <a:gd name="connsiteX0" fmla="*/ 27977 w 802211"/>
                <a:gd name="connsiteY0" fmla="*/ 815791 h 976186"/>
                <a:gd name="connsiteX1" fmla="*/ 302601 w 802211"/>
                <a:gd name="connsiteY1" fmla="*/ 11688 h 976186"/>
                <a:gd name="connsiteX2" fmla="*/ 802211 w 802211"/>
                <a:gd name="connsiteY2" fmla="*/ 0 h 976186"/>
                <a:gd name="connsiteX3" fmla="*/ 575940 w 802211"/>
                <a:gd name="connsiteY3" fmla="*/ 976186 h 976186"/>
                <a:gd name="connsiteX4" fmla="*/ 27977 w 802211"/>
                <a:gd name="connsiteY4" fmla="*/ 815791 h 976186"/>
                <a:gd name="connsiteX0" fmla="*/ 27977 w 802211"/>
                <a:gd name="connsiteY0" fmla="*/ 815791 h 815791"/>
                <a:gd name="connsiteX1" fmla="*/ 302601 w 802211"/>
                <a:gd name="connsiteY1" fmla="*/ 11688 h 815791"/>
                <a:gd name="connsiteX2" fmla="*/ 802211 w 802211"/>
                <a:gd name="connsiteY2" fmla="*/ 0 h 815791"/>
                <a:gd name="connsiteX3" fmla="*/ 236294 w 802211"/>
                <a:gd name="connsiteY3" fmla="*/ 808828 h 815791"/>
                <a:gd name="connsiteX4" fmla="*/ 27977 w 802211"/>
                <a:gd name="connsiteY4" fmla="*/ 815791 h 815791"/>
                <a:gd name="connsiteX0" fmla="*/ 27977 w 802211"/>
                <a:gd name="connsiteY0" fmla="*/ 815791 h 815791"/>
                <a:gd name="connsiteX1" fmla="*/ 302601 w 802211"/>
                <a:gd name="connsiteY1" fmla="*/ 11688 h 815791"/>
                <a:gd name="connsiteX2" fmla="*/ 802211 w 802211"/>
                <a:gd name="connsiteY2" fmla="*/ 0 h 815791"/>
                <a:gd name="connsiteX3" fmla="*/ 236294 w 802211"/>
                <a:gd name="connsiteY3" fmla="*/ 808828 h 815791"/>
                <a:gd name="connsiteX4" fmla="*/ 27977 w 802211"/>
                <a:gd name="connsiteY4" fmla="*/ 815791 h 815791"/>
                <a:gd name="connsiteX0" fmla="*/ 27977 w 802211"/>
                <a:gd name="connsiteY0" fmla="*/ 815791 h 815791"/>
                <a:gd name="connsiteX1" fmla="*/ 302601 w 802211"/>
                <a:gd name="connsiteY1" fmla="*/ 11688 h 815791"/>
                <a:gd name="connsiteX2" fmla="*/ 802211 w 802211"/>
                <a:gd name="connsiteY2" fmla="*/ 0 h 815791"/>
                <a:gd name="connsiteX3" fmla="*/ 236294 w 802211"/>
                <a:gd name="connsiteY3" fmla="*/ 808828 h 815791"/>
                <a:gd name="connsiteX4" fmla="*/ 27977 w 802211"/>
                <a:gd name="connsiteY4" fmla="*/ 815791 h 815791"/>
                <a:gd name="connsiteX0" fmla="*/ 27977 w 802211"/>
                <a:gd name="connsiteY0" fmla="*/ 828714 h 828714"/>
                <a:gd name="connsiteX1" fmla="*/ 302601 w 802211"/>
                <a:gd name="connsiteY1" fmla="*/ 0 h 828714"/>
                <a:gd name="connsiteX2" fmla="*/ 802211 w 802211"/>
                <a:gd name="connsiteY2" fmla="*/ 12923 h 828714"/>
                <a:gd name="connsiteX3" fmla="*/ 236294 w 802211"/>
                <a:gd name="connsiteY3" fmla="*/ 821751 h 828714"/>
                <a:gd name="connsiteX4" fmla="*/ 27977 w 802211"/>
                <a:gd name="connsiteY4" fmla="*/ 828714 h 828714"/>
                <a:gd name="connsiteX0" fmla="*/ 56213 w 830447"/>
                <a:gd name="connsiteY0" fmla="*/ 828714 h 828714"/>
                <a:gd name="connsiteX1" fmla="*/ 330837 w 830447"/>
                <a:gd name="connsiteY1" fmla="*/ 0 h 828714"/>
                <a:gd name="connsiteX2" fmla="*/ 830447 w 830447"/>
                <a:gd name="connsiteY2" fmla="*/ 12923 h 828714"/>
                <a:gd name="connsiteX3" fmla="*/ 264530 w 830447"/>
                <a:gd name="connsiteY3" fmla="*/ 821751 h 828714"/>
                <a:gd name="connsiteX4" fmla="*/ 56213 w 830447"/>
                <a:gd name="connsiteY4" fmla="*/ 828714 h 828714"/>
                <a:gd name="connsiteX0" fmla="*/ 64130 w 789139"/>
                <a:gd name="connsiteY0" fmla="*/ 794258 h 821751"/>
                <a:gd name="connsiteX1" fmla="*/ 289529 w 789139"/>
                <a:gd name="connsiteY1" fmla="*/ 0 h 821751"/>
                <a:gd name="connsiteX2" fmla="*/ 789139 w 789139"/>
                <a:gd name="connsiteY2" fmla="*/ 12923 h 821751"/>
                <a:gd name="connsiteX3" fmla="*/ 223222 w 789139"/>
                <a:gd name="connsiteY3" fmla="*/ 821751 h 821751"/>
                <a:gd name="connsiteX4" fmla="*/ 64130 w 789139"/>
                <a:gd name="connsiteY4" fmla="*/ 794258 h 821751"/>
                <a:gd name="connsiteX0" fmla="*/ 0 w 725009"/>
                <a:gd name="connsiteY0" fmla="*/ 794258 h 821751"/>
                <a:gd name="connsiteX1" fmla="*/ 225399 w 725009"/>
                <a:gd name="connsiteY1" fmla="*/ 0 h 821751"/>
                <a:gd name="connsiteX2" fmla="*/ 725009 w 725009"/>
                <a:gd name="connsiteY2" fmla="*/ 12923 h 821751"/>
                <a:gd name="connsiteX3" fmla="*/ 159092 w 725009"/>
                <a:gd name="connsiteY3" fmla="*/ 821751 h 821751"/>
                <a:gd name="connsiteX4" fmla="*/ 0 w 725009"/>
                <a:gd name="connsiteY4" fmla="*/ 794258 h 821751"/>
                <a:gd name="connsiteX0" fmla="*/ 0 w 725009"/>
                <a:gd name="connsiteY0" fmla="*/ 1203768 h 1231261"/>
                <a:gd name="connsiteX1" fmla="*/ 225399 w 725009"/>
                <a:gd name="connsiteY1" fmla="*/ 0 h 1231261"/>
                <a:gd name="connsiteX2" fmla="*/ 725009 w 725009"/>
                <a:gd name="connsiteY2" fmla="*/ 422433 h 1231261"/>
                <a:gd name="connsiteX3" fmla="*/ 159092 w 725009"/>
                <a:gd name="connsiteY3" fmla="*/ 1231261 h 1231261"/>
                <a:gd name="connsiteX4" fmla="*/ 0 w 725009"/>
                <a:gd name="connsiteY4" fmla="*/ 1203768 h 1231261"/>
                <a:gd name="connsiteX0" fmla="*/ 0 w 725009"/>
                <a:gd name="connsiteY0" fmla="*/ 1217334 h 1244827"/>
                <a:gd name="connsiteX1" fmla="*/ 225399 w 725009"/>
                <a:gd name="connsiteY1" fmla="*/ 13566 h 1244827"/>
                <a:gd name="connsiteX2" fmla="*/ 725009 w 725009"/>
                <a:gd name="connsiteY2" fmla="*/ 571 h 1244827"/>
                <a:gd name="connsiteX3" fmla="*/ 159092 w 725009"/>
                <a:gd name="connsiteY3" fmla="*/ 1244827 h 1244827"/>
                <a:gd name="connsiteX4" fmla="*/ 0 w 725009"/>
                <a:gd name="connsiteY4" fmla="*/ 1217334 h 1244827"/>
                <a:gd name="connsiteX0" fmla="*/ 0 w 725009"/>
                <a:gd name="connsiteY0" fmla="*/ 1217334 h 1244827"/>
                <a:gd name="connsiteX1" fmla="*/ 225399 w 725009"/>
                <a:gd name="connsiteY1" fmla="*/ 13566 h 1244827"/>
                <a:gd name="connsiteX2" fmla="*/ 725009 w 725009"/>
                <a:gd name="connsiteY2" fmla="*/ 571 h 1244827"/>
                <a:gd name="connsiteX3" fmla="*/ 159092 w 725009"/>
                <a:gd name="connsiteY3" fmla="*/ 1244827 h 1244827"/>
                <a:gd name="connsiteX4" fmla="*/ 0 w 725009"/>
                <a:gd name="connsiteY4" fmla="*/ 1217334 h 1244827"/>
                <a:gd name="connsiteX0" fmla="*/ 0 w 725009"/>
                <a:gd name="connsiteY0" fmla="*/ 1217334 h 1244827"/>
                <a:gd name="connsiteX1" fmla="*/ 225399 w 725009"/>
                <a:gd name="connsiteY1" fmla="*/ 13566 h 1244827"/>
                <a:gd name="connsiteX2" fmla="*/ 725009 w 725009"/>
                <a:gd name="connsiteY2" fmla="*/ 571 h 1244827"/>
                <a:gd name="connsiteX3" fmla="*/ 159092 w 725009"/>
                <a:gd name="connsiteY3" fmla="*/ 1244827 h 1244827"/>
                <a:gd name="connsiteX4" fmla="*/ 0 w 725009"/>
                <a:gd name="connsiteY4" fmla="*/ 1217334 h 1244827"/>
                <a:gd name="connsiteX0" fmla="*/ 0 w 725009"/>
                <a:gd name="connsiteY0" fmla="*/ 1217334 h 1244827"/>
                <a:gd name="connsiteX1" fmla="*/ 225399 w 725009"/>
                <a:gd name="connsiteY1" fmla="*/ 13566 h 1244827"/>
                <a:gd name="connsiteX2" fmla="*/ 725009 w 725009"/>
                <a:gd name="connsiteY2" fmla="*/ 571 h 1244827"/>
                <a:gd name="connsiteX3" fmla="*/ 159092 w 725009"/>
                <a:gd name="connsiteY3" fmla="*/ 1244827 h 1244827"/>
                <a:gd name="connsiteX4" fmla="*/ 0 w 725009"/>
                <a:gd name="connsiteY4" fmla="*/ 1217334 h 1244827"/>
                <a:gd name="connsiteX0" fmla="*/ 0 w 725009"/>
                <a:gd name="connsiteY0" fmla="*/ 1217334 h 1244827"/>
                <a:gd name="connsiteX1" fmla="*/ 225399 w 725009"/>
                <a:gd name="connsiteY1" fmla="*/ 13566 h 1244827"/>
                <a:gd name="connsiteX2" fmla="*/ 725009 w 725009"/>
                <a:gd name="connsiteY2" fmla="*/ 571 h 1244827"/>
                <a:gd name="connsiteX3" fmla="*/ 159092 w 725009"/>
                <a:gd name="connsiteY3" fmla="*/ 1244827 h 1244827"/>
                <a:gd name="connsiteX4" fmla="*/ 0 w 725009"/>
                <a:gd name="connsiteY4" fmla="*/ 1217334 h 1244827"/>
                <a:gd name="connsiteX0" fmla="*/ 0 w 725009"/>
                <a:gd name="connsiteY0" fmla="*/ 1217334 h 1244827"/>
                <a:gd name="connsiteX1" fmla="*/ 225399 w 725009"/>
                <a:gd name="connsiteY1" fmla="*/ 13566 h 1244827"/>
                <a:gd name="connsiteX2" fmla="*/ 725009 w 725009"/>
                <a:gd name="connsiteY2" fmla="*/ 571 h 1244827"/>
                <a:gd name="connsiteX3" fmla="*/ 159092 w 725009"/>
                <a:gd name="connsiteY3" fmla="*/ 1244827 h 1244827"/>
                <a:gd name="connsiteX4" fmla="*/ 0 w 725009"/>
                <a:gd name="connsiteY4" fmla="*/ 1217334 h 1244827"/>
                <a:gd name="connsiteX0" fmla="*/ 0 w 725009"/>
                <a:gd name="connsiteY0" fmla="*/ 1203768 h 1231261"/>
                <a:gd name="connsiteX1" fmla="*/ 225399 w 725009"/>
                <a:gd name="connsiteY1" fmla="*/ 0 h 1231261"/>
                <a:gd name="connsiteX2" fmla="*/ 725009 w 725009"/>
                <a:gd name="connsiteY2" fmla="*/ 129782 h 1231261"/>
                <a:gd name="connsiteX3" fmla="*/ 159092 w 725009"/>
                <a:gd name="connsiteY3" fmla="*/ 1231261 h 1231261"/>
                <a:gd name="connsiteX4" fmla="*/ 0 w 725009"/>
                <a:gd name="connsiteY4" fmla="*/ 1203768 h 1231261"/>
                <a:gd name="connsiteX0" fmla="*/ 0 w 725009"/>
                <a:gd name="connsiteY0" fmla="*/ 1203768 h 1231261"/>
                <a:gd name="connsiteX1" fmla="*/ 225399 w 725009"/>
                <a:gd name="connsiteY1" fmla="*/ 0 h 1231261"/>
                <a:gd name="connsiteX2" fmla="*/ 725009 w 725009"/>
                <a:gd name="connsiteY2" fmla="*/ 129782 h 1231261"/>
                <a:gd name="connsiteX3" fmla="*/ 159092 w 725009"/>
                <a:gd name="connsiteY3" fmla="*/ 1231261 h 1231261"/>
                <a:gd name="connsiteX4" fmla="*/ 0 w 725009"/>
                <a:gd name="connsiteY4" fmla="*/ 1203768 h 1231261"/>
                <a:gd name="connsiteX0" fmla="*/ 0 w 725009"/>
                <a:gd name="connsiteY0" fmla="*/ 1203768 h 1231261"/>
                <a:gd name="connsiteX1" fmla="*/ 225399 w 725009"/>
                <a:gd name="connsiteY1" fmla="*/ 0 h 1231261"/>
                <a:gd name="connsiteX2" fmla="*/ 725009 w 725009"/>
                <a:gd name="connsiteY2" fmla="*/ 129782 h 1231261"/>
                <a:gd name="connsiteX3" fmla="*/ 159092 w 725009"/>
                <a:gd name="connsiteY3" fmla="*/ 1231261 h 1231261"/>
                <a:gd name="connsiteX4" fmla="*/ 0 w 725009"/>
                <a:gd name="connsiteY4" fmla="*/ 1203768 h 1231261"/>
                <a:gd name="connsiteX0" fmla="*/ 0 w 725497"/>
                <a:gd name="connsiteY0" fmla="*/ 1279028 h 1306521"/>
                <a:gd name="connsiteX1" fmla="*/ 225399 w 725497"/>
                <a:gd name="connsiteY1" fmla="*/ 75260 h 1306521"/>
                <a:gd name="connsiteX2" fmla="*/ 396193 w 725497"/>
                <a:gd name="connsiteY2" fmla="*/ 156799 h 1306521"/>
                <a:gd name="connsiteX3" fmla="*/ 725009 w 725497"/>
                <a:gd name="connsiteY3" fmla="*/ 205042 h 1306521"/>
                <a:gd name="connsiteX4" fmla="*/ 159092 w 725497"/>
                <a:gd name="connsiteY4" fmla="*/ 1306521 h 1306521"/>
                <a:gd name="connsiteX5" fmla="*/ 0 w 725497"/>
                <a:gd name="connsiteY5" fmla="*/ 1279028 h 1306521"/>
                <a:gd name="connsiteX0" fmla="*/ 0 w 725239"/>
                <a:gd name="connsiteY0" fmla="*/ 1295668 h 1323161"/>
                <a:gd name="connsiteX1" fmla="*/ 225399 w 725239"/>
                <a:gd name="connsiteY1" fmla="*/ 91900 h 1323161"/>
                <a:gd name="connsiteX2" fmla="*/ 725009 w 725239"/>
                <a:gd name="connsiteY2" fmla="*/ 221682 h 1323161"/>
                <a:gd name="connsiteX3" fmla="*/ 159092 w 725239"/>
                <a:gd name="connsiteY3" fmla="*/ 1323161 h 1323161"/>
                <a:gd name="connsiteX4" fmla="*/ 0 w 725239"/>
                <a:gd name="connsiteY4" fmla="*/ 1295668 h 1323161"/>
                <a:gd name="connsiteX0" fmla="*/ 0 w 725221"/>
                <a:gd name="connsiteY0" fmla="*/ 1210552 h 1238045"/>
                <a:gd name="connsiteX1" fmla="*/ 191583 w 725221"/>
                <a:gd name="connsiteY1" fmla="*/ 153319 h 1238045"/>
                <a:gd name="connsiteX2" fmla="*/ 725009 w 725221"/>
                <a:gd name="connsiteY2" fmla="*/ 136566 h 1238045"/>
                <a:gd name="connsiteX3" fmla="*/ 159092 w 725221"/>
                <a:gd name="connsiteY3" fmla="*/ 1238045 h 1238045"/>
                <a:gd name="connsiteX4" fmla="*/ 0 w 725221"/>
                <a:gd name="connsiteY4" fmla="*/ 1210552 h 1238045"/>
                <a:gd name="connsiteX0" fmla="*/ 0 w 725305"/>
                <a:gd name="connsiteY0" fmla="*/ 1158512 h 1186005"/>
                <a:gd name="connsiteX1" fmla="*/ 191583 w 725305"/>
                <a:gd name="connsiteY1" fmla="*/ 101279 h 1186005"/>
                <a:gd name="connsiteX2" fmla="*/ 725009 w 725305"/>
                <a:gd name="connsiteY2" fmla="*/ 84526 h 1186005"/>
                <a:gd name="connsiteX3" fmla="*/ 159092 w 725305"/>
                <a:gd name="connsiteY3" fmla="*/ 1186005 h 1186005"/>
                <a:gd name="connsiteX4" fmla="*/ 0 w 725305"/>
                <a:gd name="connsiteY4" fmla="*/ 1158512 h 1186005"/>
                <a:gd name="connsiteX0" fmla="*/ 0 w 725009"/>
                <a:gd name="connsiteY0" fmla="*/ 1073986 h 1101479"/>
                <a:gd name="connsiteX1" fmla="*/ 191583 w 725009"/>
                <a:gd name="connsiteY1" fmla="*/ 16753 h 1101479"/>
                <a:gd name="connsiteX2" fmla="*/ 725009 w 725009"/>
                <a:gd name="connsiteY2" fmla="*/ 0 h 1101479"/>
                <a:gd name="connsiteX3" fmla="*/ 159092 w 725009"/>
                <a:gd name="connsiteY3" fmla="*/ 1101479 h 1101479"/>
                <a:gd name="connsiteX4" fmla="*/ 0 w 725009"/>
                <a:gd name="connsiteY4" fmla="*/ 1073986 h 1101479"/>
                <a:gd name="connsiteX0" fmla="*/ 0 w 725009"/>
                <a:gd name="connsiteY0" fmla="*/ 1073986 h 1101479"/>
                <a:gd name="connsiteX1" fmla="*/ 206612 w 725009"/>
                <a:gd name="connsiteY1" fmla="*/ 1724 h 1101479"/>
                <a:gd name="connsiteX2" fmla="*/ 725009 w 725009"/>
                <a:gd name="connsiteY2" fmla="*/ 0 h 1101479"/>
                <a:gd name="connsiteX3" fmla="*/ 159092 w 725009"/>
                <a:gd name="connsiteY3" fmla="*/ 1101479 h 1101479"/>
                <a:gd name="connsiteX4" fmla="*/ 0 w 725009"/>
                <a:gd name="connsiteY4" fmla="*/ 1073986 h 1101479"/>
                <a:gd name="connsiteX0" fmla="*/ 0 w 725009"/>
                <a:gd name="connsiteY0" fmla="*/ 1073986 h 1101479"/>
                <a:gd name="connsiteX1" fmla="*/ 206612 w 725009"/>
                <a:gd name="connsiteY1" fmla="*/ 1724 h 1101479"/>
                <a:gd name="connsiteX2" fmla="*/ 725009 w 725009"/>
                <a:gd name="connsiteY2" fmla="*/ 0 h 1101479"/>
                <a:gd name="connsiteX3" fmla="*/ 159092 w 725009"/>
                <a:gd name="connsiteY3" fmla="*/ 1101479 h 1101479"/>
                <a:gd name="connsiteX4" fmla="*/ 0 w 725009"/>
                <a:gd name="connsiteY4" fmla="*/ 1073986 h 1101479"/>
                <a:gd name="connsiteX0" fmla="*/ 0 w 725009"/>
                <a:gd name="connsiteY0" fmla="*/ 1073986 h 1101479"/>
                <a:gd name="connsiteX1" fmla="*/ 206612 w 725009"/>
                <a:gd name="connsiteY1" fmla="*/ 1724 h 1101479"/>
                <a:gd name="connsiteX2" fmla="*/ 725009 w 725009"/>
                <a:gd name="connsiteY2" fmla="*/ 0 h 1101479"/>
                <a:gd name="connsiteX3" fmla="*/ 159092 w 725009"/>
                <a:gd name="connsiteY3" fmla="*/ 1101479 h 1101479"/>
                <a:gd name="connsiteX4" fmla="*/ 0 w 725009"/>
                <a:gd name="connsiteY4" fmla="*/ 1073986 h 1101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25009" h="1101479">
                  <a:moveTo>
                    <a:pt x="0" y="1073986"/>
                  </a:moveTo>
                  <a:cubicBezTo>
                    <a:pt x="95638" y="589814"/>
                    <a:pt x="96800" y="618448"/>
                    <a:pt x="206612" y="1724"/>
                  </a:cubicBezTo>
                  <a:cubicBezTo>
                    <a:pt x="451440" y="14348"/>
                    <a:pt x="499346" y="35256"/>
                    <a:pt x="725009" y="0"/>
                  </a:cubicBezTo>
                  <a:cubicBezTo>
                    <a:pt x="326141" y="749497"/>
                    <a:pt x="642687" y="159790"/>
                    <a:pt x="159092" y="1101479"/>
                  </a:cubicBezTo>
                  <a:cubicBezTo>
                    <a:pt x="24807" y="1072843"/>
                    <a:pt x="92525" y="1088071"/>
                    <a:pt x="0" y="1073986"/>
                  </a:cubicBezTo>
                  <a:close/>
                </a:path>
              </a:pathLst>
            </a:custGeom>
            <a:gradFill>
              <a:gsLst>
                <a:gs pos="0">
                  <a:schemeClr val="bg1">
                    <a:lumMod val="95000"/>
                    <a:alpha val="5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</a:gradFill>
            <a:ln>
              <a:solidFill>
                <a:schemeClr val="bg1">
                  <a:lumMod val="7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274" name="Freeform 273"/>
            <p:cNvSpPr/>
            <p:nvPr/>
          </p:nvSpPr>
          <p:spPr>
            <a:xfrm>
              <a:off x="4300538" y="4956175"/>
              <a:ext cx="514350" cy="577850"/>
            </a:xfrm>
            <a:custGeom>
              <a:avLst/>
              <a:gdLst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418712 w 1040633"/>
                <a:gd name="connsiteY4" fmla="*/ 1189324 h 1219697"/>
                <a:gd name="connsiteX5" fmla="*/ 139870 w 1040633"/>
                <a:gd name="connsiteY5" fmla="*/ 1191723 h 1219697"/>
                <a:gd name="connsiteX0" fmla="*/ 139870 w 1040633"/>
                <a:gd name="connsiteY0" fmla="*/ 1191723 h 1355926"/>
                <a:gd name="connsiteX1" fmla="*/ 0 w 1040633"/>
                <a:gd name="connsiteY1" fmla="*/ 0 h 1355926"/>
                <a:gd name="connsiteX2" fmla="*/ 1040633 w 1040633"/>
                <a:gd name="connsiteY2" fmla="*/ 16785 h 1355926"/>
                <a:gd name="connsiteX3" fmla="*/ 833625 w 1040633"/>
                <a:gd name="connsiteY3" fmla="*/ 1219697 h 1355926"/>
                <a:gd name="connsiteX4" fmla="*/ 139870 w 1040633"/>
                <a:gd name="connsiteY4" fmla="*/ 1191723 h 1355926"/>
                <a:gd name="connsiteX0" fmla="*/ 139870 w 1040633"/>
                <a:gd name="connsiteY0" fmla="*/ 1191723 h 1289901"/>
                <a:gd name="connsiteX1" fmla="*/ 0 w 1040633"/>
                <a:gd name="connsiteY1" fmla="*/ 0 h 1289901"/>
                <a:gd name="connsiteX2" fmla="*/ 1040633 w 1040633"/>
                <a:gd name="connsiteY2" fmla="*/ 16785 h 1289901"/>
                <a:gd name="connsiteX3" fmla="*/ 833625 w 1040633"/>
                <a:gd name="connsiteY3" fmla="*/ 1219697 h 1289901"/>
                <a:gd name="connsiteX4" fmla="*/ 139870 w 1040633"/>
                <a:gd name="connsiteY4" fmla="*/ 1191723 h 1289901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191723"/>
                <a:gd name="connsiteX1" fmla="*/ 0 w 1040633"/>
                <a:gd name="connsiteY1" fmla="*/ 0 h 1191723"/>
                <a:gd name="connsiteX2" fmla="*/ 1040633 w 1040633"/>
                <a:gd name="connsiteY2" fmla="*/ 16785 h 1191723"/>
                <a:gd name="connsiteX3" fmla="*/ 671988 w 1040633"/>
                <a:gd name="connsiteY3" fmla="*/ 1158121 h 1191723"/>
                <a:gd name="connsiteX4" fmla="*/ 139870 w 1040633"/>
                <a:gd name="connsiteY4" fmla="*/ 1191723 h 1191723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778664"/>
                <a:gd name="connsiteY0" fmla="*/ 1160935 h 1160935"/>
                <a:gd name="connsiteX1" fmla="*/ 0 w 778664"/>
                <a:gd name="connsiteY1" fmla="*/ 0 h 1160935"/>
                <a:gd name="connsiteX2" fmla="*/ 778664 w 778664"/>
                <a:gd name="connsiteY2" fmla="*/ 130682 h 1160935"/>
                <a:gd name="connsiteX3" fmla="*/ 671988 w 778664"/>
                <a:gd name="connsiteY3" fmla="*/ 1158121 h 1160935"/>
                <a:gd name="connsiteX4" fmla="*/ 363082 w 778664"/>
                <a:gd name="connsiteY4" fmla="*/ 1160935 h 1160935"/>
                <a:gd name="connsiteX0" fmla="*/ 363082 w 778664"/>
                <a:gd name="connsiteY0" fmla="*/ 1160935 h 1160935"/>
                <a:gd name="connsiteX1" fmla="*/ 0 w 778664"/>
                <a:gd name="connsiteY1" fmla="*/ 0 h 1160935"/>
                <a:gd name="connsiteX2" fmla="*/ 778664 w 778664"/>
                <a:gd name="connsiteY2" fmla="*/ 130682 h 1160935"/>
                <a:gd name="connsiteX3" fmla="*/ 694768 w 778664"/>
                <a:gd name="connsiteY3" fmla="*/ 1112562 h 1160935"/>
                <a:gd name="connsiteX4" fmla="*/ 363082 w 778664"/>
                <a:gd name="connsiteY4" fmla="*/ 1160935 h 1160935"/>
                <a:gd name="connsiteX0" fmla="*/ 363082 w 778664"/>
                <a:gd name="connsiteY0" fmla="*/ 1160935 h 1160935"/>
                <a:gd name="connsiteX1" fmla="*/ 0 w 778664"/>
                <a:gd name="connsiteY1" fmla="*/ 0 h 1160935"/>
                <a:gd name="connsiteX2" fmla="*/ 778664 w 778664"/>
                <a:gd name="connsiteY2" fmla="*/ 130682 h 1160935"/>
                <a:gd name="connsiteX3" fmla="*/ 694768 w 778664"/>
                <a:gd name="connsiteY3" fmla="*/ 1112562 h 1160935"/>
                <a:gd name="connsiteX4" fmla="*/ 363082 w 778664"/>
                <a:gd name="connsiteY4" fmla="*/ 1160935 h 1160935"/>
                <a:gd name="connsiteX0" fmla="*/ 397252 w 778664"/>
                <a:gd name="connsiteY0" fmla="*/ 1103987 h 1112562"/>
                <a:gd name="connsiteX1" fmla="*/ 0 w 778664"/>
                <a:gd name="connsiteY1" fmla="*/ 0 h 1112562"/>
                <a:gd name="connsiteX2" fmla="*/ 778664 w 778664"/>
                <a:gd name="connsiteY2" fmla="*/ 130682 h 1112562"/>
                <a:gd name="connsiteX3" fmla="*/ 694768 w 778664"/>
                <a:gd name="connsiteY3" fmla="*/ 1112562 h 1112562"/>
                <a:gd name="connsiteX4" fmla="*/ 397252 w 778664"/>
                <a:gd name="connsiteY4" fmla="*/ 1103987 h 1112562"/>
                <a:gd name="connsiteX0" fmla="*/ 397252 w 778664"/>
                <a:gd name="connsiteY0" fmla="*/ 1103987 h 1112562"/>
                <a:gd name="connsiteX1" fmla="*/ 0 w 778664"/>
                <a:gd name="connsiteY1" fmla="*/ 0 h 1112562"/>
                <a:gd name="connsiteX2" fmla="*/ 778664 w 778664"/>
                <a:gd name="connsiteY2" fmla="*/ 130682 h 1112562"/>
                <a:gd name="connsiteX3" fmla="*/ 694768 w 778664"/>
                <a:gd name="connsiteY3" fmla="*/ 1112562 h 1112562"/>
                <a:gd name="connsiteX4" fmla="*/ 397252 w 778664"/>
                <a:gd name="connsiteY4" fmla="*/ 1103987 h 1112562"/>
                <a:gd name="connsiteX0" fmla="*/ 397252 w 778664"/>
                <a:gd name="connsiteY0" fmla="*/ 1103987 h 1112562"/>
                <a:gd name="connsiteX1" fmla="*/ 0 w 778664"/>
                <a:gd name="connsiteY1" fmla="*/ 0 h 1112562"/>
                <a:gd name="connsiteX2" fmla="*/ 778664 w 778664"/>
                <a:gd name="connsiteY2" fmla="*/ 130682 h 1112562"/>
                <a:gd name="connsiteX3" fmla="*/ 694768 w 778664"/>
                <a:gd name="connsiteY3" fmla="*/ 1112562 h 1112562"/>
                <a:gd name="connsiteX4" fmla="*/ 397252 w 778664"/>
                <a:gd name="connsiteY4" fmla="*/ 1103987 h 1112562"/>
                <a:gd name="connsiteX0" fmla="*/ 123893 w 505305"/>
                <a:gd name="connsiteY0" fmla="*/ 973305 h 981880"/>
                <a:gd name="connsiteX1" fmla="*/ 0 w 505305"/>
                <a:gd name="connsiteY1" fmla="*/ 28773 h 981880"/>
                <a:gd name="connsiteX2" fmla="*/ 505305 w 505305"/>
                <a:gd name="connsiteY2" fmla="*/ 0 h 981880"/>
                <a:gd name="connsiteX3" fmla="*/ 421409 w 505305"/>
                <a:gd name="connsiteY3" fmla="*/ 981880 h 981880"/>
                <a:gd name="connsiteX4" fmla="*/ 123893 w 505305"/>
                <a:gd name="connsiteY4" fmla="*/ 973305 h 981880"/>
                <a:gd name="connsiteX0" fmla="*/ 123893 w 505305"/>
                <a:gd name="connsiteY0" fmla="*/ 973305 h 981880"/>
                <a:gd name="connsiteX1" fmla="*/ 0 w 505305"/>
                <a:gd name="connsiteY1" fmla="*/ 28773 h 981880"/>
                <a:gd name="connsiteX2" fmla="*/ 505305 w 505305"/>
                <a:gd name="connsiteY2" fmla="*/ 0 h 981880"/>
                <a:gd name="connsiteX3" fmla="*/ 421409 w 505305"/>
                <a:gd name="connsiteY3" fmla="*/ 981880 h 981880"/>
                <a:gd name="connsiteX4" fmla="*/ 123893 w 505305"/>
                <a:gd name="connsiteY4" fmla="*/ 973305 h 981880"/>
                <a:gd name="connsiteX0" fmla="*/ 123893 w 505305"/>
                <a:gd name="connsiteY0" fmla="*/ 973305 h 981880"/>
                <a:gd name="connsiteX1" fmla="*/ 0 w 505305"/>
                <a:gd name="connsiteY1" fmla="*/ 28773 h 981880"/>
                <a:gd name="connsiteX2" fmla="*/ 505305 w 505305"/>
                <a:gd name="connsiteY2" fmla="*/ 0 h 981880"/>
                <a:gd name="connsiteX3" fmla="*/ 421409 w 505305"/>
                <a:gd name="connsiteY3" fmla="*/ 981880 h 981880"/>
                <a:gd name="connsiteX4" fmla="*/ 123893 w 505305"/>
                <a:gd name="connsiteY4" fmla="*/ 973305 h 981880"/>
                <a:gd name="connsiteX0" fmla="*/ 123893 w 505305"/>
                <a:gd name="connsiteY0" fmla="*/ 973305 h 981880"/>
                <a:gd name="connsiteX1" fmla="*/ 0 w 505305"/>
                <a:gd name="connsiteY1" fmla="*/ 28773 h 981880"/>
                <a:gd name="connsiteX2" fmla="*/ 505305 w 505305"/>
                <a:gd name="connsiteY2" fmla="*/ 0 h 981880"/>
                <a:gd name="connsiteX3" fmla="*/ 421409 w 505305"/>
                <a:gd name="connsiteY3" fmla="*/ 981880 h 981880"/>
                <a:gd name="connsiteX4" fmla="*/ 123893 w 505305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18198 w 499610"/>
                <a:gd name="connsiteY4" fmla="*/ 973305 h 976186"/>
                <a:gd name="connsiteX0" fmla="*/ 11819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18198 w 499610"/>
                <a:gd name="connsiteY4" fmla="*/ 973305 h 976186"/>
                <a:gd name="connsiteX0" fmla="*/ 19792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97928 w 499610"/>
                <a:gd name="connsiteY4" fmla="*/ 973305 h 976186"/>
                <a:gd name="connsiteX0" fmla="*/ 19792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97928 w 499610"/>
                <a:gd name="connsiteY4" fmla="*/ 973305 h 976186"/>
                <a:gd name="connsiteX0" fmla="*/ 19792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97928 w 499610"/>
                <a:gd name="connsiteY4" fmla="*/ 973305 h 976186"/>
                <a:gd name="connsiteX0" fmla="*/ 19792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97928 w 499610"/>
                <a:gd name="connsiteY4" fmla="*/ 973305 h 976186"/>
                <a:gd name="connsiteX0" fmla="*/ 197928 w 503138"/>
                <a:gd name="connsiteY0" fmla="*/ 961687 h 964568"/>
                <a:gd name="connsiteX1" fmla="*/ 0 w 503138"/>
                <a:gd name="connsiteY1" fmla="*/ 70 h 964568"/>
                <a:gd name="connsiteX2" fmla="*/ 503138 w 503138"/>
                <a:gd name="connsiteY2" fmla="*/ 154187 h 964568"/>
                <a:gd name="connsiteX3" fmla="*/ 273339 w 503138"/>
                <a:gd name="connsiteY3" fmla="*/ 964568 h 964568"/>
                <a:gd name="connsiteX4" fmla="*/ 197928 w 503138"/>
                <a:gd name="connsiteY4" fmla="*/ 961687 h 964568"/>
                <a:gd name="connsiteX0" fmla="*/ 201456 w 506666"/>
                <a:gd name="connsiteY0" fmla="*/ 807500 h 810381"/>
                <a:gd name="connsiteX1" fmla="*/ 0 w 506666"/>
                <a:gd name="connsiteY1" fmla="*/ 15216 h 810381"/>
                <a:gd name="connsiteX2" fmla="*/ 506666 w 506666"/>
                <a:gd name="connsiteY2" fmla="*/ 0 h 810381"/>
                <a:gd name="connsiteX3" fmla="*/ 276867 w 506666"/>
                <a:gd name="connsiteY3" fmla="*/ 810381 h 810381"/>
                <a:gd name="connsiteX4" fmla="*/ 201456 w 506666"/>
                <a:gd name="connsiteY4" fmla="*/ 807500 h 810381"/>
                <a:gd name="connsiteX0" fmla="*/ 201456 w 506666"/>
                <a:gd name="connsiteY0" fmla="*/ 807500 h 811593"/>
                <a:gd name="connsiteX1" fmla="*/ 0 w 506666"/>
                <a:gd name="connsiteY1" fmla="*/ 15216 h 811593"/>
                <a:gd name="connsiteX2" fmla="*/ 506666 w 506666"/>
                <a:gd name="connsiteY2" fmla="*/ 0 h 811593"/>
                <a:gd name="connsiteX3" fmla="*/ 276867 w 506666"/>
                <a:gd name="connsiteY3" fmla="*/ 810381 h 811593"/>
                <a:gd name="connsiteX4" fmla="*/ 201456 w 506666"/>
                <a:gd name="connsiteY4" fmla="*/ 807500 h 811593"/>
                <a:gd name="connsiteX0" fmla="*/ 135576 w 506666"/>
                <a:gd name="connsiteY0" fmla="*/ 818480 h 818480"/>
                <a:gd name="connsiteX1" fmla="*/ 0 w 506666"/>
                <a:gd name="connsiteY1" fmla="*/ 15216 h 818480"/>
                <a:gd name="connsiteX2" fmla="*/ 506666 w 506666"/>
                <a:gd name="connsiteY2" fmla="*/ 0 h 818480"/>
                <a:gd name="connsiteX3" fmla="*/ 276867 w 506666"/>
                <a:gd name="connsiteY3" fmla="*/ 810381 h 818480"/>
                <a:gd name="connsiteX4" fmla="*/ 135576 w 506666"/>
                <a:gd name="connsiteY4" fmla="*/ 818480 h 818480"/>
                <a:gd name="connsiteX0" fmla="*/ 135576 w 506666"/>
                <a:gd name="connsiteY0" fmla="*/ 818480 h 818480"/>
                <a:gd name="connsiteX1" fmla="*/ 0 w 506666"/>
                <a:gd name="connsiteY1" fmla="*/ 15216 h 818480"/>
                <a:gd name="connsiteX2" fmla="*/ 506666 w 506666"/>
                <a:gd name="connsiteY2" fmla="*/ 0 h 818480"/>
                <a:gd name="connsiteX3" fmla="*/ 331766 w 506666"/>
                <a:gd name="connsiteY3" fmla="*/ 803061 h 818480"/>
                <a:gd name="connsiteX4" fmla="*/ 135576 w 506666"/>
                <a:gd name="connsiteY4" fmla="*/ 818480 h 818480"/>
                <a:gd name="connsiteX0" fmla="*/ 135576 w 506666"/>
                <a:gd name="connsiteY0" fmla="*/ 818480 h 818480"/>
                <a:gd name="connsiteX1" fmla="*/ 0 w 506666"/>
                <a:gd name="connsiteY1" fmla="*/ 15216 h 818480"/>
                <a:gd name="connsiteX2" fmla="*/ 506666 w 506666"/>
                <a:gd name="connsiteY2" fmla="*/ 0 h 818480"/>
                <a:gd name="connsiteX3" fmla="*/ 331766 w 506666"/>
                <a:gd name="connsiteY3" fmla="*/ 803061 h 818480"/>
                <a:gd name="connsiteX4" fmla="*/ 135576 w 506666"/>
                <a:gd name="connsiteY4" fmla="*/ 818480 h 818480"/>
                <a:gd name="connsiteX0" fmla="*/ 135576 w 506666"/>
                <a:gd name="connsiteY0" fmla="*/ 818480 h 818480"/>
                <a:gd name="connsiteX1" fmla="*/ 0 w 506666"/>
                <a:gd name="connsiteY1" fmla="*/ 15216 h 818480"/>
                <a:gd name="connsiteX2" fmla="*/ 506666 w 506666"/>
                <a:gd name="connsiteY2" fmla="*/ 0 h 818480"/>
                <a:gd name="connsiteX3" fmla="*/ 331766 w 506666"/>
                <a:gd name="connsiteY3" fmla="*/ 803061 h 818480"/>
                <a:gd name="connsiteX4" fmla="*/ 135576 w 506666"/>
                <a:gd name="connsiteY4" fmla="*/ 818480 h 818480"/>
                <a:gd name="connsiteX0" fmla="*/ 135576 w 506666"/>
                <a:gd name="connsiteY0" fmla="*/ 818480 h 818480"/>
                <a:gd name="connsiteX1" fmla="*/ 0 w 506666"/>
                <a:gd name="connsiteY1" fmla="*/ 7896 h 818480"/>
                <a:gd name="connsiteX2" fmla="*/ 506666 w 506666"/>
                <a:gd name="connsiteY2" fmla="*/ 0 h 818480"/>
                <a:gd name="connsiteX3" fmla="*/ 331766 w 506666"/>
                <a:gd name="connsiteY3" fmla="*/ 803061 h 818480"/>
                <a:gd name="connsiteX4" fmla="*/ 135576 w 506666"/>
                <a:gd name="connsiteY4" fmla="*/ 818480 h 818480"/>
                <a:gd name="connsiteX0" fmla="*/ 135576 w 506666"/>
                <a:gd name="connsiteY0" fmla="*/ 818480 h 818480"/>
                <a:gd name="connsiteX1" fmla="*/ 0 w 506666"/>
                <a:gd name="connsiteY1" fmla="*/ 7896 h 818480"/>
                <a:gd name="connsiteX2" fmla="*/ 506666 w 506666"/>
                <a:gd name="connsiteY2" fmla="*/ 0 h 818480"/>
                <a:gd name="connsiteX3" fmla="*/ 331766 w 506666"/>
                <a:gd name="connsiteY3" fmla="*/ 803061 h 818480"/>
                <a:gd name="connsiteX4" fmla="*/ 135576 w 506666"/>
                <a:gd name="connsiteY4" fmla="*/ 818480 h 818480"/>
                <a:gd name="connsiteX0" fmla="*/ 45472 w 559302"/>
                <a:gd name="connsiteY0" fmla="*/ 807500 h 807500"/>
                <a:gd name="connsiteX1" fmla="*/ 52636 w 559302"/>
                <a:gd name="connsiteY1" fmla="*/ 7896 h 807500"/>
                <a:gd name="connsiteX2" fmla="*/ 559302 w 559302"/>
                <a:gd name="connsiteY2" fmla="*/ 0 h 807500"/>
                <a:gd name="connsiteX3" fmla="*/ 384402 w 559302"/>
                <a:gd name="connsiteY3" fmla="*/ 803061 h 807500"/>
                <a:gd name="connsiteX4" fmla="*/ 45472 w 559302"/>
                <a:gd name="connsiteY4" fmla="*/ 807500 h 807500"/>
                <a:gd name="connsiteX0" fmla="*/ 21974 w 535804"/>
                <a:gd name="connsiteY0" fmla="*/ 807500 h 807500"/>
                <a:gd name="connsiteX1" fmla="*/ 29138 w 535804"/>
                <a:gd name="connsiteY1" fmla="*/ 7896 h 807500"/>
                <a:gd name="connsiteX2" fmla="*/ 535804 w 535804"/>
                <a:gd name="connsiteY2" fmla="*/ 0 h 807500"/>
                <a:gd name="connsiteX3" fmla="*/ 360904 w 535804"/>
                <a:gd name="connsiteY3" fmla="*/ 803061 h 807500"/>
                <a:gd name="connsiteX4" fmla="*/ 21974 w 535804"/>
                <a:gd name="connsiteY4" fmla="*/ 807500 h 807500"/>
                <a:gd name="connsiteX0" fmla="*/ 128256 w 506666"/>
                <a:gd name="connsiteY0" fmla="*/ 829461 h 829461"/>
                <a:gd name="connsiteX1" fmla="*/ 0 w 506666"/>
                <a:gd name="connsiteY1" fmla="*/ 7896 h 829461"/>
                <a:gd name="connsiteX2" fmla="*/ 506666 w 506666"/>
                <a:gd name="connsiteY2" fmla="*/ 0 h 829461"/>
                <a:gd name="connsiteX3" fmla="*/ 331766 w 506666"/>
                <a:gd name="connsiteY3" fmla="*/ 803061 h 829461"/>
                <a:gd name="connsiteX4" fmla="*/ 128256 w 506666"/>
                <a:gd name="connsiteY4" fmla="*/ 829461 h 829461"/>
                <a:gd name="connsiteX0" fmla="*/ 128256 w 506666"/>
                <a:gd name="connsiteY0" fmla="*/ 829461 h 829461"/>
                <a:gd name="connsiteX1" fmla="*/ 0 w 506666"/>
                <a:gd name="connsiteY1" fmla="*/ 7896 h 829461"/>
                <a:gd name="connsiteX2" fmla="*/ 506666 w 506666"/>
                <a:gd name="connsiteY2" fmla="*/ 0 h 829461"/>
                <a:gd name="connsiteX3" fmla="*/ 331766 w 506666"/>
                <a:gd name="connsiteY3" fmla="*/ 803061 h 829461"/>
                <a:gd name="connsiteX4" fmla="*/ 128256 w 506666"/>
                <a:gd name="connsiteY4" fmla="*/ 829461 h 829461"/>
                <a:gd name="connsiteX0" fmla="*/ 128256 w 506666"/>
                <a:gd name="connsiteY0" fmla="*/ 829461 h 829461"/>
                <a:gd name="connsiteX1" fmla="*/ 0 w 506666"/>
                <a:gd name="connsiteY1" fmla="*/ 7896 h 829461"/>
                <a:gd name="connsiteX2" fmla="*/ 506666 w 506666"/>
                <a:gd name="connsiteY2" fmla="*/ 0 h 829461"/>
                <a:gd name="connsiteX3" fmla="*/ 331766 w 506666"/>
                <a:gd name="connsiteY3" fmla="*/ 803061 h 829461"/>
                <a:gd name="connsiteX4" fmla="*/ 128256 w 506666"/>
                <a:gd name="connsiteY4" fmla="*/ 829461 h 829461"/>
                <a:gd name="connsiteX0" fmla="*/ 128256 w 506666"/>
                <a:gd name="connsiteY0" fmla="*/ 829461 h 830473"/>
                <a:gd name="connsiteX1" fmla="*/ 0 w 506666"/>
                <a:gd name="connsiteY1" fmla="*/ 7896 h 830473"/>
                <a:gd name="connsiteX2" fmla="*/ 506666 w 506666"/>
                <a:gd name="connsiteY2" fmla="*/ 0 h 830473"/>
                <a:gd name="connsiteX3" fmla="*/ 331766 w 506666"/>
                <a:gd name="connsiteY3" fmla="*/ 828681 h 830473"/>
                <a:gd name="connsiteX4" fmla="*/ 128256 w 506666"/>
                <a:gd name="connsiteY4" fmla="*/ 829461 h 830473"/>
                <a:gd name="connsiteX0" fmla="*/ 128256 w 506666"/>
                <a:gd name="connsiteY0" fmla="*/ 829461 h 830473"/>
                <a:gd name="connsiteX1" fmla="*/ 0 w 506666"/>
                <a:gd name="connsiteY1" fmla="*/ 7896 h 830473"/>
                <a:gd name="connsiteX2" fmla="*/ 506666 w 506666"/>
                <a:gd name="connsiteY2" fmla="*/ 0 h 830473"/>
                <a:gd name="connsiteX3" fmla="*/ 331766 w 506666"/>
                <a:gd name="connsiteY3" fmla="*/ 828681 h 830473"/>
                <a:gd name="connsiteX4" fmla="*/ 128256 w 506666"/>
                <a:gd name="connsiteY4" fmla="*/ 829461 h 830473"/>
                <a:gd name="connsiteX0" fmla="*/ 128256 w 506666"/>
                <a:gd name="connsiteY0" fmla="*/ 821565 h 822577"/>
                <a:gd name="connsiteX1" fmla="*/ 0 w 506666"/>
                <a:gd name="connsiteY1" fmla="*/ 0 h 822577"/>
                <a:gd name="connsiteX2" fmla="*/ 506666 w 506666"/>
                <a:gd name="connsiteY2" fmla="*/ 255115 h 822577"/>
                <a:gd name="connsiteX3" fmla="*/ 331766 w 506666"/>
                <a:gd name="connsiteY3" fmla="*/ 820785 h 822577"/>
                <a:gd name="connsiteX4" fmla="*/ 128256 w 506666"/>
                <a:gd name="connsiteY4" fmla="*/ 821565 h 822577"/>
                <a:gd name="connsiteX0" fmla="*/ 128256 w 506666"/>
                <a:gd name="connsiteY0" fmla="*/ 821565 h 822577"/>
                <a:gd name="connsiteX1" fmla="*/ 0 w 506666"/>
                <a:gd name="connsiteY1" fmla="*/ 0 h 822577"/>
                <a:gd name="connsiteX2" fmla="*/ 506666 w 506666"/>
                <a:gd name="connsiteY2" fmla="*/ 255115 h 822577"/>
                <a:gd name="connsiteX3" fmla="*/ 331766 w 506666"/>
                <a:gd name="connsiteY3" fmla="*/ 820785 h 822577"/>
                <a:gd name="connsiteX4" fmla="*/ 128256 w 506666"/>
                <a:gd name="connsiteY4" fmla="*/ 821565 h 822577"/>
                <a:gd name="connsiteX0" fmla="*/ 128256 w 506666"/>
                <a:gd name="connsiteY0" fmla="*/ 821565 h 822577"/>
                <a:gd name="connsiteX1" fmla="*/ 0 w 506666"/>
                <a:gd name="connsiteY1" fmla="*/ 0 h 822577"/>
                <a:gd name="connsiteX2" fmla="*/ 506666 w 506666"/>
                <a:gd name="connsiteY2" fmla="*/ 255115 h 822577"/>
                <a:gd name="connsiteX3" fmla="*/ 331766 w 506666"/>
                <a:gd name="connsiteY3" fmla="*/ 820785 h 822577"/>
                <a:gd name="connsiteX4" fmla="*/ 128256 w 506666"/>
                <a:gd name="connsiteY4" fmla="*/ 821565 h 822577"/>
                <a:gd name="connsiteX0" fmla="*/ 135770 w 514180"/>
                <a:gd name="connsiteY0" fmla="*/ 577341 h 578353"/>
                <a:gd name="connsiteX1" fmla="*/ 0 w 514180"/>
                <a:gd name="connsiteY1" fmla="*/ 0 h 578353"/>
                <a:gd name="connsiteX2" fmla="*/ 514180 w 514180"/>
                <a:gd name="connsiteY2" fmla="*/ 10891 h 578353"/>
                <a:gd name="connsiteX3" fmla="*/ 339280 w 514180"/>
                <a:gd name="connsiteY3" fmla="*/ 576561 h 578353"/>
                <a:gd name="connsiteX4" fmla="*/ 135770 w 514180"/>
                <a:gd name="connsiteY4" fmla="*/ 577341 h 578353"/>
                <a:gd name="connsiteX0" fmla="*/ 135770 w 514180"/>
                <a:gd name="connsiteY0" fmla="*/ 577341 h 578353"/>
                <a:gd name="connsiteX1" fmla="*/ 0 w 514180"/>
                <a:gd name="connsiteY1" fmla="*/ 0 h 578353"/>
                <a:gd name="connsiteX2" fmla="*/ 514180 w 514180"/>
                <a:gd name="connsiteY2" fmla="*/ 10891 h 578353"/>
                <a:gd name="connsiteX3" fmla="*/ 339280 w 514180"/>
                <a:gd name="connsiteY3" fmla="*/ 576561 h 578353"/>
                <a:gd name="connsiteX4" fmla="*/ 135770 w 514180"/>
                <a:gd name="connsiteY4" fmla="*/ 577341 h 578353"/>
                <a:gd name="connsiteX0" fmla="*/ 135770 w 514180"/>
                <a:gd name="connsiteY0" fmla="*/ 577341 h 578353"/>
                <a:gd name="connsiteX1" fmla="*/ 0 w 514180"/>
                <a:gd name="connsiteY1" fmla="*/ 0 h 578353"/>
                <a:gd name="connsiteX2" fmla="*/ 514180 w 514180"/>
                <a:gd name="connsiteY2" fmla="*/ 10891 h 578353"/>
                <a:gd name="connsiteX3" fmla="*/ 339280 w 514180"/>
                <a:gd name="connsiteY3" fmla="*/ 576561 h 578353"/>
                <a:gd name="connsiteX4" fmla="*/ 135770 w 514180"/>
                <a:gd name="connsiteY4" fmla="*/ 577341 h 5783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4180" h="578353">
                  <a:moveTo>
                    <a:pt x="135770" y="577341"/>
                  </a:moveTo>
                  <a:cubicBezTo>
                    <a:pt x="50587" y="214237"/>
                    <a:pt x="96631" y="442038"/>
                    <a:pt x="0" y="0"/>
                  </a:cubicBezTo>
                  <a:lnTo>
                    <a:pt x="514180" y="10891"/>
                  </a:lnTo>
                  <a:cubicBezTo>
                    <a:pt x="417353" y="348331"/>
                    <a:pt x="426658" y="280104"/>
                    <a:pt x="339280" y="576561"/>
                  </a:cubicBezTo>
                  <a:cubicBezTo>
                    <a:pt x="292835" y="580865"/>
                    <a:pt x="203869" y="575875"/>
                    <a:pt x="135770" y="577341"/>
                  </a:cubicBezTo>
                  <a:close/>
                </a:path>
              </a:pathLst>
            </a:custGeom>
            <a:gradFill>
              <a:gsLst>
                <a:gs pos="0">
                  <a:schemeClr val="bg1">
                    <a:lumMod val="95000"/>
                    <a:alpha val="5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</a:gradFill>
            <a:ln>
              <a:solidFill>
                <a:schemeClr val="bg1">
                  <a:lumMod val="7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275" name="Freeform 274"/>
            <p:cNvSpPr/>
            <p:nvPr/>
          </p:nvSpPr>
          <p:spPr>
            <a:xfrm>
              <a:off x="3521075" y="4919663"/>
              <a:ext cx="593725" cy="1216025"/>
            </a:xfrm>
            <a:custGeom>
              <a:avLst/>
              <a:gdLst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418712 w 1040633"/>
                <a:gd name="connsiteY4" fmla="*/ 1189324 h 1219697"/>
                <a:gd name="connsiteX5" fmla="*/ 139870 w 1040633"/>
                <a:gd name="connsiteY5" fmla="*/ 1191723 h 1219697"/>
                <a:gd name="connsiteX0" fmla="*/ 139870 w 1040633"/>
                <a:gd name="connsiteY0" fmla="*/ 1191723 h 1355926"/>
                <a:gd name="connsiteX1" fmla="*/ 0 w 1040633"/>
                <a:gd name="connsiteY1" fmla="*/ 0 h 1355926"/>
                <a:gd name="connsiteX2" fmla="*/ 1040633 w 1040633"/>
                <a:gd name="connsiteY2" fmla="*/ 16785 h 1355926"/>
                <a:gd name="connsiteX3" fmla="*/ 833625 w 1040633"/>
                <a:gd name="connsiteY3" fmla="*/ 1219697 h 1355926"/>
                <a:gd name="connsiteX4" fmla="*/ 139870 w 1040633"/>
                <a:gd name="connsiteY4" fmla="*/ 1191723 h 1355926"/>
                <a:gd name="connsiteX0" fmla="*/ 139870 w 1040633"/>
                <a:gd name="connsiteY0" fmla="*/ 1191723 h 1289901"/>
                <a:gd name="connsiteX1" fmla="*/ 0 w 1040633"/>
                <a:gd name="connsiteY1" fmla="*/ 0 h 1289901"/>
                <a:gd name="connsiteX2" fmla="*/ 1040633 w 1040633"/>
                <a:gd name="connsiteY2" fmla="*/ 16785 h 1289901"/>
                <a:gd name="connsiteX3" fmla="*/ 833625 w 1040633"/>
                <a:gd name="connsiteY3" fmla="*/ 1219697 h 1289901"/>
                <a:gd name="connsiteX4" fmla="*/ 139870 w 1040633"/>
                <a:gd name="connsiteY4" fmla="*/ 1191723 h 1289901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191723"/>
                <a:gd name="connsiteX1" fmla="*/ 0 w 1040633"/>
                <a:gd name="connsiteY1" fmla="*/ 0 h 1191723"/>
                <a:gd name="connsiteX2" fmla="*/ 1040633 w 1040633"/>
                <a:gd name="connsiteY2" fmla="*/ 16785 h 1191723"/>
                <a:gd name="connsiteX3" fmla="*/ 671988 w 1040633"/>
                <a:gd name="connsiteY3" fmla="*/ 1158121 h 1191723"/>
                <a:gd name="connsiteX4" fmla="*/ 139870 w 1040633"/>
                <a:gd name="connsiteY4" fmla="*/ 1191723 h 1191723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778664"/>
                <a:gd name="connsiteY0" fmla="*/ 1160935 h 1160935"/>
                <a:gd name="connsiteX1" fmla="*/ 0 w 778664"/>
                <a:gd name="connsiteY1" fmla="*/ 0 h 1160935"/>
                <a:gd name="connsiteX2" fmla="*/ 778664 w 778664"/>
                <a:gd name="connsiteY2" fmla="*/ 130682 h 1160935"/>
                <a:gd name="connsiteX3" fmla="*/ 671988 w 778664"/>
                <a:gd name="connsiteY3" fmla="*/ 1158121 h 1160935"/>
                <a:gd name="connsiteX4" fmla="*/ 363082 w 778664"/>
                <a:gd name="connsiteY4" fmla="*/ 1160935 h 1160935"/>
                <a:gd name="connsiteX0" fmla="*/ 363082 w 778664"/>
                <a:gd name="connsiteY0" fmla="*/ 1160935 h 1160935"/>
                <a:gd name="connsiteX1" fmla="*/ 0 w 778664"/>
                <a:gd name="connsiteY1" fmla="*/ 0 h 1160935"/>
                <a:gd name="connsiteX2" fmla="*/ 778664 w 778664"/>
                <a:gd name="connsiteY2" fmla="*/ 130682 h 1160935"/>
                <a:gd name="connsiteX3" fmla="*/ 694768 w 778664"/>
                <a:gd name="connsiteY3" fmla="*/ 1112562 h 1160935"/>
                <a:gd name="connsiteX4" fmla="*/ 363082 w 778664"/>
                <a:gd name="connsiteY4" fmla="*/ 1160935 h 1160935"/>
                <a:gd name="connsiteX0" fmla="*/ 363082 w 778664"/>
                <a:gd name="connsiteY0" fmla="*/ 1160935 h 1160935"/>
                <a:gd name="connsiteX1" fmla="*/ 0 w 778664"/>
                <a:gd name="connsiteY1" fmla="*/ 0 h 1160935"/>
                <a:gd name="connsiteX2" fmla="*/ 778664 w 778664"/>
                <a:gd name="connsiteY2" fmla="*/ 130682 h 1160935"/>
                <a:gd name="connsiteX3" fmla="*/ 694768 w 778664"/>
                <a:gd name="connsiteY3" fmla="*/ 1112562 h 1160935"/>
                <a:gd name="connsiteX4" fmla="*/ 363082 w 778664"/>
                <a:gd name="connsiteY4" fmla="*/ 1160935 h 1160935"/>
                <a:gd name="connsiteX0" fmla="*/ 397252 w 778664"/>
                <a:gd name="connsiteY0" fmla="*/ 1103987 h 1112562"/>
                <a:gd name="connsiteX1" fmla="*/ 0 w 778664"/>
                <a:gd name="connsiteY1" fmla="*/ 0 h 1112562"/>
                <a:gd name="connsiteX2" fmla="*/ 778664 w 778664"/>
                <a:gd name="connsiteY2" fmla="*/ 130682 h 1112562"/>
                <a:gd name="connsiteX3" fmla="*/ 694768 w 778664"/>
                <a:gd name="connsiteY3" fmla="*/ 1112562 h 1112562"/>
                <a:gd name="connsiteX4" fmla="*/ 397252 w 778664"/>
                <a:gd name="connsiteY4" fmla="*/ 1103987 h 1112562"/>
                <a:gd name="connsiteX0" fmla="*/ 397252 w 778664"/>
                <a:gd name="connsiteY0" fmla="*/ 1103987 h 1112562"/>
                <a:gd name="connsiteX1" fmla="*/ 0 w 778664"/>
                <a:gd name="connsiteY1" fmla="*/ 0 h 1112562"/>
                <a:gd name="connsiteX2" fmla="*/ 778664 w 778664"/>
                <a:gd name="connsiteY2" fmla="*/ 130682 h 1112562"/>
                <a:gd name="connsiteX3" fmla="*/ 694768 w 778664"/>
                <a:gd name="connsiteY3" fmla="*/ 1112562 h 1112562"/>
                <a:gd name="connsiteX4" fmla="*/ 397252 w 778664"/>
                <a:gd name="connsiteY4" fmla="*/ 1103987 h 1112562"/>
                <a:gd name="connsiteX0" fmla="*/ 397252 w 778664"/>
                <a:gd name="connsiteY0" fmla="*/ 1103987 h 1112562"/>
                <a:gd name="connsiteX1" fmla="*/ 0 w 778664"/>
                <a:gd name="connsiteY1" fmla="*/ 0 h 1112562"/>
                <a:gd name="connsiteX2" fmla="*/ 778664 w 778664"/>
                <a:gd name="connsiteY2" fmla="*/ 130682 h 1112562"/>
                <a:gd name="connsiteX3" fmla="*/ 694768 w 778664"/>
                <a:gd name="connsiteY3" fmla="*/ 1112562 h 1112562"/>
                <a:gd name="connsiteX4" fmla="*/ 397252 w 778664"/>
                <a:gd name="connsiteY4" fmla="*/ 1103987 h 1112562"/>
                <a:gd name="connsiteX0" fmla="*/ 123893 w 505305"/>
                <a:gd name="connsiteY0" fmla="*/ 973305 h 981880"/>
                <a:gd name="connsiteX1" fmla="*/ 0 w 505305"/>
                <a:gd name="connsiteY1" fmla="*/ 28773 h 981880"/>
                <a:gd name="connsiteX2" fmla="*/ 505305 w 505305"/>
                <a:gd name="connsiteY2" fmla="*/ 0 h 981880"/>
                <a:gd name="connsiteX3" fmla="*/ 421409 w 505305"/>
                <a:gd name="connsiteY3" fmla="*/ 981880 h 981880"/>
                <a:gd name="connsiteX4" fmla="*/ 123893 w 505305"/>
                <a:gd name="connsiteY4" fmla="*/ 973305 h 981880"/>
                <a:gd name="connsiteX0" fmla="*/ 123893 w 505305"/>
                <a:gd name="connsiteY0" fmla="*/ 973305 h 981880"/>
                <a:gd name="connsiteX1" fmla="*/ 0 w 505305"/>
                <a:gd name="connsiteY1" fmla="*/ 28773 h 981880"/>
                <a:gd name="connsiteX2" fmla="*/ 505305 w 505305"/>
                <a:gd name="connsiteY2" fmla="*/ 0 h 981880"/>
                <a:gd name="connsiteX3" fmla="*/ 421409 w 505305"/>
                <a:gd name="connsiteY3" fmla="*/ 981880 h 981880"/>
                <a:gd name="connsiteX4" fmla="*/ 123893 w 505305"/>
                <a:gd name="connsiteY4" fmla="*/ 973305 h 981880"/>
                <a:gd name="connsiteX0" fmla="*/ 123893 w 505305"/>
                <a:gd name="connsiteY0" fmla="*/ 973305 h 981880"/>
                <a:gd name="connsiteX1" fmla="*/ 0 w 505305"/>
                <a:gd name="connsiteY1" fmla="*/ 28773 h 981880"/>
                <a:gd name="connsiteX2" fmla="*/ 505305 w 505305"/>
                <a:gd name="connsiteY2" fmla="*/ 0 h 981880"/>
                <a:gd name="connsiteX3" fmla="*/ 421409 w 505305"/>
                <a:gd name="connsiteY3" fmla="*/ 981880 h 981880"/>
                <a:gd name="connsiteX4" fmla="*/ 123893 w 505305"/>
                <a:gd name="connsiteY4" fmla="*/ 973305 h 981880"/>
                <a:gd name="connsiteX0" fmla="*/ 123893 w 505305"/>
                <a:gd name="connsiteY0" fmla="*/ 973305 h 981880"/>
                <a:gd name="connsiteX1" fmla="*/ 0 w 505305"/>
                <a:gd name="connsiteY1" fmla="*/ 28773 h 981880"/>
                <a:gd name="connsiteX2" fmla="*/ 505305 w 505305"/>
                <a:gd name="connsiteY2" fmla="*/ 0 h 981880"/>
                <a:gd name="connsiteX3" fmla="*/ 421409 w 505305"/>
                <a:gd name="connsiteY3" fmla="*/ 981880 h 981880"/>
                <a:gd name="connsiteX4" fmla="*/ 123893 w 505305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18198 w 499610"/>
                <a:gd name="connsiteY4" fmla="*/ 973305 h 976186"/>
                <a:gd name="connsiteX0" fmla="*/ 11819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18198 w 499610"/>
                <a:gd name="connsiteY4" fmla="*/ 973305 h 976186"/>
                <a:gd name="connsiteX0" fmla="*/ 19792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97928 w 499610"/>
                <a:gd name="connsiteY4" fmla="*/ 973305 h 976186"/>
                <a:gd name="connsiteX0" fmla="*/ 19792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97928 w 499610"/>
                <a:gd name="connsiteY4" fmla="*/ 973305 h 976186"/>
                <a:gd name="connsiteX0" fmla="*/ 19792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97928 w 499610"/>
                <a:gd name="connsiteY4" fmla="*/ 973305 h 976186"/>
                <a:gd name="connsiteX0" fmla="*/ 19792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97928 w 499610"/>
                <a:gd name="connsiteY4" fmla="*/ 973305 h 976186"/>
                <a:gd name="connsiteX0" fmla="*/ 197928 w 621064"/>
                <a:gd name="connsiteY0" fmla="*/ 973305 h 973305"/>
                <a:gd name="connsiteX1" fmla="*/ 0 w 621064"/>
                <a:gd name="connsiteY1" fmla="*/ 11688 h 973305"/>
                <a:gd name="connsiteX2" fmla="*/ 499610 w 621064"/>
                <a:gd name="connsiteY2" fmla="*/ 0 h 973305"/>
                <a:gd name="connsiteX3" fmla="*/ 558839 w 621064"/>
                <a:gd name="connsiteY3" fmla="*/ 754682 h 973305"/>
                <a:gd name="connsiteX4" fmla="*/ 197928 w 621064"/>
                <a:gd name="connsiteY4" fmla="*/ 973305 h 973305"/>
                <a:gd name="connsiteX0" fmla="*/ 197928 w 558839"/>
                <a:gd name="connsiteY0" fmla="*/ 973305 h 973305"/>
                <a:gd name="connsiteX1" fmla="*/ 0 w 558839"/>
                <a:gd name="connsiteY1" fmla="*/ 11688 h 973305"/>
                <a:gd name="connsiteX2" fmla="*/ 499610 w 558839"/>
                <a:gd name="connsiteY2" fmla="*/ 0 h 973305"/>
                <a:gd name="connsiteX3" fmla="*/ 558839 w 558839"/>
                <a:gd name="connsiteY3" fmla="*/ 754682 h 973305"/>
                <a:gd name="connsiteX4" fmla="*/ 197928 w 558839"/>
                <a:gd name="connsiteY4" fmla="*/ 973305 h 973305"/>
                <a:gd name="connsiteX0" fmla="*/ 197928 w 558839"/>
                <a:gd name="connsiteY0" fmla="*/ 973305 h 973305"/>
                <a:gd name="connsiteX1" fmla="*/ 0 w 558839"/>
                <a:gd name="connsiteY1" fmla="*/ 11688 h 973305"/>
                <a:gd name="connsiteX2" fmla="*/ 499610 w 558839"/>
                <a:gd name="connsiteY2" fmla="*/ 0 h 973305"/>
                <a:gd name="connsiteX3" fmla="*/ 558839 w 558839"/>
                <a:gd name="connsiteY3" fmla="*/ 754682 h 973305"/>
                <a:gd name="connsiteX4" fmla="*/ 197928 w 558839"/>
                <a:gd name="connsiteY4" fmla="*/ 973305 h 973305"/>
                <a:gd name="connsiteX0" fmla="*/ 370213 w 558839"/>
                <a:gd name="connsiteY0" fmla="*/ 796102 h 796102"/>
                <a:gd name="connsiteX1" fmla="*/ 0 w 558839"/>
                <a:gd name="connsiteY1" fmla="*/ 11688 h 796102"/>
                <a:gd name="connsiteX2" fmla="*/ 499610 w 558839"/>
                <a:gd name="connsiteY2" fmla="*/ 0 h 796102"/>
                <a:gd name="connsiteX3" fmla="*/ 558839 w 558839"/>
                <a:gd name="connsiteY3" fmla="*/ 754682 h 796102"/>
                <a:gd name="connsiteX4" fmla="*/ 370213 w 558839"/>
                <a:gd name="connsiteY4" fmla="*/ 796102 h 796102"/>
                <a:gd name="connsiteX0" fmla="*/ 370213 w 558839"/>
                <a:gd name="connsiteY0" fmla="*/ 796102 h 796102"/>
                <a:gd name="connsiteX1" fmla="*/ 0 w 558839"/>
                <a:gd name="connsiteY1" fmla="*/ 11688 h 796102"/>
                <a:gd name="connsiteX2" fmla="*/ 499610 w 558839"/>
                <a:gd name="connsiteY2" fmla="*/ 0 h 796102"/>
                <a:gd name="connsiteX3" fmla="*/ 558839 w 558839"/>
                <a:gd name="connsiteY3" fmla="*/ 754682 h 796102"/>
                <a:gd name="connsiteX4" fmla="*/ 370213 w 558839"/>
                <a:gd name="connsiteY4" fmla="*/ 796102 h 796102"/>
                <a:gd name="connsiteX0" fmla="*/ 370213 w 558839"/>
                <a:gd name="connsiteY0" fmla="*/ 796102 h 796102"/>
                <a:gd name="connsiteX1" fmla="*/ 0 w 558839"/>
                <a:gd name="connsiteY1" fmla="*/ 11688 h 796102"/>
                <a:gd name="connsiteX2" fmla="*/ 499610 w 558839"/>
                <a:gd name="connsiteY2" fmla="*/ 0 h 796102"/>
                <a:gd name="connsiteX3" fmla="*/ 558839 w 558839"/>
                <a:gd name="connsiteY3" fmla="*/ 754682 h 796102"/>
                <a:gd name="connsiteX4" fmla="*/ 370213 w 558839"/>
                <a:gd name="connsiteY4" fmla="*/ 796102 h 796102"/>
                <a:gd name="connsiteX0" fmla="*/ 370213 w 558839"/>
                <a:gd name="connsiteY0" fmla="*/ 1315828 h 1315828"/>
                <a:gd name="connsiteX1" fmla="*/ 0 w 558839"/>
                <a:gd name="connsiteY1" fmla="*/ 531414 h 1315828"/>
                <a:gd name="connsiteX2" fmla="*/ 506930 w 558839"/>
                <a:gd name="connsiteY2" fmla="*/ 0 h 1315828"/>
                <a:gd name="connsiteX3" fmla="*/ 558839 w 558839"/>
                <a:gd name="connsiteY3" fmla="*/ 1274408 h 1315828"/>
                <a:gd name="connsiteX4" fmla="*/ 370213 w 558839"/>
                <a:gd name="connsiteY4" fmla="*/ 1315828 h 1315828"/>
                <a:gd name="connsiteX0" fmla="*/ 384853 w 573479"/>
                <a:gd name="connsiteY0" fmla="*/ 1326654 h 1326654"/>
                <a:gd name="connsiteX1" fmla="*/ 0 w 573479"/>
                <a:gd name="connsiteY1" fmla="*/ 554 h 1326654"/>
                <a:gd name="connsiteX2" fmla="*/ 521570 w 573479"/>
                <a:gd name="connsiteY2" fmla="*/ 10826 h 1326654"/>
                <a:gd name="connsiteX3" fmla="*/ 573479 w 573479"/>
                <a:gd name="connsiteY3" fmla="*/ 1285234 h 1326654"/>
                <a:gd name="connsiteX4" fmla="*/ 384853 w 573479"/>
                <a:gd name="connsiteY4" fmla="*/ 1326654 h 1326654"/>
                <a:gd name="connsiteX0" fmla="*/ 384853 w 573479"/>
                <a:gd name="connsiteY0" fmla="*/ 1326654 h 1326654"/>
                <a:gd name="connsiteX1" fmla="*/ 0 w 573479"/>
                <a:gd name="connsiteY1" fmla="*/ 554 h 1326654"/>
                <a:gd name="connsiteX2" fmla="*/ 521570 w 573479"/>
                <a:gd name="connsiteY2" fmla="*/ 10826 h 1326654"/>
                <a:gd name="connsiteX3" fmla="*/ 573479 w 573479"/>
                <a:gd name="connsiteY3" fmla="*/ 1285234 h 1326654"/>
                <a:gd name="connsiteX4" fmla="*/ 384853 w 573479"/>
                <a:gd name="connsiteY4" fmla="*/ 1326654 h 1326654"/>
                <a:gd name="connsiteX0" fmla="*/ 384853 w 573479"/>
                <a:gd name="connsiteY0" fmla="*/ 1326654 h 1326654"/>
                <a:gd name="connsiteX1" fmla="*/ 0 w 573479"/>
                <a:gd name="connsiteY1" fmla="*/ 554 h 1326654"/>
                <a:gd name="connsiteX2" fmla="*/ 521570 w 573479"/>
                <a:gd name="connsiteY2" fmla="*/ 10826 h 1326654"/>
                <a:gd name="connsiteX3" fmla="*/ 573479 w 573479"/>
                <a:gd name="connsiteY3" fmla="*/ 1285234 h 1326654"/>
                <a:gd name="connsiteX4" fmla="*/ 384853 w 573479"/>
                <a:gd name="connsiteY4" fmla="*/ 1326654 h 1326654"/>
                <a:gd name="connsiteX0" fmla="*/ 384853 w 573479"/>
                <a:gd name="connsiteY0" fmla="*/ 1326654 h 1326654"/>
                <a:gd name="connsiteX1" fmla="*/ 0 w 573479"/>
                <a:gd name="connsiteY1" fmla="*/ 554 h 1326654"/>
                <a:gd name="connsiteX2" fmla="*/ 521570 w 573479"/>
                <a:gd name="connsiteY2" fmla="*/ 10826 h 1326654"/>
                <a:gd name="connsiteX3" fmla="*/ 573479 w 573479"/>
                <a:gd name="connsiteY3" fmla="*/ 1285234 h 1326654"/>
                <a:gd name="connsiteX4" fmla="*/ 384853 w 573479"/>
                <a:gd name="connsiteY4" fmla="*/ 1326654 h 1326654"/>
                <a:gd name="connsiteX0" fmla="*/ 384853 w 573479"/>
                <a:gd name="connsiteY0" fmla="*/ 1326654 h 1326654"/>
                <a:gd name="connsiteX1" fmla="*/ 0 w 573479"/>
                <a:gd name="connsiteY1" fmla="*/ 554 h 1326654"/>
                <a:gd name="connsiteX2" fmla="*/ 521570 w 573479"/>
                <a:gd name="connsiteY2" fmla="*/ 10826 h 1326654"/>
                <a:gd name="connsiteX3" fmla="*/ 573479 w 573479"/>
                <a:gd name="connsiteY3" fmla="*/ 1285234 h 1326654"/>
                <a:gd name="connsiteX4" fmla="*/ 384853 w 573479"/>
                <a:gd name="connsiteY4" fmla="*/ 1326654 h 1326654"/>
                <a:gd name="connsiteX0" fmla="*/ 384853 w 573479"/>
                <a:gd name="connsiteY0" fmla="*/ 1326654 h 1326654"/>
                <a:gd name="connsiteX1" fmla="*/ 0 w 573479"/>
                <a:gd name="connsiteY1" fmla="*/ 554 h 1326654"/>
                <a:gd name="connsiteX2" fmla="*/ 521570 w 573479"/>
                <a:gd name="connsiteY2" fmla="*/ 10826 h 1326654"/>
                <a:gd name="connsiteX3" fmla="*/ 573479 w 573479"/>
                <a:gd name="connsiteY3" fmla="*/ 1285234 h 1326654"/>
                <a:gd name="connsiteX4" fmla="*/ 384853 w 573479"/>
                <a:gd name="connsiteY4" fmla="*/ 1326654 h 1326654"/>
                <a:gd name="connsiteX0" fmla="*/ 384853 w 588119"/>
                <a:gd name="connsiteY0" fmla="*/ 1326654 h 1326654"/>
                <a:gd name="connsiteX1" fmla="*/ 0 w 588119"/>
                <a:gd name="connsiteY1" fmla="*/ 554 h 1326654"/>
                <a:gd name="connsiteX2" fmla="*/ 521570 w 588119"/>
                <a:gd name="connsiteY2" fmla="*/ 10826 h 1326654"/>
                <a:gd name="connsiteX3" fmla="*/ 588119 w 588119"/>
                <a:gd name="connsiteY3" fmla="*/ 1321835 h 1326654"/>
                <a:gd name="connsiteX4" fmla="*/ 384853 w 588119"/>
                <a:gd name="connsiteY4" fmla="*/ 1326654 h 1326654"/>
                <a:gd name="connsiteX0" fmla="*/ 384853 w 588119"/>
                <a:gd name="connsiteY0" fmla="*/ 1326654 h 1326654"/>
                <a:gd name="connsiteX1" fmla="*/ 0 w 588119"/>
                <a:gd name="connsiteY1" fmla="*/ 554 h 1326654"/>
                <a:gd name="connsiteX2" fmla="*/ 521570 w 588119"/>
                <a:gd name="connsiteY2" fmla="*/ 10826 h 1326654"/>
                <a:gd name="connsiteX3" fmla="*/ 588119 w 588119"/>
                <a:gd name="connsiteY3" fmla="*/ 1321835 h 1326654"/>
                <a:gd name="connsiteX4" fmla="*/ 384853 w 588119"/>
                <a:gd name="connsiteY4" fmla="*/ 1326654 h 1326654"/>
                <a:gd name="connsiteX0" fmla="*/ 384853 w 588119"/>
                <a:gd name="connsiteY0" fmla="*/ 1326148 h 1326148"/>
                <a:gd name="connsiteX1" fmla="*/ 0 w 588119"/>
                <a:gd name="connsiteY1" fmla="*/ 48 h 1326148"/>
                <a:gd name="connsiteX2" fmla="*/ 521570 w 588119"/>
                <a:gd name="connsiteY2" fmla="*/ 228243 h 1326148"/>
                <a:gd name="connsiteX3" fmla="*/ 588119 w 588119"/>
                <a:gd name="connsiteY3" fmla="*/ 1321329 h 1326148"/>
                <a:gd name="connsiteX4" fmla="*/ 384853 w 588119"/>
                <a:gd name="connsiteY4" fmla="*/ 1326148 h 1326148"/>
                <a:gd name="connsiteX0" fmla="*/ 384853 w 588119"/>
                <a:gd name="connsiteY0" fmla="*/ 1326148 h 1326148"/>
                <a:gd name="connsiteX1" fmla="*/ 0 w 588119"/>
                <a:gd name="connsiteY1" fmla="*/ 48 h 1326148"/>
                <a:gd name="connsiteX2" fmla="*/ 521570 w 588119"/>
                <a:gd name="connsiteY2" fmla="*/ 228243 h 1326148"/>
                <a:gd name="connsiteX3" fmla="*/ 588119 w 588119"/>
                <a:gd name="connsiteY3" fmla="*/ 1321329 h 1326148"/>
                <a:gd name="connsiteX4" fmla="*/ 384853 w 588119"/>
                <a:gd name="connsiteY4" fmla="*/ 1326148 h 1326148"/>
                <a:gd name="connsiteX0" fmla="*/ 384853 w 588119"/>
                <a:gd name="connsiteY0" fmla="*/ 1326148 h 1326148"/>
                <a:gd name="connsiteX1" fmla="*/ 0 w 588119"/>
                <a:gd name="connsiteY1" fmla="*/ 48 h 1326148"/>
                <a:gd name="connsiteX2" fmla="*/ 521570 w 588119"/>
                <a:gd name="connsiteY2" fmla="*/ 228243 h 1326148"/>
                <a:gd name="connsiteX3" fmla="*/ 588119 w 588119"/>
                <a:gd name="connsiteY3" fmla="*/ 1321329 h 1326148"/>
                <a:gd name="connsiteX4" fmla="*/ 384853 w 588119"/>
                <a:gd name="connsiteY4" fmla="*/ 1326148 h 1326148"/>
                <a:gd name="connsiteX0" fmla="*/ 366066 w 569332"/>
                <a:gd name="connsiteY0" fmla="*/ 1097905 h 1097905"/>
                <a:gd name="connsiteX1" fmla="*/ 0 w 569332"/>
                <a:gd name="connsiteY1" fmla="*/ 4757 h 1097905"/>
                <a:gd name="connsiteX2" fmla="*/ 502783 w 569332"/>
                <a:gd name="connsiteY2" fmla="*/ 0 h 1097905"/>
                <a:gd name="connsiteX3" fmla="*/ 569332 w 569332"/>
                <a:gd name="connsiteY3" fmla="*/ 1093086 h 1097905"/>
                <a:gd name="connsiteX4" fmla="*/ 366066 w 569332"/>
                <a:gd name="connsiteY4" fmla="*/ 1097905 h 1097905"/>
                <a:gd name="connsiteX0" fmla="*/ 366066 w 569332"/>
                <a:gd name="connsiteY0" fmla="*/ 1097905 h 1097905"/>
                <a:gd name="connsiteX1" fmla="*/ 0 w 569332"/>
                <a:gd name="connsiteY1" fmla="*/ 4757 h 1097905"/>
                <a:gd name="connsiteX2" fmla="*/ 502783 w 569332"/>
                <a:gd name="connsiteY2" fmla="*/ 0 h 1097905"/>
                <a:gd name="connsiteX3" fmla="*/ 569332 w 569332"/>
                <a:gd name="connsiteY3" fmla="*/ 1093086 h 1097905"/>
                <a:gd name="connsiteX4" fmla="*/ 366066 w 569332"/>
                <a:gd name="connsiteY4" fmla="*/ 1097905 h 1097905"/>
                <a:gd name="connsiteX0" fmla="*/ 366066 w 569332"/>
                <a:gd name="connsiteY0" fmla="*/ 1097905 h 1097905"/>
                <a:gd name="connsiteX1" fmla="*/ 0 w 569332"/>
                <a:gd name="connsiteY1" fmla="*/ 4757 h 1097905"/>
                <a:gd name="connsiteX2" fmla="*/ 502783 w 569332"/>
                <a:gd name="connsiteY2" fmla="*/ 0 h 1097905"/>
                <a:gd name="connsiteX3" fmla="*/ 569332 w 569332"/>
                <a:gd name="connsiteY3" fmla="*/ 1093086 h 1097905"/>
                <a:gd name="connsiteX4" fmla="*/ 366066 w 569332"/>
                <a:gd name="connsiteY4" fmla="*/ 1097905 h 1097905"/>
                <a:gd name="connsiteX0" fmla="*/ 366066 w 594113"/>
                <a:gd name="connsiteY0" fmla="*/ 1097905 h 1179971"/>
                <a:gd name="connsiteX1" fmla="*/ 0 w 594113"/>
                <a:gd name="connsiteY1" fmla="*/ 4757 h 1179971"/>
                <a:gd name="connsiteX2" fmla="*/ 502783 w 594113"/>
                <a:gd name="connsiteY2" fmla="*/ 0 h 1179971"/>
                <a:gd name="connsiteX3" fmla="*/ 594113 w 594113"/>
                <a:gd name="connsiteY3" fmla="*/ 1179818 h 1179971"/>
                <a:gd name="connsiteX4" fmla="*/ 366066 w 594113"/>
                <a:gd name="connsiteY4" fmla="*/ 1097905 h 1179971"/>
                <a:gd name="connsiteX0" fmla="*/ 403236 w 594113"/>
                <a:gd name="connsiteY0" fmla="*/ 1215612 h 1215612"/>
                <a:gd name="connsiteX1" fmla="*/ 0 w 594113"/>
                <a:gd name="connsiteY1" fmla="*/ 4757 h 1215612"/>
                <a:gd name="connsiteX2" fmla="*/ 502783 w 594113"/>
                <a:gd name="connsiteY2" fmla="*/ 0 h 1215612"/>
                <a:gd name="connsiteX3" fmla="*/ 594113 w 594113"/>
                <a:gd name="connsiteY3" fmla="*/ 1179818 h 1215612"/>
                <a:gd name="connsiteX4" fmla="*/ 403236 w 594113"/>
                <a:gd name="connsiteY4" fmla="*/ 1215612 h 12156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4113" h="1215612">
                  <a:moveTo>
                    <a:pt x="403236" y="1215612"/>
                  </a:moveTo>
                  <a:cubicBezTo>
                    <a:pt x="223947" y="663007"/>
                    <a:pt x="295574" y="908506"/>
                    <a:pt x="0" y="4757"/>
                  </a:cubicBezTo>
                  <a:cubicBezTo>
                    <a:pt x="166537" y="861"/>
                    <a:pt x="336246" y="3896"/>
                    <a:pt x="502783" y="0"/>
                  </a:cubicBezTo>
                  <a:cubicBezTo>
                    <a:pt x="555943" y="995541"/>
                    <a:pt x="557486" y="515061"/>
                    <a:pt x="594113" y="1179818"/>
                  </a:cubicBezTo>
                  <a:cubicBezTo>
                    <a:pt x="496428" y="1184123"/>
                    <a:pt x="599434" y="1214146"/>
                    <a:pt x="403236" y="1215612"/>
                  </a:cubicBezTo>
                  <a:close/>
                </a:path>
              </a:pathLst>
            </a:custGeom>
            <a:gradFill>
              <a:gsLst>
                <a:gs pos="0">
                  <a:schemeClr val="bg1">
                    <a:lumMod val="95000"/>
                    <a:alpha val="5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</a:gradFill>
            <a:ln>
              <a:solidFill>
                <a:schemeClr val="bg1">
                  <a:lumMod val="7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grpSp>
          <p:nvGrpSpPr>
            <p:cNvPr id="18" name="Group 17"/>
            <p:cNvGrpSpPr/>
            <p:nvPr/>
          </p:nvGrpSpPr>
          <p:grpSpPr>
            <a:xfrm>
              <a:off x="1757805" y="2331054"/>
              <a:ext cx="1079500" cy="2674334"/>
              <a:chOff x="1757805" y="2331054"/>
              <a:chExt cx="1079500" cy="2674334"/>
            </a:xfrm>
          </p:grpSpPr>
          <p:sp>
            <p:nvSpPr>
              <p:cNvPr id="108" name="Rectangle 107"/>
              <p:cNvSpPr/>
              <p:nvPr/>
            </p:nvSpPr>
            <p:spPr bwMode="auto">
              <a:xfrm rot="10800000">
                <a:off x="1789113" y="2580876"/>
                <a:ext cx="1027112" cy="1083074"/>
              </a:xfrm>
              <a:prstGeom prst="rect">
                <a:avLst/>
              </a:prstGeom>
              <a:gradFill>
                <a:gsLst>
                  <a:gs pos="0">
                    <a:schemeClr val="accent2">
                      <a:lumMod val="75000"/>
                      <a:alpha val="62000"/>
                    </a:schemeClr>
                  </a:gs>
                  <a:gs pos="5400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bg1"/>
                  </a:gs>
                </a:gsLst>
              </a:gra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grpSp>
            <p:nvGrpSpPr>
              <p:cNvPr id="47266" name="Group 104"/>
              <p:cNvGrpSpPr>
                <a:grpSpLocks/>
              </p:cNvGrpSpPr>
              <p:nvPr/>
            </p:nvGrpSpPr>
            <p:grpSpPr bwMode="auto">
              <a:xfrm>
                <a:off x="1782739" y="4616206"/>
                <a:ext cx="1034710" cy="389182"/>
                <a:chOff x="4128636" y="3606589"/>
                <a:chExt cx="568145" cy="338667"/>
              </a:xfrm>
            </p:grpSpPr>
            <p:sp>
              <p:nvSpPr>
                <p:cNvPr id="119" name="Oval 118"/>
                <p:cNvSpPr/>
                <p:nvPr/>
              </p:nvSpPr>
              <p:spPr>
                <a:xfrm>
                  <a:off x="4128649" y="3720080"/>
                  <a:ext cx="568332" cy="225176"/>
                </a:xfrm>
                <a:prstGeom prst="ellipse">
                  <a:avLst/>
                </a:prstGeom>
                <a:solidFill>
                  <a:schemeClr val="accent2">
                    <a:lumMod val="75000"/>
                  </a:schemeClr>
                </a:solidFill>
                <a:ln w="635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120" name="Rectangle 119"/>
                <p:cNvSpPr/>
                <p:nvPr/>
              </p:nvSpPr>
              <p:spPr>
                <a:xfrm>
                  <a:off x="4128649" y="3720080"/>
                  <a:ext cx="568332" cy="111898"/>
                </a:xfrm>
                <a:prstGeom prst="rect">
                  <a:avLst/>
                </a:pr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121" name="Oval 120"/>
                <p:cNvSpPr/>
                <p:nvPr/>
              </p:nvSpPr>
              <p:spPr>
                <a:xfrm>
                  <a:off x="4128649" y="3606801"/>
                  <a:ext cx="568332" cy="225176"/>
                </a:xfrm>
                <a:prstGeom prst="ellipse">
                  <a:avLst/>
                </a:prstGeom>
                <a:solidFill>
                  <a:schemeClr val="accent2">
                    <a:lumMod val="60000"/>
                    <a:lumOff val="40000"/>
                    <a:alpha val="70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cxnSp>
              <p:nvCxnSpPr>
                <p:cNvPr id="122" name="Straight Connector 121"/>
                <p:cNvCxnSpPr/>
                <p:nvPr/>
              </p:nvCxnSpPr>
              <p:spPr>
                <a:xfrm>
                  <a:off x="4696981" y="3720080"/>
                  <a:ext cx="0" cy="111898"/>
                </a:xfrm>
                <a:prstGeom prst="line">
                  <a:avLst/>
                </a:prstGeom>
                <a:ln w="635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3" name="Straight Connector 122"/>
                <p:cNvCxnSpPr/>
                <p:nvPr/>
              </p:nvCxnSpPr>
              <p:spPr>
                <a:xfrm>
                  <a:off x="4128649" y="3720080"/>
                  <a:ext cx="0" cy="111898"/>
                </a:xfrm>
                <a:prstGeom prst="line">
                  <a:avLst/>
                </a:prstGeom>
                <a:ln w="635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47" name="Rectangle 146"/>
              <p:cNvSpPr/>
              <p:nvPr/>
            </p:nvSpPr>
            <p:spPr bwMode="auto">
              <a:xfrm>
                <a:off x="1801813" y="3602038"/>
                <a:ext cx="1027112" cy="1163637"/>
              </a:xfrm>
              <a:prstGeom prst="rect">
                <a:avLst/>
              </a:prstGeom>
              <a:gradFill>
                <a:gsLst>
                  <a:gs pos="0">
                    <a:schemeClr val="accent2">
                      <a:lumMod val="60000"/>
                      <a:lumOff val="40000"/>
                      <a:alpha val="62000"/>
                    </a:schemeClr>
                  </a:gs>
                  <a:gs pos="54000">
                    <a:schemeClr val="accent2">
                      <a:lumMod val="40000"/>
                      <a:lumOff val="60000"/>
                    </a:schemeClr>
                  </a:gs>
                  <a:gs pos="100000">
                    <a:schemeClr val="bg1"/>
                  </a:gs>
                </a:gsLst>
              </a:gra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cxnSp>
            <p:nvCxnSpPr>
              <p:cNvPr id="113" name="Straight Connector 112"/>
              <p:cNvCxnSpPr/>
              <p:nvPr/>
            </p:nvCxnSpPr>
            <p:spPr bwMode="auto">
              <a:xfrm>
                <a:off x="1781175" y="2805113"/>
                <a:ext cx="20638" cy="202088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ash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" name="Straight Connector 111"/>
              <p:cNvCxnSpPr/>
              <p:nvPr/>
            </p:nvCxnSpPr>
            <p:spPr bwMode="auto">
              <a:xfrm flipH="1">
                <a:off x="2817813" y="2805113"/>
                <a:ext cx="4762" cy="197643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ash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7272" name="Group 9"/>
              <p:cNvGrpSpPr>
                <a:grpSpLocks/>
              </p:cNvGrpSpPr>
              <p:nvPr/>
            </p:nvGrpSpPr>
            <p:grpSpPr bwMode="auto">
              <a:xfrm>
                <a:off x="1757805" y="2331054"/>
                <a:ext cx="1079500" cy="430213"/>
                <a:chOff x="2183302" y="1574638"/>
                <a:chExt cx="1200154" cy="430181"/>
              </a:xfrm>
            </p:grpSpPr>
            <p:sp>
              <p:nvSpPr>
                <p:cNvPr id="369" name="Oval 368"/>
                <p:cNvSpPr/>
                <p:nvPr/>
              </p:nvSpPr>
              <p:spPr bwMode="auto">
                <a:xfrm flipV="1">
                  <a:off x="2186832" y="1690517"/>
                  <a:ext cx="1194859" cy="314302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accent2">
                        <a:lumMod val="75000"/>
                      </a:schemeClr>
                    </a:gs>
                    <a:gs pos="31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>
                        <a:lumMod val="20000"/>
                        <a:lumOff val="80000"/>
                      </a:schemeClr>
                    </a:gs>
                  </a:gsLst>
                  <a:lin ang="16200000" scaled="0"/>
                  <a:tileRect/>
                </a:gradFill>
                <a:ln w="6350" cmpd="sng"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dirty="0">
                    <a:ln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370" name="Rectangle 369"/>
                <p:cNvSpPr/>
                <p:nvPr/>
              </p:nvSpPr>
              <p:spPr bwMode="auto">
                <a:xfrm>
                  <a:off x="2183302" y="1734964"/>
                  <a:ext cx="1198389" cy="112704"/>
                </a:xfrm>
                <a:prstGeom prst="rect">
                  <a:avLst/>
                </a:prstGeom>
                <a:gradFill>
                  <a:gsLst>
                    <a:gs pos="0">
                      <a:schemeClr val="accent2">
                        <a:lumMod val="40000"/>
                        <a:lumOff val="60000"/>
                      </a:schemeClr>
                    </a:gs>
                    <a:gs pos="54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16200000" scaled="0"/>
                </a:gradFill>
                <a:ln w="25400"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371" name="Oval 370"/>
                <p:cNvSpPr/>
                <p:nvPr/>
              </p:nvSpPr>
              <p:spPr bwMode="auto">
                <a:xfrm flipV="1">
                  <a:off x="2183302" y="1574638"/>
                  <a:ext cx="1196624" cy="314302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 w="6350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dirty="0">
                    <a:ln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372" name="Freeform 371"/>
                <p:cNvSpPr/>
                <p:nvPr/>
              </p:nvSpPr>
              <p:spPr bwMode="auto">
                <a:xfrm>
                  <a:off x="2490400" y="1671469"/>
                  <a:ext cx="582428" cy="157150"/>
                </a:xfrm>
                <a:custGeom>
                  <a:avLst/>
                  <a:gdLst>
                    <a:gd name="connsiteX0" fmla="*/ 1486231 w 2944854"/>
                    <a:gd name="connsiteY0" fmla="*/ 727041 h 1302232"/>
                    <a:gd name="connsiteX1" fmla="*/ 257675 w 2944854"/>
                    <a:gd name="connsiteY1" fmla="*/ 1302232 h 1302232"/>
                    <a:gd name="connsiteX2" fmla="*/ 0 w 2944854"/>
                    <a:gd name="connsiteY2" fmla="*/ 1228607 h 1302232"/>
                    <a:gd name="connsiteX3" fmla="*/ 911064 w 2944854"/>
                    <a:gd name="connsiteY3" fmla="*/ 837478 h 1302232"/>
                    <a:gd name="connsiteX4" fmla="*/ 883456 w 2944854"/>
                    <a:gd name="connsiteY4" fmla="*/ 450949 h 1302232"/>
                    <a:gd name="connsiteX5" fmla="*/ 161047 w 2944854"/>
                    <a:gd name="connsiteY5" fmla="*/ 119640 h 1302232"/>
                    <a:gd name="connsiteX6" fmla="*/ 404917 w 2944854"/>
                    <a:gd name="connsiteY6" fmla="*/ 50617 h 1302232"/>
                    <a:gd name="connsiteX7" fmla="*/ 1477028 w 2944854"/>
                    <a:gd name="connsiteY7" fmla="*/ 501566 h 1302232"/>
                    <a:gd name="connsiteX8" fmla="*/ 2572146 w 2944854"/>
                    <a:gd name="connsiteY8" fmla="*/ 0 h 1302232"/>
                    <a:gd name="connsiteX9" fmla="*/ 2875834 w 2944854"/>
                    <a:gd name="connsiteY9" fmla="*/ 96632 h 1302232"/>
                    <a:gd name="connsiteX10" fmla="*/ 2079803 w 2944854"/>
                    <a:gd name="connsiteY10" fmla="*/ 432543 h 1302232"/>
                    <a:gd name="connsiteX11" fmla="*/ 2240850 w 2944854"/>
                    <a:gd name="connsiteY11" fmla="*/ 920305 h 1302232"/>
                    <a:gd name="connsiteX12" fmla="*/ 2944854 w 2944854"/>
                    <a:gd name="connsiteY12" fmla="*/ 1228607 h 1302232"/>
                    <a:gd name="connsiteX13" fmla="*/ 2733192 w 2944854"/>
                    <a:gd name="connsiteY13" fmla="*/ 1297630 h 1302232"/>
                    <a:gd name="connsiteX14" fmla="*/ 1486231 w 2944854"/>
                    <a:gd name="connsiteY14" fmla="*/ 727041 h 1302232"/>
                    <a:gd name="connsiteX0" fmla="*/ 1486231 w 2944854"/>
                    <a:gd name="connsiteY0" fmla="*/ 727041 h 1316375"/>
                    <a:gd name="connsiteX1" fmla="*/ 257675 w 2944854"/>
                    <a:gd name="connsiteY1" fmla="*/ 1302232 h 1316375"/>
                    <a:gd name="connsiteX2" fmla="*/ 0 w 2944854"/>
                    <a:gd name="connsiteY2" fmla="*/ 1228607 h 1316375"/>
                    <a:gd name="connsiteX3" fmla="*/ 911064 w 2944854"/>
                    <a:gd name="connsiteY3" fmla="*/ 837478 h 1316375"/>
                    <a:gd name="connsiteX4" fmla="*/ 883456 w 2944854"/>
                    <a:gd name="connsiteY4" fmla="*/ 450949 h 1316375"/>
                    <a:gd name="connsiteX5" fmla="*/ 161047 w 2944854"/>
                    <a:gd name="connsiteY5" fmla="*/ 119640 h 1316375"/>
                    <a:gd name="connsiteX6" fmla="*/ 404917 w 2944854"/>
                    <a:gd name="connsiteY6" fmla="*/ 50617 h 1316375"/>
                    <a:gd name="connsiteX7" fmla="*/ 1477028 w 2944854"/>
                    <a:gd name="connsiteY7" fmla="*/ 501566 h 1316375"/>
                    <a:gd name="connsiteX8" fmla="*/ 2572146 w 2944854"/>
                    <a:gd name="connsiteY8" fmla="*/ 0 h 1316375"/>
                    <a:gd name="connsiteX9" fmla="*/ 2875834 w 2944854"/>
                    <a:gd name="connsiteY9" fmla="*/ 96632 h 1316375"/>
                    <a:gd name="connsiteX10" fmla="*/ 2079803 w 2944854"/>
                    <a:gd name="connsiteY10" fmla="*/ 432543 h 1316375"/>
                    <a:gd name="connsiteX11" fmla="*/ 2240850 w 2944854"/>
                    <a:gd name="connsiteY11" fmla="*/ 920305 h 1316375"/>
                    <a:gd name="connsiteX12" fmla="*/ 2944854 w 2944854"/>
                    <a:gd name="connsiteY12" fmla="*/ 1228607 h 1316375"/>
                    <a:gd name="connsiteX13" fmla="*/ 2756623 w 2944854"/>
                    <a:gd name="connsiteY13" fmla="*/ 1316375 h 1316375"/>
                    <a:gd name="connsiteX14" fmla="*/ 1486231 w 2944854"/>
                    <a:gd name="connsiteY14" fmla="*/ 727041 h 1316375"/>
                    <a:gd name="connsiteX0" fmla="*/ 1486231 w 3024520"/>
                    <a:gd name="connsiteY0" fmla="*/ 727041 h 1316375"/>
                    <a:gd name="connsiteX1" fmla="*/ 257675 w 3024520"/>
                    <a:gd name="connsiteY1" fmla="*/ 1302232 h 1316375"/>
                    <a:gd name="connsiteX2" fmla="*/ 0 w 3024520"/>
                    <a:gd name="connsiteY2" fmla="*/ 1228607 h 1316375"/>
                    <a:gd name="connsiteX3" fmla="*/ 911064 w 3024520"/>
                    <a:gd name="connsiteY3" fmla="*/ 837478 h 1316375"/>
                    <a:gd name="connsiteX4" fmla="*/ 883456 w 3024520"/>
                    <a:gd name="connsiteY4" fmla="*/ 450949 h 1316375"/>
                    <a:gd name="connsiteX5" fmla="*/ 161047 w 3024520"/>
                    <a:gd name="connsiteY5" fmla="*/ 119640 h 1316375"/>
                    <a:gd name="connsiteX6" fmla="*/ 404917 w 3024520"/>
                    <a:gd name="connsiteY6" fmla="*/ 50617 h 1316375"/>
                    <a:gd name="connsiteX7" fmla="*/ 1477028 w 3024520"/>
                    <a:gd name="connsiteY7" fmla="*/ 501566 h 1316375"/>
                    <a:gd name="connsiteX8" fmla="*/ 2572146 w 3024520"/>
                    <a:gd name="connsiteY8" fmla="*/ 0 h 1316375"/>
                    <a:gd name="connsiteX9" fmla="*/ 2875834 w 3024520"/>
                    <a:gd name="connsiteY9" fmla="*/ 96632 h 1316375"/>
                    <a:gd name="connsiteX10" fmla="*/ 2079803 w 3024520"/>
                    <a:gd name="connsiteY10" fmla="*/ 432543 h 1316375"/>
                    <a:gd name="connsiteX11" fmla="*/ 2240850 w 3024520"/>
                    <a:gd name="connsiteY11" fmla="*/ 920305 h 1316375"/>
                    <a:gd name="connsiteX12" fmla="*/ 3024520 w 3024520"/>
                    <a:gd name="connsiteY12" fmla="*/ 1228607 h 1316375"/>
                    <a:gd name="connsiteX13" fmla="*/ 2756623 w 3024520"/>
                    <a:gd name="connsiteY13" fmla="*/ 1316375 h 1316375"/>
                    <a:gd name="connsiteX14" fmla="*/ 1486231 w 3024520"/>
                    <a:gd name="connsiteY14" fmla="*/ 727041 h 1316375"/>
                    <a:gd name="connsiteX0" fmla="*/ 1537780 w 3076069"/>
                    <a:gd name="connsiteY0" fmla="*/ 727041 h 1316375"/>
                    <a:gd name="connsiteX1" fmla="*/ 309224 w 3076069"/>
                    <a:gd name="connsiteY1" fmla="*/ 1302232 h 1316375"/>
                    <a:gd name="connsiteX2" fmla="*/ 0 w 3076069"/>
                    <a:gd name="connsiteY2" fmla="*/ 1228607 h 1316375"/>
                    <a:gd name="connsiteX3" fmla="*/ 962613 w 3076069"/>
                    <a:gd name="connsiteY3" fmla="*/ 837478 h 1316375"/>
                    <a:gd name="connsiteX4" fmla="*/ 935005 w 3076069"/>
                    <a:gd name="connsiteY4" fmla="*/ 450949 h 1316375"/>
                    <a:gd name="connsiteX5" fmla="*/ 212596 w 3076069"/>
                    <a:gd name="connsiteY5" fmla="*/ 119640 h 1316375"/>
                    <a:gd name="connsiteX6" fmla="*/ 456466 w 3076069"/>
                    <a:gd name="connsiteY6" fmla="*/ 50617 h 1316375"/>
                    <a:gd name="connsiteX7" fmla="*/ 1528577 w 3076069"/>
                    <a:gd name="connsiteY7" fmla="*/ 501566 h 1316375"/>
                    <a:gd name="connsiteX8" fmla="*/ 2623695 w 3076069"/>
                    <a:gd name="connsiteY8" fmla="*/ 0 h 1316375"/>
                    <a:gd name="connsiteX9" fmla="*/ 2927383 w 3076069"/>
                    <a:gd name="connsiteY9" fmla="*/ 96632 h 1316375"/>
                    <a:gd name="connsiteX10" fmla="*/ 2131352 w 3076069"/>
                    <a:gd name="connsiteY10" fmla="*/ 432543 h 1316375"/>
                    <a:gd name="connsiteX11" fmla="*/ 2292399 w 3076069"/>
                    <a:gd name="connsiteY11" fmla="*/ 920305 h 1316375"/>
                    <a:gd name="connsiteX12" fmla="*/ 3076069 w 3076069"/>
                    <a:gd name="connsiteY12" fmla="*/ 1228607 h 1316375"/>
                    <a:gd name="connsiteX13" fmla="*/ 2808172 w 3076069"/>
                    <a:gd name="connsiteY13" fmla="*/ 1316375 h 1316375"/>
                    <a:gd name="connsiteX14" fmla="*/ 1537780 w 3076069"/>
                    <a:gd name="connsiteY14" fmla="*/ 727041 h 1316375"/>
                    <a:gd name="connsiteX0" fmla="*/ 1537780 w 3076069"/>
                    <a:gd name="connsiteY0" fmla="*/ 727041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27041 h 1321259"/>
                    <a:gd name="connsiteX0" fmla="*/ 1537780 w 3076069"/>
                    <a:gd name="connsiteY0" fmla="*/ 750825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50825 h 13212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chemeClr val="accent2">
                    <a:lumMod val="60000"/>
                    <a:lumOff val="40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373" name="Freeform 372"/>
                <p:cNvSpPr/>
                <p:nvPr/>
              </p:nvSpPr>
              <p:spPr bwMode="auto">
                <a:xfrm>
                  <a:off x="2430393" y="1630197"/>
                  <a:ext cx="702443" cy="109529"/>
                </a:xfrm>
                <a:custGeom>
                  <a:avLst/>
                  <a:gdLst>
                    <a:gd name="connsiteX0" fmla="*/ 0 w 3645229"/>
                    <a:gd name="connsiteY0" fmla="*/ 214441 h 923747"/>
                    <a:gd name="connsiteX1" fmla="*/ 659770 w 3645229"/>
                    <a:gd name="connsiteY1" fmla="*/ 16495 h 923747"/>
                    <a:gd name="connsiteX2" fmla="*/ 1814367 w 3645229"/>
                    <a:gd name="connsiteY2" fmla="*/ 511360 h 923747"/>
                    <a:gd name="connsiteX3" fmla="*/ 2968965 w 3645229"/>
                    <a:gd name="connsiteY3" fmla="*/ 0 h 923747"/>
                    <a:gd name="connsiteX4" fmla="*/ 3645229 w 3645229"/>
                    <a:gd name="connsiteY4" fmla="*/ 197946 h 923747"/>
                    <a:gd name="connsiteX5" fmla="*/ 3199884 w 3645229"/>
                    <a:gd name="connsiteY5" fmla="*/ 461874 h 923747"/>
                    <a:gd name="connsiteX6" fmla="*/ 2985459 w 3645229"/>
                    <a:gd name="connsiteY6" fmla="*/ 379396 h 923747"/>
                    <a:gd name="connsiteX7" fmla="*/ 1830861 w 3645229"/>
                    <a:gd name="connsiteY7" fmla="*/ 923747 h 923747"/>
                    <a:gd name="connsiteX8" fmla="*/ 676264 w 3645229"/>
                    <a:gd name="connsiteY8" fmla="*/ 412387 h 923747"/>
                    <a:gd name="connsiteX9" fmla="*/ 527816 w 3645229"/>
                    <a:gd name="connsiteY9" fmla="*/ 478369 h 923747"/>
                    <a:gd name="connsiteX10" fmla="*/ 0 w 3645229"/>
                    <a:gd name="connsiteY10" fmla="*/ 21444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78369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90067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09765 w 3640627"/>
                    <a:gd name="connsiteY2" fmla="*/ 511360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3008465 w 3640627"/>
                    <a:gd name="connsiteY6" fmla="*/ 402404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723451"/>
                    <a:gd name="connsiteY0" fmla="*/ 242051 h 946755"/>
                    <a:gd name="connsiteX1" fmla="*/ 655168 w 3723451"/>
                    <a:gd name="connsiteY1" fmla="*/ 16495 h 946755"/>
                    <a:gd name="connsiteX2" fmla="*/ 1855778 w 3723451"/>
                    <a:gd name="connsiteY2" fmla="*/ 534367 h 946755"/>
                    <a:gd name="connsiteX3" fmla="*/ 2964363 w 3723451"/>
                    <a:gd name="connsiteY3" fmla="*/ 0 h 946755"/>
                    <a:gd name="connsiteX4" fmla="*/ 3723451 w 3723451"/>
                    <a:gd name="connsiteY4" fmla="*/ 220954 h 946755"/>
                    <a:gd name="connsiteX5" fmla="*/ 3195282 w 3723451"/>
                    <a:gd name="connsiteY5" fmla="*/ 461874 h 946755"/>
                    <a:gd name="connsiteX6" fmla="*/ 3008465 w 3723451"/>
                    <a:gd name="connsiteY6" fmla="*/ 402404 h 946755"/>
                    <a:gd name="connsiteX7" fmla="*/ 1876873 w 3723451"/>
                    <a:gd name="connsiteY7" fmla="*/ 946755 h 946755"/>
                    <a:gd name="connsiteX8" fmla="*/ 690067 w 3723451"/>
                    <a:gd name="connsiteY8" fmla="*/ 412387 h 946755"/>
                    <a:gd name="connsiteX9" fmla="*/ 523214 w 3723451"/>
                    <a:gd name="connsiteY9" fmla="*/ 482971 h 946755"/>
                    <a:gd name="connsiteX10" fmla="*/ 0 w 3723451"/>
                    <a:gd name="connsiteY10" fmla="*/ 242051 h 946755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08465 w 3723451"/>
                    <a:gd name="connsiteY6" fmla="*/ 388599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711613 w 3723451"/>
                    <a:gd name="connsiteY8" fmla="*/ 413055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374" name="Freeform 373"/>
                <p:cNvSpPr/>
                <p:nvPr/>
              </p:nvSpPr>
              <p:spPr bwMode="auto">
                <a:xfrm>
                  <a:off x="2892805" y="1723852"/>
                  <a:ext cx="257680" cy="95243"/>
                </a:xfrm>
                <a:custGeom>
                  <a:avLst/>
                  <a:gdLst>
                    <a:gd name="connsiteX0" fmla="*/ 55216 w 1421812"/>
                    <a:gd name="connsiteY0" fmla="*/ 0 h 800665"/>
                    <a:gd name="connsiteX1" fmla="*/ 1421812 w 1421812"/>
                    <a:gd name="connsiteY1" fmla="*/ 625807 h 800665"/>
                    <a:gd name="connsiteX2" fmla="*/ 947874 w 1421812"/>
                    <a:gd name="connsiteY2" fmla="*/ 800665 h 800665"/>
                    <a:gd name="connsiteX3" fmla="*/ 50614 w 1421812"/>
                    <a:gd name="connsiteY3" fmla="*/ 404934 h 800665"/>
                    <a:gd name="connsiteX4" fmla="*/ 0 w 1421812"/>
                    <a:gd name="connsiteY4" fmla="*/ 404934 h 800665"/>
                    <a:gd name="connsiteX5" fmla="*/ 55216 w 1421812"/>
                    <a:gd name="connsiteY5" fmla="*/ 0 h 800665"/>
                    <a:gd name="connsiteX0" fmla="*/ 4602 w 1371198"/>
                    <a:gd name="connsiteY0" fmla="*/ 0 h 800665"/>
                    <a:gd name="connsiteX1" fmla="*/ 1371198 w 1371198"/>
                    <a:gd name="connsiteY1" fmla="*/ 625807 h 800665"/>
                    <a:gd name="connsiteX2" fmla="*/ 897260 w 1371198"/>
                    <a:gd name="connsiteY2" fmla="*/ 800665 h 800665"/>
                    <a:gd name="connsiteX3" fmla="*/ 0 w 1371198"/>
                    <a:gd name="connsiteY3" fmla="*/ 404934 h 800665"/>
                    <a:gd name="connsiteX4" fmla="*/ 4602 w 1371198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9868"/>
                    <a:gd name="connsiteX1" fmla="*/ 1366596 w 1366596"/>
                    <a:gd name="connsiteY1" fmla="*/ 625807 h 809868"/>
                    <a:gd name="connsiteX2" fmla="*/ 865050 w 1366596"/>
                    <a:gd name="connsiteY2" fmla="*/ 809868 h 809868"/>
                    <a:gd name="connsiteX3" fmla="*/ 4601 w 1366596"/>
                    <a:gd name="connsiteY3" fmla="*/ 427942 h 809868"/>
                    <a:gd name="connsiteX4" fmla="*/ 0 w 1366596"/>
                    <a:gd name="connsiteY4" fmla="*/ 0 h 8098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375" name="Freeform 374"/>
                <p:cNvSpPr/>
                <p:nvPr/>
              </p:nvSpPr>
              <p:spPr bwMode="auto">
                <a:xfrm>
                  <a:off x="2418037" y="1725440"/>
                  <a:ext cx="254150" cy="95243"/>
                </a:xfrm>
                <a:custGeom>
                  <a:avLst/>
                  <a:gdLst>
                    <a:gd name="connsiteX0" fmla="*/ 1329786 w 1348191"/>
                    <a:gd name="connsiteY0" fmla="*/ 0 h 809869"/>
                    <a:gd name="connsiteX1" fmla="*/ 1348191 w 1348191"/>
                    <a:gd name="connsiteY1" fmla="*/ 400333 h 809869"/>
                    <a:gd name="connsiteX2" fmla="*/ 487742 w 1348191"/>
                    <a:gd name="connsiteY2" fmla="*/ 809869 h 809869"/>
                    <a:gd name="connsiteX3" fmla="*/ 0 w 1348191"/>
                    <a:gd name="connsiteY3" fmla="*/ 630409 h 809869"/>
                    <a:gd name="connsiteX4" fmla="*/ 1329786 w 1348191"/>
                    <a:gd name="connsiteY4" fmla="*/ 0 h 809869"/>
                    <a:gd name="connsiteX0" fmla="*/ 1329786 w 1348191"/>
                    <a:gd name="connsiteY0" fmla="*/ 0 h 791462"/>
                    <a:gd name="connsiteX1" fmla="*/ 1348191 w 1348191"/>
                    <a:gd name="connsiteY1" fmla="*/ 381926 h 791462"/>
                    <a:gd name="connsiteX2" fmla="*/ 487742 w 1348191"/>
                    <a:gd name="connsiteY2" fmla="*/ 791462 h 791462"/>
                    <a:gd name="connsiteX3" fmla="*/ 0 w 1348191"/>
                    <a:gd name="connsiteY3" fmla="*/ 612002 h 791462"/>
                    <a:gd name="connsiteX4" fmla="*/ 1329786 w 1348191"/>
                    <a:gd name="connsiteY4" fmla="*/ 0 h 7914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cxnSp>
              <p:nvCxnSpPr>
                <p:cNvPr id="376" name="Straight Connector 375"/>
                <p:cNvCxnSpPr>
                  <a:endCxn id="371" idx="2"/>
                </p:cNvCxnSpPr>
                <p:nvPr/>
              </p:nvCxnSpPr>
              <p:spPr bwMode="auto">
                <a:xfrm flipH="1" flipV="1">
                  <a:off x="2183302" y="1731787"/>
                  <a:ext cx="3530" cy="122228"/>
                </a:xfrm>
                <a:prstGeom prst="line">
                  <a:avLst/>
                </a:prstGeom>
                <a:ln w="6350" cmpd="sng">
                  <a:solidFill>
                    <a:schemeClr val="tx1"/>
                  </a:solidFill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7" name="Straight Connector 376"/>
                <p:cNvCxnSpPr/>
                <p:nvPr/>
              </p:nvCxnSpPr>
              <p:spPr bwMode="auto">
                <a:xfrm flipH="1" flipV="1">
                  <a:off x="3379926" y="1728615"/>
                  <a:ext cx="3530" cy="122228"/>
                </a:xfrm>
                <a:prstGeom prst="line">
                  <a:avLst/>
                </a:prstGeom>
                <a:ln w="6350" cmpd="sng">
                  <a:solidFill>
                    <a:schemeClr val="tx1"/>
                  </a:solidFill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19" name="Group 18"/>
            <p:cNvGrpSpPr/>
            <p:nvPr/>
          </p:nvGrpSpPr>
          <p:grpSpPr>
            <a:xfrm>
              <a:off x="3500438" y="3174091"/>
              <a:ext cx="522287" cy="1831297"/>
              <a:chOff x="3500438" y="3174091"/>
              <a:chExt cx="522287" cy="1831297"/>
            </a:xfrm>
          </p:grpSpPr>
          <p:sp>
            <p:nvSpPr>
              <p:cNvPr id="171" name="Rectangle 170"/>
              <p:cNvSpPr/>
              <p:nvPr/>
            </p:nvSpPr>
            <p:spPr bwMode="auto">
              <a:xfrm rot="10800000">
                <a:off x="3507320" y="3287221"/>
                <a:ext cx="498349" cy="306623"/>
              </a:xfrm>
              <a:prstGeom prst="rect">
                <a:avLst/>
              </a:prstGeom>
              <a:gradFill>
                <a:gsLst>
                  <a:gs pos="1000">
                    <a:schemeClr val="accent2">
                      <a:lumMod val="75000"/>
                      <a:alpha val="62000"/>
                    </a:schemeClr>
                  </a:gs>
                  <a:gs pos="5400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bg1"/>
                  </a:gs>
                </a:gsLst>
              </a:gra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cxnSp>
            <p:nvCxnSpPr>
              <p:cNvPr id="90" name="Straight Connector 89"/>
              <p:cNvCxnSpPr/>
              <p:nvPr/>
            </p:nvCxnSpPr>
            <p:spPr bwMode="auto">
              <a:xfrm flipH="1">
                <a:off x="4019550" y="3321180"/>
                <a:ext cx="1059" cy="1536570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ash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47247" name="Picture 86" descr="router_top.png"/>
              <p:cNvPicPr>
                <a:picLocks noChangeAspect="1"/>
              </p:cNvPicPr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500438" y="3194292"/>
                <a:ext cx="522287" cy="2204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grpSp>
            <p:nvGrpSpPr>
              <p:cNvPr id="47249" name="Group 82"/>
              <p:cNvGrpSpPr>
                <a:grpSpLocks/>
              </p:cNvGrpSpPr>
              <p:nvPr/>
            </p:nvGrpSpPr>
            <p:grpSpPr bwMode="auto">
              <a:xfrm>
                <a:off x="3511442" y="4783543"/>
                <a:ext cx="507858" cy="221845"/>
                <a:chOff x="4128636" y="3606589"/>
                <a:chExt cx="568145" cy="338667"/>
              </a:xfrm>
            </p:grpSpPr>
            <p:sp>
              <p:nvSpPr>
                <p:cNvPr id="97" name="Oval 96"/>
                <p:cNvSpPr/>
                <p:nvPr/>
              </p:nvSpPr>
              <p:spPr>
                <a:xfrm>
                  <a:off x="4128757" y="3719873"/>
                  <a:ext cx="568304" cy="225383"/>
                </a:xfrm>
                <a:prstGeom prst="ellipse">
                  <a:avLst/>
                </a:prstGeom>
                <a:solidFill>
                  <a:schemeClr val="accent2">
                    <a:lumMod val="75000"/>
                  </a:schemeClr>
                </a:solidFill>
                <a:ln w="635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98" name="Rectangle 97"/>
                <p:cNvSpPr/>
                <p:nvPr/>
              </p:nvSpPr>
              <p:spPr>
                <a:xfrm>
                  <a:off x="4128757" y="3719873"/>
                  <a:ext cx="568304" cy="111479"/>
                </a:xfrm>
                <a:prstGeom prst="rect">
                  <a:avLst/>
                </a:pr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99" name="Oval 98"/>
                <p:cNvSpPr/>
                <p:nvPr/>
              </p:nvSpPr>
              <p:spPr>
                <a:xfrm>
                  <a:off x="4128757" y="3605971"/>
                  <a:ext cx="568304" cy="225382"/>
                </a:xfrm>
                <a:prstGeom prst="ellipse">
                  <a:avLst/>
                </a:prstGeom>
                <a:solidFill>
                  <a:schemeClr val="accent2">
                    <a:lumMod val="40000"/>
                    <a:lumOff val="60000"/>
                    <a:alpha val="55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cxnSp>
              <p:nvCxnSpPr>
                <p:cNvPr id="100" name="Straight Connector 99"/>
                <p:cNvCxnSpPr/>
                <p:nvPr/>
              </p:nvCxnSpPr>
              <p:spPr>
                <a:xfrm>
                  <a:off x="4697061" y="3719873"/>
                  <a:ext cx="0" cy="111479"/>
                </a:xfrm>
                <a:prstGeom prst="line">
                  <a:avLst/>
                </a:prstGeom>
                <a:ln w="635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1" name="Straight Connector 100"/>
                <p:cNvCxnSpPr/>
                <p:nvPr/>
              </p:nvCxnSpPr>
              <p:spPr>
                <a:xfrm>
                  <a:off x="4128757" y="3719873"/>
                  <a:ext cx="0" cy="111479"/>
                </a:xfrm>
                <a:prstGeom prst="line">
                  <a:avLst/>
                </a:prstGeom>
                <a:ln w="635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55" name="Rectangle 154"/>
              <p:cNvSpPr/>
              <p:nvPr/>
            </p:nvSpPr>
            <p:spPr bwMode="auto">
              <a:xfrm>
                <a:off x="3516313" y="3697288"/>
                <a:ext cx="498475" cy="1163637"/>
              </a:xfrm>
              <a:prstGeom prst="rect">
                <a:avLst/>
              </a:prstGeom>
              <a:gradFill>
                <a:gsLst>
                  <a:gs pos="0">
                    <a:schemeClr val="accent2">
                      <a:lumMod val="75000"/>
                      <a:alpha val="62000"/>
                    </a:schemeClr>
                  </a:gs>
                  <a:gs pos="5400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bg1"/>
                  </a:gs>
                </a:gsLst>
              </a:gra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cxnSp>
            <p:nvCxnSpPr>
              <p:cNvPr id="174" name="Straight Connector 173"/>
              <p:cNvCxnSpPr>
                <a:stCxn id="381" idx="2"/>
              </p:cNvCxnSpPr>
              <p:nvPr/>
            </p:nvCxnSpPr>
            <p:spPr bwMode="auto">
              <a:xfrm flipH="1">
                <a:off x="3506788" y="3262991"/>
                <a:ext cx="4762" cy="1688422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ash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7233" name="Group 377"/>
              <p:cNvGrpSpPr>
                <a:grpSpLocks/>
              </p:cNvGrpSpPr>
              <p:nvPr/>
            </p:nvGrpSpPr>
            <p:grpSpPr bwMode="auto">
              <a:xfrm>
                <a:off x="3511057" y="3174091"/>
                <a:ext cx="504096" cy="242719"/>
                <a:chOff x="2183302" y="1574638"/>
                <a:chExt cx="1200154" cy="430218"/>
              </a:xfrm>
            </p:grpSpPr>
            <p:sp>
              <p:nvSpPr>
                <p:cNvPr id="379" name="Oval 378"/>
                <p:cNvSpPr/>
                <p:nvPr/>
              </p:nvSpPr>
              <p:spPr bwMode="auto">
                <a:xfrm flipV="1">
                  <a:off x="2188256" y="1690004"/>
                  <a:ext cx="1194331" cy="315149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accent2">
                        <a:lumMod val="75000"/>
                      </a:schemeClr>
                    </a:gs>
                    <a:gs pos="31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bg1"/>
                    </a:gs>
                  </a:gsLst>
                  <a:lin ang="16200000" scaled="0"/>
                  <a:tileRect/>
                </a:gradFill>
                <a:ln w="6350" cmpd="sng"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dirty="0">
                    <a:ln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380" name="Rectangle 379"/>
                <p:cNvSpPr/>
                <p:nvPr/>
              </p:nvSpPr>
              <p:spPr bwMode="auto">
                <a:xfrm>
                  <a:off x="2184476" y="1735026"/>
                  <a:ext cx="1198111" cy="112553"/>
                </a:xfrm>
                <a:prstGeom prst="rect">
                  <a:avLst/>
                </a:prstGeom>
                <a:gradFill>
                  <a:gsLst>
                    <a:gs pos="0">
                      <a:schemeClr val="accent2">
                        <a:lumMod val="40000"/>
                        <a:lumOff val="60000"/>
                      </a:schemeClr>
                    </a:gs>
                    <a:gs pos="54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16200000" scaled="0"/>
                </a:gradFill>
                <a:ln w="25400"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381" name="Oval 380"/>
                <p:cNvSpPr/>
                <p:nvPr/>
              </p:nvSpPr>
              <p:spPr bwMode="auto">
                <a:xfrm flipV="1">
                  <a:off x="2184476" y="1574638"/>
                  <a:ext cx="1194331" cy="315149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 w="6350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dirty="0">
                    <a:ln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382" name="Freeform 381"/>
                <p:cNvSpPr/>
                <p:nvPr/>
              </p:nvSpPr>
              <p:spPr bwMode="auto">
                <a:xfrm>
                  <a:off x="2490619" y="1670308"/>
                  <a:ext cx="582047" cy="157575"/>
                </a:xfrm>
                <a:custGeom>
                  <a:avLst/>
                  <a:gdLst>
                    <a:gd name="connsiteX0" fmla="*/ 1486231 w 2944854"/>
                    <a:gd name="connsiteY0" fmla="*/ 727041 h 1302232"/>
                    <a:gd name="connsiteX1" fmla="*/ 257675 w 2944854"/>
                    <a:gd name="connsiteY1" fmla="*/ 1302232 h 1302232"/>
                    <a:gd name="connsiteX2" fmla="*/ 0 w 2944854"/>
                    <a:gd name="connsiteY2" fmla="*/ 1228607 h 1302232"/>
                    <a:gd name="connsiteX3" fmla="*/ 911064 w 2944854"/>
                    <a:gd name="connsiteY3" fmla="*/ 837478 h 1302232"/>
                    <a:gd name="connsiteX4" fmla="*/ 883456 w 2944854"/>
                    <a:gd name="connsiteY4" fmla="*/ 450949 h 1302232"/>
                    <a:gd name="connsiteX5" fmla="*/ 161047 w 2944854"/>
                    <a:gd name="connsiteY5" fmla="*/ 119640 h 1302232"/>
                    <a:gd name="connsiteX6" fmla="*/ 404917 w 2944854"/>
                    <a:gd name="connsiteY6" fmla="*/ 50617 h 1302232"/>
                    <a:gd name="connsiteX7" fmla="*/ 1477028 w 2944854"/>
                    <a:gd name="connsiteY7" fmla="*/ 501566 h 1302232"/>
                    <a:gd name="connsiteX8" fmla="*/ 2572146 w 2944854"/>
                    <a:gd name="connsiteY8" fmla="*/ 0 h 1302232"/>
                    <a:gd name="connsiteX9" fmla="*/ 2875834 w 2944854"/>
                    <a:gd name="connsiteY9" fmla="*/ 96632 h 1302232"/>
                    <a:gd name="connsiteX10" fmla="*/ 2079803 w 2944854"/>
                    <a:gd name="connsiteY10" fmla="*/ 432543 h 1302232"/>
                    <a:gd name="connsiteX11" fmla="*/ 2240850 w 2944854"/>
                    <a:gd name="connsiteY11" fmla="*/ 920305 h 1302232"/>
                    <a:gd name="connsiteX12" fmla="*/ 2944854 w 2944854"/>
                    <a:gd name="connsiteY12" fmla="*/ 1228607 h 1302232"/>
                    <a:gd name="connsiteX13" fmla="*/ 2733192 w 2944854"/>
                    <a:gd name="connsiteY13" fmla="*/ 1297630 h 1302232"/>
                    <a:gd name="connsiteX14" fmla="*/ 1486231 w 2944854"/>
                    <a:gd name="connsiteY14" fmla="*/ 727041 h 1302232"/>
                    <a:gd name="connsiteX0" fmla="*/ 1486231 w 2944854"/>
                    <a:gd name="connsiteY0" fmla="*/ 727041 h 1316375"/>
                    <a:gd name="connsiteX1" fmla="*/ 257675 w 2944854"/>
                    <a:gd name="connsiteY1" fmla="*/ 1302232 h 1316375"/>
                    <a:gd name="connsiteX2" fmla="*/ 0 w 2944854"/>
                    <a:gd name="connsiteY2" fmla="*/ 1228607 h 1316375"/>
                    <a:gd name="connsiteX3" fmla="*/ 911064 w 2944854"/>
                    <a:gd name="connsiteY3" fmla="*/ 837478 h 1316375"/>
                    <a:gd name="connsiteX4" fmla="*/ 883456 w 2944854"/>
                    <a:gd name="connsiteY4" fmla="*/ 450949 h 1316375"/>
                    <a:gd name="connsiteX5" fmla="*/ 161047 w 2944854"/>
                    <a:gd name="connsiteY5" fmla="*/ 119640 h 1316375"/>
                    <a:gd name="connsiteX6" fmla="*/ 404917 w 2944854"/>
                    <a:gd name="connsiteY6" fmla="*/ 50617 h 1316375"/>
                    <a:gd name="connsiteX7" fmla="*/ 1477028 w 2944854"/>
                    <a:gd name="connsiteY7" fmla="*/ 501566 h 1316375"/>
                    <a:gd name="connsiteX8" fmla="*/ 2572146 w 2944854"/>
                    <a:gd name="connsiteY8" fmla="*/ 0 h 1316375"/>
                    <a:gd name="connsiteX9" fmla="*/ 2875834 w 2944854"/>
                    <a:gd name="connsiteY9" fmla="*/ 96632 h 1316375"/>
                    <a:gd name="connsiteX10" fmla="*/ 2079803 w 2944854"/>
                    <a:gd name="connsiteY10" fmla="*/ 432543 h 1316375"/>
                    <a:gd name="connsiteX11" fmla="*/ 2240850 w 2944854"/>
                    <a:gd name="connsiteY11" fmla="*/ 920305 h 1316375"/>
                    <a:gd name="connsiteX12" fmla="*/ 2944854 w 2944854"/>
                    <a:gd name="connsiteY12" fmla="*/ 1228607 h 1316375"/>
                    <a:gd name="connsiteX13" fmla="*/ 2756623 w 2944854"/>
                    <a:gd name="connsiteY13" fmla="*/ 1316375 h 1316375"/>
                    <a:gd name="connsiteX14" fmla="*/ 1486231 w 2944854"/>
                    <a:gd name="connsiteY14" fmla="*/ 727041 h 1316375"/>
                    <a:gd name="connsiteX0" fmla="*/ 1486231 w 3024520"/>
                    <a:gd name="connsiteY0" fmla="*/ 727041 h 1316375"/>
                    <a:gd name="connsiteX1" fmla="*/ 257675 w 3024520"/>
                    <a:gd name="connsiteY1" fmla="*/ 1302232 h 1316375"/>
                    <a:gd name="connsiteX2" fmla="*/ 0 w 3024520"/>
                    <a:gd name="connsiteY2" fmla="*/ 1228607 h 1316375"/>
                    <a:gd name="connsiteX3" fmla="*/ 911064 w 3024520"/>
                    <a:gd name="connsiteY3" fmla="*/ 837478 h 1316375"/>
                    <a:gd name="connsiteX4" fmla="*/ 883456 w 3024520"/>
                    <a:gd name="connsiteY4" fmla="*/ 450949 h 1316375"/>
                    <a:gd name="connsiteX5" fmla="*/ 161047 w 3024520"/>
                    <a:gd name="connsiteY5" fmla="*/ 119640 h 1316375"/>
                    <a:gd name="connsiteX6" fmla="*/ 404917 w 3024520"/>
                    <a:gd name="connsiteY6" fmla="*/ 50617 h 1316375"/>
                    <a:gd name="connsiteX7" fmla="*/ 1477028 w 3024520"/>
                    <a:gd name="connsiteY7" fmla="*/ 501566 h 1316375"/>
                    <a:gd name="connsiteX8" fmla="*/ 2572146 w 3024520"/>
                    <a:gd name="connsiteY8" fmla="*/ 0 h 1316375"/>
                    <a:gd name="connsiteX9" fmla="*/ 2875834 w 3024520"/>
                    <a:gd name="connsiteY9" fmla="*/ 96632 h 1316375"/>
                    <a:gd name="connsiteX10" fmla="*/ 2079803 w 3024520"/>
                    <a:gd name="connsiteY10" fmla="*/ 432543 h 1316375"/>
                    <a:gd name="connsiteX11" fmla="*/ 2240850 w 3024520"/>
                    <a:gd name="connsiteY11" fmla="*/ 920305 h 1316375"/>
                    <a:gd name="connsiteX12" fmla="*/ 3024520 w 3024520"/>
                    <a:gd name="connsiteY12" fmla="*/ 1228607 h 1316375"/>
                    <a:gd name="connsiteX13" fmla="*/ 2756623 w 3024520"/>
                    <a:gd name="connsiteY13" fmla="*/ 1316375 h 1316375"/>
                    <a:gd name="connsiteX14" fmla="*/ 1486231 w 3024520"/>
                    <a:gd name="connsiteY14" fmla="*/ 727041 h 1316375"/>
                    <a:gd name="connsiteX0" fmla="*/ 1537780 w 3076069"/>
                    <a:gd name="connsiteY0" fmla="*/ 727041 h 1316375"/>
                    <a:gd name="connsiteX1" fmla="*/ 309224 w 3076069"/>
                    <a:gd name="connsiteY1" fmla="*/ 1302232 h 1316375"/>
                    <a:gd name="connsiteX2" fmla="*/ 0 w 3076069"/>
                    <a:gd name="connsiteY2" fmla="*/ 1228607 h 1316375"/>
                    <a:gd name="connsiteX3" fmla="*/ 962613 w 3076069"/>
                    <a:gd name="connsiteY3" fmla="*/ 837478 h 1316375"/>
                    <a:gd name="connsiteX4" fmla="*/ 935005 w 3076069"/>
                    <a:gd name="connsiteY4" fmla="*/ 450949 h 1316375"/>
                    <a:gd name="connsiteX5" fmla="*/ 212596 w 3076069"/>
                    <a:gd name="connsiteY5" fmla="*/ 119640 h 1316375"/>
                    <a:gd name="connsiteX6" fmla="*/ 456466 w 3076069"/>
                    <a:gd name="connsiteY6" fmla="*/ 50617 h 1316375"/>
                    <a:gd name="connsiteX7" fmla="*/ 1528577 w 3076069"/>
                    <a:gd name="connsiteY7" fmla="*/ 501566 h 1316375"/>
                    <a:gd name="connsiteX8" fmla="*/ 2623695 w 3076069"/>
                    <a:gd name="connsiteY8" fmla="*/ 0 h 1316375"/>
                    <a:gd name="connsiteX9" fmla="*/ 2927383 w 3076069"/>
                    <a:gd name="connsiteY9" fmla="*/ 96632 h 1316375"/>
                    <a:gd name="connsiteX10" fmla="*/ 2131352 w 3076069"/>
                    <a:gd name="connsiteY10" fmla="*/ 432543 h 1316375"/>
                    <a:gd name="connsiteX11" fmla="*/ 2292399 w 3076069"/>
                    <a:gd name="connsiteY11" fmla="*/ 920305 h 1316375"/>
                    <a:gd name="connsiteX12" fmla="*/ 3076069 w 3076069"/>
                    <a:gd name="connsiteY12" fmla="*/ 1228607 h 1316375"/>
                    <a:gd name="connsiteX13" fmla="*/ 2808172 w 3076069"/>
                    <a:gd name="connsiteY13" fmla="*/ 1316375 h 1316375"/>
                    <a:gd name="connsiteX14" fmla="*/ 1537780 w 3076069"/>
                    <a:gd name="connsiteY14" fmla="*/ 727041 h 1316375"/>
                    <a:gd name="connsiteX0" fmla="*/ 1537780 w 3076069"/>
                    <a:gd name="connsiteY0" fmla="*/ 727041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27041 h 1321259"/>
                    <a:gd name="connsiteX0" fmla="*/ 1537780 w 3076069"/>
                    <a:gd name="connsiteY0" fmla="*/ 750825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50825 h 13212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chemeClr val="accent2">
                    <a:lumMod val="60000"/>
                    <a:lumOff val="40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383" name="Freeform 382"/>
                <p:cNvSpPr/>
                <p:nvPr/>
              </p:nvSpPr>
              <p:spPr bwMode="auto">
                <a:xfrm>
                  <a:off x="2430146" y="1630915"/>
                  <a:ext cx="702992" cy="109739"/>
                </a:xfrm>
                <a:custGeom>
                  <a:avLst/>
                  <a:gdLst>
                    <a:gd name="connsiteX0" fmla="*/ 0 w 3645229"/>
                    <a:gd name="connsiteY0" fmla="*/ 214441 h 923747"/>
                    <a:gd name="connsiteX1" fmla="*/ 659770 w 3645229"/>
                    <a:gd name="connsiteY1" fmla="*/ 16495 h 923747"/>
                    <a:gd name="connsiteX2" fmla="*/ 1814367 w 3645229"/>
                    <a:gd name="connsiteY2" fmla="*/ 511360 h 923747"/>
                    <a:gd name="connsiteX3" fmla="*/ 2968965 w 3645229"/>
                    <a:gd name="connsiteY3" fmla="*/ 0 h 923747"/>
                    <a:gd name="connsiteX4" fmla="*/ 3645229 w 3645229"/>
                    <a:gd name="connsiteY4" fmla="*/ 197946 h 923747"/>
                    <a:gd name="connsiteX5" fmla="*/ 3199884 w 3645229"/>
                    <a:gd name="connsiteY5" fmla="*/ 461874 h 923747"/>
                    <a:gd name="connsiteX6" fmla="*/ 2985459 w 3645229"/>
                    <a:gd name="connsiteY6" fmla="*/ 379396 h 923747"/>
                    <a:gd name="connsiteX7" fmla="*/ 1830861 w 3645229"/>
                    <a:gd name="connsiteY7" fmla="*/ 923747 h 923747"/>
                    <a:gd name="connsiteX8" fmla="*/ 676264 w 3645229"/>
                    <a:gd name="connsiteY8" fmla="*/ 412387 h 923747"/>
                    <a:gd name="connsiteX9" fmla="*/ 527816 w 3645229"/>
                    <a:gd name="connsiteY9" fmla="*/ 478369 h 923747"/>
                    <a:gd name="connsiteX10" fmla="*/ 0 w 3645229"/>
                    <a:gd name="connsiteY10" fmla="*/ 21444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78369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90067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09765 w 3640627"/>
                    <a:gd name="connsiteY2" fmla="*/ 511360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3008465 w 3640627"/>
                    <a:gd name="connsiteY6" fmla="*/ 402404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723451"/>
                    <a:gd name="connsiteY0" fmla="*/ 242051 h 946755"/>
                    <a:gd name="connsiteX1" fmla="*/ 655168 w 3723451"/>
                    <a:gd name="connsiteY1" fmla="*/ 16495 h 946755"/>
                    <a:gd name="connsiteX2" fmla="*/ 1855778 w 3723451"/>
                    <a:gd name="connsiteY2" fmla="*/ 534367 h 946755"/>
                    <a:gd name="connsiteX3" fmla="*/ 2964363 w 3723451"/>
                    <a:gd name="connsiteY3" fmla="*/ 0 h 946755"/>
                    <a:gd name="connsiteX4" fmla="*/ 3723451 w 3723451"/>
                    <a:gd name="connsiteY4" fmla="*/ 220954 h 946755"/>
                    <a:gd name="connsiteX5" fmla="*/ 3195282 w 3723451"/>
                    <a:gd name="connsiteY5" fmla="*/ 461874 h 946755"/>
                    <a:gd name="connsiteX6" fmla="*/ 3008465 w 3723451"/>
                    <a:gd name="connsiteY6" fmla="*/ 402404 h 946755"/>
                    <a:gd name="connsiteX7" fmla="*/ 1876873 w 3723451"/>
                    <a:gd name="connsiteY7" fmla="*/ 946755 h 946755"/>
                    <a:gd name="connsiteX8" fmla="*/ 690067 w 3723451"/>
                    <a:gd name="connsiteY8" fmla="*/ 412387 h 946755"/>
                    <a:gd name="connsiteX9" fmla="*/ 523214 w 3723451"/>
                    <a:gd name="connsiteY9" fmla="*/ 482971 h 946755"/>
                    <a:gd name="connsiteX10" fmla="*/ 0 w 3723451"/>
                    <a:gd name="connsiteY10" fmla="*/ 242051 h 946755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08465 w 3723451"/>
                    <a:gd name="connsiteY6" fmla="*/ 388599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711613 w 3723451"/>
                    <a:gd name="connsiteY8" fmla="*/ 413055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384" name="Freeform 383"/>
                <p:cNvSpPr/>
                <p:nvPr/>
              </p:nvSpPr>
              <p:spPr bwMode="auto">
                <a:xfrm>
                  <a:off x="2891248" y="1723770"/>
                  <a:ext cx="260786" cy="95670"/>
                </a:xfrm>
                <a:custGeom>
                  <a:avLst/>
                  <a:gdLst>
                    <a:gd name="connsiteX0" fmla="*/ 55216 w 1421812"/>
                    <a:gd name="connsiteY0" fmla="*/ 0 h 800665"/>
                    <a:gd name="connsiteX1" fmla="*/ 1421812 w 1421812"/>
                    <a:gd name="connsiteY1" fmla="*/ 625807 h 800665"/>
                    <a:gd name="connsiteX2" fmla="*/ 947874 w 1421812"/>
                    <a:gd name="connsiteY2" fmla="*/ 800665 h 800665"/>
                    <a:gd name="connsiteX3" fmla="*/ 50614 w 1421812"/>
                    <a:gd name="connsiteY3" fmla="*/ 404934 h 800665"/>
                    <a:gd name="connsiteX4" fmla="*/ 0 w 1421812"/>
                    <a:gd name="connsiteY4" fmla="*/ 404934 h 800665"/>
                    <a:gd name="connsiteX5" fmla="*/ 55216 w 1421812"/>
                    <a:gd name="connsiteY5" fmla="*/ 0 h 800665"/>
                    <a:gd name="connsiteX0" fmla="*/ 4602 w 1371198"/>
                    <a:gd name="connsiteY0" fmla="*/ 0 h 800665"/>
                    <a:gd name="connsiteX1" fmla="*/ 1371198 w 1371198"/>
                    <a:gd name="connsiteY1" fmla="*/ 625807 h 800665"/>
                    <a:gd name="connsiteX2" fmla="*/ 897260 w 1371198"/>
                    <a:gd name="connsiteY2" fmla="*/ 800665 h 800665"/>
                    <a:gd name="connsiteX3" fmla="*/ 0 w 1371198"/>
                    <a:gd name="connsiteY3" fmla="*/ 404934 h 800665"/>
                    <a:gd name="connsiteX4" fmla="*/ 4602 w 1371198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9868"/>
                    <a:gd name="connsiteX1" fmla="*/ 1366596 w 1366596"/>
                    <a:gd name="connsiteY1" fmla="*/ 625807 h 809868"/>
                    <a:gd name="connsiteX2" fmla="*/ 865050 w 1366596"/>
                    <a:gd name="connsiteY2" fmla="*/ 809868 h 809868"/>
                    <a:gd name="connsiteX3" fmla="*/ 4601 w 1366596"/>
                    <a:gd name="connsiteY3" fmla="*/ 427942 h 809868"/>
                    <a:gd name="connsiteX4" fmla="*/ 0 w 1366596"/>
                    <a:gd name="connsiteY4" fmla="*/ 0 h 8098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385" name="Freeform 384"/>
                <p:cNvSpPr/>
                <p:nvPr/>
              </p:nvSpPr>
              <p:spPr bwMode="auto">
                <a:xfrm>
                  <a:off x="2418806" y="1726585"/>
                  <a:ext cx="253230" cy="92856"/>
                </a:xfrm>
                <a:custGeom>
                  <a:avLst/>
                  <a:gdLst>
                    <a:gd name="connsiteX0" fmla="*/ 1329786 w 1348191"/>
                    <a:gd name="connsiteY0" fmla="*/ 0 h 809869"/>
                    <a:gd name="connsiteX1" fmla="*/ 1348191 w 1348191"/>
                    <a:gd name="connsiteY1" fmla="*/ 400333 h 809869"/>
                    <a:gd name="connsiteX2" fmla="*/ 487742 w 1348191"/>
                    <a:gd name="connsiteY2" fmla="*/ 809869 h 809869"/>
                    <a:gd name="connsiteX3" fmla="*/ 0 w 1348191"/>
                    <a:gd name="connsiteY3" fmla="*/ 630409 h 809869"/>
                    <a:gd name="connsiteX4" fmla="*/ 1329786 w 1348191"/>
                    <a:gd name="connsiteY4" fmla="*/ 0 h 809869"/>
                    <a:gd name="connsiteX0" fmla="*/ 1329786 w 1348191"/>
                    <a:gd name="connsiteY0" fmla="*/ 0 h 791462"/>
                    <a:gd name="connsiteX1" fmla="*/ 1348191 w 1348191"/>
                    <a:gd name="connsiteY1" fmla="*/ 381926 h 791462"/>
                    <a:gd name="connsiteX2" fmla="*/ 487742 w 1348191"/>
                    <a:gd name="connsiteY2" fmla="*/ 791462 h 791462"/>
                    <a:gd name="connsiteX3" fmla="*/ 0 w 1348191"/>
                    <a:gd name="connsiteY3" fmla="*/ 612002 h 791462"/>
                    <a:gd name="connsiteX4" fmla="*/ 1329786 w 1348191"/>
                    <a:gd name="connsiteY4" fmla="*/ 0 h 7914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cxnSp>
              <p:nvCxnSpPr>
                <p:cNvPr id="386" name="Straight Connector 385"/>
                <p:cNvCxnSpPr>
                  <a:endCxn id="381" idx="2"/>
                </p:cNvCxnSpPr>
                <p:nvPr/>
              </p:nvCxnSpPr>
              <p:spPr bwMode="auto">
                <a:xfrm flipH="1" flipV="1">
                  <a:off x="2184476" y="1732213"/>
                  <a:ext cx="3781" cy="120994"/>
                </a:xfrm>
                <a:prstGeom prst="line">
                  <a:avLst/>
                </a:prstGeom>
                <a:ln w="6350" cmpd="sng">
                  <a:solidFill>
                    <a:schemeClr val="tx1"/>
                  </a:solidFill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7" name="Straight Connector 386"/>
                <p:cNvCxnSpPr/>
                <p:nvPr/>
              </p:nvCxnSpPr>
              <p:spPr bwMode="auto">
                <a:xfrm flipH="1" flipV="1">
                  <a:off x="3378806" y="1729398"/>
                  <a:ext cx="3781" cy="120996"/>
                </a:xfrm>
                <a:prstGeom prst="line">
                  <a:avLst/>
                </a:prstGeom>
                <a:ln w="6350" cmpd="sng">
                  <a:solidFill>
                    <a:schemeClr val="tx1"/>
                  </a:solidFill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20" name="Group 19"/>
            <p:cNvGrpSpPr/>
            <p:nvPr/>
          </p:nvGrpSpPr>
          <p:grpSpPr>
            <a:xfrm>
              <a:off x="4299212" y="2486508"/>
              <a:ext cx="528376" cy="2517292"/>
              <a:chOff x="4299212" y="2486508"/>
              <a:chExt cx="528376" cy="2517292"/>
            </a:xfrm>
          </p:grpSpPr>
          <p:sp>
            <p:nvSpPr>
              <p:cNvPr id="439" name="Rectangle 438"/>
              <p:cNvSpPr/>
              <p:nvPr/>
            </p:nvSpPr>
            <p:spPr bwMode="auto">
              <a:xfrm rot="10800000">
                <a:off x="4315358" y="2675960"/>
                <a:ext cx="498350" cy="916575"/>
              </a:xfrm>
              <a:prstGeom prst="rect">
                <a:avLst/>
              </a:prstGeom>
              <a:gradFill>
                <a:gsLst>
                  <a:gs pos="1000">
                    <a:schemeClr val="accent2">
                      <a:lumMod val="75000"/>
                      <a:alpha val="62000"/>
                    </a:schemeClr>
                  </a:gs>
                  <a:gs pos="5400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bg1"/>
                  </a:gs>
                </a:gsLst>
              </a:gra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cxnSp>
            <p:nvCxnSpPr>
              <p:cNvPr id="440" name="Straight Connector 439"/>
              <p:cNvCxnSpPr/>
              <p:nvPr/>
            </p:nvCxnSpPr>
            <p:spPr bwMode="auto">
              <a:xfrm>
                <a:off x="4822015" y="2642002"/>
                <a:ext cx="5573" cy="2214161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ash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7218" name="Group 442"/>
              <p:cNvGrpSpPr>
                <a:grpSpLocks/>
              </p:cNvGrpSpPr>
              <p:nvPr/>
            </p:nvGrpSpPr>
            <p:grpSpPr bwMode="auto">
              <a:xfrm>
                <a:off x="4319479" y="4781999"/>
                <a:ext cx="507859" cy="221801"/>
                <a:chOff x="4128636" y="3606589"/>
                <a:chExt cx="568145" cy="338667"/>
              </a:xfrm>
            </p:grpSpPr>
            <p:sp>
              <p:nvSpPr>
                <p:cNvPr id="452" name="Oval 451"/>
                <p:cNvSpPr/>
                <p:nvPr/>
              </p:nvSpPr>
              <p:spPr>
                <a:xfrm>
                  <a:off x="4128758" y="3719830"/>
                  <a:ext cx="568303" cy="225426"/>
                </a:xfrm>
                <a:prstGeom prst="ellipse">
                  <a:avLst/>
                </a:prstGeom>
                <a:solidFill>
                  <a:schemeClr val="accent2">
                    <a:lumMod val="75000"/>
                  </a:schemeClr>
                </a:solidFill>
                <a:ln w="635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453" name="Rectangle 452"/>
                <p:cNvSpPr/>
                <p:nvPr/>
              </p:nvSpPr>
              <p:spPr>
                <a:xfrm>
                  <a:off x="4128758" y="3719830"/>
                  <a:ext cx="568303" cy="111502"/>
                </a:xfrm>
                <a:prstGeom prst="rect">
                  <a:avLst/>
                </a:pr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454" name="Oval 453"/>
                <p:cNvSpPr/>
                <p:nvPr/>
              </p:nvSpPr>
              <p:spPr>
                <a:xfrm>
                  <a:off x="4128758" y="3605903"/>
                  <a:ext cx="568303" cy="225428"/>
                </a:xfrm>
                <a:prstGeom prst="ellipse">
                  <a:avLst/>
                </a:prstGeom>
                <a:solidFill>
                  <a:schemeClr val="accent2">
                    <a:lumMod val="40000"/>
                    <a:lumOff val="60000"/>
                    <a:alpha val="55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cxnSp>
              <p:nvCxnSpPr>
                <p:cNvPr id="455" name="Straight Connector 454"/>
                <p:cNvCxnSpPr/>
                <p:nvPr/>
              </p:nvCxnSpPr>
              <p:spPr>
                <a:xfrm>
                  <a:off x="4697061" y="3719830"/>
                  <a:ext cx="0" cy="111502"/>
                </a:xfrm>
                <a:prstGeom prst="line">
                  <a:avLst/>
                </a:prstGeom>
                <a:ln w="635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6" name="Straight Connector 455"/>
                <p:cNvCxnSpPr/>
                <p:nvPr/>
              </p:nvCxnSpPr>
              <p:spPr>
                <a:xfrm>
                  <a:off x="4128758" y="3719830"/>
                  <a:ext cx="0" cy="111502"/>
                </a:xfrm>
                <a:prstGeom prst="line">
                  <a:avLst/>
                </a:prstGeom>
                <a:ln w="635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444" name="Rectangle 443"/>
              <p:cNvSpPr/>
              <p:nvPr/>
            </p:nvSpPr>
            <p:spPr bwMode="auto">
              <a:xfrm>
                <a:off x="4324350" y="3695700"/>
                <a:ext cx="498475" cy="1163638"/>
              </a:xfrm>
              <a:prstGeom prst="rect">
                <a:avLst/>
              </a:prstGeom>
              <a:gradFill>
                <a:gsLst>
                  <a:gs pos="0">
                    <a:schemeClr val="accent2">
                      <a:lumMod val="75000"/>
                      <a:alpha val="62000"/>
                    </a:schemeClr>
                  </a:gs>
                  <a:gs pos="5400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bg1"/>
                  </a:gs>
                </a:gsLst>
              </a:gra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cxnSp>
            <p:nvCxnSpPr>
              <p:cNvPr id="447" name="Straight Connector 446"/>
              <p:cNvCxnSpPr>
                <a:stCxn id="458" idx="2"/>
              </p:cNvCxnSpPr>
              <p:nvPr/>
            </p:nvCxnSpPr>
            <p:spPr bwMode="auto">
              <a:xfrm>
                <a:off x="4300799" y="2640496"/>
                <a:ext cx="14026" cy="2309329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ash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7137" name="Group 456"/>
              <p:cNvGrpSpPr>
                <a:grpSpLocks/>
              </p:cNvGrpSpPr>
              <p:nvPr/>
            </p:nvGrpSpPr>
            <p:grpSpPr bwMode="auto">
              <a:xfrm>
                <a:off x="4299212" y="2486508"/>
                <a:ext cx="504825" cy="242888"/>
                <a:chOff x="2183302" y="1574638"/>
                <a:chExt cx="1200154" cy="430218"/>
              </a:xfrm>
            </p:grpSpPr>
            <p:sp>
              <p:nvSpPr>
                <p:cNvPr id="458" name="Oval 457"/>
                <p:cNvSpPr/>
                <p:nvPr/>
              </p:nvSpPr>
              <p:spPr bwMode="auto">
                <a:xfrm flipV="1">
                  <a:off x="2187075" y="1689926"/>
                  <a:ext cx="1196381" cy="314930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accent2">
                        <a:lumMod val="75000"/>
                      </a:schemeClr>
                    </a:gs>
                    <a:gs pos="31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bg1"/>
                    </a:gs>
                  </a:gsLst>
                  <a:lin ang="16200000" scaled="0"/>
                  <a:tileRect/>
                </a:gradFill>
                <a:ln w="6350" cmpd="sng"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dirty="0">
                    <a:ln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459" name="Rectangle 458"/>
                <p:cNvSpPr/>
                <p:nvPr/>
              </p:nvSpPr>
              <p:spPr bwMode="auto">
                <a:xfrm>
                  <a:off x="2183302" y="1734916"/>
                  <a:ext cx="1200154" cy="112475"/>
                </a:xfrm>
                <a:prstGeom prst="rect">
                  <a:avLst/>
                </a:prstGeom>
                <a:gradFill>
                  <a:gsLst>
                    <a:gs pos="0">
                      <a:schemeClr val="accent2">
                        <a:lumMod val="40000"/>
                        <a:lumOff val="60000"/>
                      </a:schemeClr>
                    </a:gs>
                    <a:gs pos="54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16200000" scaled="0"/>
                </a:gradFill>
                <a:ln w="25400"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460" name="Oval 459"/>
                <p:cNvSpPr/>
                <p:nvPr/>
              </p:nvSpPr>
              <p:spPr bwMode="auto">
                <a:xfrm flipV="1">
                  <a:off x="2183302" y="1574638"/>
                  <a:ext cx="1196379" cy="314930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 w="6350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dirty="0">
                    <a:ln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461" name="Freeform 460"/>
                <p:cNvSpPr/>
                <p:nvPr/>
              </p:nvSpPr>
              <p:spPr bwMode="auto">
                <a:xfrm>
                  <a:off x="2489000" y="1670242"/>
                  <a:ext cx="584982" cy="157465"/>
                </a:xfrm>
                <a:custGeom>
                  <a:avLst/>
                  <a:gdLst>
                    <a:gd name="connsiteX0" fmla="*/ 1486231 w 2944854"/>
                    <a:gd name="connsiteY0" fmla="*/ 727041 h 1302232"/>
                    <a:gd name="connsiteX1" fmla="*/ 257675 w 2944854"/>
                    <a:gd name="connsiteY1" fmla="*/ 1302232 h 1302232"/>
                    <a:gd name="connsiteX2" fmla="*/ 0 w 2944854"/>
                    <a:gd name="connsiteY2" fmla="*/ 1228607 h 1302232"/>
                    <a:gd name="connsiteX3" fmla="*/ 911064 w 2944854"/>
                    <a:gd name="connsiteY3" fmla="*/ 837478 h 1302232"/>
                    <a:gd name="connsiteX4" fmla="*/ 883456 w 2944854"/>
                    <a:gd name="connsiteY4" fmla="*/ 450949 h 1302232"/>
                    <a:gd name="connsiteX5" fmla="*/ 161047 w 2944854"/>
                    <a:gd name="connsiteY5" fmla="*/ 119640 h 1302232"/>
                    <a:gd name="connsiteX6" fmla="*/ 404917 w 2944854"/>
                    <a:gd name="connsiteY6" fmla="*/ 50617 h 1302232"/>
                    <a:gd name="connsiteX7" fmla="*/ 1477028 w 2944854"/>
                    <a:gd name="connsiteY7" fmla="*/ 501566 h 1302232"/>
                    <a:gd name="connsiteX8" fmla="*/ 2572146 w 2944854"/>
                    <a:gd name="connsiteY8" fmla="*/ 0 h 1302232"/>
                    <a:gd name="connsiteX9" fmla="*/ 2875834 w 2944854"/>
                    <a:gd name="connsiteY9" fmla="*/ 96632 h 1302232"/>
                    <a:gd name="connsiteX10" fmla="*/ 2079803 w 2944854"/>
                    <a:gd name="connsiteY10" fmla="*/ 432543 h 1302232"/>
                    <a:gd name="connsiteX11" fmla="*/ 2240850 w 2944854"/>
                    <a:gd name="connsiteY11" fmla="*/ 920305 h 1302232"/>
                    <a:gd name="connsiteX12" fmla="*/ 2944854 w 2944854"/>
                    <a:gd name="connsiteY12" fmla="*/ 1228607 h 1302232"/>
                    <a:gd name="connsiteX13" fmla="*/ 2733192 w 2944854"/>
                    <a:gd name="connsiteY13" fmla="*/ 1297630 h 1302232"/>
                    <a:gd name="connsiteX14" fmla="*/ 1486231 w 2944854"/>
                    <a:gd name="connsiteY14" fmla="*/ 727041 h 1302232"/>
                    <a:gd name="connsiteX0" fmla="*/ 1486231 w 2944854"/>
                    <a:gd name="connsiteY0" fmla="*/ 727041 h 1316375"/>
                    <a:gd name="connsiteX1" fmla="*/ 257675 w 2944854"/>
                    <a:gd name="connsiteY1" fmla="*/ 1302232 h 1316375"/>
                    <a:gd name="connsiteX2" fmla="*/ 0 w 2944854"/>
                    <a:gd name="connsiteY2" fmla="*/ 1228607 h 1316375"/>
                    <a:gd name="connsiteX3" fmla="*/ 911064 w 2944854"/>
                    <a:gd name="connsiteY3" fmla="*/ 837478 h 1316375"/>
                    <a:gd name="connsiteX4" fmla="*/ 883456 w 2944854"/>
                    <a:gd name="connsiteY4" fmla="*/ 450949 h 1316375"/>
                    <a:gd name="connsiteX5" fmla="*/ 161047 w 2944854"/>
                    <a:gd name="connsiteY5" fmla="*/ 119640 h 1316375"/>
                    <a:gd name="connsiteX6" fmla="*/ 404917 w 2944854"/>
                    <a:gd name="connsiteY6" fmla="*/ 50617 h 1316375"/>
                    <a:gd name="connsiteX7" fmla="*/ 1477028 w 2944854"/>
                    <a:gd name="connsiteY7" fmla="*/ 501566 h 1316375"/>
                    <a:gd name="connsiteX8" fmla="*/ 2572146 w 2944854"/>
                    <a:gd name="connsiteY8" fmla="*/ 0 h 1316375"/>
                    <a:gd name="connsiteX9" fmla="*/ 2875834 w 2944854"/>
                    <a:gd name="connsiteY9" fmla="*/ 96632 h 1316375"/>
                    <a:gd name="connsiteX10" fmla="*/ 2079803 w 2944854"/>
                    <a:gd name="connsiteY10" fmla="*/ 432543 h 1316375"/>
                    <a:gd name="connsiteX11" fmla="*/ 2240850 w 2944854"/>
                    <a:gd name="connsiteY11" fmla="*/ 920305 h 1316375"/>
                    <a:gd name="connsiteX12" fmla="*/ 2944854 w 2944854"/>
                    <a:gd name="connsiteY12" fmla="*/ 1228607 h 1316375"/>
                    <a:gd name="connsiteX13" fmla="*/ 2756623 w 2944854"/>
                    <a:gd name="connsiteY13" fmla="*/ 1316375 h 1316375"/>
                    <a:gd name="connsiteX14" fmla="*/ 1486231 w 2944854"/>
                    <a:gd name="connsiteY14" fmla="*/ 727041 h 1316375"/>
                    <a:gd name="connsiteX0" fmla="*/ 1486231 w 3024520"/>
                    <a:gd name="connsiteY0" fmla="*/ 727041 h 1316375"/>
                    <a:gd name="connsiteX1" fmla="*/ 257675 w 3024520"/>
                    <a:gd name="connsiteY1" fmla="*/ 1302232 h 1316375"/>
                    <a:gd name="connsiteX2" fmla="*/ 0 w 3024520"/>
                    <a:gd name="connsiteY2" fmla="*/ 1228607 h 1316375"/>
                    <a:gd name="connsiteX3" fmla="*/ 911064 w 3024520"/>
                    <a:gd name="connsiteY3" fmla="*/ 837478 h 1316375"/>
                    <a:gd name="connsiteX4" fmla="*/ 883456 w 3024520"/>
                    <a:gd name="connsiteY4" fmla="*/ 450949 h 1316375"/>
                    <a:gd name="connsiteX5" fmla="*/ 161047 w 3024520"/>
                    <a:gd name="connsiteY5" fmla="*/ 119640 h 1316375"/>
                    <a:gd name="connsiteX6" fmla="*/ 404917 w 3024520"/>
                    <a:gd name="connsiteY6" fmla="*/ 50617 h 1316375"/>
                    <a:gd name="connsiteX7" fmla="*/ 1477028 w 3024520"/>
                    <a:gd name="connsiteY7" fmla="*/ 501566 h 1316375"/>
                    <a:gd name="connsiteX8" fmla="*/ 2572146 w 3024520"/>
                    <a:gd name="connsiteY8" fmla="*/ 0 h 1316375"/>
                    <a:gd name="connsiteX9" fmla="*/ 2875834 w 3024520"/>
                    <a:gd name="connsiteY9" fmla="*/ 96632 h 1316375"/>
                    <a:gd name="connsiteX10" fmla="*/ 2079803 w 3024520"/>
                    <a:gd name="connsiteY10" fmla="*/ 432543 h 1316375"/>
                    <a:gd name="connsiteX11" fmla="*/ 2240850 w 3024520"/>
                    <a:gd name="connsiteY11" fmla="*/ 920305 h 1316375"/>
                    <a:gd name="connsiteX12" fmla="*/ 3024520 w 3024520"/>
                    <a:gd name="connsiteY12" fmla="*/ 1228607 h 1316375"/>
                    <a:gd name="connsiteX13" fmla="*/ 2756623 w 3024520"/>
                    <a:gd name="connsiteY13" fmla="*/ 1316375 h 1316375"/>
                    <a:gd name="connsiteX14" fmla="*/ 1486231 w 3024520"/>
                    <a:gd name="connsiteY14" fmla="*/ 727041 h 1316375"/>
                    <a:gd name="connsiteX0" fmla="*/ 1537780 w 3076069"/>
                    <a:gd name="connsiteY0" fmla="*/ 727041 h 1316375"/>
                    <a:gd name="connsiteX1" fmla="*/ 309224 w 3076069"/>
                    <a:gd name="connsiteY1" fmla="*/ 1302232 h 1316375"/>
                    <a:gd name="connsiteX2" fmla="*/ 0 w 3076069"/>
                    <a:gd name="connsiteY2" fmla="*/ 1228607 h 1316375"/>
                    <a:gd name="connsiteX3" fmla="*/ 962613 w 3076069"/>
                    <a:gd name="connsiteY3" fmla="*/ 837478 h 1316375"/>
                    <a:gd name="connsiteX4" fmla="*/ 935005 w 3076069"/>
                    <a:gd name="connsiteY4" fmla="*/ 450949 h 1316375"/>
                    <a:gd name="connsiteX5" fmla="*/ 212596 w 3076069"/>
                    <a:gd name="connsiteY5" fmla="*/ 119640 h 1316375"/>
                    <a:gd name="connsiteX6" fmla="*/ 456466 w 3076069"/>
                    <a:gd name="connsiteY6" fmla="*/ 50617 h 1316375"/>
                    <a:gd name="connsiteX7" fmla="*/ 1528577 w 3076069"/>
                    <a:gd name="connsiteY7" fmla="*/ 501566 h 1316375"/>
                    <a:gd name="connsiteX8" fmla="*/ 2623695 w 3076069"/>
                    <a:gd name="connsiteY8" fmla="*/ 0 h 1316375"/>
                    <a:gd name="connsiteX9" fmla="*/ 2927383 w 3076069"/>
                    <a:gd name="connsiteY9" fmla="*/ 96632 h 1316375"/>
                    <a:gd name="connsiteX10" fmla="*/ 2131352 w 3076069"/>
                    <a:gd name="connsiteY10" fmla="*/ 432543 h 1316375"/>
                    <a:gd name="connsiteX11" fmla="*/ 2292399 w 3076069"/>
                    <a:gd name="connsiteY11" fmla="*/ 920305 h 1316375"/>
                    <a:gd name="connsiteX12" fmla="*/ 3076069 w 3076069"/>
                    <a:gd name="connsiteY12" fmla="*/ 1228607 h 1316375"/>
                    <a:gd name="connsiteX13" fmla="*/ 2808172 w 3076069"/>
                    <a:gd name="connsiteY13" fmla="*/ 1316375 h 1316375"/>
                    <a:gd name="connsiteX14" fmla="*/ 1537780 w 3076069"/>
                    <a:gd name="connsiteY14" fmla="*/ 727041 h 1316375"/>
                    <a:gd name="connsiteX0" fmla="*/ 1537780 w 3076069"/>
                    <a:gd name="connsiteY0" fmla="*/ 727041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27041 h 1321259"/>
                    <a:gd name="connsiteX0" fmla="*/ 1537780 w 3076069"/>
                    <a:gd name="connsiteY0" fmla="*/ 750825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50825 h 13212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chemeClr val="accent2">
                    <a:lumMod val="60000"/>
                    <a:lumOff val="40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462" name="Freeform 461"/>
                <p:cNvSpPr/>
                <p:nvPr/>
              </p:nvSpPr>
              <p:spPr bwMode="auto">
                <a:xfrm>
                  <a:off x="2428615" y="1630876"/>
                  <a:ext cx="705752" cy="109664"/>
                </a:xfrm>
                <a:custGeom>
                  <a:avLst/>
                  <a:gdLst>
                    <a:gd name="connsiteX0" fmla="*/ 0 w 3645229"/>
                    <a:gd name="connsiteY0" fmla="*/ 214441 h 923747"/>
                    <a:gd name="connsiteX1" fmla="*/ 659770 w 3645229"/>
                    <a:gd name="connsiteY1" fmla="*/ 16495 h 923747"/>
                    <a:gd name="connsiteX2" fmla="*/ 1814367 w 3645229"/>
                    <a:gd name="connsiteY2" fmla="*/ 511360 h 923747"/>
                    <a:gd name="connsiteX3" fmla="*/ 2968965 w 3645229"/>
                    <a:gd name="connsiteY3" fmla="*/ 0 h 923747"/>
                    <a:gd name="connsiteX4" fmla="*/ 3645229 w 3645229"/>
                    <a:gd name="connsiteY4" fmla="*/ 197946 h 923747"/>
                    <a:gd name="connsiteX5" fmla="*/ 3199884 w 3645229"/>
                    <a:gd name="connsiteY5" fmla="*/ 461874 h 923747"/>
                    <a:gd name="connsiteX6" fmla="*/ 2985459 w 3645229"/>
                    <a:gd name="connsiteY6" fmla="*/ 379396 h 923747"/>
                    <a:gd name="connsiteX7" fmla="*/ 1830861 w 3645229"/>
                    <a:gd name="connsiteY7" fmla="*/ 923747 h 923747"/>
                    <a:gd name="connsiteX8" fmla="*/ 676264 w 3645229"/>
                    <a:gd name="connsiteY8" fmla="*/ 412387 h 923747"/>
                    <a:gd name="connsiteX9" fmla="*/ 527816 w 3645229"/>
                    <a:gd name="connsiteY9" fmla="*/ 478369 h 923747"/>
                    <a:gd name="connsiteX10" fmla="*/ 0 w 3645229"/>
                    <a:gd name="connsiteY10" fmla="*/ 21444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78369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90067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09765 w 3640627"/>
                    <a:gd name="connsiteY2" fmla="*/ 511360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3008465 w 3640627"/>
                    <a:gd name="connsiteY6" fmla="*/ 402404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723451"/>
                    <a:gd name="connsiteY0" fmla="*/ 242051 h 946755"/>
                    <a:gd name="connsiteX1" fmla="*/ 655168 w 3723451"/>
                    <a:gd name="connsiteY1" fmla="*/ 16495 h 946755"/>
                    <a:gd name="connsiteX2" fmla="*/ 1855778 w 3723451"/>
                    <a:gd name="connsiteY2" fmla="*/ 534367 h 946755"/>
                    <a:gd name="connsiteX3" fmla="*/ 2964363 w 3723451"/>
                    <a:gd name="connsiteY3" fmla="*/ 0 h 946755"/>
                    <a:gd name="connsiteX4" fmla="*/ 3723451 w 3723451"/>
                    <a:gd name="connsiteY4" fmla="*/ 220954 h 946755"/>
                    <a:gd name="connsiteX5" fmla="*/ 3195282 w 3723451"/>
                    <a:gd name="connsiteY5" fmla="*/ 461874 h 946755"/>
                    <a:gd name="connsiteX6" fmla="*/ 3008465 w 3723451"/>
                    <a:gd name="connsiteY6" fmla="*/ 402404 h 946755"/>
                    <a:gd name="connsiteX7" fmla="*/ 1876873 w 3723451"/>
                    <a:gd name="connsiteY7" fmla="*/ 946755 h 946755"/>
                    <a:gd name="connsiteX8" fmla="*/ 690067 w 3723451"/>
                    <a:gd name="connsiteY8" fmla="*/ 412387 h 946755"/>
                    <a:gd name="connsiteX9" fmla="*/ 523214 w 3723451"/>
                    <a:gd name="connsiteY9" fmla="*/ 482971 h 946755"/>
                    <a:gd name="connsiteX10" fmla="*/ 0 w 3723451"/>
                    <a:gd name="connsiteY10" fmla="*/ 242051 h 946755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08465 w 3723451"/>
                    <a:gd name="connsiteY6" fmla="*/ 388599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711613 w 3723451"/>
                    <a:gd name="connsiteY8" fmla="*/ 413055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463" name="Freeform 462"/>
                <p:cNvSpPr/>
                <p:nvPr/>
              </p:nvSpPr>
              <p:spPr bwMode="auto">
                <a:xfrm>
                  <a:off x="2892827" y="1723668"/>
                  <a:ext cx="256637" cy="95604"/>
                </a:xfrm>
                <a:custGeom>
                  <a:avLst/>
                  <a:gdLst>
                    <a:gd name="connsiteX0" fmla="*/ 55216 w 1421812"/>
                    <a:gd name="connsiteY0" fmla="*/ 0 h 800665"/>
                    <a:gd name="connsiteX1" fmla="*/ 1421812 w 1421812"/>
                    <a:gd name="connsiteY1" fmla="*/ 625807 h 800665"/>
                    <a:gd name="connsiteX2" fmla="*/ 947874 w 1421812"/>
                    <a:gd name="connsiteY2" fmla="*/ 800665 h 800665"/>
                    <a:gd name="connsiteX3" fmla="*/ 50614 w 1421812"/>
                    <a:gd name="connsiteY3" fmla="*/ 404934 h 800665"/>
                    <a:gd name="connsiteX4" fmla="*/ 0 w 1421812"/>
                    <a:gd name="connsiteY4" fmla="*/ 404934 h 800665"/>
                    <a:gd name="connsiteX5" fmla="*/ 55216 w 1421812"/>
                    <a:gd name="connsiteY5" fmla="*/ 0 h 800665"/>
                    <a:gd name="connsiteX0" fmla="*/ 4602 w 1371198"/>
                    <a:gd name="connsiteY0" fmla="*/ 0 h 800665"/>
                    <a:gd name="connsiteX1" fmla="*/ 1371198 w 1371198"/>
                    <a:gd name="connsiteY1" fmla="*/ 625807 h 800665"/>
                    <a:gd name="connsiteX2" fmla="*/ 897260 w 1371198"/>
                    <a:gd name="connsiteY2" fmla="*/ 800665 h 800665"/>
                    <a:gd name="connsiteX3" fmla="*/ 0 w 1371198"/>
                    <a:gd name="connsiteY3" fmla="*/ 404934 h 800665"/>
                    <a:gd name="connsiteX4" fmla="*/ 4602 w 1371198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9868"/>
                    <a:gd name="connsiteX1" fmla="*/ 1366596 w 1366596"/>
                    <a:gd name="connsiteY1" fmla="*/ 625807 h 809868"/>
                    <a:gd name="connsiteX2" fmla="*/ 865050 w 1366596"/>
                    <a:gd name="connsiteY2" fmla="*/ 809868 h 809868"/>
                    <a:gd name="connsiteX3" fmla="*/ 4601 w 1366596"/>
                    <a:gd name="connsiteY3" fmla="*/ 427942 h 809868"/>
                    <a:gd name="connsiteX4" fmla="*/ 0 w 1366596"/>
                    <a:gd name="connsiteY4" fmla="*/ 0 h 8098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464" name="Freeform 463"/>
                <p:cNvSpPr/>
                <p:nvPr/>
              </p:nvSpPr>
              <p:spPr bwMode="auto">
                <a:xfrm>
                  <a:off x="2417294" y="1726479"/>
                  <a:ext cx="252861" cy="92793"/>
                </a:xfrm>
                <a:custGeom>
                  <a:avLst/>
                  <a:gdLst>
                    <a:gd name="connsiteX0" fmla="*/ 1329786 w 1348191"/>
                    <a:gd name="connsiteY0" fmla="*/ 0 h 809869"/>
                    <a:gd name="connsiteX1" fmla="*/ 1348191 w 1348191"/>
                    <a:gd name="connsiteY1" fmla="*/ 400333 h 809869"/>
                    <a:gd name="connsiteX2" fmla="*/ 487742 w 1348191"/>
                    <a:gd name="connsiteY2" fmla="*/ 809869 h 809869"/>
                    <a:gd name="connsiteX3" fmla="*/ 0 w 1348191"/>
                    <a:gd name="connsiteY3" fmla="*/ 630409 h 809869"/>
                    <a:gd name="connsiteX4" fmla="*/ 1329786 w 1348191"/>
                    <a:gd name="connsiteY4" fmla="*/ 0 h 809869"/>
                    <a:gd name="connsiteX0" fmla="*/ 1329786 w 1348191"/>
                    <a:gd name="connsiteY0" fmla="*/ 0 h 791462"/>
                    <a:gd name="connsiteX1" fmla="*/ 1348191 w 1348191"/>
                    <a:gd name="connsiteY1" fmla="*/ 381926 h 791462"/>
                    <a:gd name="connsiteX2" fmla="*/ 487742 w 1348191"/>
                    <a:gd name="connsiteY2" fmla="*/ 791462 h 791462"/>
                    <a:gd name="connsiteX3" fmla="*/ 0 w 1348191"/>
                    <a:gd name="connsiteY3" fmla="*/ 612002 h 791462"/>
                    <a:gd name="connsiteX4" fmla="*/ 1329786 w 1348191"/>
                    <a:gd name="connsiteY4" fmla="*/ 0 h 7914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cxnSp>
              <p:nvCxnSpPr>
                <p:cNvPr id="465" name="Straight Connector 464"/>
                <p:cNvCxnSpPr>
                  <a:endCxn id="460" idx="2"/>
                </p:cNvCxnSpPr>
                <p:nvPr/>
              </p:nvCxnSpPr>
              <p:spPr bwMode="auto">
                <a:xfrm flipH="1" flipV="1">
                  <a:off x="2183302" y="1732103"/>
                  <a:ext cx="3773" cy="120912"/>
                </a:xfrm>
                <a:prstGeom prst="line">
                  <a:avLst/>
                </a:prstGeom>
                <a:ln w="6350" cmpd="sng">
                  <a:solidFill>
                    <a:schemeClr val="tx1"/>
                  </a:solidFill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66" name="Straight Connector 465"/>
                <p:cNvCxnSpPr/>
                <p:nvPr/>
              </p:nvCxnSpPr>
              <p:spPr bwMode="auto">
                <a:xfrm flipH="1" flipV="1">
                  <a:off x="3379681" y="1729292"/>
                  <a:ext cx="3775" cy="120910"/>
                </a:xfrm>
                <a:prstGeom prst="line">
                  <a:avLst/>
                </a:prstGeom>
                <a:ln w="6350" cmpd="sng">
                  <a:solidFill>
                    <a:schemeClr val="tx1"/>
                  </a:solidFill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21" name="Group 20"/>
            <p:cNvGrpSpPr/>
            <p:nvPr/>
          </p:nvGrpSpPr>
          <p:grpSpPr>
            <a:xfrm>
              <a:off x="5491163" y="3179295"/>
              <a:ext cx="522287" cy="1824505"/>
              <a:chOff x="5491163" y="3179295"/>
              <a:chExt cx="522287" cy="1824505"/>
            </a:xfrm>
          </p:grpSpPr>
          <p:sp>
            <p:nvSpPr>
              <p:cNvPr id="468" name="Rectangle 467"/>
              <p:cNvSpPr/>
              <p:nvPr/>
            </p:nvSpPr>
            <p:spPr bwMode="auto">
              <a:xfrm rot="10800000">
                <a:off x="5498044" y="3266845"/>
                <a:ext cx="498349" cy="325689"/>
              </a:xfrm>
              <a:prstGeom prst="rect">
                <a:avLst/>
              </a:prstGeom>
              <a:gradFill>
                <a:gsLst>
                  <a:gs pos="1000">
                    <a:schemeClr val="accent2">
                      <a:lumMod val="75000"/>
                      <a:alpha val="62000"/>
                    </a:schemeClr>
                  </a:gs>
                  <a:gs pos="5400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bg1"/>
                  </a:gs>
                </a:gsLst>
              </a:gra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cxnSp>
            <p:nvCxnSpPr>
              <p:cNvPr id="469" name="Straight Connector 468"/>
              <p:cNvCxnSpPr>
                <a:stCxn id="489" idx="6"/>
              </p:cNvCxnSpPr>
              <p:nvPr/>
            </p:nvCxnSpPr>
            <p:spPr bwMode="auto">
              <a:xfrm>
                <a:off x="6003925" y="3268195"/>
                <a:ext cx="6350" cy="1581176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ash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47187" name="Picture 469" descr="router_top.png"/>
              <p:cNvPicPr>
                <a:picLocks noChangeAspect="1"/>
              </p:cNvPicPr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491163" y="3206725"/>
                <a:ext cx="522287" cy="2204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grpSp>
            <p:nvGrpSpPr>
              <p:cNvPr id="47189" name="Group 471"/>
              <p:cNvGrpSpPr>
                <a:grpSpLocks/>
              </p:cNvGrpSpPr>
              <p:nvPr/>
            </p:nvGrpSpPr>
            <p:grpSpPr bwMode="auto">
              <a:xfrm>
                <a:off x="5502167" y="4781999"/>
                <a:ext cx="507858" cy="221801"/>
                <a:chOff x="4128636" y="3606589"/>
                <a:chExt cx="568145" cy="338667"/>
              </a:xfrm>
            </p:grpSpPr>
            <p:sp>
              <p:nvSpPr>
                <p:cNvPr id="481" name="Oval 480"/>
                <p:cNvSpPr/>
                <p:nvPr/>
              </p:nvSpPr>
              <p:spPr>
                <a:xfrm>
                  <a:off x="4128757" y="3719830"/>
                  <a:ext cx="568304" cy="225426"/>
                </a:xfrm>
                <a:prstGeom prst="ellipse">
                  <a:avLst/>
                </a:prstGeom>
                <a:solidFill>
                  <a:schemeClr val="accent2">
                    <a:lumMod val="75000"/>
                  </a:schemeClr>
                </a:solidFill>
                <a:ln w="635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482" name="Rectangle 481"/>
                <p:cNvSpPr/>
                <p:nvPr/>
              </p:nvSpPr>
              <p:spPr>
                <a:xfrm>
                  <a:off x="4128757" y="3719830"/>
                  <a:ext cx="568304" cy="111502"/>
                </a:xfrm>
                <a:prstGeom prst="rect">
                  <a:avLst/>
                </a:pr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483" name="Oval 482"/>
                <p:cNvSpPr/>
                <p:nvPr/>
              </p:nvSpPr>
              <p:spPr>
                <a:xfrm>
                  <a:off x="4128757" y="3605903"/>
                  <a:ext cx="568304" cy="225428"/>
                </a:xfrm>
                <a:prstGeom prst="ellipse">
                  <a:avLst/>
                </a:prstGeom>
                <a:solidFill>
                  <a:schemeClr val="accent2">
                    <a:lumMod val="40000"/>
                    <a:lumOff val="60000"/>
                    <a:alpha val="55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cxnSp>
              <p:nvCxnSpPr>
                <p:cNvPr id="484" name="Straight Connector 483"/>
                <p:cNvCxnSpPr/>
                <p:nvPr/>
              </p:nvCxnSpPr>
              <p:spPr>
                <a:xfrm>
                  <a:off x="4697061" y="3719830"/>
                  <a:ext cx="0" cy="111502"/>
                </a:xfrm>
                <a:prstGeom prst="line">
                  <a:avLst/>
                </a:prstGeom>
                <a:ln w="635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85" name="Straight Connector 484"/>
                <p:cNvCxnSpPr/>
                <p:nvPr/>
              </p:nvCxnSpPr>
              <p:spPr>
                <a:xfrm>
                  <a:off x="4128757" y="3719830"/>
                  <a:ext cx="0" cy="111502"/>
                </a:xfrm>
                <a:prstGeom prst="line">
                  <a:avLst/>
                </a:prstGeom>
                <a:ln w="635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473" name="Rectangle 472"/>
              <p:cNvSpPr/>
              <p:nvPr/>
            </p:nvSpPr>
            <p:spPr bwMode="auto">
              <a:xfrm>
                <a:off x="5507038" y="3695700"/>
                <a:ext cx="498475" cy="1163638"/>
              </a:xfrm>
              <a:prstGeom prst="rect">
                <a:avLst/>
              </a:prstGeom>
              <a:gradFill>
                <a:gsLst>
                  <a:gs pos="0">
                    <a:schemeClr val="accent2">
                      <a:lumMod val="75000"/>
                      <a:alpha val="62000"/>
                    </a:schemeClr>
                  </a:gs>
                  <a:gs pos="5400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bg1"/>
                  </a:gs>
                </a:gsLst>
              </a:gra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cxnSp>
            <p:nvCxnSpPr>
              <p:cNvPr id="476" name="Straight Connector 475"/>
              <p:cNvCxnSpPr>
                <a:stCxn id="47187" idx="1"/>
              </p:cNvCxnSpPr>
              <p:nvPr/>
            </p:nvCxnSpPr>
            <p:spPr bwMode="auto">
              <a:xfrm>
                <a:off x="5491163" y="3316941"/>
                <a:ext cx="6350" cy="1632884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ash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7139" name="Group 485"/>
              <p:cNvGrpSpPr>
                <a:grpSpLocks/>
              </p:cNvGrpSpPr>
              <p:nvPr/>
            </p:nvGrpSpPr>
            <p:grpSpPr bwMode="auto">
              <a:xfrm>
                <a:off x="5500688" y="3179295"/>
                <a:ext cx="504825" cy="242888"/>
                <a:chOff x="2183302" y="1574638"/>
                <a:chExt cx="1200154" cy="430218"/>
              </a:xfrm>
            </p:grpSpPr>
            <p:sp>
              <p:nvSpPr>
                <p:cNvPr id="487" name="Oval 486"/>
                <p:cNvSpPr/>
                <p:nvPr/>
              </p:nvSpPr>
              <p:spPr bwMode="auto">
                <a:xfrm flipV="1">
                  <a:off x="2187075" y="1689926"/>
                  <a:ext cx="1196381" cy="314930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accent2">
                        <a:lumMod val="75000"/>
                      </a:schemeClr>
                    </a:gs>
                    <a:gs pos="31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bg1"/>
                    </a:gs>
                  </a:gsLst>
                  <a:lin ang="16200000" scaled="0"/>
                  <a:tileRect/>
                </a:gradFill>
                <a:ln w="6350" cmpd="sng"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dirty="0">
                    <a:ln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488" name="Rectangle 487"/>
                <p:cNvSpPr/>
                <p:nvPr/>
              </p:nvSpPr>
              <p:spPr bwMode="auto">
                <a:xfrm>
                  <a:off x="2183302" y="1734916"/>
                  <a:ext cx="1200154" cy="112475"/>
                </a:xfrm>
                <a:prstGeom prst="rect">
                  <a:avLst/>
                </a:prstGeom>
                <a:gradFill>
                  <a:gsLst>
                    <a:gs pos="0">
                      <a:schemeClr val="accent2">
                        <a:lumMod val="40000"/>
                        <a:lumOff val="60000"/>
                      </a:schemeClr>
                    </a:gs>
                    <a:gs pos="54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16200000" scaled="0"/>
                </a:gradFill>
                <a:ln w="25400"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489" name="Oval 488"/>
                <p:cNvSpPr/>
                <p:nvPr/>
              </p:nvSpPr>
              <p:spPr bwMode="auto">
                <a:xfrm flipV="1">
                  <a:off x="2183302" y="1574638"/>
                  <a:ext cx="1196379" cy="314930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 w="6350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dirty="0">
                    <a:ln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490" name="Freeform 489"/>
                <p:cNvSpPr/>
                <p:nvPr/>
              </p:nvSpPr>
              <p:spPr bwMode="auto">
                <a:xfrm>
                  <a:off x="2489000" y="1670242"/>
                  <a:ext cx="584982" cy="157465"/>
                </a:xfrm>
                <a:custGeom>
                  <a:avLst/>
                  <a:gdLst>
                    <a:gd name="connsiteX0" fmla="*/ 1486231 w 2944854"/>
                    <a:gd name="connsiteY0" fmla="*/ 727041 h 1302232"/>
                    <a:gd name="connsiteX1" fmla="*/ 257675 w 2944854"/>
                    <a:gd name="connsiteY1" fmla="*/ 1302232 h 1302232"/>
                    <a:gd name="connsiteX2" fmla="*/ 0 w 2944854"/>
                    <a:gd name="connsiteY2" fmla="*/ 1228607 h 1302232"/>
                    <a:gd name="connsiteX3" fmla="*/ 911064 w 2944854"/>
                    <a:gd name="connsiteY3" fmla="*/ 837478 h 1302232"/>
                    <a:gd name="connsiteX4" fmla="*/ 883456 w 2944854"/>
                    <a:gd name="connsiteY4" fmla="*/ 450949 h 1302232"/>
                    <a:gd name="connsiteX5" fmla="*/ 161047 w 2944854"/>
                    <a:gd name="connsiteY5" fmla="*/ 119640 h 1302232"/>
                    <a:gd name="connsiteX6" fmla="*/ 404917 w 2944854"/>
                    <a:gd name="connsiteY6" fmla="*/ 50617 h 1302232"/>
                    <a:gd name="connsiteX7" fmla="*/ 1477028 w 2944854"/>
                    <a:gd name="connsiteY7" fmla="*/ 501566 h 1302232"/>
                    <a:gd name="connsiteX8" fmla="*/ 2572146 w 2944854"/>
                    <a:gd name="connsiteY8" fmla="*/ 0 h 1302232"/>
                    <a:gd name="connsiteX9" fmla="*/ 2875834 w 2944854"/>
                    <a:gd name="connsiteY9" fmla="*/ 96632 h 1302232"/>
                    <a:gd name="connsiteX10" fmla="*/ 2079803 w 2944854"/>
                    <a:gd name="connsiteY10" fmla="*/ 432543 h 1302232"/>
                    <a:gd name="connsiteX11" fmla="*/ 2240850 w 2944854"/>
                    <a:gd name="connsiteY11" fmla="*/ 920305 h 1302232"/>
                    <a:gd name="connsiteX12" fmla="*/ 2944854 w 2944854"/>
                    <a:gd name="connsiteY12" fmla="*/ 1228607 h 1302232"/>
                    <a:gd name="connsiteX13" fmla="*/ 2733192 w 2944854"/>
                    <a:gd name="connsiteY13" fmla="*/ 1297630 h 1302232"/>
                    <a:gd name="connsiteX14" fmla="*/ 1486231 w 2944854"/>
                    <a:gd name="connsiteY14" fmla="*/ 727041 h 1302232"/>
                    <a:gd name="connsiteX0" fmla="*/ 1486231 w 2944854"/>
                    <a:gd name="connsiteY0" fmla="*/ 727041 h 1316375"/>
                    <a:gd name="connsiteX1" fmla="*/ 257675 w 2944854"/>
                    <a:gd name="connsiteY1" fmla="*/ 1302232 h 1316375"/>
                    <a:gd name="connsiteX2" fmla="*/ 0 w 2944854"/>
                    <a:gd name="connsiteY2" fmla="*/ 1228607 h 1316375"/>
                    <a:gd name="connsiteX3" fmla="*/ 911064 w 2944854"/>
                    <a:gd name="connsiteY3" fmla="*/ 837478 h 1316375"/>
                    <a:gd name="connsiteX4" fmla="*/ 883456 w 2944854"/>
                    <a:gd name="connsiteY4" fmla="*/ 450949 h 1316375"/>
                    <a:gd name="connsiteX5" fmla="*/ 161047 w 2944854"/>
                    <a:gd name="connsiteY5" fmla="*/ 119640 h 1316375"/>
                    <a:gd name="connsiteX6" fmla="*/ 404917 w 2944854"/>
                    <a:gd name="connsiteY6" fmla="*/ 50617 h 1316375"/>
                    <a:gd name="connsiteX7" fmla="*/ 1477028 w 2944854"/>
                    <a:gd name="connsiteY7" fmla="*/ 501566 h 1316375"/>
                    <a:gd name="connsiteX8" fmla="*/ 2572146 w 2944854"/>
                    <a:gd name="connsiteY8" fmla="*/ 0 h 1316375"/>
                    <a:gd name="connsiteX9" fmla="*/ 2875834 w 2944854"/>
                    <a:gd name="connsiteY9" fmla="*/ 96632 h 1316375"/>
                    <a:gd name="connsiteX10" fmla="*/ 2079803 w 2944854"/>
                    <a:gd name="connsiteY10" fmla="*/ 432543 h 1316375"/>
                    <a:gd name="connsiteX11" fmla="*/ 2240850 w 2944854"/>
                    <a:gd name="connsiteY11" fmla="*/ 920305 h 1316375"/>
                    <a:gd name="connsiteX12" fmla="*/ 2944854 w 2944854"/>
                    <a:gd name="connsiteY12" fmla="*/ 1228607 h 1316375"/>
                    <a:gd name="connsiteX13" fmla="*/ 2756623 w 2944854"/>
                    <a:gd name="connsiteY13" fmla="*/ 1316375 h 1316375"/>
                    <a:gd name="connsiteX14" fmla="*/ 1486231 w 2944854"/>
                    <a:gd name="connsiteY14" fmla="*/ 727041 h 1316375"/>
                    <a:gd name="connsiteX0" fmla="*/ 1486231 w 3024520"/>
                    <a:gd name="connsiteY0" fmla="*/ 727041 h 1316375"/>
                    <a:gd name="connsiteX1" fmla="*/ 257675 w 3024520"/>
                    <a:gd name="connsiteY1" fmla="*/ 1302232 h 1316375"/>
                    <a:gd name="connsiteX2" fmla="*/ 0 w 3024520"/>
                    <a:gd name="connsiteY2" fmla="*/ 1228607 h 1316375"/>
                    <a:gd name="connsiteX3" fmla="*/ 911064 w 3024520"/>
                    <a:gd name="connsiteY3" fmla="*/ 837478 h 1316375"/>
                    <a:gd name="connsiteX4" fmla="*/ 883456 w 3024520"/>
                    <a:gd name="connsiteY4" fmla="*/ 450949 h 1316375"/>
                    <a:gd name="connsiteX5" fmla="*/ 161047 w 3024520"/>
                    <a:gd name="connsiteY5" fmla="*/ 119640 h 1316375"/>
                    <a:gd name="connsiteX6" fmla="*/ 404917 w 3024520"/>
                    <a:gd name="connsiteY6" fmla="*/ 50617 h 1316375"/>
                    <a:gd name="connsiteX7" fmla="*/ 1477028 w 3024520"/>
                    <a:gd name="connsiteY7" fmla="*/ 501566 h 1316375"/>
                    <a:gd name="connsiteX8" fmla="*/ 2572146 w 3024520"/>
                    <a:gd name="connsiteY8" fmla="*/ 0 h 1316375"/>
                    <a:gd name="connsiteX9" fmla="*/ 2875834 w 3024520"/>
                    <a:gd name="connsiteY9" fmla="*/ 96632 h 1316375"/>
                    <a:gd name="connsiteX10" fmla="*/ 2079803 w 3024520"/>
                    <a:gd name="connsiteY10" fmla="*/ 432543 h 1316375"/>
                    <a:gd name="connsiteX11" fmla="*/ 2240850 w 3024520"/>
                    <a:gd name="connsiteY11" fmla="*/ 920305 h 1316375"/>
                    <a:gd name="connsiteX12" fmla="*/ 3024520 w 3024520"/>
                    <a:gd name="connsiteY12" fmla="*/ 1228607 h 1316375"/>
                    <a:gd name="connsiteX13" fmla="*/ 2756623 w 3024520"/>
                    <a:gd name="connsiteY13" fmla="*/ 1316375 h 1316375"/>
                    <a:gd name="connsiteX14" fmla="*/ 1486231 w 3024520"/>
                    <a:gd name="connsiteY14" fmla="*/ 727041 h 1316375"/>
                    <a:gd name="connsiteX0" fmla="*/ 1537780 w 3076069"/>
                    <a:gd name="connsiteY0" fmla="*/ 727041 h 1316375"/>
                    <a:gd name="connsiteX1" fmla="*/ 309224 w 3076069"/>
                    <a:gd name="connsiteY1" fmla="*/ 1302232 h 1316375"/>
                    <a:gd name="connsiteX2" fmla="*/ 0 w 3076069"/>
                    <a:gd name="connsiteY2" fmla="*/ 1228607 h 1316375"/>
                    <a:gd name="connsiteX3" fmla="*/ 962613 w 3076069"/>
                    <a:gd name="connsiteY3" fmla="*/ 837478 h 1316375"/>
                    <a:gd name="connsiteX4" fmla="*/ 935005 w 3076069"/>
                    <a:gd name="connsiteY4" fmla="*/ 450949 h 1316375"/>
                    <a:gd name="connsiteX5" fmla="*/ 212596 w 3076069"/>
                    <a:gd name="connsiteY5" fmla="*/ 119640 h 1316375"/>
                    <a:gd name="connsiteX6" fmla="*/ 456466 w 3076069"/>
                    <a:gd name="connsiteY6" fmla="*/ 50617 h 1316375"/>
                    <a:gd name="connsiteX7" fmla="*/ 1528577 w 3076069"/>
                    <a:gd name="connsiteY7" fmla="*/ 501566 h 1316375"/>
                    <a:gd name="connsiteX8" fmla="*/ 2623695 w 3076069"/>
                    <a:gd name="connsiteY8" fmla="*/ 0 h 1316375"/>
                    <a:gd name="connsiteX9" fmla="*/ 2927383 w 3076069"/>
                    <a:gd name="connsiteY9" fmla="*/ 96632 h 1316375"/>
                    <a:gd name="connsiteX10" fmla="*/ 2131352 w 3076069"/>
                    <a:gd name="connsiteY10" fmla="*/ 432543 h 1316375"/>
                    <a:gd name="connsiteX11" fmla="*/ 2292399 w 3076069"/>
                    <a:gd name="connsiteY11" fmla="*/ 920305 h 1316375"/>
                    <a:gd name="connsiteX12" fmla="*/ 3076069 w 3076069"/>
                    <a:gd name="connsiteY12" fmla="*/ 1228607 h 1316375"/>
                    <a:gd name="connsiteX13" fmla="*/ 2808172 w 3076069"/>
                    <a:gd name="connsiteY13" fmla="*/ 1316375 h 1316375"/>
                    <a:gd name="connsiteX14" fmla="*/ 1537780 w 3076069"/>
                    <a:gd name="connsiteY14" fmla="*/ 727041 h 1316375"/>
                    <a:gd name="connsiteX0" fmla="*/ 1537780 w 3076069"/>
                    <a:gd name="connsiteY0" fmla="*/ 727041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27041 h 1321259"/>
                    <a:gd name="connsiteX0" fmla="*/ 1537780 w 3076069"/>
                    <a:gd name="connsiteY0" fmla="*/ 750825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50825 h 13212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chemeClr val="accent2">
                    <a:lumMod val="60000"/>
                    <a:lumOff val="40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491" name="Freeform 490"/>
                <p:cNvSpPr/>
                <p:nvPr/>
              </p:nvSpPr>
              <p:spPr bwMode="auto">
                <a:xfrm>
                  <a:off x="2428615" y="1630876"/>
                  <a:ext cx="705752" cy="109664"/>
                </a:xfrm>
                <a:custGeom>
                  <a:avLst/>
                  <a:gdLst>
                    <a:gd name="connsiteX0" fmla="*/ 0 w 3645229"/>
                    <a:gd name="connsiteY0" fmla="*/ 214441 h 923747"/>
                    <a:gd name="connsiteX1" fmla="*/ 659770 w 3645229"/>
                    <a:gd name="connsiteY1" fmla="*/ 16495 h 923747"/>
                    <a:gd name="connsiteX2" fmla="*/ 1814367 w 3645229"/>
                    <a:gd name="connsiteY2" fmla="*/ 511360 h 923747"/>
                    <a:gd name="connsiteX3" fmla="*/ 2968965 w 3645229"/>
                    <a:gd name="connsiteY3" fmla="*/ 0 h 923747"/>
                    <a:gd name="connsiteX4" fmla="*/ 3645229 w 3645229"/>
                    <a:gd name="connsiteY4" fmla="*/ 197946 h 923747"/>
                    <a:gd name="connsiteX5" fmla="*/ 3199884 w 3645229"/>
                    <a:gd name="connsiteY5" fmla="*/ 461874 h 923747"/>
                    <a:gd name="connsiteX6" fmla="*/ 2985459 w 3645229"/>
                    <a:gd name="connsiteY6" fmla="*/ 379396 h 923747"/>
                    <a:gd name="connsiteX7" fmla="*/ 1830861 w 3645229"/>
                    <a:gd name="connsiteY7" fmla="*/ 923747 h 923747"/>
                    <a:gd name="connsiteX8" fmla="*/ 676264 w 3645229"/>
                    <a:gd name="connsiteY8" fmla="*/ 412387 h 923747"/>
                    <a:gd name="connsiteX9" fmla="*/ 527816 w 3645229"/>
                    <a:gd name="connsiteY9" fmla="*/ 478369 h 923747"/>
                    <a:gd name="connsiteX10" fmla="*/ 0 w 3645229"/>
                    <a:gd name="connsiteY10" fmla="*/ 21444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78369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90067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09765 w 3640627"/>
                    <a:gd name="connsiteY2" fmla="*/ 511360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3008465 w 3640627"/>
                    <a:gd name="connsiteY6" fmla="*/ 402404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723451"/>
                    <a:gd name="connsiteY0" fmla="*/ 242051 h 946755"/>
                    <a:gd name="connsiteX1" fmla="*/ 655168 w 3723451"/>
                    <a:gd name="connsiteY1" fmla="*/ 16495 h 946755"/>
                    <a:gd name="connsiteX2" fmla="*/ 1855778 w 3723451"/>
                    <a:gd name="connsiteY2" fmla="*/ 534367 h 946755"/>
                    <a:gd name="connsiteX3" fmla="*/ 2964363 w 3723451"/>
                    <a:gd name="connsiteY3" fmla="*/ 0 h 946755"/>
                    <a:gd name="connsiteX4" fmla="*/ 3723451 w 3723451"/>
                    <a:gd name="connsiteY4" fmla="*/ 220954 h 946755"/>
                    <a:gd name="connsiteX5" fmla="*/ 3195282 w 3723451"/>
                    <a:gd name="connsiteY5" fmla="*/ 461874 h 946755"/>
                    <a:gd name="connsiteX6" fmla="*/ 3008465 w 3723451"/>
                    <a:gd name="connsiteY6" fmla="*/ 402404 h 946755"/>
                    <a:gd name="connsiteX7" fmla="*/ 1876873 w 3723451"/>
                    <a:gd name="connsiteY7" fmla="*/ 946755 h 946755"/>
                    <a:gd name="connsiteX8" fmla="*/ 690067 w 3723451"/>
                    <a:gd name="connsiteY8" fmla="*/ 412387 h 946755"/>
                    <a:gd name="connsiteX9" fmla="*/ 523214 w 3723451"/>
                    <a:gd name="connsiteY9" fmla="*/ 482971 h 946755"/>
                    <a:gd name="connsiteX10" fmla="*/ 0 w 3723451"/>
                    <a:gd name="connsiteY10" fmla="*/ 242051 h 946755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08465 w 3723451"/>
                    <a:gd name="connsiteY6" fmla="*/ 388599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711613 w 3723451"/>
                    <a:gd name="connsiteY8" fmla="*/ 413055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492" name="Freeform 491"/>
                <p:cNvSpPr/>
                <p:nvPr/>
              </p:nvSpPr>
              <p:spPr bwMode="auto">
                <a:xfrm>
                  <a:off x="2892827" y="1723668"/>
                  <a:ext cx="256637" cy="95604"/>
                </a:xfrm>
                <a:custGeom>
                  <a:avLst/>
                  <a:gdLst>
                    <a:gd name="connsiteX0" fmla="*/ 55216 w 1421812"/>
                    <a:gd name="connsiteY0" fmla="*/ 0 h 800665"/>
                    <a:gd name="connsiteX1" fmla="*/ 1421812 w 1421812"/>
                    <a:gd name="connsiteY1" fmla="*/ 625807 h 800665"/>
                    <a:gd name="connsiteX2" fmla="*/ 947874 w 1421812"/>
                    <a:gd name="connsiteY2" fmla="*/ 800665 h 800665"/>
                    <a:gd name="connsiteX3" fmla="*/ 50614 w 1421812"/>
                    <a:gd name="connsiteY3" fmla="*/ 404934 h 800665"/>
                    <a:gd name="connsiteX4" fmla="*/ 0 w 1421812"/>
                    <a:gd name="connsiteY4" fmla="*/ 404934 h 800665"/>
                    <a:gd name="connsiteX5" fmla="*/ 55216 w 1421812"/>
                    <a:gd name="connsiteY5" fmla="*/ 0 h 800665"/>
                    <a:gd name="connsiteX0" fmla="*/ 4602 w 1371198"/>
                    <a:gd name="connsiteY0" fmla="*/ 0 h 800665"/>
                    <a:gd name="connsiteX1" fmla="*/ 1371198 w 1371198"/>
                    <a:gd name="connsiteY1" fmla="*/ 625807 h 800665"/>
                    <a:gd name="connsiteX2" fmla="*/ 897260 w 1371198"/>
                    <a:gd name="connsiteY2" fmla="*/ 800665 h 800665"/>
                    <a:gd name="connsiteX3" fmla="*/ 0 w 1371198"/>
                    <a:gd name="connsiteY3" fmla="*/ 404934 h 800665"/>
                    <a:gd name="connsiteX4" fmla="*/ 4602 w 1371198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9868"/>
                    <a:gd name="connsiteX1" fmla="*/ 1366596 w 1366596"/>
                    <a:gd name="connsiteY1" fmla="*/ 625807 h 809868"/>
                    <a:gd name="connsiteX2" fmla="*/ 865050 w 1366596"/>
                    <a:gd name="connsiteY2" fmla="*/ 809868 h 809868"/>
                    <a:gd name="connsiteX3" fmla="*/ 4601 w 1366596"/>
                    <a:gd name="connsiteY3" fmla="*/ 427942 h 809868"/>
                    <a:gd name="connsiteX4" fmla="*/ 0 w 1366596"/>
                    <a:gd name="connsiteY4" fmla="*/ 0 h 8098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493" name="Freeform 492"/>
                <p:cNvSpPr/>
                <p:nvPr/>
              </p:nvSpPr>
              <p:spPr bwMode="auto">
                <a:xfrm>
                  <a:off x="2417294" y="1726479"/>
                  <a:ext cx="252861" cy="92793"/>
                </a:xfrm>
                <a:custGeom>
                  <a:avLst/>
                  <a:gdLst>
                    <a:gd name="connsiteX0" fmla="*/ 1329786 w 1348191"/>
                    <a:gd name="connsiteY0" fmla="*/ 0 h 809869"/>
                    <a:gd name="connsiteX1" fmla="*/ 1348191 w 1348191"/>
                    <a:gd name="connsiteY1" fmla="*/ 400333 h 809869"/>
                    <a:gd name="connsiteX2" fmla="*/ 487742 w 1348191"/>
                    <a:gd name="connsiteY2" fmla="*/ 809869 h 809869"/>
                    <a:gd name="connsiteX3" fmla="*/ 0 w 1348191"/>
                    <a:gd name="connsiteY3" fmla="*/ 630409 h 809869"/>
                    <a:gd name="connsiteX4" fmla="*/ 1329786 w 1348191"/>
                    <a:gd name="connsiteY4" fmla="*/ 0 h 809869"/>
                    <a:gd name="connsiteX0" fmla="*/ 1329786 w 1348191"/>
                    <a:gd name="connsiteY0" fmla="*/ 0 h 791462"/>
                    <a:gd name="connsiteX1" fmla="*/ 1348191 w 1348191"/>
                    <a:gd name="connsiteY1" fmla="*/ 381926 h 791462"/>
                    <a:gd name="connsiteX2" fmla="*/ 487742 w 1348191"/>
                    <a:gd name="connsiteY2" fmla="*/ 791462 h 791462"/>
                    <a:gd name="connsiteX3" fmla="*/ 0 w 1348191"/>
                    <a:gd name="connsiteY3" fmla="*/ 612002 h 791462"/>
                    <a:gd name="connsiteX4" fmla="*/ 1329786 w 1348191"/>
                    <a:gd name="connsiteY4" fmla="*/ 0 h 7914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cxnSp>
              <p:nvCxnSpPr>
                <p:cNvPr id="494" name="Straight Connector 493"/>
                <p:cNvCxnSpPr>
                  <a:endCxn id="489" idx="2"/>
                </p:cNvCxnSpPr>
                <p:nvPr/>
              </p:nvCxnSpPr>
              <p:spPr bwMode="auto">
                <a:xfrm flipH="1" flipV="1">
                  <a:off x="2183302" y="1732103"/>
                  <a:ext cx="3773" cy="120912"/>
                </a:xfrm>
                <a:prstGeom prst="line">
                  <a:avLst/>
                </a:prstGeom>
                <a:ln w="6350" cmpd="sng">
                  <a:solidFill>
                    <a:schemeClr val="tx1"/>
                  </a:solidFill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95" name="Straight Connector 494"/>
                <p:cNvCxnSpPr/>
                <p:nvPr/>
              </p:nvCxnSpPr>
              <p:spPr bwMode="auto">
                <a:xfrm flipH="1" flipV="1">
                  <a:off x="3379681" y="1729292"/>
                  <a:ext cx="3775" cy="120910"/>
                </a:xfrm>
                <a:prstGeom prst="line">
                  <a:avLst/>
                </a:prstGeom>
                <a:ln w="6350" cmpd="sng">
                  <a:solidFill>
                    <a:schemeClr val="tx1"/>
                  </a:solidFill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22" name="Group 21"/>
            <p:cNvGrpSpPr/>
            <p:nvPr/>
          </p:nvGrpSpPr>
          <p:grpSpPr>
            <a:xfrm>
              <a:off x="6472366" y="2647932"/>
              <a:ext cx="522159" cy="2354282"/>
              <a:chOff x="6472366" y="2647932"/>
              <a:chExt cx="522159" cy="2354282"/>
            </a:xfrm>
          </p:grpSpPr>
          <p:sp>
            <p:nvSpPr>
              <p:cNvPr id="497" name="Rectangle 496"/>
              <p:cNvSpPr/>
              <p:nvPr/>
            </p:nvSpPr>
            <p:spPr bwMode="auto">
              <a:xfrm rot="10800000">
                <a:off x="6482296" y="2777838"/>
                <a:ext cx="498349" cy="722037"/>
              </a:xfrm>
              <a:prstGeom prst="rect">
                <a:avLst/>
              </a:prstGeom>
              <a:gradFill>
                <a:gsLst>
                  <a:gs pos="1000">
                    <a:schemeClr val="accent2">
                      <a:lumMod val="75000"/>
                      <a:alpha val="62000"/>
                    </a:schemeClr>
                  </a:gs>
                  <a:gs pos="5400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bg1"/>
                  </a:gs>
                </a:gsLst>
              </a:gra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cxnSp>
            <p:nvCxnSpPr>
              <p:cNvPr id="498" name="Straight Connector 497"/>
              <p:cNvCxnSpPr/>
              <p:nvPr/>
            </p:nvCxnSpPr>
            <p:spPr bwMode="auto">
              <a:xfrm>
                <a:off x="6994525" y="2845840"/>
                <a:ext cx="0" cy="1999208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ash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7160" name="Group 500"/>
              <p:cNvGrpSpPr>
                <a:grpSpLocks/>
              </p:cNvGrpSpPr>
              <p:nvPr/>
            </p:nvGrpSpPr>
            <p:grpSpPr bwMode="auto">
              <a:xfrm>
                <a:off x="6486417" y="4766099"/>
                <a:ext cx="507858" cy="236115"/>
                <a:chOff x="4128636" y="3606589"/>
                <a:chExt cx="568145" cy="338667"/>
              </a:xfrm>
            </p:grpSpPr>
            <p:sp>
              <p:nvSpPr>
                <p:cNvPr id="510" name="Oval 509"/>
                <p:cNvSpPr/>
                <p:nvPr/>
              </p:nvSpPr>
              <p:spPr>
                <a:xfrm>
                  <a:off x="4128757" y="3719828"/>
                  <a:ext cx="568304" cy="225428"/>
                </a:xfrm>
                <a:prstGeom prst="ellipse">
                  <a:avLst/>
                </a:prstGeom>
                <a:solidFill>
                  <a:schemeClr val="accent2">
                    <a:lumMod val="75000"/>
                  </a:schemeClr>
                </a:solidFill>
                <a:ln w="635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511" name="Rectangle 510"/>
                <p:cNvSpPr/>
                <p:nvPr/>
              </p:nvSpPr>
              <p:spPr>
                <a:xfrm>
                  <a:off x="4128757" y="3719828"/>
                  <a:ext cx="568304" cy="111502"/>
                </a:xfrm>
                <a:prstGeom prst="rect">
                  <a:avLst/>
                </a:pr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512" name="Oval 511"/>
                <p:cNvSpPr/>
                <p:nvPr/>
              </p:nvSpPr>
              <p:spPr>
                <a:xfrm>
                  <a:off x="4128757" y="3605903"/>
                  <a:ext cx="568304" cy="225426"/>
                </a:xfrm>
                <a:prstGeom prst="ellipse">
                  <a:avLst/>
                </a:prstGeom>
                <a:solidFill>
                  <a:schemeClr val="accent2">
                    <a:lumMod val="40000"/>
                    <a:lumOff val="60000"/>
                    <a:alpha val="55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cxnSp>
              <p:nvCxnSpPr>
                <p:cNvPr id="513" name="Straight Connector 512"/>
                <p:cNvCxnSpPr/>
                <p:nvPr/>
              </p:nvCxnSpPr>
              <p:spPr>
                <a:xfrm>
                  <a:off x="4697061" y="3719828"/>
                  <a:ext cx="0" cy="111502"/>
                </a:xfrm>
                <a:prstGeom prst="line">
                  <a:avLst/>
                </a:prstGeom>
                <a:ln w="635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14" name="Straight Connector 513"/>
                <p:cNvCxnSpPr/>
                <p:nvPr/>
              </p:nvCxnSpPr>
              <p:spPr>
                <a:xfrm>
                  <a:off x="4128757" y="3719828"/>
                  <a:ext cx="0" cy="111502"/>
                </a:xfrm>
                <a:prstGeom prst="line">
                  <a:avLst/>
                </a:prstGeom>
                <a:ln w="635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502" name="Rectangle 501"/>
              <p:cNvSpPr/>
              <p:nvPr/>
            </p:nvSpPr>
            <p:spPr bwMode="auto">
              <a:xfrm>
                <a:off x="6491288" y="3609696"/>
                <a:ext cx="498475" cy="1238732"/>
              </a:xfrm>
              <a:prstGeom prst="rect">
                <a:avLst/>
              </a:prstGeom>
              <a:gradFill>
                <a:gsLst>
                  <a:gs pos="0">
                    <a:schemeClr val="accent2">
                      <a:lumMod val="75000"/>
                      <a:alpha val="62000"/>
                    </a:schemeClr>
                  </a:gs>
                  <a:gs pos="5400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bg1"/>
                  </a:gs>
                </a:gsLst>
              </a:gra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cxnSp>
            <p:nvCxnSpPr>
              <p:cNvPr id="505" name="Straight Connector 504"/>
              <p:cNvCxnSpPr/>
              <p:nvPr/>
            </p:nvCxnSpPr>
            <p:spPr bwMode="auto">
              <a:xfrm>
                <a:off x="6472366" y="2818589"/>
                <a:ext cx="9397" cy="2126166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ash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7141" name="Group 514"/>
              <p:cNvGrpSpPr>
                <a:grpSpLocks/>
              </p:cNvGrpSpPr>
              <p:nvPr/>
            </p:nvGrpSpPr>
            <p:grpSpPr bwMode="auto">
              <a:xfrm>
                <a:off x="6478146" y="2647932"/>
                <a:ext cx="504825" cy="242887"/>
                <a:chOff x="2183302" y="1574638"/>
                <a:chExt cx="1200154" cy="430218"/>
              </a:xfrm>
            </p:grpSpPr>
            <p:sp>
              <p:nvSpPr>
                <p:cNvPr id="516" name="Oval 515"/>
                <p:cNvSpPr/>
                <p:nvPr/>
              </p:nvSpPr>
              <p:spPr bwMode="auto">
                <a:xfrm flipV="1">
                  <a:off x="2187075" y="1689925"/>
                  <a:ext cx="1196381" cy="314931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accent2">
                        <a:lumMod val="75000"/>
                      </a:schemeClr>
                    </a:gs>
                    <a:gs pos="31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bg1"/>
                    </a:gs>
                  </a:gsLst>
                  <a:lin ang="16200000" scaled="0"/>
                  <a:tileRect/>
                </a:gradFill>
                <a:ln w="6350" cmpd="sng"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dirty="0">
                    <a:ln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517" name="Rectangle 516"/>
                <p:cNvSpPr/>
                <p:nvPr/>
              </p:nvSpPr>
              <p:spPr bwMode="auto">
                <a:xfrm>
                  <a:off x="2183302" y="1734915"/>
                  <a:ext cx="1200154" cy="112476"/>
                </a:xfrm>
                <a:prstGeom prst="rect">
                  <a:avLst/>
                </a:prstGeom>
                <a:gradFill>
                  <a:gsLst>
                    <a:gs pos="0">
                      <a:schemeClr val="accent2">
                        <a:lumMod val="40000"/>
                        <a:lumOff val="60000"/>
                      </a:schemeClr>
                    </a:gs>
                    <a:gs pos="54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16200000" scaled="0"/>
                </a:gradFill>
                <a:ln w="25400"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518" name="Oval 517"/>
                <p:cNvSpPr/>
                <p:nvPr/>
              </p:nvSpPr>
              <p:spPr bwMode="auto">
                <a:xfrm flipV="1">
                  <a:off x="2183302" y="1574638"/>
                  <a:ext cx="1196379" cy="314931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 w="6350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dirty="0">
                    <a:ln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519" name="Freeform 518"/>
                <p:cNvSpPr/>
                <p:nvPr/>
              </p:nvSpPr>
              <p:spPr bwMode="auto">
                <a:xfrm>
                  <a:off x="2489000" y="1670242"/>
                  <a:ext cx="584982" cy="157466"/>
                </a:xfrm>
                <a:custGeom>
                  <a:avLst/>
                  <a:gdLst>
                    <a:gd name="connsiteX0" fmla="*/ 1486231 w 2944854"/>
                    <a:gd name="connsiteY0" fmla="*/ 727041 h 1302232"/>
                    <a:gd name="connsiteX1" fmla="*/ 257675 w 2944854"/>
                    <a:gd name="connsiteY1" fmla="*/ 1302232 h 1302232"/>
                    <a:gd name="connsiteX2" fmla="*/ 0 w 2944854"/>
                    <a:gd name="connsiteY2" fmla="*/ 1228607 h 1302232"/>
                    <a:gd name="connsiteX3" fmla="*/ 911064 w 2944854"/>
                    <a:gd name="connsiteY3" fmla="*/ 837478 h 1302232"/>
                    <a:gd name="connsiteX4" fmla="*/ 883456 w 2944854"/>
                    <a:gd name="connsiteY4" fmla="*/ 450949 h 1302232"/>
                    <a:gd name="connsiteX5" fmla="*/ 161047 w 2944854"/>
                    <a:gd name="connsiteY5" fmla="*/ 119640 h 1302232"/>
                    <a:gd name="connsiteX6" fmla="*/ 404917 w 2944854"/>
                    <a:gd name="connsiteY6" fmla="*/ 50617 h 1302232"/>
                    <a:gd name="connsiteX7" fmla="*/ 1477028 w 2944854"/>
                    <a:gd name="connsiteY7" fmla="*/ 501566 h 1302232"/>
                    <a:gd name="connsiteX8" fmla="*/ 2572146 w 2944854"/>
                    <a:gd name="connsiteY8" fmla="*/ 0 h 1302232"/>
                    <a:gd name="connsiteX9" fmla="*/ 2875834 w 2944854"/>
                    <a:gd name="connsiteY9" fmla="*/ 96632 h 1302232"/>
                    <a:gd name="connsiteX10" fmla="*/ 2079803 w 2944854"/>
                    <a:gd name="connsiteY10" fmla="*/ 432543 h 1302232"/>
                    <a:gd name="connsiteX11" fmla="*/ 2240850 w 2944854"/>
                    <a:gd name="connsiteY11" fmla="*/ 920305 h 1302232"/>
                    <a:gd name="connsiteX12" fmla="*/ 2944854 w 2944854"/>
                    <a:gd name="connsiteY12" fmla="*/ 1228607 h 1302232"/>
                    <a:gd name="connsiteX13" fmla="*/ 2733192 w 2944854"/>
                    <a:gd name="connsiteY13" fmla="*/ 1297630 h 1302232"/>
                    <a:gd name="connsiteX14" fmla="*/ 1486231 w 2944854"/>
                    <a:gd name="connsiteY14" fmla="*/ 727041 h 1302232"/>
                    <a:gd name="connsiteX0" fmla="*/ 1486231 w 2944854"/>
                    <a:gd name="connsiteY0" fmla="*/ 727041 h 1316375"/>
                    <a:gd name="connsiteX1" fmla="*/ 257675 w 2944854"/>
                    <a:gd name="connsiteY1" fmla="*/ 1302232 h 1316375"/>
                    <a:gd name="connsiteX2" fmla="*/ 0 w 2944854"/>
                    <a:gd name="connsiteY2" fmla="*/ 1228607 h 1316375"/>
                    <a:gd name="connsiteX3" fmla="*/ 911064 w 2944854"/>
                    <a:gd name="connsiteY3" fmla="*/ 837478 h 1316375"/>
                    <a:gd name="connsiteX4" fmla="*/ 883456 w 2944854"/>
                    <a:gd name="connsiteY4" fmla="*/ 450949 h 1316375"/>
                    <a:gd name="connsiteX5" fmla="*/ 161047 w 2944854"/>
                    <a:gd name="connsiteY5" fmla="*/ 119640 h 1316375"/>
                    <a:gd name="connsiteX6" fmla="*/ 404917 w 2944854"/>
                    <a:gd name="connsiteY6" fmla="*/ 50617 h 1316375"/>
                    <a:gd name="connsiteX7" fmla="*/ 1477028 w 2944854"/>
                    <a:gd name="connsiteY7" fmla="*/ 501566 h 1316375"/>
                    <a:gd name="connsiteX8" fmla="*/ 2572146 w 2944854"/>
                    <a:gd name="connsiteY8" fmla="*/ 0 h 1316375"/>
                    <a:gd name="connsiteX9" fmla="*/ 2875834 w 2944854"/>
                    <a:gd name="connsiteY9" fmla="*/ 96632 h 1316375"/>
                    <a:gd name="connsiteX10" fmla="*/ 2079803 w 2944854"/>
                    <a:gd name="connsiteY10" fmla="*/ 432543 h 1316375"/>
                    <a:gd name="connsiteX11" fmla="*/ 2240850 w 2944854"/>
                    <a:gd name="connsiteY11" fmla="*/ 920305 h 1316375"/>
                    <a:gd name="connsiteX12" fmla="*/ 2944854 w 2944854"/>
                    <a:gd name="connsiteY12" fmla="*/ 1228607 h 1316375"/>
                    <a:gd name="connsiteX13" fmla="*/ 2756623 w 2944854"/>
                    <a:gd name="connsiteY13" fmla="*/ 1316375 h 1316375"/>
                    <a:gd name="connsiteX14" fmla="*/ 1486231 w 2944854"/>
                    <a:gd name="connsiteY14" fmla="*/ 727041 h 1316375"/>
                    <a:gd name="connsiteX0" fmla="*/ 1486231 w 3024520"/>
                    <a:gd name="connsiteY0" fmla="*/ 727041 h 1316375"/>
                    <a:gd name="connsiteX1" fmla="*/ 257675 w 3024520"/>
                    <a:gd name="connsiteY1" fmla="*/ 1302232 h 1316375"/>
                    <a:gd name="connsiteX2" fmla="*/ 0 w 3024520"/>
                    <a:gd name="connsiteY2" fmla="*/ 1228607 h 1316375"/>
                    <a:gd name="connsiteX3" fmla="*/ 911064 w 3024520"/>
                    <a:gd name="connsiteY3" fmla="*/ 837478 h 1316375"/>
                    <a:gd name="connsiteX4" fmla="*/ 883456 w 3024520"/>
                    <a:gd name="connsiteY4" fmla="*/ 450949 h 1316375"/>
                    <a:gd name="connsiteX5" fmla="*/ 161047 w 3024520"/>
                    <a:gd name="connsiteY5" fmla="*/ 119640 h 1316375"/>
                    <a:gd name="connsiteX6" fmla="*/ 404917 w 3024520"/>
                    <a:gd name="connsiteY6" fmla="*/ 50617 h 1316375"/>
                    <a:gd name="connsiteX7" fmla="*/ 1477028 w 3024520"/>
                    <a:gd name="connsiteY7" fmla="*/ 501566 h 1316375"/>
                    <a:gd name="connsiteX8" fmla="*/ 2572146 w 3024520"/>
                    <a:gd name="connsiteY8" fmla="*/ 0 h 1316375"/>
                    <a:gd name="connsiteX9" fmla="*/ 2875834 w 3024520"/>
                    <a:gd name="connsiteY9" fmla="*/ 96632 h 1316375"/>
                    <a:gd name="connsiteX10" fmla="*/ 2079803 w 3024520"/>
                    <a:gd name="connsiteY10" fmla="*/ 432543 h 1316375"/>
                    <a:gd name="connsiteX11" fmla="*/ 2240850 w 3024520"/>
                    <a:gd name="connsiteY11" fmla="*/ 920305 h 1316375"/>
                    <a:gd name="connsiteX12" fmla="*/ 3024520 w 3024520"/>
                    <a:gd name="connsiteY12" fmla="*/ 1228607 h 1316375"/>
                    <a:gd name="connsiteX13" fmla="*/ 2756623 w 3024520"/>
                    <a:gd name="connsiteY13" fmla="*/ 1316375 h 1316375"/>
                    <a:gd name="connsiteX14" fmla="*/ 1486231 w 3024520"/>
                    <a:gd name="connsiteY14" fmla="*/ 727041 h 1316375"/>
                    <a:gd name="connsiteX0" fmla="*/ 1537780 w 3076069"/>
                    <a:gd name="connsiteY0" fmla="*/ 727041 h 1316375"/>
                    <a:gd name="connsiteX1" fmla="*/ 309224 w 3076069"/>
                    <a:gd name="connsiteY1" fmla="*/ 1302232 h 1316375"/>
                    <a:gd name="connsiteX2" fmla="*/ 0 w 3076069"/>
                    <a:gd name="connsiteY2" fmla="*/ 1228607 h 1316375"/>
                    <a:gd name="connsiteX3" fmla="*/ 962613 w 3076069"/>
                    <a:gd name="connsiteY3" fmla="*/ 837478 h 1316375"/>
                    <a:gd name="connsiteX4" fmla="*/ 935005 w 3076069"/>
                    <a:gd name="connsiteY4" fmla="*/ 450949 h 1316375"/>
                    <a:gd name="connsiteX5" fmla="*/ 212596 w 3076069"/>
                    <a:gd name="connsiteY5" fmla="*/ 119640 h 1316375"/>
                    <a:gd name="connsiteX6" fmla="*/ 456466 w 3076069"/>
                    <a:gd name="connsiteY6" fmla="*/ 50617 h 1316375"/>
                    <a:gd name="connsiteX7" fmla="*/ 1528577 w 3076069"/>
                    <a:gd name="connsiteY7" fmla="*/ 501566 h 1316375"/>
                    <a:gd name="connsiteX8" fmla="*/ 2623695 w 3076069"/>
                    <a:gd name="connsiteY8" fmla="*/ 0 h 1316375"/>
                    <a:gd name="connsiteX9" fmla="*/ 2927383 w 3076069"/>
                    <a:gd name="connsiteY9" fmla="*/ 96632 h 1316375"/>
                    <a:gd name="connsiteX10" fmla="*/ 2131352 w 3076069"/>
                    <a:gd name="connsiteY10" fmla="*/ 432543 h 1316375"/>
                    <a:gd name="connsiteX11" fmla="*/ 2292399 w 3076069"/>
                    <a:gd name="connsiteY11" fmla="*/ 920305 h 1316375"/>
                    <a:gd name="connsiteX12" fmla="*/ 3076069 w 3076069"/>
                    <a:gd name="connsiteY12" fmla="*/ 1228607 h 1316375"/>
                    <a:gd name="connsiteX13" fmla="*/ 2808172 w 3076069"/>
                    <a:gd name="connsiteY13" fmla="*/ 1316375 h 1316375"/>
                    <a:gd name="connsiteX14" fmla="*/ 1537780 w 3076069"/>
                    <a:gd name="connsiteY14" fmla="*/ 727041 h 1316375"/>
                    <a:gd name="connsiteX0" fmla="*/ 1537780 w 3076069"/>
                    <a:gd name="connsiteY0" fmla="*/ 727041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27041 h 1321259"/>
                    <a:gd name="connsiteX0" fmla="*/ 1537780 w 3076069"/>
                    <a:gd name="connsiteY0" fmla="*/ 750825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50825 h 13212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chemeClr val="accent2">
                    <a:lumMod val="60000"/>
                    <a:lumOff val="40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520" name="Freeform 519"/>
                <p:cNvSpPr/>
                <p:nvPr/>
              </p:nvSpPr>
              <p:spPr bwMode="auto">
                <a:xfrm>
                  <a:off x="2428615" y="1630876"/>
                  <a:ext cx="705752" cy="109663"/>
                </a:xfrm>
                <a:custGeom>
                  <a:avLst/>
                  <a:gdLst>
                    <a:gd name="connsiteX0" fmla="*/ 0 w 3645229"/>
                    <a:gd name="connsiteY0" fmla="*/ 214441 h 923747"/>
                    <a:gd name="connsiteX1" fmla="*/ 659770 w 3645229"/>
                    <a:gd name="connsiteY1" fmla="*/ 16495 h 923747"/>
                    <a:gd name="connsiteX2" fmla="*/ 1814367 w 3645229"/>
                    <a:gd name="connsiteY2" fmla="*/ 511360 h 923747"/>
                    <a:gd name="connsiteX3" fmla="*/ 2968965 w 3645229"/>
                    <a:gd name="connsiteY3" fmla="*/ 0 h 923747"/>
                    <a:gd name="connsiteX4" fmla="*/ 3645229 w 3645229"/>
                    <a:gd name="connsiteY4" fmla="*/ 197946 h 923747"/>
                    <a:gd name="connsiteX5" fmla="*/ 3199884 w 3645229"/>
                    <a:gd name="connsiteY5" fmla="*/ 461874 h 923747"/>
                    <a:gd name="connsiteX6" fmla="*/ 2985459 w 3645229"/>
                    <a:gd name="connsiteY6" fmla="*/ 379396 h 923747"/>
                    <a:gd name="connsiteX7" fmla="*/ 1830861 w 3645229"/>
                    <a:gd name="connsiteY7" fmla="*/ 923747 h 923747"/>
                    <a:gd name="connsiteX8" fmla="*/ 676264 w 3645229"/>
                    <a:gd name="connsiteY8" fmla="*/ 412387 h 923747"/>
                    <a:gd name="connsiteX9" fmla="*/ 527816 w 3645229"/>
                    <a:gd name="connsiteY9" fmla="*/ 478369 h 923747"/>
                    <a:gd name="connsiteX10" fmla="*/ 0 w 3645229"/>
                    <a:gd name="connsiteY10" fmla="*/ 21444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78369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90067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09765 w 3640627"/>
                    <a:gd name="connsiteY2" fmla="*/ 511360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3008465 w 3640627"/>
                    <a:gd name="connsiteY6" fmla="*/ 402404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723451"/>
                    <a:gd name="connsiteY0" fmla="*/ 242051 h 946755"/>
                    <a:gd name="connsiteX1" fmla="*/ 655168 w 3723451"/>
                    <a:gd name="connsiteY1" fmla="*/ 16495 h 946755"/>
                    <a:gd name="connsiteX2" fmla="*/ 1855778 w 3723451"/>
                    <a:gd name="connsiteY2" fmla="*/ 534367 h 946755"/>
                    <a:gd name="connsiteX3" fmla="*/ 2964363 w 3723451"/>
                    <a:gd name="connsiteY3" fmla="*/ 0 h 946755"/>
                    <a:gd name="connsiteX4" fmla="*/ 3723451 w 3723451"/>
                    <a:gd name="connsiteY4" fmla="*/ 220954 h 946755"/>
                    <a:gd name="connsiteX5" fmla="*/ 3195282 w 3723451"/>
                    <a:gd name="connsiteY5" fmla="*/ 461874 h 946755"/>
                    <a:gd name="connsiteX6" fmla="*/ 3008465 w 3723451"/>
                    <a:gd name="connsiteY6" fmla="*/ 402404 h 946755"/>
                    <a:gd name="connsiteX7" fmla="*/ 1876873 w 3723451"/>
                    <a:gd name="connsiteY7" fmla="*/ 946755 h 946755"/>
                    <a:gd name="connsiteX8" fmla="*/ 690067 w 3723451"/>
                    <a:gd name="connsiteY8" fmla="*/ 412387 h 946755"/>
                    <a:gd name="connsiteX9" fmla="*/ 523214 w 3723451"/>
                    <a:gd name="connsiteY9" fmla="*/ 482971 h 946755"/>
                    <a:gd name="connsiteX10" fmla="*/ 0 w 3723451"/>
                    <a:gd name="connsiteY10" fmla="*/ 242051 h 946755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08465 w 3723451"/>
                    <a:gd name="connsiteY6" fmla="*/ 388599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711613 w 3723451"/>
                    <a:gd name="connsiteY8" fmla="*/ 413055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521" name="Freeform 520"/>
                <p:cNvSpPr/>
                <p:nvPr/>
              </p:nvSpPr>
              <p:spPr bwMode="auto">
                <a:xfrm>
                  <a:off x="2892827" y="1723667"/>
                  <a:ext cx="256637" cy="95604"/>
                </a:xfrm>
                <a:custGeom>
                  <a:avLst/>
                  <a:gdLst>
                    <a:gd name="connsiteX0" fmla="*/ 55216 w 1421812"/>
                    <a:gd name="connsiteY0" fmla="*/ 0 h 800665"/>
                    <a:gd name="connsiteX1" fmla="*/ 1421812 w 1421812"/>
                    <a:gd name="connsiteY1" fmla="*/ 625807 h 800665"/>
                    <a:gd name="connsiteX2" fmla="*/ 947874 w 1421812"/>
                    <a:gd name="connsiteY2" fmla="*/ 800665 h 800665"/>
                    <a:gd name="connsiteX3" fmla="*/ 50614 w 1421812"/>
                    <a:gd name="connsiteY3" fmla="*/ 404934 h 800665"/>
                    <a:gd name="connsiteX4" fmla="*/ 0 w 1421812"/>
                    <a:gd name="connsiteY4" fmla="*/ 404934 h 800665"/>
                    <a:gd name="connsiteX5" fmla="*/ 55216 w 1421812"/>
                    <a:gd name="connsiteY5" fmla="*/ 0 h 800665"/>
                    <a:gd name="connsiteX0" fmla="*/ 4602 w 1371198"/>
                    <a:gd name="connsiteY0" fmla="*/ 0 h 800665"/>
                    <a:gd name="connsiteX1" fmla="*/ 1371198 w 1371198"/>
                    <a:gd name="connsiteY1" fmla="*/ 625807 h 800665"/>
                    <a:gd name="connsiteX2" fmla="*/ 897260 w 1371198"/>
                    <a:gd name="connsiteY2" fmla="*/ 800665 h 800665"/>
                    <a:gd name="connsiteX3" fmla="*/ 0 w 1371198"/>
                    <a:gd name="connsiteY3" fmla="*/ 404934 h 800665"/>
                    <a:gd name="connsiteX4" fmla="*/ 4602 w 1371198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9868"/>
                    <a:gd name="connsiteX1" fmla="*/ 1366596 w 1366596"/>
                    <a:gd name="connsiteY1" fmla="*/ 625807 h 809868"/>
                    <a:gd name="connsiteX2" fmla="*/ 865050 w 1366596"/>
                    <a:gd name="connsiteY2" fmla="*/ 809868 h 809868"/>
                    <a:gd name="connsiteX3" fmla="*/ 4601 w 1366596"/>
                    <a:gd name="connsiteY3" fmla="*/ 427942 h 809868"/>
                    <a:gd name="connsiteX4" fmla="*/ 0 w 1366596"/>
                    <a:gd name="connsiteY4" fmla="*/ 0 h 8098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522" name="Freeform 521"/>
                <p:cNvSpPr/>
                <p:nvPr/>
              </p:nvSpPr>
              <p:spPr bwMode="auto">
                <a:xfrm>
                  <a:off x="2417294" y="1726480"/>
                  <a:ext cx="252861" cy="92791"/>
                </a:xfrm>
                <a:custGeom>
                  <a:avLst/>
                  <a:gdLst>
                    <a:gd name="connsiteX0" fmla="*/ 1329786 w 1348191"/>
                    <a:gd name="connsiteY0" fmla="*/ 0 h 809869"/>
                    <a:gd name="connsiteX1" fmla="*/ 1348191 w 1348191"/>
                    <a:gd name="connsiteY1" fmla="*/ 400333 h 809869"/>
                    <a:gd name="connsiteX2" fmla="*/ 487742 w 1348191"/>
                    <a:gd name="connsiteY2" fmla="*/ 809869 h 809869"/>
                    <a:gd name="connsiteX3" fmla="*/ 0 w 1348191"/>
                    <a:gd name="connsiteY3" fmla="*/ 630409 h 809869"/>
                    <a:gd name="connsiteX4" fmla="*/ 1329786 w 1348191"/>
                    <a:gd name="connsiteY4" fmla="*/ 0 h 809869"/>
                    <a:gd name="connsiteX0" fmla="*/ 1329786 w 1348191"/>
                    <a:gd name="connsiteY0" fmla="*/ 0 h 791462"/>
                    <a:gd name="connsiteX1" fmla="*/ 1348191 w 1348191"/>
                    <a:gd name="connsiteY1" fmla="*/ 381926 h 791462"/>
                    <a:gd name="connsiteX2" fmla="*/ 487742 w 1348191"/>
                    <a:gd name="connsiteY2" fmla="*/ 791462 h 791462"/>
                    <a:gd name="connsiteX3" fmla="*/ 0 w 1348191"/>
                    <a:gd name="connsiteY3" fmla="*/ 612002 h 791462"/>
                    <a:gd name="connsiteX4" fmla="*/ 1329786 w 1348191"/>
                    <a:gd name="connsiteY4" fmla="*/ 0 h 7914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cxnSp>
              <p:nvCxnSpPr>
                <p:cNvPr id="523" name="Straight Connector 522"/>
                <p:cNvCxnSpPr>
                  <a:endCxn id="518" idx="2"/>
                </p:cNvCxnSpPr>
                <p:nvPr/>
              </p:nvCxnSpPr>
              <p:spPr bwMode="auto">
                <a:xfrm flipH="1" flipV="1">
                  <a:off x="2183302" y="1732104"/>
                  <a:ext cx="3773" cy="120910"/>
                </a:xfrm>
                <a:prstGeom prst="line">
                  <a:avLst/>
                </a:prstGeom>
                <a:ln w="6350" cmpd="sng">
                  <a:solidFill>
                    <a:schemeClr val="tx1"/>
                  </a:solidFill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24" name="Straight Connector 523"/>
                <p:cNvCxnSpPr/>
                <p:nvPr/>
              </p:nvCxnSpPr>
              <p:spPr bwMode="auto">
                <a:xfrm flipH="1" flipV="1">
                  <a:off x="3379681" y="1729291"/>
                  <a:ext cx="3775" cy="120912"/>
                </a:xfrm>
                <a:prstGeom prst="line">
                  <a:avLst/>
                </a:prstGeom>
                <a:ln w="6350" cmpd="sng">
                  <a:solidFill>
                    <a:schemeClr val="tx1"/>
                  </a:solidFill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sp>
        <p:nvSpPr>
          <p:cNvPr id="47142" name="Text Box 167"/>
          <p:cNvSpPr txBox="1">
            <a:spLocks noChangeArrowheads="1"/>
          </p:cNvSpPr>
          <p:nvPr/>
        </p:nvSpPr>
        <p:spPr bwMode="auto">
          <a:xfrm>
            <a:off x="563563" y="277813"/>
            <a:ext cx="6030542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3600" dirty="0">
                <a:solidFill>
                  <a:srgbClr val="000099"/>
                </a:solidFill>
                <a:latin typeface="Gill Sans MT" charset="0"/>
              </a:rPr>
              <a:t>Recall: per-router control plane</a:t>
            </a:r>
          </a:p>
        </p:txBody>
      </p:sp>
      <p:grpSp>
        <p:nvGrpSpPr>
          <p:cNvPr id="229" name="Group 228"/>
          <p:cNvGrpSpPr/>
          <p:nvPr/>
        </p:nvGrpSpPr>
        <p:grpSpPr>
          <a:xfrm>
            <a:off x="1828233" y="3016011"/>
            <a:ext cx="5112820" cy="879389"/>
            <a:chOff x="1866825" y="707349"/>
            <a:chExt cx="5112820" cy="879389"/>
          </a:xfrm>
        </p:grpSpPr>
        <p:sp>
          <p:nvSpPr>
            <p:cNvPr id="233" name="Oval 232"/>
            <p:cNvSpPr/>
            <p:nvPr/>
          </p:nvSpPr>
          <p:spPr>
            <a:xfrm>
              <a:off x="1866825" y="785347"/>
              <a:ext cx="954705" cy="491476"/>
            </a:xfrm>
            <a:prstGeom prst="ellipse">
              <a:avLst/>
            </a:prstGeom>
            <a:solidFill>
              <a:srgbClr val="CC0000">
                <a:alpha val="28000"/>
              </a:srgbClr>
            </a:solidFill>
            <a:ln w="3175">
              <a:solidFill>
                <a:srgbClr val="CC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4" name="TextBox 233"/>
            <p:cNvSpPr txBox="1"/>
            <p:nvPr/>
          </p:nvSpPr>
          <p:spPr>
            <a:xfrm>
              <a:off x="1891781" y="783191"/>
              <a:ext cx="910613" cy="4761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ts val="1480"/>
                </a:lnSpc>
              </a:pPr>
              <a:r>
                <a:rPr lang="en-US" sz="1400" dirty="0"/>
                <a:t>Routing</a:t>
              </a:r>
            </a:p>
            <a:p>
              <a:pPr algn="ctr">
                <a:lnSpc>
                  <a:spcPts val="1480"/>
                </a:lnSpc>
              </a:pPr>
              <a:r>
                <a:rPr lang="en-US" sz="1400" dirty="0"/>
                <a:t>Algorithm</a:t>
              </a:r>
            </a:p>
          </p:txBody>
        </p:sp>
        <p:cxnSp>
          <p:nvCxnSpPr>
            <p:cNvPr id="235" name="Straight Arrow Connector 234"/>
            <p:cNvCxnSpPr/>
            <p:nvPr/>
          </p:nvCxnSpPr>
          <p:spPr>
            <a:xfrm flipV="1">
              <a:off x="2833714" y="807908"/>
              <a:ext cx="1517851" cy="213379"/>
            </a:xfrm>
            <a:prstGeom prst="straightConnector1">
              <a:avLst/>
            </a:prstGeom>
            <a:ln w="25400">
              <a:solidFill>
                <a:srgbClr val="CC0000"/>
              </a:solidFill>
              <a:headEnd type="triangle"/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" name="Straight Arrow Connector 235"/>
            <p:cNvCxnSpPr/>
            <p:nvPr/>
          </p:nvCxnSpPr>
          <p:spPr>
            <a:xfrm>
              <a:off x="2750618" y="1201670"/>
              <a:ext cx="797027" cy="279264"/>
            </a:xfrm>
            <a:prstGeom prst="straightConnector1">
              <a:avLst/>
            </a:prstGeom>
            <a:ln w="25400">
              <a:solidFill>
                <a:srgbClr val="CC0000"/>
              </a:solidFill>
              <a:headEnd type="triangle"/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7" name="Straight Arrow Connector 236"/>
            <p:cNvCxnSpPr/>
            <p:nvPr/>
          </p:nvCxnSpPr>
          <p:spPr>
            <a:xfrm>
              <a:off x="4684666" y="894080"/>
              <a:ext cx="893541" cy="510629"/>
            </a:xfrm>
            <a:prstGeom prst="straightConnector1">
              <a:avLst/>
            </a:prstGeom>
            <a:ln w="25400">
              <a:solidFill>
                <a:srgbClr val="CC0000"/>
              </a:solidFill>
              <a:headEnd type="triangle"/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" name="Straight Arrow Connector 237"/>
            <p:cNvCxnSpPr/>
            <p:nvPr/>
          </p:nvCxnSpPr>
          <p:spPr>
            <a:xfrm>
              <a:off x="4800837" y="800746"/>
              <a:ext cx="1695897" cy="130795"/>
            </a:xfrm>
            <a:prstGeom prst="straightConnector1">
              <a:avLst/>
            </a:prstGeom>
            <a:ln w="25400">
              <a:solidFill>
                <a:srgbClr val="CC0000"/>
              </a:solidFill>
              <a:headEnd type="triangle"/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39" name="Oval 238"/>
            <p:cNvSpPr/>
            <p:nvPr/>
          </p:nvSpPr>
          <p:spPr>
            <a:xfrm>
              <a:off x="6558622" y="894080"/>
              <a:ext cx="421023" cy="182029"/>
            </a:xfrm>
            <a:prstGeom prst="ellipse">
              <a:avLst/>
            </a:prstGeom>
            <a:solidFill>
              <a:srgbClr val="CC0000">
                <a:alpha val="28000"/>
              </a:srgbClr>
            </a:solidFill>
            <a:ln w="3175">
              <a:solidFill>
                <a:srgbClr val="CC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0" name="Oval 239"/>
            <p:cNvSpPr/>
            <p:nvPr/>
          </p:nvSpPr>
          <p:spPr>
            <a:xfrm>
              <a:off x="5572329" y="1404709"/>
              <a:ext cx="421023" cy="182029"/>
            </a:xfrm>
            <a:prstGeom prst="ellipse">
              <a:avLst/>
            </a:prstGeom>
            <a:solidFill>
              <a:srgbClr val="CC0000">
                <a:alpha val="28000"/>
              </a:srgbClr>
            </a:solidFill>
            <a:ln w="3175">
              <a:solidFill>
                <a:srgbClr val="CC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1" name="Oval 240"/>
            <p:cNvSpPr/>
            <p:nvPr/>
          </p:nvSpPr>
          <p:spPr>
            <a:xfrm>
              <a:off x="4367082" y="707349"/>
              <a:ext cx="421023" cy="182029"/>
            </a:xfrm>
            <a:prstGeom prst="ellipse">
              <a:avLst/>
            </a:prstGeom>
            <a:solidFill>
              <a:srgbClr val="CC0000">
                <a:alpha val="28000"/>
              </a:srgbClr>
            </a:solidFill>
            <a:ln w="3175">
              <a:solidFill>
                <a:srgbClr val="CC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2" name="Oval 241"/>
            <p:cNvSpPr/>
            <p:nvPr/>
          </p:nvSpPr>
          <p:spPr>
            <a:xfrm>
              <a:off x="3571953" y="1402071"/>
              <a:ext cx="421023" cy="182029"/>
            </a:xfrm>
            <a:prstGeom prst="ellipse">
              <a:avLst/>
            </a:prstGeom>
            <a:solidFill>
              <a:srgbClr val="CC0000">
                <a:alpha val="28000"/>
              </a:srgbClr>
            </a:solidFill>
            <a:ln w="3175">
              <a:solidFill>
                <a:srgbClr val="CC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43" name="Straight Arrow Connector 242"/>
            <p:cNvCxnSpPr/>
            <p:nvPr/>
          </p:nvCxnSpPr>
          <p:spPr>
            <a:xfrm>
              <a:off x="2821560" y="1106261"/>
              <a:ext cx="2738615" cy="338776"/>
            </a:xfrm>
            <a:prstGeom prst="straightConnector1">
              <a:avLst/>
            </a:prstGeom>
            <a:ln w="25400">
              <a:solidFill>
                <a:srgbClr val="CC0000"/>
              </a:solidFill>
              <a:headEnd type="triangle"/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" name="Straight Arrow Connector 243"/>
            <p:cNvCxnSpPr>
              <a:endCxn id="239" idx="2"/>
            </p:cNvCxnSpPr>
            <p:nvPr/>
          </p:nvCxnSpPr>
          <p:spPr>
            <a:xfrm flipV="1">
              <a:off x="3997124" y="985095"/>
              <a:ext cx="2561498" cy="469120"/>
            </a:xfrm>
            <a:prstGeom prst="straightConnector1">
              <a:avLst/>
            </a:prstGeom>
            <a:ln w="25400">
              <a:solidFill>
                <a:srgbClr val="CC0000"/>
              </a:solidFill>
              <a:headEnd type="triangle"/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5" name="Straight Arrow Connector 244"/>
            <p:cNvCxnSpPr/>
            <p:nvPr/>
          </p:nvCxnSpPr>
          <p:spPr>
            <a:xfrm flipV="1">
              <a:off x="3992124" y="1509221"/>
              <a:ext cx="1580205" cy="2"/>
            </a:xfrm>
            <a:prstGeom prst="straightConnector1">
              <a:avLst/>
            </a:prstGeom>
            <a:ln w="25400">
              <a:solidFill>
                <a:srgbClr val="CC0000"/>
              </a:solidFill>
              <a:headEnd type="triangle"/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6" name="Straight Arrow Connector 245"/>
            <p:cNvCxnSpPr/>
            <p:nvPr/>
          </p:nvCxnSpPr>
          <p:spPr>
            <a:xfrm flipV="1">
              <a:off x="5997500" y="1083737"/>
              <a:ext cx="751103" cy="397197"/>
            </a:xfrm>
            <a:prstGeom prst="straightConnector1">
              <a:avLst/>
            </a:prstGeom>
            <a:ln w="25400">
              <a:solidFill>
                <a:srgbClr val="CC0000"/>
              </a:solidFill>
              <a:headEnd type="triangle"/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8" name="TextBox 257"/>
          <p:cNvSpPr txBox="1"/>
          <p:nvPr/>
        </p:nvSpPr>
        <p:spPr>
          <a:xfrm>
            <a:off x="517479" y="1154626"/>
            <a:ext cx="8209014" cy="1200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Individual routing algorithm components </a:t>
            </a:r>
            <a:r>
              <a:rPr lang="en-US" sz="2400" i="1" dirty="0">
                <a:solidFill>
                  <a:srgbClr val="000090"/>
                </a:solidFill>
              </a:rPr>
              <a:t>in each and every router </a:t>
            </a:r>
            <a:r>
              <a:rPr lang="en-US" sz="2400" dirty="0"/>
              <a:t>interact with each other in control plane to compute forwarding tables</a:t>
            </a:r>
          </a:p>
        </p:txBody>
      </p:sp>
      <p:grpSp>
        <p:nvGrpSpPr>
          <p:cNvPr id="23" name="Group 22"/>
          <p:cNvGrpSpPr/>
          <p:nvPr/>
        </p:nvGrpSpPr>
        <p:grpSpPr>
          <a:xfrm>
            <a:off x="1557338" y="3404226"/>
            <a:ext cx="6375400" cy="1047750"/>
            <a:chOff x="1557338" y="3074988"/>
            <a:chExt cx="6375400" cy="1047750"/>
          </a:xfrm>
        </p:grpSpPr>
        <p:sp>
          <p:nvSpPr>
            <p:cNvPr id="47115" name="TextBox 232"/>
            <p:cNvSpPr txBox="1">
              <a:spLocks noChangeArrowheads="1"/>
            </p:cNvSpPr>
            <p:nvPr/>
          </p:nvSpPr>
          <p:spPr bwMode="auto">
            <a:xfrm>
              <a:off x="7292975" y="3651250"/>
              <a:ext cx="595313" cy="4714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>
                <a:lnSpc>
                  <a:spcPts val="1463"/>
                </a:lnSpc>
              </a:pPr>
              <a:r>
                <a:rPr lang="en-US" sz="1400"/>
                <a:t>data</a:t>
              </a:r>
            </a:p>
            <a:p>
              <a:pPr algn="ctr">
                <a:lnSpc>
                  <a:spcPts val="1463"/>
                </a:lnSpc>
              </a:pPr>
              <a:r>
                <a:rPr lang="en-US" sz="1400"/>
                <a:t>plane</a:t>
              </a:r>
            </a:p>
          </p:txBody>
        </p:sp>
        <p:sp>
          <p:nvSpPr>
            <p:cNvPr id="47116" name="TextBox 233"/>
            <p:cNvSpPr txBox="1">
              <a:spLocks noChangeArrowheads="1"/>
            </p:cNvSpPr>
            <p:nvPr/>
          </p:nvSpPr>
          <p:spPr bwMode="auto">
            <a:xfrm>
              <a:off x="7224713" y="3074988"/>
              <a:ext cx="708025" cy="4714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>
                <a:lnSpc>
                  <a:spcPts val="1463"/>
                </a:lnSpc>
              </a:pPr>
              <a:r>
                <a:rPr lang="en-US" sz="1400"/>
                <a:t>control</a:t>
              </a:r>
            </a:p>
            <a:p>
              <a:pPr algn="ctr">
                <a:lnSpc>
                  <a:spcPts val="1463"/>
                </a:lnSpc>
              </a:pPr>
              <a:r>
                <a:rPr lang="en-US" sz="1400"/>
                <a:t>plane</a:t>
              </a:r>
            </a:p>
          </p:txBody>
        </p:sp>
        <p:cxnSp>
          <p:nvCxnSpPr>
            <p:cNvPr id="232" name="Straight Connector 231"/>
            <p:cNvCxnSpPr/>
            <p:nvPr/>
          </p:nvCxnSpPr>
          <p:spPr>
            <a:xfrm>
              <a:off x="1557338" y="3613150"/>
              <a:ext cx="6207125" cy="0"/>
            </a:xfrm>
            <a:prstGeom prst="line">
              <a:avLst/>
            </a:prstGeom>
            <a:ln w="25400">
              <a:solidFill>
                <a:schemeClr val="tx1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" name="Group 26"/>
          <p:cNvGrpSpPr/>
          <p:nvPr/>
        </p:nvGrpSpPr>
        <p:grpSpPr>
          <a:xfrm>
            <a:off x="1829356" y="4031984"/>
            <a:ext cx="5126173" cy="1120753"/>
            <a:chOff x="-4746102" y="4471477"/>
            <a:chExt cx="5126173" cy="1120753"/>
          </a:xfrm>
        </p:grpSpPr>
        <p:pic>
          <p:nvPicPr>
            <p:cNvPr id="47268" name="Picture 10" descr="fig42_table.pdf"/>
            <p:cNvPicPr>
              <a:picLocks noChangeAspect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4746102" y="4471477"/>
              <a:ext cx="966463" cy="966962"/>
            </a:xfrm>
            <a:prstGeom prst="rect">
              <a:avLst/>
            </a:prstGeom>
            <a:noFill/>
            <a:ln w="9525">
              <a:solidFill>
                <a:srgbClr val="CC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26" name="Group 25"/>
            <p:cNvGrpSpPr/>
            <p:nvPr/>
          </p:nvGrpSpPr>
          <p:grpSpPr>
            <a:xfrm>
              <a:off x="-3025264" y="5228984"/>
              <a:ext cx="3405335" cy="363246"/>
              <a:chOff x="-3025264" y="5228984"/>
              <a:chExt cx="3405335" cy="363246"/>
            </a:xfrm>
          </p:grpSpPr>
          <p:grpSp>
            <p:nvGrpSpPr>
              <p:cNvPr id="47251" name="Group 241"/>
              <p:cNvGrpSpPr>
                <a:grpSpLocks/>
              </p:cNvGrpSpPr>
              <p:nvPr/>
            </p:nvGrpSpPr>
            <p:grpSpPr bwMode="auto">
              <a:xfrm>
                <a:off x="-3025264" y="5262858"/>
                <a:ext cx="430360" cy="329372"/>
                <a:chOff x="2931664" y="3912603"/>
                <a:chExt cx="430450" cy="329314"/>
              </a:xfrm>
            </p:grpSpPr>
            <p:sp>
              <p:nvSpPr>
                <p:cNvPr id="92" name="Rectangle 91"/>
                <p:cNvSpPr/>
                <p:nvPr/>
              </p:nvSpPr>
              <p:spPr>
                <a:xfrm>
                  <a:off x="2935837" y="3912034"/>
                  <a:ext cx="425539" cy="330142"/>
                </a:xfrm>
                <a:prstGeom prst="rect">
                  <a:avLst/>
                </a:prstGeom>
                <a:solidFill>
                  <a:schemeClr val="bg1"/>
                </a:solidFill>
                <a:ln w="3175">
                  <a:solidFill>
                    <a:srgbClr val="CC0000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cxnSp>
              <p:nvCxnSpPr>
                <p:cNvPr id="93" name="Straight Connector 92"/>
                <p:cNvCxnSpPr/>
                <p:nvPr/>
              </p:nvCxnSpPr>
              <p:spPr>
                <a:xfrm>
                  <a:off x="2931074" y="4004093"/>
                  <a:ext cx="425539" cy="0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4" name="Straight Connector 93"/>
                <p:cNvCxnSpPr/>
                <p:nvPr/>
              </p:nvCxnSpPr>
              <p:spPr>
                <a:xfrm>
                  <a:off x="2931074" y="4067582"/>
                  <a:ext cx="425539" cy="0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6" name="Straight Connector 95"/>
                <p:cNvCxnSpPr>
                  <a:stCxn id="92" idx="2"/>
                </p:cNvCxnSpPr>
                <p:nvPr/>
              </p:nvCxnSpPr>
              <p:spPr>
                <a:xfrm flipH="1" flipV="1">
                  <a:off x="3147019" y="4004093"/>
                  <a:ext cx="1587" cy="238083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7220" name="Group 444"/>
              <p:cNvGrpSpPr>
                <a:grpSpLocks/>
              </p:cNvGrpSpPr>
              <p:nvPr/>
            </p:nvGrpSpPr>
            <p:grpSpPr bwMode="auto">
              <a:xfrm>
                <a:off x="-2217227" y="5261364"/>
                <a:ext cx="430361" cy="329307"/>
                <a:chOff x="2931664" y="3912603"/>
                <a:chExt cx="430450" cy="329314"/>
              </a:xfrm>
            </p:grpSpPr>
            <p:sp>
              <p:nvSpPr>
                <p:cNvPr id="448" name="Rectangle 447"/>
                <p:cNvSpPr/>
                <p:nvPr/>
              </p:nvSpPr>
              <p:spPr>
                <a:xfrm>
                  <a:off x="2935838" y="3911941"/>
                  <a:ext cx="425538" cy="330207"/>
                </a:xfrm>
                <a:prstGeom prst="rect">
                  <a:avLst/>
                </a:prstGeom>
                <a:solidFill>
                  <a:schemeClr val="bg1"/>
                </a:solidFill>
                <a:ln w="3175">
                  <a:solidFill>
                    <a:srgbClr val="CC0000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cxnSp>
              <p:nvCxnSpPr>
                <p:cNvPr id="449" name="Straight Connector 448"/>
                <p:cNvCxnSpPr/>
                <p:nvPr/>
              </p:nvCxnSpPr>
              <p:spPr>
                <a:xfrm>
                  <a:off x="2931074" y="4004018"/>
                  <a:ext cx="425538" cy="0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0" name="Straight Connector 449"/>
                <p:cNvCxnSpPr/>
                <p:nvPr/>
              </p:nvCxnSpPr>
              <p:spPr>
                <a:xfrm>
                  <a:off x="2931074" y="4067519"/>
                  <a:ext cx="425538" cy="0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1" name="Straight Connector 450"/>
                <p:cNvCxnSpPr>
                  <a:stCxn id="448" idx="2"/>
                </p:cNvCxnSpPr>
                <p:nvPr/>
              </p:nvCxnSpPr>
              <p:spPr>
                <a:xfrm flipH="1" flipV="1">
                  <a:off x="3147019" y="4004018"/>
                  <a:ext cx="1588" cy="238130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7191" name="Group 473"/>
              <p:cNvGrpSpPr>
                <a:grpSpLocks/>
              </p:cNvGrpSpPr>
              <p:nvPr/>
            </p:nvGrpSpPr>
            <p:grpSpPr bwMode="auto">
              <a:xfrm>
                <a:off x="-1034539" y="5261364"/>
                <a:ext cx="430360" cy="329307"/>
                <a:chOff x="2931664" y="3912603"/>
                <a:chExt cx="430450" cy="329314"/>
              </a:xfrm>
            </p:grpSpPr>
            <p:sp>
              <p:nvSpPr>
                <p:cNvPr id="477" name="Rectangle 476"/>
                <p:cNvSpPr/>
                <p:nvPr/>
              </p:nvSpPr>
              <p:spPr>
                <a:xfrm>
                  <a:off x="2935837" y="3911941"/>
                  <a:ext cx="425539" cy="330207"/>
                </a:xfrm>
                <a:prstGeom prst="rect">
                  <a:avLst/>
                </a:prstGeom>
                <a:solidFill>
                  <a:schemeClr val="bg1"/>
                </a:solidFill>
                <a:ln w="3175">
                  <a:solidFill>
                    <a:srgbClr val="CC0000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cxnSp>
              <p:nvCxnSpPr>
                <p:cNvPr id="478" name="Straight Connector 477"/>
                <p:cNvCxnSpPr/>
                <p:nvPr/>
              </p:nvCxnSpPr>
              <p:spPr>
                <a:xfrm>
                  <a:off x="2931074" y="4004018"/>
                  <a:ext cx="425539" cy="0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79" name="Straight Connector 478"/>
                <p:cNvCxnSpPr/>
                <p:nvPr/>
              </p:nvCxnSpPr>
              <p:spPr>
                <a:xfrm>
                  <a:off x="2931074" y="4067519"/>
                  <a:ext cx="425539" cy="0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80" name="Straight Connector 479"/>
                <p:cNvCxnSpPr>
                  <a:stCxn id="477" idx="2"/>
                </p:cNvCxnSpPr>
                <p:nvPr/>
              </p:nvCxnSpPr>
              <p:spPr>
                <a:xfrm flipH="1" flipV="1">
                  <a:off x="3147019" y="4004018"/>
                  <a:ext cx="1587" cy="238130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7162" name="Group 502"/>
              <p:cNvGrpSpPr>
                <a:grpSpLocks/>
              </p:cNvGrpSpPr>
              <p:nvPr/>
            </p:nvGrpSpPr>
            <p:grpSpPr bwMode="auto">
              <a:xfrm>
                <a:off x="-50289" y="5228984"/>
                <a:ext cx="430360" cy="350559"/>
                <a:chOff x="2931664" y="3912603"/>
                <a:chExt cx="430450" cy="329314"/>
              </a:xfrm>
            </p:grpSpPr>
            <p:sp>
              <p:nvSpPr>
                <p:cNvPr id="506" name="Rectangle 505"/>
                <p:cNvSpPr/>
                <p:nvPr/>
              </p:nvSpPr>
              <p:spPr>
                <a:xfrm>
                  <a:off x="2935837" y="3911940"/>
                  <a:ext cx="425539" cy="330207"/>
                </a:xfrm>
                <a:prstGeom prst="rect">
                  <a:avLst/>
                </a:prstGeom>
                <a:solidFill>
                  <a:schemeClr val="bg1"/>
                </a:solidFill>
                <a:ln w="3175">
                  <a:solidFill>
                    <a:srgbClr val="CC0000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cxnSp>
              <p:nvCxnSpPr>
                <p:cNvPr id="507" name="Straight Connector 506"/>
                <p:cNvCxnSpPr/>
                <p:nvPr/>
              </p:nvCxnSpPr>
              <p:spPr>
                <a:xfrm>
                  <a:off x="2931074" y="4004017"/>
                  <a:ext cx="425539" cy="0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08" name="Straight Connector 507"/>
                <p:cNvCxnSpPr/>
                <p:nvPr/>
              </p:nvCxnSpPr>
              <p:spPr>
                <a:xfrm>
                  <a:off x="2931074" y="4067518"/>
                  <a:ext cx="425539" cy="0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09" name="Straight Connector 508"/>
                <p:cNvCxnSpPr>
                  <a:stCxn id="506" idx="2"/>
                </p:cNvCxnSpPr>
                <p:nvPr/>
              </p:nvCxnSpPr>
              <p:spPr>
                <a:xfrm flipH="1" flipV="1">
                  <a:off x="3147019" y="4004017"/>
                  <a:ext cx="1587" cy="238130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grpSp>
        <p:nvGrpSpPr>
          <p:cNvPr id="25" name="Group 24"/>
          <p:cNvGrpSpPr/>
          <p:nvPr/>
        </p:nvGrpSpPr>
        <p:grpSpPr>
          <a:xfrm>
            <a:off x="2282487" y="3212142"/>
            <a:ext cx="4437063" cy="1906161"/>
            <a:chOff x="-4267279" y="3655204"/>
            <a:chExt cx="4437063" cy="1906161"/>
          </a:xfrm>
        </p:grpSpPr>
        <p:cxnSp>
          <p:nvCxnSpPr>
            <p:cNvPr id="111" name="Straight Arrow Connector 110"/>
            <p:cNvCxnSpPr/>
            <p:nvPr/>
          </p:nvCxnSpPr>
          <p:spPr bwMode="auto">
            <a:xfrm>
              <a:off x="-4267279" y="4046968"/>
              <a:ext cx="0" cy="422275"/>
            </a:xfrm>
            <a:prstGeom prst="straightConnector1">
              <a:avLst/>
            </a:prstGeom>
            <a:ln w="12700">
              <a:solidFill>
                <a:srgbClr val="CC0000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Arrow Connector 88"/>
            <p:cNvCxnSpPr/>
            <p:nvPr/>
          </p:nvCxnSpPr>
          <p:spPr bwMode="auto">
            <a:xfrm flipH="1">
              <a:off x="-2808366" y="4361550"/>
              <a:ext cx="154" cy="872164"/>
            </a:xfrm>
            <a:prstGeom prst="straightConnector1">
              <a:avLst/>
            </a:prstGeom>
            <a:ln w="6350">
              <a:solidFill>
                <a:srgbClr val="CC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6" name="Straight Arrow Connector 445"/>
            <p:cNvCxnSpPr/>
            <p:nvPr/>
          </p:nvCxnSpPr>
          <p:spPr bwMode="auto">
            <a:xfrm>
              <a:off x="-2006807" y="3655204"/>
              <a:ext cx="6479" cy="1576923"/>
            </a:xfrm>
            <a:prstGeom prst="straightConnector1">
              <a:avLst/>
            </a:prstGeom>
            <a:ln w="6350">
              <a:solidFill>
                <a:srgbClr val="CC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5" name="Straight Arrow Connector 474"/>
            <p:cNvCxnSpPr>
              <a:stCxn id="468" idx="0"/>
            </p:cNvCxnSpPr>
            <p:nvPr/>
          </p:nvCxnSpPr>
          <p:spPr bwMode="auto">
            <a:xfrm>
              <a:off x="-823524" y="4656511"/>
              <a:ext cx="5883" cy="904854"/>
            </a:xfrm>
            <a:prstGeom prst="straightConnector1">
              <a:avLst/>
            </a:prstGeom>
            <a:ln w="6350">
              <a:solidFill>
                <a:srgbClr val="CC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4" name="Straight Arrow Connector 503"/>
            <p:cNvCxnSpPr/>
            <p:nvPr/>
          </p:nvCxnSpPr>
          <p:spPr bwMode="auto">
            <a:xfrm flipH="1">
              <a:off x="166609" y="3798581"/>
              <a:ext cx="3175" cy="1399277"/>
            </a:xfrm>
            <a:prstGeom prst="straightConnector1">
              <a:avLst/>
            </a:prstGeom>
            <a:ln w="6350">
              <a:solidFill>
                <a:srgbClr val="CC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9362510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/>
          <p:cNvGrpSpPr/>
          <p:nvPr/>
        </p:nvGrpSpPr>
        <p:grpSpPr>
          <a:xfrm>
            <a:off x="1453484" y="2021024"/>
            <a:ext cx="6027737" cy="1440135"/>
            <a:chOff x="1492879" y="2061336"/>
            <a:chExt cx="6027737" cy="1440135"/>
          </a:xfrm>
        </p:grpSpPr>
        <p:sp>
          <p:nvSpPr>
            <p:cNvPr id="388" name="Rectangle 387"/>
            <p:cNvSpPr/>
            <p:nvPr/>
          </p:nvSpPr>
          <p:spPr bwMode="auto">
            <a:xfrm>
              <a:off x="1929251" y="2064703"/>
              <a:ext cx="5043488" cy="101758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3175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396" name="Freeform 395"/>
            <p:cNvSpPr/>
            <p:nvPr/>
          </p:nvSpPr>
          <p:spPr bwMode="auto">
            <a:xfrm>
              <a:off x="1739747" y="2067585"/>
              <a:ext cx="198437" cy="1385888"/>
            </a:xfrm>
            <a:custGeom>
              <a:avLst/>
              <a:gdLst>
                <a:gd name="connsiteX0" fmla="*/ 0 w 312616"/>
                <a:gd name="connsiteY0" fmla="*/ 644770 h 1367693"/>
                <a:gd name="connsiteX1" fmla="*/ 312616 w 312616"/>
                <a:gd name="connsiteY1" fmla="*/ 0 h 1367693"/>
                <a:gd name="connsiteX2" fmla="*/ 312616 w 312616"/>
                <a:gd name="connsiteY2" fmla="*/ 1016000 h 1367693"/>
                <a:gd name="connsiteX3" fmla="*/ 117231 w 312616"/>
                <a:gd name="connsiteY3" fmla="*/ 1367693 h 1367693"/>
                <a:gd name="connsiteX4" fmla="*/ 0 w 312616"/>
                <a:gd name="connsiteY4" fmla="*/ 644770 h 1367693"/>
                <a:gd name="connsiteX0" fmla="*/ 0 w 199855"/>
                <a:gd name="connsiteY0" fmla="*/ 733787 h 1367693"/>
                <a:gd name="connsiteX1" fmla="*/ 199855 w 199855"/>
                <a:gd name="connsiteY1" fmla="*/ 0 h 1367693"/>
                <a:gd name="connsiteX2" fmla="*/ 199855 w 199855"/>
                <a:gd name="connsiteY2" fmla="*/ 1016000 h 1367693"/>
                <a:gd name="connsiteX3" fmla="*/ 4470 w 199855"/>
                <a:gd name="connsiteY3" fmla="*/ 1367693 h 1367693"/>
                <a:gd name="connsiteX4" fmla="*/ 0 w 199855"/>
                <a:gd name="connsiteY4" fmla="*/ 733787 h 1367693"/>
                <a:gd name="connsiteX0" fmla="*/ 25203 w 225058"/>
                <a:gd name="connsiteY0" fmla="*/ 733787 h 1361758"/>
                <a:gd name="connsiteX1" fmla="*/ 225058 w 225058"/>
                <a:gd name="connsiteY1" fmla="*/ 0 h 1361758"/>
                <a:gd name="connsiteX2" fmla="*/ 225058 w 225058"/>
                <a:gd name="connsiteY2" fmla="*/ 1016000 h 1361758"/>
                <a:gd name="connsiteX3" fmla="*/ 0 w 225058"/>
                <a:gd name="connsiteY3" fmla="*/ 1361758 h 1361758"/>
                <a:gd name="connsiteX4" fmla="*/ 25203 w 225058"/>
                <a:gd name="connsiteY4" fmla="*/ 733787 h 1361758"/>
                <a:gd name="connsiteX0" fmla="*/ 25203 w 230992"/>
                <a:gd name="connsiteY0" fmla="*/ 787197 h 1415168"/>
                <a:gd name="connsiteX1" fmla="*/ 230992 w 230992"/>
                <a:gd name="connsiteY1" fmla="*/ 0 h 1415168"/>
                <a:gd name="connsiteX2" fmla="*/ 225058 w 230992"/>
                <a:gd name="connsiteY2" fmla="*/ 1069410 h 1415168"/>
                <a:gd name="connsiteX3" fmla="*/ 0 w 230992"/>
                <a:gd name="connsiteY3" fmla="*/ 1415168 h 1415168"/>
                <a:gd name="connsiteX4" fmla="*/ 25203 w 230992"/>
                <a:gd name="connsiteY4" fmla="*/ 787197 h 1415168"/>
                <a:gd name="connsiteX0" fmla="*/ 0 w 205789"/>
                <a:gd name="connsiteY0" fmla="*/ 787197 h 1427037"/>
                <a:gd name="connsiteX1" fmla="*/ 205789 w 205789"/>
                <a:gd name="connsiteY1" fmla="*/ 0 h 1427037"/>
                <a:gd name="connsiteX2" fmla="*/ 199855 w 205789"/>
                <a:gd name="connsiteY2" fmla="*/ 1069410 h 1427037"/>
                <a:gd name="connsiteX3" fmla="*/ 4471 w 205789"/>
                <a:gd name="connsiteY3" fmla="*/ 1427037 h 1427037"/>
                <a:gd name="connsiteX4" fmla="*/ 0 w 205789"/>
                <a:gd name="connsiteY4" fmla="*/ 787197 h 1427037"/>
                <a:gd name="connsiteX0" fmla="*/ 0 w 199855"/>
                <a:gd name="connsiteY0" fmla="*/ 745656 h 1385496"/>
                <a:gd name="connsiteX1" fmla="*/ 193920 w 199855"/>
                <a:gd name="connsiteY1" fmla="*/ 0 h 1385496"/>
                <a:gd name="connsiteX2" fmla="*/ 199855 w 199855"/>
                <a:gd name="connsiteY2" fmla="*/ 1027869 h 1385496"/>
                <a:gd name="connsiteX3" fmla="*/ 4471 w 199855"/>
                <a:gd name="connsiteY3" fmla="*/ 1385496 h 1385496"/>
                <a:gd name="connsiteX4" fmla="*/ 0 w 199855"/>
                <a:gd name="connsiteY4" fmla="*/ 745656 h 13854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9855" h="1385496">
                  <a:moveTo>
                    <a:pt x="0" y="745656"/>
                  </a:moveTo>
                  <a:lnTo>
                    <a:pt x="193920" y="0"/>
                  </a:lnTo>
                  <a:cubicBezTo>
                    <a:pt x="195898" y="342623"/>
                    <a:pt x="197877" y="685246"/>
                    <a:pt x="199855" y="1027869"/>
                  </a:cubicBezTo>
                  <a:lnTo>
                    <a:pt x="4471" y="1385496"/>
                  </a:lnTo>
                  <a:cubicBezTo>
                    <a:pt x="2981" y="1172216"/>
                    <a:pt x="1490" y="958936"/>
                    <a:pt x="0" y="745656"/>
                  </a:cubicBezTo>
                  <a:close/>
                </a:path>
              </a:pathLst>
            </a:custGeom>
            <a:gradFill>
              <a:gsLst>
                <a:gs pos="0">
                  <a:schemeClr val="bg1">
                    <a:lumMod val="95000"/>
                  </a:schemeClr>
                </a:gs>
                <a:gs pos="100000">
                  <a:schemeClr val="accent6">
                    <a:lumMod val="20000"/>
                    <a:lumOff val="80000"/>
                  </a:schemeClr>
                </a:gs>
              </a:gsLst>
              <a:lin ang="0" scaled="0"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398" name="Freeform 397"/>
            <p:cNvSpPr/>
            <p:nvPr/>
          </p:nvSpPr>
          <p:spPr bwMode="auto">
            <a:xfrm flipH="1">
              <a:off x="6969078" y="2061336"/>
              <a:ext cx="220427" cy="1370587"/>
            </a:xfrm>
            <a:custGeom>
              <a:avLst/>
              <a:gdLst>
                <a:gd name="connsiteX0" fmla="*/ 0 w 312616"/>
                <a:gd name="connsiteY0" fmla="*/ 644770 h 1367693"/>
                <a:gd name="connsiteX1" fmla="*/ 312616 w 312616"/>
                <a:gd name="connsiteY1" fmla="*/ 0 h 1367693"/>
                <a:gd name="connsiteX2" fmla="*/ 312616 w 312616"/>
                <a:gd name="connsiteY2" fmla="*/ 1016000 h 1367693"/>
                <a:gd name="connsiteX3" fmla="*/ 117231 w 312616"/>
                <a:gd name="connsiteY3" fmla="*/ 1367693 h 1367693"/>
                <a:gd name="connsiteX4" fmla="*/ 0 w 312616"/>
                <a:gd name="connsiteY4" fmla="*/ 644770 h 1367693"/>
                <a:gd name="connsiteX0" fmla="*/ 0 w 199855"/>
                <a:gd name="connsiteY0" fmla="*/ 733787 h 1367693"/>
                <a:gd name="connsiteX1" fmla="*/ 199855 w 199855"/>
                <a:gd name="connsiteY1" fmla="*/ 0 h 1367693"/>
                <a:gd name="connsiteX2" fmla="*/ 199855 w 199855"/>
                <a:gd name="connsiteY2" fmla="*/ 1016000 h 1367693"/>
                <a:gd name="connsiteX3" fmla="*/ 4470 w 199855"/>
                <a:gd name="connsiteY3" fmla="*/ 1367693 h 1367693"/>
                <a:gd name="connsiteX4" fmla="*/ 0 w 199855"/>
                <a:gd name="connsiteY4" fmla="*/ 733787 h 1367693"/>
                <a:gd name="connsiteX0" fmla="*/ 25203 w 225058"/>
                <a:gd name="connsiteY0" fmla="*/ 733787 h 1361758"/>
                <a:gd name="connsiteX1" fmla="*/ 225058 w 225058"/>
                <a:gd name="connsiteY1" fmla="*/ 0 h 1361758"/>
                <a:gd name="connsiteX2" fmla="*/ 225058 w 225058"/>
                <a:gd name="connsiteY2" fmla="*/ 1016000 h 1361758"/>
                <a:gd name="connsiteX3" fmla="*/ 0 w 225058"/>
                <a:gd name="connsiteY3" fmla="*/ 1361758 h 1361758"/>
                <a:gd name="connsiteX4" fmla="*/ 25203 w 225058"/>
                <a:gd name="connsiteY4" fmla="*/ 733787 h 1361758"/>
                <a:gd name="connsiteX0" fmla="*/ 25203 w 230992"/>
                <a:gd name="connsiteY0" fmla="*/ 787197 h 1415168"/>
                <a:gd name="connsiteX1" fmla="*/ 230992 w 230992"/>
                <a:gd name="connsiteY1" fmla="*/ 0 h 1415168"/>
                <a:gd name="connsiteX2" fmla="*/ 225058 w 230992"/>
                <a:gd name="connsiteY2" fmla="*/ 1069410 h 1415168"/>
                <a:gd name="connsiteX3" fmla="*/ 0 w 230992"/>
                <a:gd name="connsiteY3" fmla="*/ 1415168 h 1415168"/>
                <a:gd name="connsiteX4" fmla="*/ 25203 w 230992"/>
                <a:gd name="connsiteY4" fmla="*/ 787197 h 1415168"/>
                <a:gd name="connsiteX0" fmla="*/ 0 w 205789"/>
                <a:gd name="connsiteY0" fmla="*/ 787197 h 1427037"/>
                <a:gd name="connsiteX1" fmla="*/ 205789 w 205789"/>
                <a:gd name="connsiteY1" fmla="*/ 0 h 1427037"/>
                <a:gd name="connsiteX2" fmla="*/ 199855 w 205789"/>
                <a:gd name="connsiteY2" fmla="*/ 1069410 h 1427037"/>
                <a:gd name="connsiteX3" fmla="*/ 4471 w 205789"/>
                <a:gd name="connsiteY3" fmla="*/ 1427037 h 1427037"/>
                <a:gd name="connsiteX4" fmla="*/ 0 w 205789"/>
                <a:gd name="connsiteY4" fmla="*/ 787197 h 1427037"/>
                <a:gd name="connsiteX0" fmla="*/ 0 w 199855"/>
                <a:gd name="connsiteY0" fmla="*/ 745656 h 1385496"/>
                <a:gd name="connsiteX1" fmla="*/ 193920 w 199855"/>
                <a:gd name="connsiteY1" fmla="*/ 0 h 1385496"/>
                <a:gd name="connsiteX2" fmla="*/ 199855 w 199855"/>
                <a:gd name="connsiteY2" fmla="*/ 1027869 h 1385496"/>
                <a:gd name="connsiteX3" fmla="*/ 4471 w 199855"/>
                <a:gd name="connsiteY3" fmla="*/ 1385496 h 1385496"/>
                <a:gd name="connsiteX4" fmla="*/ 0 w 199855"/>
                <a:gd name="connsiteY4" fmla="*/ 745656 h 1385496"/>
                <a:gd name="connsiteX0" fmla="*/ 0 w 219519"/>
                <a:gd name="connsiteY0" fmla="*/ 730359 h 1370199"/>
                <a:gd name="connsiteX1" fmla="*/ 219401 w 219519"/>
                <a:gd name="connsiteY1" fmla="*/ 0 h 1370199"/>
                <a:gd name="connsiteX2" fmla="*/ 199855 w 219519"/>
                <a:gd name="connsiteY2" fmla="*/ 1012572 h 1370199"/>
                <a:gd name="connsiteX3" fmla="*/ 4471 w 219519"/>
                <a:gd name="connsiteY3" fmla="*/ 1370199 h 1370199"/>
                <a:gd name="connsiteX4" fmla="*/ 0 w 219519"/>
                <a:gd name="connsiteY4" fmla="*/ 730359 h 1370199"/>
                <a:gd name="connsiteX0" fmla="*/ 0 w 219602"/>
                <a:gd name="connsiteY0" fmla="*/ 730359 h 1370199"/>
                <a:gd name="connsiteX1" fmla="*/ 219401 w 219602"/>
                <a:gd name="connsiteY1" fmla="*/ 0 h 1370199"/>
                <a:gd name="connsiteX2" fmla="*/ 210047 w 219602"/>
                <a:gd name="connsiteY2" fmla="*/ 1007473 h 1370199"/>
                <a:gd name="connsiteX3" fmla="*/ 4471 w 219602"/>
                <a:gd name="connsiteY3" fmla="*/ 1370199 h 1370199"/>
                <a:gd name="connsiteX4" fmla="*/ 0 w 219602"/>
                <a:gd name="connsiteY4" fmla="*/ 730359 h 1370199"/>
                <a:gd name="connsiteX0" fmla="*/ 0 w 220239"/>
                <a:gd name="connsiteY0" fmla="*/ 730359 h 1370199"/>
                <a:gd name="connsiteX1" fmla="*/ 219401 w 220239"/>
                <a:gd name="connsiteY1" fmla="*/ 0 h 1370199"/>
                <a:gd name="connsiteX2" fmla="*/ 220239 w 220239"/>
                <a:gd name="connsiteY2" fmla="*/ 1007473 h 1370199"/>
                <a:gd name="connsiteX3" fmla="*/ 4471 w 220239"/>
                <a:gd name="connsiteY3" fmla="*/ 1370199 h 1370199"/>
                <a:gd name="connsiteX4" fmla="*/ 0 w 220239"/>
                <a:gd name="connsiteY4" fmla="*/ 730359 h 13701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0239" h="1370199">
                  <a:moveTo>
                    <a:pt x="0" y="730359"/>
                  </a:moveTo>
                  <a:cubicBezTo>
                    <a:pt x="64640" y="481807"/>
                    <a:pt x="154761" y="248552"/>
                    <a:pt x="219401" y="0"/>
                  </a:cubicBezTo>
                  <a:cubicBezTo>
                    <a:pt x="221379" y="342623"/>
                    <a:pt x="218261" y="664850"/>
                    <a:pt x="220239" y="1007473"/>
                  </a:cubicBezTo>
                  <a:lnTo>
                    <a:pt x="4471" y="1370199"/>
                  </a:lnTo>
                  <a:cubicBezTo>
                    <a:pt x="2981" y="1156919"/>
                    <a:pt x="1490" y="943639"/>
                    <a:pt x="0" y="730359"/>
                  </a:cubicBezTo>
                  <a:close/>
                </a:path>
              </a:pathLst>
            </a:custGeom>
            <a:gradFill>
              <a:gsLst>
                <a:gs pos="0">
                  <a:schemeClr val="accent6">
                    <a:lumMod val="20000"/>
                    <a:lumOff val="80000"/>
                  </a:schemeClr>
                </a:gs>
                <a:gs pos="100000">
                  <a:schemeClr val="bg1"/>
                </a:gs>
              </a:gsLst>
              <a:lin ang="10800000" scaled="0"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grpSp>
          <p:nvGrpSpPr>
            <p:cNvPr id="48316" name="Group 950"/>
            <p:cNvGrpSpPr>
              <a:grpSpLocks/>
            </p:cNvGrpSpPr>
            <p:nvPr/>
          </p:nvGrpSpPr>
          <p:grpSpPr bwMode="auto">
            <a:xfrm>
              <a:off x="1492879" y="2820676"/>
              <a:ext cx="338137" cy="653816"/>
              <a:chOff x="4140" y="429"/>
              <a:chExt cx="1425" cy="2396"/>
            </a:xfrm>
          </p:grpSpPr>
          <p:sp>
            <p:nvSpPr>
              <p:cNvPr id="48350" name="Freeform 951"/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3 w 354"/>
                  <a:gd name="T1" fmla="*/ 0 h 2742"/>
                  <a:gd name="T2" fmla="*/ 15 w 354"/>
                  <a:gd name="T3" fmla="*/ 27 h 2742"/>
                  <a:gd name="T4" fmla="*/ 15 w 354"/>
                  <a:gd name="T5" fmla="*/ 205 h 2742"/>
                  <a:gd name="T6" fmla="*/ 0 w 354"/>
                  <a:gd name="T7" fmla="*/ 215 h 2742"/>
                  <a:gd name="T8" fmla="*/ 3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4"/>
                  <a:gd name="T16" fmla="*/ 0 h 2742"/>
                  <a:gd name="T17" fmla="*/ 354 w 354"/>
                  <a:gd name="T18" fmla="*/ 2742 h 27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8351" name="Rectangle 952"/>
              <p:cNvSpPr>
                <a:spLocks noChangeArrowheads="1"/>
              </p:cNvSpPr>
              <p:nvPr/>
            </p:nvSpPr>
            <p:spPr bwMode="auto">
              <a:xfrm>
                <a:off x="4210" y="429"/>
                <a:ext cx="1046" cy="2285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8352" name="Freeform 953"/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9 w 211"/>
                  <a:gd name="T3" fmla="*/ 18 h 2537"/>
                  <a:gd name="T4" fmla="*/ 2 w 211"/>
                  <a:gd name="T5" fmla="*/ 196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1"/>
                  <a:gd name="T13" fmla="*/ 0 h 2537"/>
                  <a:gd name="T14" fmla="*/ 211 w 211"/>
                  <a:gd name="T15" fmla="*/ 2537 h 253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8353" name="Freeform 954"/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14 w 328"/>
                  <a:gd name="T3" fmla="*/ 11 h 226"/>
                  <a:gd name="T4" fmla="*/ 14 w 328"/>
                  <a:gd name="T5" fmla="*/ 19 h 226"/>
                  <a:gd name="T6" fmla="*/ 0 w 328"/>
                  <a:gd name="T7" fmla="*/ 8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8354" name="Rectangle 955"/>
              <p:cNvSpPr>
                <a:spLocks noChangeArrowheads="1"/>
              </p:cNvSpPr>
              <p:nvPr/>
            </p:nvSpPr>
            <p:spPr bwMode="auto">
              <a:xfrm>
                <a:off x="4210" y="690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48355" name="Group 956"/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48380" name="AutoShape 957"/>
                <p:cNvSpPr>
                  <a:spLocks noChangeArrowheads="1"/>
                </p:cNvSpPr>
                <p:nvPr/>
              </p:nvSpPr>
              <p:spPr bwMode="auto">
                <a:xfrm>
                  <a:off x="613" y="2566"/>
                  <a:ext cx="721" cy="14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8381" name="AutoShape 958"/>
                <p:cNvSpPr>
                  <a:spLocks noChangeArrowheads="1"/>
                </p:cNvSpPr>
                <p:nvPr/>
              </p:nvSpPr>
              <p:spPr bwMode="auto">
                <a:xfrm>
                  <a:off x="625" y="2581"/>
                  <a:ext cx="696" cy="114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48356" name="Rectangle 959"/>
              <p:cNvSpPr>
                <a:spLocks noChangeArrowheads="1"/>
              </p:cNvSpPr>
              <p:nvPr/>
            </p:nvSpPr>
            <p:spPr bwMode="auto">
              <a:xfrm>
                <a:off x="4220" y="1022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48357" name="Group 960"/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48378" name="AutoShape 961"/>
                <p:cNvSpPr>
                  <a:spLocks noChangeArrowheads="1"/>
                </p:cNvSpPr>
                <p:nvPr/>
              </p:nvSpPr>
              <p:spPr bwMode="auto">
                <a:xfrm>
                  <a:off x="615" y="2564"/>
                  <a:ext cx="721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8379" name="AutoShape 962"/>
                <p:cNvSpPr>
                  <a:spLocks noChangeArrowheads="1"/>
                </p:cNvSpPr>
                <p:nvPr/>
              </p:nvSpPr>
              <p:spPr bwMode="auto">
                <a:xfrm>
                  <a:off x="628" y="2581"/>
                  <a:ext cx="696" cy="107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48358" name="Rectangle 963"/>
              <p:cNvSpPr>
                <a:spLocks noChangeArrowheads="1"/>
              </p:cNvSpPr>
              <p:nvPr/>
            </p:nvSpPr>
            <p:spPr bwMode="auto">
              <a:xfrm>
                <a:off x="4220" y="1354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8359" name="Rectangle 964"/>
              <p:cNvSpPr>
                <a:spLocks noChangeArrowheads="1"/>
              </p:cNvSpPr>
              <p:nvPr/>
            </p:nvSpPr>
            <p:spPr bwMode="auto">
              <a:xfrm>
                <a:off x="4230" y="1655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48360" name="Group 965"/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48376" name="AutoShape 966"/>
                <p:cNvSpPr>
                  <a:spLocks noChangeArrowheads="1"/>
                </p:cNvSpPr>
                <p:nvPr/>
              </p:nvSpPr>
              <p:spPr bwMode="auto">
                <a:xfrm>
                  <a:off x="618" y="2586"/>
                  <a:ext cx="720" cy="12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8377" name="AutoShape 967"/>
                <p:cNvSpPr>
                  <a:spLocks noChangeArrowheads="1"/>
                </p:cNvSpPr>
                <p:nvPr/>
              </p:nvSpPr>
              <p:spPr bwMode="auto">
                <a:xfrm>
                  <a:off x="630" y="2586"/>
                  <a:ext cx="695" cy="10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48361" name="Freeform 968"/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14 w 328"/>
                  <a:gd name="T3" fmla="*/ 10 h 226"/>
                  <a:gd name="T4" fmla="*/ 14 w 328"/>
                  <a:gd name="T5" fmla="*/ 17 h 226"/>
                  <a:gd name="T6" fmla="*/ 0 w 328"/>
                  <a:gd name="T7" fmla="*/ 7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48362" name="Group 969"/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48374" name="AutoShape 970"/>
                <p:cNvSpPr>
                  <a:spLocks noChangeArrowheads="1"/>
                </p:cNvSpPr>
                <p:nvPr/>
              </p:nvSpPr>
              <p:spPr bwMode="auto">
                <a:xfrm>
                  <a:off x="613" y="2571"/>
                  <a:ext cx="732" cy="13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8375" name="AutoShape 971"/>
                <p:cNvSpPr>
                  <a:spLocks noChangeArrowheads="1"/>
                </p:cNvSpPr>
                <p:nvPr/>
              </p:nvSpPr>
              <p:spPr bwMode="auto">
                <a:xfrm>
                  <a:off x="625" y="2587"/>
                  <a:ext cx="720" cy="103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48363" name="Rectangle 972"/>
              <p:cNvSpPr>
                <a:spLocks noChangeArrowheads="1"/>
              </p:cNvSpPr>
              <p:nvPr/>
            </p:nvSpPr>
            <p:spPr bwMode="auto">
              <a:xfrm>
                <a:off x="5246" y="429"/>
                <a:ext cx="70" cy="2285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8364" name="Freeform 973"/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14 w 296"/>
                  <a:gd name="T3" fmla="*/ 10 h 256"/>
                  <a:gd name="T4" fmla="*/ 14 w 296"/>
                  <a:gd name="T5" fmla="*/ 19 h 256"/>
                  <a:gd name="T6" fmla="*/ 0 w 296"/>
                  <a:gd name="T7" fmla="*/ 7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6"/>
                  <a:gd name="T16" fmla="*/ 0 h 256"/>
                  <a:gd name="T17" fmla="*/ 296 w 296"/>
                  <a:gd name="T18" fmla="*/ 256 h 2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8365" name="Freeform 974"/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14 w 304"/>
                  <a:gd name="T3" fmla="*/ 13 h 288"/>
                  <a:gd name="T4" fmla="*/ 13 w 304"/>
                  <a:gd name="T5" fmla="*/ 23 h 288"/>
                  <a:gd name="T6" fmla="*/ 2 w 304"/>
                  <a:gd name="T7" fmla="*/ 10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4"/>
                  <a:gd name="T16" fmla="*/ 0 h 288"/>
                  <a:gd name="T17" fmla="*/ 304 w 304"/>
                  <a:gd name="T18" fmla="*/ 288 h 2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8366" name="Oval 975"/>
              <p:cNvSpPr>
                <a:spLocks noChangeArrowheads="1"/>
              </p:cNvSpPr>
              <p:nvPr/>
            </p:nvSpPr>
            <p:spPr bwMode="auto">
              <a:xfrm>
                <a:off x="5515" y="2611"/>
                <a:ext cx="50" cy="95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8367" name="Freeform 976"/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9 h 240"/>
                  <a:gd name="T2" fmla="*/ 2 w 306"/>
                  <a:gd name="T3" fmla="*/ 19 h 240"/>
                  <a:gd name="T4" fmla="*/ 14 w 306"/>
                  <a:gd name="T5" fmla="*/ 9 h 240"/>
                  <a:gd name="T6" fmla="*/ 14 w 306"/>
                  <a:gd name="T7" fmla="*/ 0 h 240"/>
                  <a:gd name="T8" fmla="*/ 0 w 306"/>
                  <a:gd name="T9" fmla="*/ 9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6"/>
                  <a:gd name="T16" fmla="*/ 0 h 240"/>
                  <a:gd name="T17" fmla="*/ 306 w 306"/>
                  <a:gd name="T18" fmla="*/ 240 h 2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8368" name="AutoShape 977"/>
              <p:cNvSpPr>
                <a:spLocks noChangeArrowheads="1"/>
              </p:cNvSpPr>
              <p:nvPr/>
            </p:nvSpPr>
            <p:spPr bwMode="auto">
              <a:xfrm>
                <a:off x="4140" y="2675"/>
                <a:ext cx="1196" cy="150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8369" name="AutoShape 978"/>
              <p:cNvSpPr>
                <a:spLocks noChangeArrowheads="1"/>
              </p:cNvSpPr>
              <p:nvPr/>
            </p:nvSpPr>
            <p:spPr bwMode="auto">
              <a:xfrm>
                <a:off x="4210" y="2714"/>
                <a:ext cx="1066" cy="7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8370" name="Oval 979"/>
              <p:cNvSpPr>
                <a:spLocks noChangeArrowheads="1"/>
              </p:cNvSpPr>
              <p:nvPr/>
            </p:nvSpPr>
            <p:spPr bwMode="auto">
              <a:xfrm>
                <a:off x="4309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8371" name="Oval 980"/>
              <p:cNvSpPr>
                <a:spLocks noChangeArrowheads="1"/>
              </p:cNvSpPr>
              <p:nvPr/>
            </p:nvSpPr>
            <p:spPr bwMode="auto">
              <a:xfrm>
                <a:off x="4489" y="2382"/>
                <a:ext cx="159" cy="142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 eaLnBrk="1" hangingPunct="1"/>
                <a:endParaRPr lang="en-US">
                  <a:solidFill>
                    <a:srgbClr val="FF0000"/>
                  </a:solidFill>
                </a:endParaRPr>
              </a:p>
            </p:txBody>
          </p:sp>
          <p:sp>
            <p:nvSpPr>
              <p:cNvPr id="48372" name="Oval 981"/>
              <p:cNvSpPr>
                <a:spLocks noChangeArrowheads="1"/>
              </p:cNvSpPr>
              <p:nvPr/>
            </p:nvSpPr>
            <p:spPr bwMode="auto">
              <a:xfrm>
                <a:off x="4658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8373" name="Rectangle 982"/>
              <p:cNvSpPr>
                <a:spLocks noChangeArrowheads="1"/>
              </p:cNvSpPr>
              <p:nvPr/>
            </p:nvSpPr>
            <p:spPr bwMode="auto">
              <a:xfrm>
                <a:off x="5067" y="1837"/>
                <a:ext cx="80" cy="759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48317" name="Group 950"/>
            <p:cNvGrpSpPr>
              <a:grpSpLocks/>
            </p:cNvGrpSpPr>
            <p:nvPr/>
          </p:nvGrpSpPr>
          <p:grpSpPr bwMode="auto">
            <a:xfrm>
              <a:off x="7182479" y="2847655"/>
              <a:ext cx="338137" cy="653816"/>
              <a:chOff x="4140" y="429"/>
              <a:chExt cx="1425" cy="2396"/>
            </a:xfrm>
          </p:grpSpPr>
          <p:sp>
            <p:nvSpPr>
              <p:cNvPr id="48318" name="Freeform 951"/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3 w 354"/>
                  <a:gd name="T1" fmla="*/ 0 h 2742"/>
                  <a:gd name="T2" fmla="*/ 15 w 354"/>
                  <a:gd name="T3" fmla="*/ 27 h 2742"/>
                  <a:gd name="T4" fmla="*/ 15 w 354"/>
                  <a:gd name="T5" fmla="*/ 205 h 2742"/>
                  <a:gd name="T6" fmla="*/ 0 w 354"/>
                  <a:gd name="T7" fmla="*/ 215 h 2742"/>
                  <a:gd name="T8" fmla="*/ 3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4"/>
                  <a:gd name="T16" fmla="*/ 0 h 2742"/>
                  <a:gd name="T17" fmla="*/ 354 w 354"/>
                  <a:gd name="T18" fmla="*/ 2742 h 27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8319" name="Rectangle 952"/>
              <p:cNvSpPr>
                <a:spLocks noChangeArrowheads="1"/>
              </p:cNvSpPr>
              <p:nvPr/>
            </p:nvSpPr>
            <p:spPr bwMode="auto">
              <a:xfrm>
                <a:off x="4210" y="429"/>
                <a:ext cx="1046" cy="2285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8320" name="Freeform 953"/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9 w 211"/>
                  <a:gd name="T3" fmla="*/ 18 h 2537"/>
                  <a:gd name="T4" fmla="*/ 2 w 211"/>
                  <a:gd name="T5" fmla="*/ 196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1"/>
                  <a:gd name="T13" fmla="*/ 0 h 2537"/>
                  <a:gd name="T14" fmla="*/ 211 w 211"/>
                  <a:gd name="T15" fmla="*/ 2537 h 253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8321" name="Freeform 954"/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14 w 328"/>
                  <a:gd name="T3" fmla="*/ 11 h 226"/>
                  <a:gd name="T4" fmla="*/ 14 w 328"/>
                  <a:gd name="T5" fmla="*/ 19 h 226"/>
                  <a:gd name="T6" fmla="*/ 0 w 328"/>
                  <a:gd name="T7" fmla="*/ 8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8322" name="Rectangle 955"/>
              <p:cNvSpPr>
                <a:spLocks noChangeArrowheads="1"/>
              </p:cNvSpPr>
              <p:nvPr/>
            </p:nvSpPr>
            <p:spPr bwMode="auto">
              <a:xfrm>
                <a:off x="4210" y="690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48323" name="Group 956"/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48348" name="AutoShape 957"/>
                <p:cNvSpPr>
                  <a:spLocks noChangeArrowheads="1"/>
                </p:cNvSpPr>
                <p:nvPr/>
              </p:nvSpPr>
              <p:spPr bwMode="auto">
                <a:xfrm>
                  <a:off x="613" y="2566"/>
                  <a:ext cx="721" cy="14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8349" name="AutoShape 958"/>
                <p:cNvSpPr>
                  <a:spLocks noChangeArrowheads="1"/>
                </p:cNvSpPr>
                <p:nvPr/>
              </p:nvSpPr>
              <p:spPr bwMode="auto">
                <a:xfrm>
                  <a:off x="625" y="2581"/>
                  <a:ext cx="696" cy="114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48324" name="Rectangle 959"/>
              <p:cNvSpPr>
                <a:spLocks noChangeArrowheads="1"/>
              </p:cNvSpPr>
              <p:nvPr/>
            </p:nvSpPr>
            <p:spPr bwMode="auto">
              <a:xfrm>
                <a:off x="4220" y="1022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48325" name="Group 960"/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48346" name="AutoShape 961"/>
                <p:cNvSpPr>
                  <a:spLocks noChangeArrowheads="1"/>
                </p:cNvSpPr>
                <p:nvPr/>
              </p:nvSpPr>
              <p:spPr bwMode="auto">
                <a:xfrm>
                  <a:off x="615" y="2564"/>
                  <a:ext cx="721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8347" name="AutoShape 962"/>
                <p:cNvSpPr>
                  <a:spLocks noChangeArrowheads="1"/>
                </p:cNvSpPr>
                <p:nvPr/>
              </p:nvSpPr>
              <p:spPr bwMode="auto">
                <a:xfrm>
                  <a:off x="628" y="2581"/>
                  <a:ext cx="696" cy="107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48326" name="Rectangle 963"/>
              <p:cNvSpPr>
                <a:spLocks noChangeArrowheads="1"/>
              </p:cNvSpPr>
              <p:nvPr/>
            </p:nvSpPr>
            <p:spPr bwMode="auto">
              <a:xfrm>
                <a:off x="4220" y="1354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8327" name="Rectangle 964"/>
              <p:cNvSpPr>
                <a:spLocks noChangeArrowheads="1"/>
              </p:cNvSpPr>
              <p:nvPr/>
            </p:nvSpPr>
            <p:spPr bwMode="auto">
              <a:xfrm>
                <a:off x="4230" y="1655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48328" name="Group 965"/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48344" name="AutoShape 966"/>
                <p:cNvSpPr>
                  <a:spLocks noChangeArrowheads="1"/>
                </p:cNvSpPr>
                <p:nvPr/>
              </p:nvSpPr>
              <p:spPr bwMode="auto">
                <a:xfrm>
                  <a:off x="618" y="2586"/>
                  <a:ext cx="720" cy="12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8345" name="AutoShape 967"/>
                <p:cNvSpPr>
                  <a:spLocks noChangeArrowheads="1"/>
                </p:cNvSpPr>
                <p:nvPr/>
              </p:nvSpPr>
              <p:spPr bwMode="auto">
                <a:xfrm>
                  <a:off x="630" y="2586"/>
                  <a:ext cx="695" cy="10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48329" name="Freeform 968"/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14 w 328"/>
                  <a:gd name="T3" fmla="*/ 10 h 226"/>
                  <a:gd name="T4" fmla="*/ 14 w 328"/>
                  <a:gd name="T5" fmla="*/ 17 h 226"/>
                  <a:gd name="T6" fmla="*/ 0 w 328"/>
                  <a:gd name="T7" fmla="*/ 7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48330" name="Group 969"/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48342" name="AutoShape 970"/>
                <p:cNvSpPr>
                  <a:spLocks noChangeArrowheads="1"/>
                </p:cNvSpPr>
                <p:nvPr/>
              </p:nvSpPr>
              <p:spPr bwMode="auto">
                <a:xfrm>
                  <a:off x="613" y="2571"/>
                  <a:ext cx="732" cy="13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8343" name="AutoShape 971"/>
                <p:cNvSpPr>
                  <a:spLocks noChangeArrowheads="1"/>
                </p:cNvSpPr>
                <p:nvPr/>
              </p:nvSpPr>
              <p:spPr bwMode="auto">
                <a:xfrm>
                  <a:off x="625" y="2587"/>
                  <a:ext cx="720" cy="103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48331" name="Rectangle 972"/>
              <p:cNvSpPr>
                <a:spLocks noChangeArrowheads="1"/>
              </p:cNvSpPr>
              <p:nvPr/>
            </p:nvSpPr>
            <p:spPr bwMode="auto">
              <a:xfrm>
                <a:off x="5246" y="429"/>
                <a:ext cx="70" cy="2285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8332" name="Freeform 973"/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14 w 296"/>
                  <a:gd name="T3" fmla="*/ 10 h 256"/>
                  <a:gd name="T4" fmla="*/ 14 w 296"/>
                  <a:gd name="T5" fmla="*/ 19 h 256"/>
                  <a:gd name="T6" fmla="*/ 0 w 296"/>
                  <a:gd name="T7" fmla="*/ 7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6"/>
                  <a:gd name="T16" fmla="*/ 0 h 256"/>
                  <a:gd name="T17" fmla="*/ 296 w 296"/>
                  <a:gd name="T18" fmla="*/ 256 h 2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8333" name="Freeform 974"/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14 w 304"/>
                  <a:gd name="T3" fmla="*/ 13 h 288"/>
                  <a:gd name="T4" fmla="*/ 13 w 304"/>
                  <a:gd name="T5" fmla="*/ 23 h 288"/>
                  <a:gd name="T6" fmla="*/ 2 w 304"/>
                  <a:gd name="T7" fmla="*/ 10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4"/>
                  <a:gd name="T16" fmla="*/ 0 h 288"/>
                  <a:gd name="T17" fmla="*/ 304 w 304"/>
                  <a:gd name="T18" fmla="*/ 288 h 2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8334" name="Oval 975"/>
              <p:cNvSpPr>
                <a:spLocks noChangeArrowheads="1"/>
              </p:cNvSpPr>
              <p:nvPr/>
            </p:nvSpPr>
            <p:spPr bwMode="auto">
              <a:xfrm>
                <a:off x="5515" y="2611"/>
                <a:ext cx="50" cy="95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8335" name="Freeform 976"/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9 h 240"/>
                  <a:gd name="T2" fmla="*/ 2 w 306"/>
                  <a:gd name="T3" fmla="*/ 19 h 240"/>
                  <a:gd name="T4" fmla="*/ 14 w 306"/>
                  <a:gd name="T5" fmla="*/ 9 h 240"/>
                  <a:gd name="T6" fmla="*/ 14 w 306"/>
                  <a:gd name="T7" fmla="*/ 0 h 240"/>
                  <a:gd name="T8" fmla="*/ 0 w 306"/>
                  <a:gd name="T9" fmla="*/ 9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6"/>
                  <a:gd name="T16" fmla="*/ 0 h 240"/>
                  <a:gd name="T17" fmla="*/ 306 w 306"/>
                  <a:gd name="T18" fmla="*/ 240 h 2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8336" name="AutoShape 977"/>
              <p:cNvSpPr>
                <a:spLocks noChangeArrowheads="1"/>
              </p:cNvSpPr>
              <p:nvPr/>
            </p:nvSpPr>
            <p:spPr bwMode="auto">
              <a:xfrm>
                <a:off x="4140" y="2675"/>
                <a:ext cx="1196" cy="150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8337" name="AutoShape 978"/>
              <p:cNvSpPr>
                <a:spLocks noChangeArrowheads="1"/>
              </p:cNvSpPr>
              <p:nvPr/>
            </p:nvSpPr>
            <p:spPr bwMode="auto">
              <a:xfrm>
                <a:off x="4210" y="2714"/>
                <a:ext cx="1066" cy="7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8338" name="Oval 979"/>
              <p:cNvSpPr>
                <a:spLocks noChangeArrowheads="1"/>
              </p:cNvSpPr>
              <p:nvPr/>
            </p:nvSpPr>
            <p:spPr bwMode="auto">
              <a:xfrm>
                <a:off x="4309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8339" name="Oval 980"/>
              <p:cNvSpPr>
                <a:spLocks noChangeArrowheads="1"/>
              </p:cNvSpPr>
              <p:nvPr/>
            </p:nvSpPr>
            <p:spPr bwMode="auto">
              <a:xfrm>
                <a:off x="4489" y="2382"/>
                <a:ext cx="159" cy="142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 eaLnBrk="1" hangingPunct="1"/>
                <a:endParaRPr lang="en-US">
                  <a:solidFill>
                    <a:srgbClr val="FF0000"/>
                  </a:solidFill>
                </a:endParaRPr>
              </a:p>
            </p:txBody>
          </p:sp>
          <p:sp>
            <p:nvSpPr>
              <p:cNvPr id="48340" name="Oval 981"/>
              <p:cNvSpPr>
                <a:spLocks noChangeArrowheads="1"/>
              </p:cNvSpPr>
              <p:nvPr/>
            </p:nvSpPr>
            <p:spPr bwMode="auto">
              <a:xfrm>
                <a:off x="4658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8341" name="Rectangle 982"/>
              <p:cNvSpPr>
                <a:spLocks noChangeArrowheads="1"/>
              </p:cNvSpPr>
              <p:nvPr/>
            </p:nvSpPr>
            <p:spPr bwMode="auto">
              <a:xfrm>
                <a:off x="5067" y="1837"/>
                <a:ext cx="80" cy="759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sp>
        <p:nvSpPr>
          <p:cNvPr id="48129" name="Freeform 2"/>
          <p:cNvSpPr>
            <a:spLocks/>
          </p:cNvSpPr>
          <p:nvPr/>
        </p:nvSpPr>
        <p:spPr bwMode="auto">
          <a:xfrm>
            <a:off x="2592388" y="5749925"/>
            <a:ext cx="4027487" cy="939800"/>
          </a:xfrm>
          <a:custGeom>
            <a:avLst/>
            <a:gdLst>
              <a:gd name="T0" fmla="*/ 648763 w 10001"/>
              <a:gd name="T1" fmla="*/ 34777612 h 10125"/>
              <a:gd name="T2" fmla="*/ 115976403 w 10001"/>
              <a:gd name="T3" fmla="*/ 13733703 h 10125"/>
              <a:gd name="T4" fmla="*/ 507700960 w 10001"/>
              <a:gd name="T5" fmla="*/ 8662125 h 10125"/>
              <a:gd name="T6" fmla="*/ 810212713 w 10001"/>
              <a:gd name="T7" fmla="*/ 0 h 10125"/>
              <a:gd name="T8" fmla="*/ 1090015738 w 10001"/>
              <a:gd name="T9" fmla="*/ 8687929 h 10125"/>
              <a:gd name="T10" fmla="*/ 1310938763 w 10001"/>
              <a:gd name="T11" fmla="*/ 4279362 h 10125"/>
              <a:gd name="T12" fmla="*/ 1620263134 w 10001"/>
              <a:gd name="T13" fmla="*/ 25736690 h 10125"/>
              <a:gd name="T14" fmla="*/ 1394798364 w 10001"/>
              <a:gd name="T15" fmla="*/ 58525268 h 10125"/>
              <a:gd name="T16" fmla="*/ 1134622140 w 10001"/>
              <a:gd name="T17" fmla="*/ 80266624 h 10125"/>
              <a:gd name="T18" fmla="*/ 860820276 w 10001"/>
              <a:gd name="T19" fmla="*/ 76142271 h 10125"/>
              <a:gd name="T20" fmla="*/ 708996782 w 10001"/>
              <a:gd name="T21" fmla="*/ 85346835 h 10125"/>
              <a:gd name="T22" fmla="*/ 509322667 w 10001"/>
              <a:gd name="T23" fmla="*/ 86268164 h 10125"/>
              <a:gd name="T24" fmla="*/ 353443899 w 10001"/>
              <a:gd name="T25" fmla="*/ 67979516 h 10125"/>
              <a:gd name="T26" fmla="*/ 192536914 w 10001"/>
              <a:gd name="T27" fmla="*/ 64535347 h 10125"/>
              <a:gd name="T28" fmla="*/ 648763 w 10001"/>
              <a:gd name="T29" fmla="*/ 34777612 h 10125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</a:gdLst>
            <a:ahLst/>
            <a:cxnLst>
              <a:cxn ang="T30">
                <a:pos x="T0" y="T1"/>
              </a:cxn>
              <a:cxn ang="T31">
                <a:pos x="T2" y="T3"/>
              </a:cxn>
              <a:cxn ang="T32">
                <a:pos x="T4" y="T5"/>
              </a:cxn>
              <a:cxn ang="T33">
                <a:pos x="T6" y="T7"/>
              </a:cxn>
              <a:cxn ang="T34">
                <a:pos x="T8" y="T9"/>
              </a:cxn>
              <a:cxn ang="T35">
                <a:pos x="T10" y="T11"/>
              </a:cxn>
              <a:cxn ang="T36">
                <a:pos x="T12" y="T13"/>
              </a:cxn>
              <a:cxn ang="T37">
                <a:pos x="T14" y="T15"/>
              </a:cxn>
              <a:cxn ang="T38">
                <a:pos x="T16" y="T17"/>
              </a:cxn>
              <a:cxn ang="T39">
                <a:pos x="T18" y="T19"/>
              </a:cxn>
              <a:cxn ang="T40">
                <a:pos x="T20" y="T21"/>
              </a:cxn>
              <a:cxn ang="T41">
                <a:pos x="T22" y="T23"/>
              </a:cxn>
              <a:cxn ang="T42">
                <a:pos x="T24" y="T25"/>
              </a:cxn>
              <a:cxn ang="T43">
                <a:pos x="T26" y="T27"/>
              </a:cxn>
              <a:cxn ang="T44">
                <a:pos x="T28" y="T29"/>
              </a:cxn>
            </a:cxnLst>
            <a:rect l="0" t="0" r="r" b="b"/>
            <a:pathLst>
              <a:path w="10001" h="10125">
                <a:moveTo>
                  <a:pt x="4" y="4039"/>
                </a:moveTo>
                <a:cubicBezTo>
                  <a:pt x="-29" y="2271"/>
                  <a:pt x="194" y="2100"/>
                  <a:pt x="715" y="1595"/>
                </a:cubicBezTo>
                <a:cubicBezTo>
                  <a:pt x="1236" y="1089"/>
                  <a:pt x="2417" y="1272"/>
                  <a:pt x="3130" y="1006"/>
                </a:cubicBezTo>
                <a:cubicBezTo>
                  <a:pt x="3843" y="740"/>
                  <a:pt x="4397" y="0"/>
                  <a:pt x="4995" y="0"/>
                </a:cubicBezTo>
                <a:cubicBezTo>
                  <a:pt x="5593" y="1"/>
                  <a:pt x="6206" y="926"/>
                  <a:pt x="6720" y="1009"/>
                </a:cubicBezTo>
                <a:cubicBezTo>
                  <a:pt x="7234" y="1092"/>
                  <a:pt x="7536" y="241"/>
                  <a:pt x="8082" y="497"/>
                </a:cubicBezTo>
                <a:cubicBezTo>
                  <a:pt x="8628" y="756"/>
                  <a:pt x="9854" y="442"/>
                  <a:pt x="9989" y="2989"/>
                </a:cubicBezTo>
                <a:cubicBezTo>
                  <a:pt x="10124" y="5536"/>
                  <a:pt x="9098" y="5742"/>
                  <a:pt x="8599" y="6797"/>
                </a:cubicBezTo>
                <a:cubicBezTo>
                  <a:pt x="8100" y="7852"/>
                  <a:pt x="7544" y="8981"/>
                  <a:pt x="6995" y="9322"/>
                </a:cubicBezTo>
                <a:cubicBezTo>
                  <a:pt x="6446" y="9663"/>
                  <a:pt x="5793" y="8957"/>
                  <a:pt x="5307" y="8843"/>
                </a:cubicBezTo>
                <a:cubicBezTo>
                  <a:pt x="4819" y="8726"/>
                  <a:pt x="4628" y="10048"/>
                  <a:pt x="4371" y="9912"/>
                </a:cubicBezTo>
                <a:cubicBezTo>
                  <a:pt x="4114" y="9775"/>
                  <a:pt x="3505" y="10355"/>
                  <a:pt x="3140" y="10019"/>
                </a:cubicBezTo>
                <a:cubicBezTo>
                  <a:pt x="2774" y="9683"/>
                  <a:pt x="2820" y="8138"/>
                  <a:pt x="2179" y="7895"/>
                </a:cubicBezTo>
                <a:cubicBezTo>
                  <a:pt x="1586" y="6800"/>
                  <a:pt x="1549" y="8137"/>
                  <a:pt x="1187" y="7495"/>
                </a:cubicBezTo>
                <a:cubicBezTo>
                  <a:pt x="825" y="6852"/>
                  <a:pt x="-7" y="6157"/>
                  <a:pt x="4" y="4039"/>
                </a:cubicBezTo>
                <a:close/>
              </a:path>
            </a:pathLst>
          </a:custGeom>
          <a:solidFill>
            <a:srgbClr val="66CCF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cxnSp>
        <p:nvCxnSpPr>
          <p:cNvPr id="148" name="Straight Connector 147"/>
          <p:cNvCxnSpPr/>
          <p:nvPr/>
        </p:nvCxnSpPr>
        <p:spPr>
          <a:xfrm flipV="1">
            <a:off x="3262941" y="5900738"/>
            <a:ext cx="1316038" cy="131762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Straight Connector 149"/>
          <p:cNvCxnSpPr/>
          <p:nvPr/>
        </p:nvCxnSpPr>
        <p:spPr>
          <a:xfrm>
            <a:off x="3151816" y="6088063"/>
            <a:ext cx="2259013" cy="29845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Straight Connector 152"/>
          <p:cNvCxnSpPr/>
          <p:nvPr/>
        </p:nvCxnSpPr>
        <p:spPr>
          <a:xfrm>
            <a:off x="3164516" y="6192838"/>
            <a:ext cx="714375" cy="276225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Straight Connector 156"/>
          <p:cNvCxnSpPr/>
          <p:nvPr/>
        </p:nvCxnSpPr>
        <p:spPr>
          <a:xfrm flipV="1">
            <a:off x="4182104" y="6386513"/>
            <a:ext cx="1247775" cy="8255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Straight Connector 158"/>
          <p:cNvCxnSpPr/>
          <p:nvPr/>
        </p:nvCxnSpPr>
        <p:spPr>
          <a:xfrm>
            <a:off x="4842504" y="5934075"/>
            <a:ext cx="1057275" cy="123825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Straight Connector 160"/>
          <p:cNvCxnSpPr/>
          <p:nvPr/>
        </p:nvCxnSpPr>
        <p:spPr>
          <a:xfrm flipV="1">
            <a:off x="4126541" y="6088063"/>
            <a:ext cx="1790700" cy="29845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Straight Connector 162"/>
          <p:cNvCxnSpPr/>
          <p:nvPr/>
        </p:nvCxnSpPr>
        <p:spPr>
          <a:xfrm flipV="1">
            <a:off x="5453691" y="6116638"/>
            <a:ext cx="588963" cy="269875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Straight Connector 164"/>
          <p:cNvCxnSpPr/>
          <p:nvPr/>
        </p:nvCxnSpPr>
        <p:spPr>
          <a:xfrm>
            <a:off x="4596441" y="5900738"/>
            <a:ext cx="814388" cy="401637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8261" name="Group 48260"/>
          <p:cNvGrpSpPr/>
          <p:nvPr/>
        </p:nvGrpSpPr>
        <p:grpSpPr>
          <a:xfrm>
            <a:off x="1526216" y="3003498"/>
            <a:ext cx="6978041" cy="1096962"/>
            <a:chOff x="1526216" y="3003498"/>
            <a:chExt cx="6978041" cy="1096962"/>
          </a:xfrm>
        </p:grpSpPr>
        <p:sp>
          <p:nvSpPr>
            <p:cNvPr id="48156" name="TextBox 399"/>
            <p:cNvSpPr txBox="1">
              <a:spLocks noChangeArrowheads="1"/>
            </p:cNvSpPr>
            <p:nvPr/>
          </p:nvSpPr>
          <p:spPr bwMode="auto">
            <a:xfrm>
              <a:off x="7714291" y="3628973"/>
              <a:ext cx="595313" cy="4714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>
                <a:lnSpc>
                  <a:spcPts val="1463"/>
                </a:lnSpc>
              </a:pPr>
              <a:r>
                <a:rPr lang="en-US" sz="1400"/>
                <a:t>data</a:t>
              </a:r>
            </a:p>
            <a:p>
              <a:pPr algn="ctr">
                <a:lnSpc>
                  <a:spcPts val="1463"/>
                </a:lnSpc>
              </a:pPr>
              <a:r>
                <a:rPr lang="en-US" sz="1400"/>
                <a:t>plane</a:t>
              </a:r>
            </a:p>
          </p:txBody>
        </p:sp>
        <p:sp>
          <p:nvSpPr>
            <p:cNvPr id="48157" name="TextBox 400"/>
            <p:cNvSpPr txBox="1">
              <a:spLocks noChangeArrowheads="1"/>
            </p:cNvSpPr>
            <p:nvPr/>
          </p:nvSpPr>
          <p:spPr bwMode="auto">
            <a:xfrm>
              <a:off x="7728579" y="3003498"/>
              <a:ext cx="709612" cy="4714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>
                <a:lnSpc>
                  <a:spcPts val="1463"/>
                </a:lnSpc>
              </a:pPr>
              <a:r>
                <a:rPr lang="en-US" sz="1400"/>
                <a:t>control</a:t>
              </a:r>
            </a:p>
            <a:p>
              <a:pPr algn="ctr">
                <a:lnSpc>
                  <a:spcPts val="1463"/>
                </a:lnSpc>
              </a:pPr>
              <a:r>
                <a:rPr lang="en-US" sz="1400"/>
                <a:t>plane</a:t>
              </a:r>
            </a:p>
          </p:txBody>
        </p:sp>
        <p:cxnSp>
          <p:nvCxnSpPr>
            <p:cNvPr id="302" name="Straight Connector 301"/>
            <p:cNvCxnSpPr/>
            <p:nvPr/>
          </p:nvCxnSpPr>
          <p:spPr bwMode="auto">
            <a:xfrm flipV="1">
              <a:off x="1526216" y="3579342"/>
              <a:ext cx="6978041" cy="12155"/>
            </a:xfrm>
            <a:prstGeom prst="line">
              <a:avLst/>
            </a:prstGeom>
            <a:ln w="25400">
              <a:solidFill>
                <a:schemeClr val="tx1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" name="Group 26"/>
          <p:cNvGrpSpPr/>
          <p:nvPr/>
        </p:nvGrpSpPr>
        <p:grpSpPr>
          <a:xfrm>
            <a:off x="2436115" y="2735108"/>
            <a:ext cx="4296530" cy="320561"/>
            <a:chOff x="2433511" y="2792111"/>
            <a:chExt cx="4296530" cy="320561"/>
          </a:xfrm>
        </p:grpSpPr>
        <p:grpSp>
          <p:nvGrpSpPr>
            <p:cNvPr id="48311" name="Group 401"/>
            <p:cNvGrpSpPr>
              <a:grpSpLocks/>
            </p:cNvGrpSpPr>
            <p:nvPr/>
          </p:nvGrpSpPr>
          <p:grpSpPr bwMode="auto">
            <a:xfrm>
              <a:off x="2433511" y="2794083"/>
              <a:ext cx="349250" cy="317387"/>
              <a:chOff x="2931664" y="3912603"/>
              <a:chExt cx="430450" cy="329314"/>
            </a:xfrm>
          </p:grpSpPr>
          <p:sp>
            <p:nvSpPr>
              <p:cNvPr id="403" name="Rectangle 402"/>
              <p:cNvSpPr/>
              <p:nvPr/>
            </p:nvSpPr>
            <p:spPr>
              <a:xfrm>
                <a:off x="2937534" y="3912858"/>
                <a:ext cx="424580" cy="329431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CC000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cxnSp>
            <p:nvCxnSpPr>
              <p:cNvPr id="404" name="Straight Connector 403"/>
              <p:cNvCxnSpPr/>
              <p:nvPr/>
            </p:nvCxnSpPr>
            <p:spPr>
              <a:xfrm>
                <a:off x="2931664" y="4005099"/>
                <a:ext cx="424581" cy="0"/>
              </a:xfrm>
              <a:prstGeom prst="line">
                <a:avLst/>
              </a:prstGeom>
              <a:ln w="3175">
                <a:solidFill>
                  <a:srgbClr val="CC0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5" name="Straight Connector 404"/>
              <p:cNvCxnSpPr/>
              <p:nvPr/>
            </p:nvCxnSpPr>
            <p:spPr>
              <a:xfrm>
                <a:off x="2931664" y="4067691"/>
                <a:ext cx="424581" cy="0"/>
              </a:xfrm>
              <a:prstGeom prst="line">
                <a:avLst/>
              </a:prstGeom>
              <a:ln w="3175">
                <a:solidFill>
                  <a:srgbClr val="CC0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6" name="Straight Connector 405"/>
              <p:cNvCxnSpPr>
                <a:stCxn id="403" idx="2"/>
              </p:cNvCxnSpPr>
              <p:nvPr/>
            </p:nvCxnSpPr>
            <p:spPr>
              <a:xfrm flipH="1" flipV="1">
                <a:off x="3148846" y="4005099"/>
                <a:ext cx="0" cy="237190"/>
              </a:xfrm>
              <a:prstGeom prst="line">
                <a:avLst/>
              </a:prstGeom>
              <a:ln w="3175">
                <a:solidFill>
                  <a:srgbClr val="CC0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8312" name="Group 406"/>
            <p:cNvGrpSpPr>
              <a:grpSpLocks/>
            </p:cNvGrpSpPr>
            <p:nvPr/>
          </p:nvGrpSpPr>
          <p:grpSpPr bwMode="auto">
            <a:xfrm>
              <a:off x="3348666" y="2792111"/>
              <a:ext cx="350838" cy="317387"/>
              <a:chOff x="2931664" y="3912603"/>
              <a:chExt cx="430450" cy="329314"/>
            </a:xfrm>
          </p:grpSpPr>
          <p:sp>
            <p:nvSpPr>
              <p:cNvPr id="408" name="Rectangle 407"/>
              <p:cNvSpPr/>
              <p:nvPr/>
            </p:nvSpPr>
            <p:spPr>
              <a:xfrm>
                <a:off x="2937508" y="3912861"/>
                <a:ext cx="424606" cy="329431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CC000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cxnSp>
            <p:nvCxnSpPr>
              <p:cNvPr id="409" name="Straight Connector 408"/>
              <p:cNvCxnSpPr/>
              <p:nvPr/>
            </p:nvCxnSpPr>
            <p:spPr>
              <a:xfrm>
                <a:off x="2931664" y="4005102"/>
                <a:ext cx="424606" cy="0"/>
              </a:xfrm>
              <a:prstGeom prst="line">
                <a:avLst/>
              </a:prstGeom>
              <a:ln w="3175">
                <a:solidFill>
                  <a:srgbClr val="CC0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0" name="Straight Connector 409"/>
              <p:cNvCxnSpPr/>
              <p:nvPr/>
            </p:nvCxnSpPr>
            <p:spPr>
              <a:xfrm>
                <a:off x="2931664" y="4067694"/>
                <a:ext cx="424606" cy="0"/>
              </a:xfrm>
              <a:prstGeom prst="line">
                <a:avLst/>
              </a:prstGeom>
              <a:ln w="3175">
                <a:solidFill>
                  <a:srgbClr val="CC0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1" name="Straight Connector 410"/>
              <p:cNvCxnSpPr>
                <a:stCxn id="408" idx="2"/>
              </p:cNvCxnSpPr>
              <p:nvPr/>
            </p:nvCxnSpPr>
            <p:spPr>
              <a:xfrm flipH="1" flipV="1">
                <a:off x="3147863" y="4005102"/>
                <a:ext cx="1947" cy="237190"/>
              </a:xfrm>
              <a:prstGeom prst="line">
                <a:avLst/>
              </a:prstGeom>
              <a:ln w="3175">
                <a:solidFill>
                  <a:srgbClr val="CC0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8313" name="Group 411"/>
            <p:cNvGrpSpPr>
              <a:grpSpLocks/>
            </p:cNvGrpSpPr>
            <p:nvPr/>
          </p:nvGrpSpPr>
          <p:grpSpPr bwMode="auto">
            <a:xfrm>
              <a:off x="4182104" y="2792111"/>
              <a:ext cx="350837" cy="317387"/>
              <a:chOff x="2931664" y="3912603"/>
              <a:chExt cx="430450" cy="329314"/>
            </a:xfrm>
          </p:grpSpPr>
          <p:sp>
            <p:nvSpPr>
              <p:cNvPr id="413" name="Rectangle 412"/>
              <p:cNvSpPr/>
              <p:nvPr/>
            </p:nvSpPr>
            <p:spPr>
              <a:xfrm>
                <a:off x="2937507" y="3912861"/>
                <a:ext cx="424607" cy="329431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CC000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cxnSp>
            <p:nvCxnSpPr>
              <p:cNvPr id="414" name="Straight Connector 413"/>
              <p:cNvCxnSpPr/>
              <p:nvPr/>
            </p:nvCxnSpPr>
            <p:spPr>
              <a:xfrm>
                <a:off x="2931664" y="4005102"/>
                <a:ext cx="424607" cy="0"/>
              </a:xfrm>
              <a:prstGeom prst="line">
                <a:avLst/>
              </a:prstGeom>
              <a:ln w="3175">
                <a:solidFill>
                  <a:srgbClr val="CC0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5" name="Straight Connector 414"/>
              <p:cNvCxnSpPr/>
              <p:nvPr/>
            </p:nvCxnSpPr>
            <p:spPr>
              <a:xfrm>
                <a:off x="2931664" y="4067694"/>
                <a:ext cx="424607" cy="0"/>
              </a:xfrm>
              <a:prstGeom prst="line">
                <a:avLst/>
              </a:prstGeom>
              <a:ln w="3175">
                <a:solidFill>
                  <a:srgbClr val="CC0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6" name="Straight Connector 415"/>
              <p:cNvCxnSpPr>
                <a:stCxn id="413" idx="2"/>
              </p:cNvCxnSpPr>
              <p:nvPr/>
            </p:nvCxnSpPr>
            <p:spPr>
              <a:xfrm flipH="1" flipV="1">
                <a:off x="3147863" y="4005102"/>
                <a:ext cx="1948" cy="237190"/>
              </a:xfrm>
              <a:prstGeom prst="line">
                <a:avLst/>
              </a:prstGeom>
              <a:ln w="3175">
                <a:solidFill>
                  <a:srgbClr val="CC0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8314" name="Group 416"/>
            <p:cNvGrpSpPr>
              <a:grpSpLocks/>
            </p:cNvGrpSpPr>
            <p:nvPr/>
          </p:nvGrpSpPr>
          <p:grpSpPr bwMode="auto">
            <a:xfrm>
              <a:off x="5374316" y="2795285"/>
              <a:ext cx="349250" cy="317387"/>
              <a:chOff x="2931664" y="3912603"/>
              <a:chExt cx="430450" cy="329314"/>
            </a:xfrm>
          </p:grpSpPr>
          <p:sp>
            <p:nvSpPr>
              <p:cNvPr id="418" name="Rectangle 417"/>
              <p:cNvSpPr/>
              <p:nvPr/>
            </p:nvSpPr>
            <p:spPr>
              <a:xfrm>
                <a:off x="2937534" y="3912862"/>
                <a:ext cx="424580" cy="329431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CC000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cxnSp>
            <p:nvCxnSpPr>
              <p:cNvPr id="419" name="Straight Connector 418"/>
              <p:cNvCxnSpPr/>
              <p:nvPr/>
            </p:nvCxnSpPr>
            <p:spPr>
              <a:xfrm>
                <a:off x="2931664" y="4005103"/>
                <a:ext cx="424581" cy="0"/>
              </a:xfrm>
              <a:prstGeom prst="line">
                <a:avLst/>
              </a:prstGeom>
              <a:ln w="3175">
                <a:solidFill>
                  <a:srgbClr val="CC0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0" name="Straight Connector 419"/>
              <p:cNvCxnSpPr/>
              <p:nvPr/>
            </p:nvCxnSpPr>
            <p:spPr>
              <a:xfrm>
                <a:off x="2931664" y="4067695"/>
                <a:ext cx="424581" cy="0"/>
              </a:xfrm>
              <a:prstGeom prst="line">
                <a:avLst/>
              </a:prstGeom>
              <a:ln w="3175">
                <a:solidFill>
                  <a:srgbClr val="CC0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1" name="Straight Connector 420"/>
              <p:cNvCxnSpPr>
                <a:stCxn id="418" idx="2"/>
              </p:cNvCxnSpPr>
              <p:nvPr/>
            </p:nvCxnSpPr>
            <p:spPr>
              <a:xfrm flipH="1" flipV="1">
                <a:off x="3148846" y="4005103"/>
                <a:ext cx="0" cy="237190"/>
              </a:xfrm>
              <a:prstGeom prst="line">
                <a:avLst/>
              </a:prstGeom>
              <a:ln w="3175">
                <a:solidFill>
                  <a:srgbClr val="CC0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8315" name="Group 421"/>
            <p:cNvGrpSpPr>
              <a:grpSpLocks/>
            </p:cNvGrpSpPr>
            <p:nvPr/>
          </p:nvGrpSpPr>
          <p:grpSpPr bwMode="auto">
            <a:xfrm>
              <a:off x="6379204" y="2792111"/>
              <a:ext cx="350837" cy="317387"/>
              <a:chOff x="2931664" y="3912603"/>
              <a:chExt cx="430450" cy="329314"/>
            </a:xfrm>
          </p:grpSpPr>
          <p:sp>
            <p:nvSpPr>
              <p:cNvPr id="423" name="Rectangle 422"/>
              <p:cNvSpPr/>
              <p:nvPr/>
            </p:nvSpPr>
            <p:spPr>
              <a:xfrm>
                <a:off x="2937507" y="3912861"/>
                <a:ext cx="424607" cy="329431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CC000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cxnSp>
            <p:nvCxnSpPr>
              <p:cNvPr id="424" name="Straight Connector 423"/>
              <p:cNvCxnSpPr/>
              <p:nvPr/>
            </p:nvCxnSpPr>
            <p:spPr>
              <a:xfrm>
                <a:off x="2931664" y="4005102"/>
                <a:ext cx="424607" cy="0"/>
              </a:xfrm>
              <a:prstGeom prst="line">
                <a:avLst/>
              </a:prstGeom>
              <a:ln w="3175">
                <a:solidFill>
                  <a:srgbClr val="CC0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5" name="Straight Connector 424"/>
              <p:cNvCxnSpPr/>
              <p:nvPr/>
            </p:nvCxnSpPr>
            <p:spPr>
              <a:xfrm>
                <a:off x="2931664" y="4067694"/>
                <a:ext cx="424607" cy="0"/>
              </a:xfrm>
              <a:prstGeom prst="line">
                <a:avLst/>
              </a:prstGeom>
              <a:ln w="3175">
                <a:solidFill>
                  <a:srgbClr val="CC0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6" name="Straight Connector 425"/>
              <p:cNvCxnSpPr>
                <a:stCxn id="423" idx="2"/>
              </p:cNvCxnSpPr>
              <p:nvPr/>
            </p:nvCxnSpPr>
            <p:spPr>
              <a:xfrm flipH="1" flipV="1">
                <a:off x="3147863" y="4005102"/>
                <a:ext cx="1948" cy="237190"/>
              </a:xfrm>
              <a:prstGeom prst="line">
                <a:avLst/>
              </a:prstGeom>
              <a:ln w="3175">
                <a:solidFill>
                  <a:srgbClr val="CC0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48260" name="Group 48259"/>
          <p:cNvGrpSpPr/>
          <p:nvPr/>
        </p:nvGrpSpPr>
        <p:grpSpPr>
          <a:xfrm>
            <a:off x="1856416" y="3709935"/>
            <a:ext cx="5211763" cy="2739614"/>
            <a:chOff x="1856416" y="3709935"/>
            <a:chExt cx="5211763" cy="2739614"/>
          </a:xfrm>
        </p:grpSpPr>
        <p:sp>
          <p:nvSpPr>
            <p:cNvPr id="268" name="Freeform 267"/>
            <p:cNvSpPr/>
            <p:nvPr/>
          </p:nvSpPr>
          <p:spPr>
            <a:xfrm>
              <a:off x="1876731" y="5330139"/>
              <a:ext cx="1280789" cy="759087"/>
            </a:xfrm>
            <a:custGeom>
              <a:avLst/>
              <a:gdLst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418712 w 1040633"/>
                <a:gd name="connsiteY4" fmla="*/ 1189324 h 1219697"/>
                <a:gd name="connsiteX5" fmla="*/ 139870 w 1040633"/>
                <a:gd name="connsiteY5" fmla="*/ 1191723 h 1219697"/>
                <a:gd name="connsiteX0" fmla="*/ 139870 w 1040633"/>
                <a:gd name="connsiteY0" fmla="*/ 1191723 h 1355926"/>
                <a:gd name="connsiteX1" fmla="*/ 0 w 1040633"/>
                <a:gd name="connsiteY1" fmla="*/ 0 h 1355926"/>
                <a:gd name="connsiteX2" fmla="*/ 1040633 w 1040633"/>
                <a:gd name="connsiteY2" fmla="*/ 16785 h 1355926"/>
                <a:gd name="connsiteX3" fmla="*/ 833625 w 1040633"/>
                <a:gd name="connsiteY3" fmla="*/ 1219697 h 1355926"/>
                <a:gd name="connsiteX4" fmla="*/ 139870 w 1040633"/>
                <a:gd name="connsiteY4" fmla="*/ 1191723 h 1355926"/>
                <a:gd name="connsiteX0" fmla="*/ 139870 w 1040633"/>
                <a:gd name="connsiteY0" fmla="*/ 1191723 h 1289901"/>
                <a:gd name="connsiteX1" fmla="*/ 0 w 1040633"/>
                <a:gd name="connsiteY1" fmla="*/ 0 h 1289901"/>
                <a:gd name="connsiteX2" fmla="*/ 1040633 w 1040633"/>
                <a:gd name="connsiteY2" fmla="*/ 16785 h 1289901"/>
                <a:gd name="connsiteX3" fmla="*/ 833625 w 1040633"/>
                <a:gd name="connsiteY3" fmla="*/ 1219697 h 1289901"/>
                <a:gd name="connsiteX4" fmla="*/ 139870 w 1040633"/>
                <a:gd name="connsiteY4" fmla="*/ 1191723 h 1289901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191723"/>
                <a:gd name="connsiteX1" fmla="*/ 0 w 1040633"/>
                <a:gd name="connsiteY1" fmla="*/ 0 h 1191723"/>
                <a:gd name="connsiteX2" fmla="*/ 1040633 w 1040633"/>
                <a:gd name="connsiteY2" fmla="*/ 16785 h 1191723"/>
                <a:gd name="connsiteX3" fmla="*/ 671988 w 1040633"/>
                <a:gd name="connsiteY3" fmla="*/ 1158121 h 1191723"/>
                <a:gd name="connsiteX4" fmla="*/ 139870 w 1040633"/>
                <a:gd name="connsiteY4" fmla="*/ 1191723 h 1191723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56947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569478 w 1040633"/>
                <a:gd name="connsiteY3" fmla="*/ 1158121 h 1160935"/>
                <a:gd name="connsiteX4" fmla="*/ 363082 w 1040633"/>
                <a:gd name="connsiteY4" fmla="*/ 1160935 h 1160935"/>
                <a:gd name="connsiteX0" fmla="*/ 448507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569478 w 1040633"/>
                <a:gd name="connsiteY3" fmla="*/ 1158121 h 1160935"/>
                <a:gd name="connsiteX4" fmla="*/ 448507 w 1040633"/>
                <a:gd name="connsiteY4" fmla="*/ 1160935 h 1160935"/>
                <a:gd name="connsiteX0" fmla="*/ 448507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569478 w 1040633"/>
                <a:gd name="connsiteY3" fmla="*/ 1158121 h 1160935"/>
                <a:gd name="connsiteX4" fmla="*/ 448507 w 1040633"/>
                <a:gd name="connsiteY4" fmla="*/ 1160935 h 1160935"/>
                <a:gd name="connsiteX0" fmla="*/ 448507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569478 w 1040633"/>
                <a:gd name="connsiteY3" fmla="*/ 1158121 h 1160935"/>
                <a:gd name="connsiteX4" fmla="*/ 448507 w 1040633"/>
                <a:gd name="connsiteY4" fmla="*/ 1160935 h 1160935"/>
                <a:gd name="connsiteX0" fmla="*/ 448507 w 1325315"/>
                <a:gd name="connsiteY0" fmla="*/ 1160935 h 1160935"/>
                <a:gd name="connsiteX1" fmla="*/ 0 w 1325315"/>
                <a:gd name="connsiteY1" fmla="*/ 0 h 1160935"/>
                <a:gd name="connsiteX2" fmla="*/ 1040633 w 1325315"/>
                <a:gd name="connsiteY2" fmla="*/ 16785 h 1160935"/>
                <a:gd name="connsiteX3" fmla="*/ 1214315 w 1325315"/>
                <a:gd name="connsiteY3" fmla="*/ 1064597 h 1160935"/>
                <a:gd name="connsiteX4" fmla="*/ 448507 w 1325315"/>
                <a:gd name="connsiteY4" fmla="*/ 1160935 h 1160935"/>
                <a:gd name="connsiteX0" fmla="*/ 448507 w 1214315"/>
                <a:gd name="connsiteY0" fmla="*/ 1160935 h 1160935"/>
                <a:gd name="connsiteX1" fmla="*/ 0 w 1214315"/>
                <a:gd name="connsiteY1" fmla="*/ 0 h 1160935"/>
                <a:gd name="connsiteX2" fmla="*/ 1040633 w 1214315"/>
                <a:gd name="connsiteY2" fmla="*/ 16785 h 1160935"/>
                <a:gd name="connsiteX3" fmla="*/ 1214315 w 1214315"/>
                <a:gd name="connsiteY3" fmla="*/ 1064597 h 1160935"/>
                <a:gd name="connsiteX4" fmla="*/ 448507 w 1214315"/>
                <a:gd name="connsiteY4" fmla="*/ 1160935 h 1160935"/>
                <a:gd name="connsiteX0" fmla="*/ 448507 w 1214315"/>
                <a:gd name="connsiteY0" fmla="*/ 1160935 h 1160935"/>
                <a:gd name="connsiteX1" fmla="*/ 0 w 1214315"/>
                <a:gd name="connsiteY1" fmla="*/ 0 h 1160935"/>
                <a:gd name="connsiteX2" fmla="*/ 1040633 w 1214315"/>
                <a:gd name="connsiteY2" fmla="*/ 16785 h 1160935"/>
                <a:gd name="connsiteX3" fmla="*/ 1214315 w 1214315"/>
                <a:gd name="connsiteY3" fmla="*/ 1064597 h 1160935"/>
                <a:gd name="connsiteX4" fmla="*/ 448507 w 1214315"/>
                <a:gd name="connsiteY4" fmla="*/ 1160935 h 1160935"/>
                <a:gd name="connsiteX0" fmla="*/ 1053964 w 1214315"/>
                <a:gd name="connsiteY0" fmla="*/ 1136323 h 1136323"/>
                <a:gd name="connsiteX1" fmla="*/ 0 w 1214315"/>
                <a:gd name="connsiteY1" fmla="*/ 0 h 1136323"/>
                <a:gd name="connsiteX2" fmla="*/ 1040633 w 1214315"/>
                <a:gd name="connsiteY2" fmla="*/ 16785 h 1136323"/>
                <a:gd name="connsiteX3" fmla="*/ 1214315 w 1214315"/>
                <a:gd name="connsiteY3" fmla="*/ 1064597 h 1136323"/>
                <a:gd name="connsiteX4" fmla="*/ 1053964 w 1214315"/>
                <a:gd name="connsiteY4" fmla="*/ 1136323 h 1136323"/>
                <a:gd name="connsiteX0" fmla="*/ 1053964 w 1214315"/>
                <a:gd name="connsiteY0" fmla="*/ 1136323 h 1136323"/>
                <a:gd name="connsiteX1" fmla="*/ 0 w 1214315"/>
                <a:gd name="connsiteY1" fmla="*/ 0 h 1136323"/>
                <a:gd name="connsiteX2" fmla="*/ 1040633 w 1214315"/>
                <a:gd name="connsiteY2" fmla="*/ 16785 h 1136323"/>
                <a:gd name="connsiteX3" fmla="*/ 1214315 w 1214315"/>
                <a:gd name="connsiteY3" fmla="*/ 1064597 h 1136323"/>
                <a:gd name="connsiteX4" fmla="*/ 1053964 w 1214315"/>
                <a:gd name="connsiteY4" fmla="*/ 1136323 h 1136323"/>
                <a:gd name="connsiteX0" fmla="*/ 1053964 w 1214315"/>
                <a:gd name="connsiteY0" fmla="*/ 1136323 h 1136323"/>
                <a:gd name="connsiteX1" fmla="*/ 0 w 1214315"/>
                <a:gd name="connsiteY1" fmla="*/ 0 h 1136323"/>
                <a:gd name="connsiteX2" fmla="*/ 1040633 w 1214315"/>
                <a:gd name="connsiteY2" fmla="*/ 16785 h 1136323"/>
                <a:gd name="connsiteX3" fmla="*/ 1214315 w 1214315"/>
                <a:gd name="connsiteY3" fmla="*/ 1064597 h 1136323"/>
                <a:gd name="connsiteX4" fmla="*/ 1053964 w 1214315"/>
                <a:gd name="connsiteY4" fmla="*/ 1136323 h 1136323"/>
                <a:gd name="connsiteX0" fmla="*/ 1060159 w 1220510"/>
                <a:gd name="connsiteY0" fmla="*/ 1119627 h 1119627"/>
                <a:gd name="connsiteX1" fmla="*/ 0 w 1220510"/>
                <a:gd name="connsiteY1" fmla="*/ 249694 h 1119627"/>
                <a:gd name="connsiteX2" fmla="*/ 1046828 w 1220510"/>
                <a:gd name="connsiteY2" fmla="*/ 89 h 1119627"/>
                <a:gd name="connsiteX3" fmla="*/ 1220510 w 1220510"/>
                <a:gd name="connsiteY3" fmla="*/ 1047901 h 1119627"/>
                <a:gd name="connsiteX4" fmla="*/ 1060159 w 1220510"/>
                <a:gd name="connsiteY4" fmla="*/ 1119627 h 1119627"/>
                <a:gd name="connsiteX0" fmla="*/ 1060159 w 1220510"/>
                <a:gd name="connsiteY0" fmla="*/ 1119627 h 1119627"/>
                <a:gd name="connsiteX1" fmla="*/ 0 w 1220510"/>
                <a:gd name="connsiteY1" fmla="*/ 249694 h 1119627"/>
                <a:gd name="connsiteX2" fmla="*/ 1046828 w 1220510"/>
                <a:gd name="connsiteY2" fmla="*/ 89 h 1119627"/>
                <a:gd name="connsiteX3" fmla="*/ 1220510 w 1220510"/>
                <a:gd name="connsiteY3" fmla="*/ 1047901 h 1119627"/>
                <a:gd name="connsiteX4" fmla="*/ 1060159 w 1220510"/>
                <a:gd name="connsiteY4" fmla="*/ 1119627 h 1119627"/>
                <a:gd name="connsiteX0" fmla="*/ 1060159 w 1220510"/>
                <a:gd name="connsiteY0" fmla="*/ 1119627 h 1119627"/>
                <a:gd name="connsiteX1" fmla="*/ 0 w 1220510"/>
                <a:gd name="connsiteY1" fmla="*/ 249694 h 1119627"/>
                <a:gd name="connsiteX2" fmla="*/ 1046828 w 1220510"/>
                <a:gd name="connsiteY2" fmla="*/ 89 h 1119627"/>
                <a:gd name="connsiteX3" fmla="*/ 1220510 w 1220510"/>
                <a:gd name="connsiteY3" fmla="*/ 1047901 h 1119627"/>
                <a:gd name="connsiteX4" fmla="*/ 1060159 w 1220510"/>
                <a:gd name="connsiteY4" fmla="*/ 1119627 h 1119627"/>
                <a:gd name="connsiteX0" fmla="*/ 1060159 w 1220510"/>
                <a:gd name="connsiteY0" fmla="*/ 921649 h 921649"/>
                <a:gd name="connsiteX1" fmla="*/ 0 w 1220510"/>
                <a:gd name="connsiteY1" fmla="*/ 51716 h 921649"/>
                <a:gd name="connsiteX2" fmla="*/ 1059218 w 1220510"/>
                <a:gd name="connsiteY2" fmla="*/ 355 h 921649"/>
                <a:gd name="connsiteX3" fmla="*/ 1220510 w 1220510"/>
                <a:gd name="connsiteY3" fmla="*/ 849923 h 921649"/>
                <a:gd name="connsiteX4" fmla="*/ 1060159 w 1220510"/>
                <a:gd name="connsiteY4" fmla="*/ 921649 h 921649"/>
                <a:gd name="connsiteX0" fmla="*/ 1060159 w 1220510"/>
                <a:gd name="connsiteY0" fmla="*/ 921649 h 921649"/>
                <a:gd name="connsiteX1" fmla="*/ 0 w 1220510"/>
                <a:gd name="connsiteY1" fmla="*/ 51716 h 921649"/>
                <a:gd name="connsiteX2" fmla="*/ 1059218 w 1220510"/>
                <a:gd name="connsiteY2" fmla="*/ 355 h 921649"/>
                <a:gd name="connsiteX3" fmla="*/ 1220510 w 1220510"/>
                <a:gd name="connsiteY3" fmla="*/ 849923 h 921649"/>
                <a:gd name="connsiteX4" fmla="*/ 1060159 w 1220510"/>
                <a:gd name="connsiteY4" fmla="*/ 921649 h 921649"/>
                <a:gd name="connsiteX0" fmla="*/ 1060159 w 1220510"/>
                <a:gd name="connsiteY0" fmla="*/ 921649 h 921649"/>
                <a:gd name="connsiteX1" fmla="*/ 0 w 1220510"/>
                <a:gd name="connsiteY1" fmla="*/ 51716 h 921649"/>
                <a:gd name="connsiteX2" fmla="*/ 1059218 w 1220510"/>
                <a:gd name="connsiteY2" fmla="*/ 355 h 921649"/>
                <a:gd name="connsiteX3" fmla="*/ 1220510 w 1220510"/>
                <a:gd name="connsiteY3" fmla="*/ 849923 h 921649"/>
                <a:gd name="connsiteX4" fmla="*/ 1060159 w 1220510"/>
                <a:gd name="connsiteY4" fmla="*/ 921649 h 921649"/>
                <a:gd name="connsiteX0" fmla="*/ 1060159 w 1340486"/>
                <a:gd name="connsiteY0" fmla="*/ 921649 h 921649"/>
                <a:gd name="connsiteX1" fmla="*/ 0 w 1340486"/>
                <a:gd name="connsiteY1" fmla="*/ 51716 h 921649"/>
                <a:gd name="connsiteX2" fmla="*/ 1059218 w 1340486"/>
                <a:gd name="connsiteY2" fmla="*/ 355 h 921649"/>
                <a:gd name="connsiteX3" fmla="*/ 1340486 w 1340486"/>
                <a:gd name="connsiteY3" fmla="*/ 709789 h 921649"/>
                <a:gd name="connsiteX4" fmla="*/ 1060159 w 1340486"/>
                <a:gd name="connsiteY4" fmla="*/ 921649 h 921649"/>
                <a:gd name="connsiteX0" fmla="*/ 1060159 w 1340486"/>
                <a:gd name="connsiteY0" fmla="*/ 921649 h 921649"/>
                <a:gd name="connsiteX1" fmla="*/ 0 w 1340486"/>
                <a:gd name="connsiteY1" fmla="*/ 51716 h 921649"/>
                <a:gd name="connsiteX2" fmla="*/ 1059218 w 1340486"/>
                <a:gd name="connsiteY2" fmla="*/ 355 h 921649"/>
                <a:gd name="connsiteX3" fmla="*/ 1340486 w 1340486"/>
                <a:gd name="connsiteY3" fmla="*/ 709789 h 921649"/>
                <a:gd name="connsiteX4" fmla="*/ 1060159 w 1340486"/>
                <a:gd name="connsiteY4" fmla="*/ 921649 h 921649"/>
                <a:gd name="connsiteX0" fmla="*/ 1060159 w 1340486"/>
                <a:gd name="connsiteY0" fmla="*/ 921649 h 921649"/>
                <a:gd name="connsiteX1" fmla="*/ 0 w 1340486"/>
                <a:gd name="connsiteY1" fmla="*/ 51716 h 921649"/>
                <a:gd name="connsiteX2" fmla="*/ 1059218 w 1340486"/>
                <a:gd name="connsiteY2" fmla="*/ 355 h 921649"/>
                <a:gd name="connsiteX3" fmla="*/ 1340486 w 1340486"/>
                <a:gd name="connsiteY3" fmla="*/ 709789 h 921649"/>
                <a:gd name="connsiteX4" fmla="*/ 1060159 w 1340486"/>
                <a:gd name="connsiteY4" fmla="*/ 921649 h 921649"/>
                <a:gd name="connsiteX0" fmla="*/ 1025166 w 1340486"/>
                <a:gd name="connsiteY0" fmla="*/ 746482 h 746482"/>
                <a:gd name="connsiteX1" fmla="*/ 0 w 1340486"/>
                <a:gd name="connsiteY1" fmla="*/ 51716 h 746482"/>
                <a:gd name="connsiteX2" fmla="*/ 1059218 w 1340486"/>
                <a:gd name="connsiteY2" fmla="*/ 355 h 746482"/>
                <a:gd name="connsiteX3" fmla="*/ 1340486 w 1340486"/>
                <a:gd name="connsiteY3" fmla="*/ 709789 h 746482"/>
                <a:gd name="connsiteX4" fmla="*/ 1025166 w 1340486"/>
                <a:gd name="connsiteY4" fmla="*/ 746482 h 746482"/>
                <a:gd name="connsiteX0" fmla="*/ 1025166 w 1340486"/>
                <a:gd name="connsiteY0" fmla="*/ 746482 h 746482"/>
                <a:gd name="connsiteX1" fmla="*/ 0 w 1340486"/>
                <a:gd name="connsiteY1" fmla="*/ 51716 h 746482"/>
                <a:gd name="connsiteX2" fmla="*/ 1059218 w 1340486"/>
                <a:gd name="connsiteY2" fmla="*/ 355 h 746482"/>
                <a:gd name="connsiteX3" fmla="*/ 1340486 w 1340486"/>
                <a:gd name="connsiteY3" fmla="*/ 709789 h 746482"/>
                <a:gd name="connsiteX4" fmla="*/ 1025166 w 1340486"/>
                <a:gd name="connsiteY4" fmla="*/ 746482 h 746482"/>
                <a:gd name="connsiteX0" fmla="*/ 965179 w 1280499"/>
                <a:gd name="connsiteY0" fmla="*/ 759828 h 759828"/>
                <a:gd name="connsiteX1" fmla="*/ 0 w 1280499"/>
                <a:gd name="connsiteY1" fmla="*/ 0 h 759828"/>
                <a:gd name="connsiteX2" fmla="*/ 999231 w 1280499"/>
                <a:gd name="connsiteY2" fmla="*/ 13701 h 759828"/>
                <a:gd name="connsiteX3" fmla="*/ 1280499 w 1280499"/>
                <a:gd name="connsiteY3" fmla="*/ 723135 h 759828"/>
                <a:gd name="connsiteX4" fmla="*/ 965179 w 1280499"/>
                <a:gd name="connsiteY4" fmla="*/ 759828 h 759828"/>
                <a:gd name="connsiteX0" fmla="*/ 965179 w 1280499"/>
                <a:gd name="connsiteY0" fmla="*/ 759828 h 759828"/>
                <a:gd name="connsiteX1" fmla="*/ 0 w 1280499"/>
                <a:gd name="connsiteY1" fmla="*/ 0 h 759828"/>
                <a:gd name="connsiteX2" fmla="*/ 999231 w 1280499"/>
                <a:gd name="connsiteY2" fmla="*/ 13701 h 759828"/>
                <a:gd name="connsiteX3" fmla="*/ 1280499 w 1280499"/>
                <a:gd name="connsiteY3" fmla="*/ 723135 h 759828"/>
                <a:gd name="connsiteX4" fmla="*/ 965179 w 1280499"/>
                <a:gd name="connsiteY4" fmla="*/ 759828 h 7598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80499" h="759828">
                  <a:moveTo>
                    <a:pt x="965179" y="759828"/>
                  </a:moveTo>
                  <a:cubicBezTo>
                    <a:pt x="301565" y="231725"/>
                    <a:pt x="628999" y="498939"/>
                    <a:pt x="0" y="0"/>
                  </a:cubicBezTo>
                  <a:lnTo>
                    <a:pt x="999231" y="13701"/>
                  </a:lnTo>
                  <a:cubicBezTo>
                    <a:pt x="1112985" y="379881"/>
                    <a:pt x="1055867" y="236107"/>
                    <a:pt x="1280499" y="723135"/>
                  </a:cubicBezTo>
                  <a:cubicBezTo>
                    <a:pt x="1186079" y="728668"/>
                    <a:pt x="1127207" y="701414"/>
                    <a:pt x="965179" y="759828"/>
                  </a:cubicBezTo>
                  <a:close/>
                </a:path>
              </a:pathLst>
            </a:custGeom>
            <a:gradFill>
              <a:gsLst>
                <a:gs pos="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</a:gradFill>
            <a:ln>
              <a:solidFill>
                <a:schemeClr val="bg1">
                  <a:lumMod val="7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272" name="Freeform 271"/>
            <p:cNvSpPr/>
            <p:nvPr/>
          </p:nvSpPr>
          <p:spPr>
            <a:xfrm>
              <a:off x="6202668" y="5429198"/>
              <a:ext cx="865511" cy="553828"/>
            </a:xfrm>
            <a:custGeom>
              <a:avLst/>
              <a:gdLst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418712 w 1040633"/>
                <a:gd name="connsiteY4" fmla="*/ 1189324 h 1219697"/>
                <a:gd name="connsiteX5" fmla="*/ 139870 w 1040633"/>
                <a:gd name="connsiteY5" fmla="*/ 1191723 h 1219697"/>
                <a:gd name="connsiteX0" fmla="*/ 139870 w 1040633"/>
                <a:gd name="connsiteY0" fmla="*/ 1191723 h 1355926"/>
                <a:gd name="connsiteX1" fmla="*/ 0 w 1040633"/>
                <a:gd name="connsiteY1" fmla="*/ 0 h 1355926"/>
                <a:gd name="connsiteX2" fmla="*/ 1040633 w 1040633"/>
                <a:gd name="connsiteY2" fmla="*/ 16785 h 1355926"/>
                <a:gd name="connsiteX3" fmla="*/ 833625 w 1040633"/>
                <a:gd name="connsiteY3" fmla="*/ 1219697 h 1355926"/>
                <a:gd name="connsiteX4" fmla="*/ 139870 w 1040633"/>
                <a:gd name="connsiteY4" fmla="*/ 1191723 h 1355926"/>
                <a:gd name="connsiteX0" fmla="*/ 139870 w 1040633"/>
                <a:gd name="connsiteY0" fmla="*/ 1191723 h 1289901"/>
                <a:gd name="connsiteX1" fmla="*/ 0 w 1040633"/>
                <a:gd name="connsiteY1" fmla="*/ 0 h 1289901"/>
                <a:gd name="connsiteX2" fmla="*/ 1040633 w 1040633"/>
                <a:gd name="connsiteY2" fmla="*/ 16785 h 1289901"/>
                <a:gd name="connsiteX3" fmla="*/ 833625 w 1040633"/>
                <a:gd name="connsiteY3" fmla="*/ 1219697 h 1289901"/>
                <a:gd name="connsiteX4" fmla="*/ 139870 w 1040633"/>
                <a:gd name="connsiteY4" fmla="*/ 1191723 h 1289901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191723"/>
                <a:gd name="connsiteX1" fmla="*/ 0 w 1040633"/>
                <a:gd name="connsiteY1" fmla="*/ 0 h 1191723"/>
                <a:gd name="connsiteX2" fmla="*/ 1040633 w 1040633"/>
                <a:gd name="connsiteY2" fmla="*/ 16785 h 1191723"/>
                <a:gd name="connsiteX3" fmla="*/ 671988 w 1040633"/>
                <a:gd name="connsiteY3" fmla="*/ 1158121 h 1191723"/>
                <a:gd name="connsiteX4" fmla="*/ 139870 w 1040633"/>
                <a:gd name="connsiteY4" fmla="*/ 1191723 h 1191723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778664"/>
                <a:gd name="connsiteY0" fmla="*/ 1160935 h 1160935"/>
                <a:gd name="connsiteX1" fmla="*/ 0 w 778664"/>
                <a:gd name="connsiteY1" fmla="*/ 0 h 1160935"/>
                <a:gd name="connsiteX2" fmla="*/ 778664 w 778664"/>
                <a:gd name="connsiteY2" fmla="*/ 130682 h 1160935"/>
                <a:gd name="connsiteX3" fmla="*/ 671988 w 778664"/>
                <a:gd name="connsiteY3" fmla="*/ 1158121 h 1160935"/>
                <a:gd name="connsiteX4" fmla="*/ 363082 w 778664"/>
                <a:gd name="connsiteY4" fmla="*/ 1160935 h 1160935"/>
                <a:gd name="connsiteX0" fmla="*/ 363082 w 778664"/>
                <a:gd name="connsiteY0" fmla="*/ 1160935 h 1160935"/>
                <a:gd name="connsiteX1" fmla="*/ 0 w 778664"/>
                <a:gd name="connsiteY1" fmla="*/ 0 h 1160935"/>
                <a:gd name="connsiteX2" fmla="*/ 778664 w 778664"/>
                <a:gd name="connsiteY2" fmla="*/ 130682 h 1160935"/>
                <a:gd name="connsiteX3" fmla="*/ 694768 w 778664"/>
                <a:gd name="connsiteY3" fmla="*/ 1112562 h 1160935"/>
                <a:gd name="connsiteX4" fmla="*/ 363082 w 778664"/>
                <a:gd name="connsiteY4" fmla="*/ 1160935 h 1160935"/>
                <a:gd name="connsiteX0" fmla="*/ 363082 w 778664"/>
                <a:gd name="connsiteY0" fmla="*/ 1160935 h 1160935"/>
                <a:gd name="connsiteX1" fmla="*/ 0 w 778664"/>
                <a:gd name="connsiteY1" fmla="*/ 0 h 1160935"/>
                <a:gd name="connsiteX2" fmla="*/ 778664 w 778664"/>
                <a:gd name="connsiteY2" fmla="*/ 130682 h 1160935"/>
                <a:gd name="connsiteX3" fmla="*/ 694768 w 778664"/>
                <a:gd name="connsiteY3" fmla="*/ 1112562 h 1160935"/>
                <a:gd name="connsiteX4" fmla="*/ 363082 w 778664"/>
                <a:gd name="connsiteY4" fmla="*/ 1160935 h 1160935"/>
                <a:gd name="connsiteX0" fmla="*/ 397252 w 778664"/>
                <a:gd name="connsiteY0" fmla="*/ 1103987 h 1112562"/>
                <a:gd name="connsiteX1" fmla="*/ 0 w 778664"/>
                <a:gd name="connsiteY1" fmla="*/ 0 h 1112562"/>
                <a:gd name="connsiteX2" fmla="*/ 778664 w 778664"/>
                <a:gd name="connsiteY2" fmla="*/ 130682 h 1112562"/>
                <a:gd name="connsiteX3" fmla="*/ 694768 w 778664"/>
                <a:gd name="connsiteY3" fmla="*/ 1112562 h 1112562"/>
                <a:gd name="connsiteX4" fmla="*/ 397252 w 778664"/>
                <a:gd name="connsiteY4" fmla="*/ 1103987 h 1112562"/>
                <a:gd name="connsiteX0" fmla="*/ 397252 w 778664"/>
                <a:gd name="connsiteY0" fmla="*/ 1103987 h 1112562"/>
                <a:gd name="connsiteX1" fmla="*/ 0 w 778664"/>
                <a:gd name="connsiteY1" fmla="*/ 0 h 1112562"/>
                <a:gd name="connsiteX2" fmla="*/ 778664 w 778664"/>
                <a:gd name="connsiteY2" fmla="*/ 130682 h 1112562"/>
                <a:gd name="connsiteX3" fmla="*/ 694768 w 778664"/>
                <a:gd name="connsiteY3" fmla="*/ 1112562 h 1112562"/>
                <a:gd name="connsiteX4" fmla="*/ 397252 w 778664"/>
                <a:gd name="connsiteY4" fmla="*/ 1103987 h 1112562"/>
                <a:gd name="connsiteX0" fmla="*/ 397252 w 778664"/>
                <a:gd name="connsiteY0" fmla="*/ 1103987 h 1112562"/>
                <a:gd name="connsiteX1" fmla="*/ 0 w 778664"/>
                <a:gd name="connsiteY1" fmla="*/ 0 h 1112562"/>
                <a:gd name="connsiteX2" fmla="*/ 778664 w 778664"/>
                <a:gd name="connsiteY2" fmla="*/ 130682 h 1112562"/>
                <a:gd name="connsiteX3" fmla="*/ 694768 w 778664"/>
                <a:gd name="connsiteY3" fmla="*/ 1112562 h 1112562"/>
                <a:gd name="connsiteX4" fmla="*/ 397252 w 778664"/>
                <a:gd name="connsiteY4" fmla="*/ 1103987 h 1112562"/>
                <a:gd name="connsiteX0" fmla="*/ 123893 w 505305"/>
                <a:gd name="connsiteY0" fmla="*/ 973305 h 981880"/>
                <a:gd name="connsiteX1" fmla="*/ 0 w 505305"/>
                <a:gd name="connsiteY1" fmla="*/ 28773 h 981880"/>
                <a:gd name="connsiteX2" fmla="*/ 505305 w 505305"/>
                <a:gd name="connsiteY2" fmla="*/ 0 h 981880"/>
                <a:gd name="connsiteX3" fmla="*/ 421409 w 505305"/>
                <a:gd name="connsiteY3" fmla="*/ 981880 h 981880"/>
                <a:gd name="connsiteX4" fmla="*/ 123893 w 505305"/>
                <a:gd name="connsiteY4" fmla="*/ 973305 h 981880"/>
                <a:gd name="connsiteX0" fmla="*/ 123893 w 505305"/>
                <a:gd name="connsiteY0" fmla="*/ 973305 h 981880"/>
                <a:gd name="connsiteX1" fmla="*/ 0 w 505305"/>
                <a:gd name="connsiteY1" fmla="*/ 28773 h 981880"/>
                <a:gd name="connsiteX2" fmla="*/ 505305 w 505305"/>
                <a:gd name="connsiteY2" fmla="*/ 0 h 981880"/>
                <a:gd name="connsiteX3" fmla="*/ 421409 w 505305"/>
                <a:gd name="connsiteY3" fmla="*/ 981880 h 981880"/>
                <a:gd name="connsiteX4" fmla="*/ 123893 w 505305"/>
                <a:gd name="connsiteY4" fmla="*/ 973305 h 981880"/>
                <a:gd name="connsiteX0" fmla="*/ 123893 w 505305"/>
                <a:gd name="connsiteY0" fmla="*/ 973305 h 981880"/>
                <a:gd name="connsiteX1" fmla="*/ 0 w 505305"/>
                <a:gd name="connsiteY1" fmla="*/ 28773 h 981880"/>
                <a:gd name="connsiteX2" fmla="*/ 505305 w 505305"/>
                <a:gd name="connsiteY2" fmla="*/ 0 h 981880"/>
                <a:gd name="connsiteX3" fmla="*/ 421409 w 505305"/>
                <a:gd name="connsiteY3" fmla="*/ 981880 h 981880"/>
                <a:gd name="connsiteX4" fmla="*/ 123893 w 505305"/>
                <a:gd name="connsiteY4" fmla="*/ 973305 h 981880"/>
                <a:gd name="connsiteX0" fmla="*/ 123893 w 505305"/>
                <a:gd name="connsiteY0" fmla="*/ 973305 h 981880"/>
                <a:gd name="connsiteX1" fmla="*/ 0 w 505305"/>
                <a:gd name="connsiteY1" fmla="*/ 28773 h 981880"/>
                <a:gd name="connsiteX2" fmla="*/ 505305 w 505305"/>
                <a:gd name="connsiteY2" fmla="*/ 0 h 981880"/>
                <a:gd name="connsiteX3" fmla="*/ 421409 w 505305"/>
                <a:gd name="connsiteY3" fmla="*/ 981880 h 981880"/>
                <a:gd name="connsiteX4" fmla="*/ 123893 w 505305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18198 w 499610"/>
                <a:gd name="connsiteY4" fmla="*/ 973305 h 976186"/>
                <a:gd name="connsiteX0" fmla="*/ 11819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18198 w 499610"/>
                <a:gd name="connsiteY4" fmla="*/ 973305 h 976186"/>
                <a:gd name="connsiteX0" fmla="*/ 19792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97928 w 499610"/>
                <a:gd name="connsiteY4" fmla="*/ 973305 h 976186"/>
                <a:gd name="connsiteX0" fmla="*/ 19792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97928 w 499610"/>
                <a:gd name="connsiteY4" fmla="*/ 973305 h 976186"/>
                <a:gd name="connsiteX0" fmla="*/ 19792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97928 w 499610"/>
                <a:gd name="connsiteY4" fmla="*/ 973305 h 976186"/>
                <a:gd name="connsiteX0" fmla="*/ 19792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97928 w 499610"/>
                <a:gd name="connsiteY4" fmla="*/ 973305 h 976186"/>
                <a:gd name="connsiteX0" fmla="*/ 23004 w 954755"/>
                <a:gd name="connsiteY0" fmla="*/ 943771 h 976186"/>
                <a:gd name="connsiteX1" fmla="*/ 455145 w 954755"/>
                <a:gd name="connsiteY1" fmla="*/ 11688 h 976186"/>
                <a:gd name="connsiteX2" fmla="*/ 954755 w 954755"/>
                <a:gd name="connsiteY2" fmla="*/ 0 h 976186"/>
                <a:gd name="connsiteX3" fmla="*/ 728484 w 954755"/>
                <a:gd name="connsiteY3" fmla="*/ 976186 h 976186"/>
                <a:gd name="connsiteX4" fmla="*/ 23004 w 954755"/>
                <a:gd name="connsiteY4" fmla="*/ 943771 h 976186"/>
                <a:gd name="connsiteX0" fmla="*/ 0 w 931751"/>
                <a:gd name="connsiteY0" fmla="*/ 943771 h 976186"/>
                <a:gd name="connsiteX1" fmla="*/ 432141 w 931751"/>
                <a:gd name="connsiteY1" fmla="*/ 11688 h 976186"/>
                <a:gd name="connsiteX2" fmla="*/ 931751 w 931751"/>
                <a:gd name="connsiteY2" fmla="*/ 0 h 976186"/>
                <a:gd name="connsiteX3" fmla="*/ 705480 w 931751"/>
                <a:gd name="connsiteY3" fmla="*/ 976186 h 976186"/>
                <a:gd name="connsiteX4" fmla="*/ 0 w 931751"/>
                <a:gd name="connsiteY4" fmla="*/ 943771 h 976186"/>
                <a:gd name="connsiteX0" fmla="*/ 0 w 931751"/>
                <a:gd name="connsiteY0" fmla="*/ 943771 h 976186"/>
                <a:gd name="connsiteX1" fmla="*/ 432141 w 931751"/>
                <a:gd name="connsiteY1" fmla="*/ 11688 h 976186"/>
                <a:gd name="connsiteX2" fmla="*/ 931751 w 931751"/>
                <a:gd name="connsiteY2" fmla="*/ 0 h 976186"/>
                <a:gd name="connsiteX3" fmla="*/ 705480 w 931751"/>
                <a:gd name="connsiteY3" fmla="*/ 976186 h 976186"/>
                <a:gd name="connsiteX4" fmla="*/ 0 w 931751"/>
                <a:gd name="connsiteY4" fmla="*/ 943771 h 976186"/>
                <a:gd name="connsiteX0" fmla="*/ 0 w 931751"/>
                <a:gd name="connsiteY0" fmla="*/ 943771 h 976186"/>
                <a:gd name="connsiteX1" fmla="*/ 432141 w 931751"/>
                <a:gd name="connsiteY1" fmla="*/ 11688 h 976186"/>
                <a:gd name="connsiteX2" fmla="*/ 931751 w 931751"/>
                <a:gd name="connsiteY2" fmla="*/ 0 h 976186"/>
                <a:gd name="connsiteX3" fmla="*/ 705480 w 931751"/>
                <a:gd name="connsiteY3" fmla="*/ 976186 h 976186"/>
                <a:gd name="connsiteX4" fmla="*/ 0 w 931751"/>
                <a:gd name="connsiteY4" fmla="*/ 943771 h 976186"/>
                <a:gd name="connsiteX0" fmla="*/ 0 w 931751"/>
                <a:gd name="connsiteY0" fmla="*/ 943771 h 966342"/>
                <a:gd name="connsiteX1" fmla="*/ 432141 w 931751"/>
                <a:gd name="connsiteY1" fmla="*/ 11688 h 966342"/>
                <a:gd name="connsiteX2" fmla="*/ 931751 w 931751"/>
                <a:gd name="connsiteY2" fmla="*/ 0 h 966342"/>
                <a:gd name="connsiteX3" fmla="*/ 183705 w 931751"/>
                <a:gd name="connsiteY3" fmla="*/ 966342 h 966342"/>
                <a:gd name="connsiteX4" fmla="*/ 0 w 931751"/>
                <a:gd name="connsiteY4" fmla="*/ 943771 h 966342"/>
                <a:gd name="connsiteX0" fmla="*/ 0 w 931751"/>
                <a:gd name="connsiteY0" fmla="*/ 943771 h 966342"/>
                <a:gd name="connsiteX1" fmla="*/ 432141 w 931751"/>
                <a:gd name="connsiteY1" fmla="*/ 11688 h 966342"/>
                <a:gd name="connsiteX2" fmla="*/ 931751 w 931751"/>
                <a:gd name="connsiteY2" fmla="*/ 0 h 966342"/>
                <a:gd name="connsiteX3" fmla="*/ 183705 w 931751"/>
                <a:gd name="connsiteY3" fmla="*/ 966342 h 966342"/>
                <a:gd name="connsiteX4" fmla="*/ 0 w 931751"/>
                <a:gd name="connsiteY4" fmla="*/ 943771 h 966342"/>
                <a:gd name="connsiteX0" fmla="*/ 0 w 931751"/>
                <a:gd name="connsiteY0" fmla="*/ 943771 h 966342"/>
                <a:gd name="connsiteX1" fmla="*/ 432141 w 931751"/>
                <a:gd name="connsiteY1" fmla="*/ 11688 h 966342"/>
                <a:gd name="connsiteX2" fmla="*/ 931751 w 931751"/>
                <a:gd name="connsiteY2" fmla="*/ 0 h 966342"/>
                <a:gd name="connsiteX3" fmla="*/ 183705 w 931751"/>
                <a:gd name="connsiteY3" fmla="*/ 966342 h 966342"/>
                <a:gd name="connsiteX4" fmla="*/ 0 w 931751"/>
                <a:gd name="connsiteY4" fmla="*/ 943771 h 966342"/>
                <a:gd name="connsiteX0" fmla="*/ 0 w 956363"/>
                <a:gd name="connsiteY0" fmla="*/ 932083 h 954654"/>
                <a:gd name="connsiteX1" fmla="*/ 432141 w 956363"/>
                <a:gd name="connsiteY1" fmla="*/ 0 h 954654"/>
                <a:gd name="connsiteX2" fmla="*/ 956363 w 956363"/>
                <a:gd name="connsiteY2" fmla="*/ 12924 h 954654"/>
                <a:gd name="connsiteX3" fmla="*/ 183705 w 956363"/>
                <a:gd name="connsiteY3" fmla="*/ 954654 h 954654"/>
                <a:gd name="connsiteX4" fmla="*/ 0 w 956363"/>
                <a:gd name="connsiteY4" fmla="*/ 932083 h 954654"/>
                <a:gd name="connsiteX0" fmla="*/ 0 w 956363"/>
                <a:gd name="connsiteY0" fmla="*/ 919226 h 941797"/>
                <a:gd name="connsiteX1" fmla="*/ 405840 w 956363"/>
                <a:gd name="connsiteY1" fmla="*/ 197551 h 941797"/>
                <a:gd name="connsiteX2" fmla="*/ 956363 w 956363"/>
                <a:gd name="connsiteY2" fmla="*/ 67 h 941797"/>
                <a:gd name="connsiteX3" fmla="*/ 183705 w 956363"/>
                <a:gd name="connsiteY3" fmla="*/ 941797 h 941797"/>
                <a:gd name="connsiteX4" fmla="*/ 0 w 956363"/>
                <a:gd name="connsiteY4" fmla="*/ 919226 h 941797"/>
                <a:gd name="connsiteX0" fmla="*/ 0 w 956363"/>
                <a:gd name="connsiteY0" fmla="*/ 919226 h 941797"/>
                <a:gd name="connsiteX1" fmla="*/ 405840 w 956363"/>
                <a:gd name="connsiteY1" fmla="*/ 197551 h 941797"/>
                <a:gd name="connsiteX2" fmla="*/ 956363 w 956363"/>
                <a:gd name="connsiteY2" fmla="*/ 67 h 941797"/>
                <a:gd name="connsiteX3" fmla="*/ 183705 w 956363"/>
                <a:gd name="connsiteY3" fmla="*/ 941797 h 941797"/>
                <a:gd name="connsiteX4" fmla="*/ 0 w 956363"/>
                <a:gd name="connsiteY4" fmla="*/ 919226 h 941797"/>
                <a:gd name="connsiteX0" fmla="*/ 0 w 956363"/>
                <a:gd name="connsiteY0" fmla="*/ 919226 h 941797"/>
                <a:gd name="connsiteX1" fmla="*/ 405840 w 956363"/>
                <a:gd name="connsiteY1" fmla="*/ 197551 h 941797"/>
                <a:gd name="connsiteX2" fmla="*/ 956363 w 956363"/>
                <a:gd name="connsiteY2" fmla="*/ 67 h 941797"/>
                <a:gd name="connsiteX3" fmla="*/ 183705 w 956363"/>
                <a:gd name="connsiteY3" fmla="*/ 941797 h 941797"/>
                <a:gd name="connsiteX4" fmla="*/ 0 w 956363"/>
                <a:gd name="connsiteY4" fmla="*/ 919226 h 941797"/>
                <a:gd name="connsiteX0" fmla="*/ 0 w 926304"/>
                <a:gd name="connsiteY0" fmla="*/ 735614 h 758185"/>
                <a:gd name="connsiteX1" fmla="*/ 405840 w 926304"/>
                <a:gd name="connsiteY1" fmla="*/ 13939 h 758185"/>
                <a:gd name="connsiteX2" fmla="*/ 926304 w 926304"/>
                <a:gd name="connsiteY2" fmla="*/ 563 h 758185"/>
                <a:gd name="connsiteX3" fmla="*/ 183705 w 926304"/>
                <a:gd name="connsiteY3" fmla="*/ 758185 h 758185"/>
                <a:gd name="connsiteX4" fmla="*/ 0 w 926304"/>
                <a:gd name="connsiteY4" fmla="*/ 735614 h 758185"/>
                <a:gd name="connsiteX0" fmla="*/ 0 w 926304"/>
                <a:gd name="connsiteY0" fmla="*/ 735614 h 758185"/>
                <a:gd name="connsiteX1" fmla="*/ 405840 w 926304"/>
                <a:gd name="connsiteY1" fmla="*/ 13939 h 758185"/>
                <a:gd name="connsiteX2" fmla="*/ 926304 w 926304"/>
                <a:gd name="connsiteY2" fmla="*/ 563 h 758185"/>
                <a:gd name="connsiteX3" fmla="*/ 183705 w 926304"/>
                <a:gd name="connsiteY3" fmla="*/ 758185 h 758185"/>
                <a:gd name="connsiteX4" fmla="*/ 0 w 926304"/>
                <a:gd name="connsiteY4" fmla="*/ 735614 h 758185"/>
                <a:gd name="connsiteX0" fmla="*/ 0 w 926304"/>
                <a:gd name="connsiteY0" fmla="*/ 735614 h 758185"/>
                <a:gd name="connsiteX1" fmla="*/ 405840 w 926304"/>
                <a:gd name="connsiteY1" fmla="*/ 13939 h 758185"/>
                <a:gd name="connsiteX2" fmla="*/ 926304 w 926304"/>
                <a:gd name="connsiteY2" fmla="*/ 563 h 758185"/>
                <a:gd name="connsiteX3" fmla="*/ 183705 w 926304"/>
                <a:gd name="connsiteY3" fmla="*/ 758185 h 758185"/>
                <a:gd name="connsiteX4" fmla="*/ 0 w 926304"/>
                <a:gd name="connsiteY4" fmla="*/ 735614 h 758185"/>
                <a:gd name="connsiteX0" fmla="*/ 0 w 926304"/>
                <a:gd name="connsiteY0" fmla="*/ 735614 h 758185"/>
                <a:gd name="connsiteX1" fmla="*/ 405840 w 926304"/>
                <a:gd name="connsiteY1" fmla="*/ 13939 h 758185"/>
                <a:gd name="connsiteX2" fmla="*/ 926304 w 926304"/>
                <a:gd name="connsiteY2" fmla="*/ 563 h 758185"/>
                <a:gd name="connsiteX3" fmla="*/ 183705 w 926304"/>
                <a:gd name="connsiteY3" fmla="*/ 758185 h 758185"/>
                <a:gd name="connsiteX4" fmla="*/ 0 w 926304"/>
                <a:gd name="connsiteY4" fmla="*/ 735614 h 758185"/>
                <a:gd name="connsiteX0" fmla="*/ 0 w 1011379"/>
                <a:gd name="connsiteY0" fmla="*/ 605727 h 758185"/>
                <a:gd name="connsiteX1" fmla="*/ 490915 w 1011379"/>
                <a:gd name="connsiteY1" fmla="*/ 13939 h 758185"/>
                <a:gd name="connsiteX2" fmla="*/ 1011379 w 1011379"/>
                <a:gd name="connsiteY2" fmla="*/ 563 h 758185"/>
                <a:gd name="connsiteX3" fmla="*/ 268780 w 1011379"/>
                <a:gd name="connsiteY3" fmla="*/ 758185 h 758185"/>
                <a:gd name="connsiteX4" fmla="*/ 0 w 1011379"/>
                <a:gd name="connsiteY4" fmla="*/ 605727 h 758185"/>
                <a:gd name="connsiteX0" fmla="*/ 0 w 1011379"/>
                <a:gd name="connsiteY0" fmla="*/ 605727 h 648280"/>
                <a:gd name="connsiteX1" fmla="*/ 490915 w 1011379"/>
                <a:gd name="connsiteY1" fmla="*/ 13939 h 648280"/>
                <a:gd name="connsiteX2" fmla="*/ 1011379 w 1011379"/>
                <a:gd name="connsiteY2" fmla="*/ 563 h 648280"/>
                <a:gd name="connsiteX3" fmla="*/ 198718 w 1011379"/>
                <a:gd name="connsiteY3" fmla="*/ 648280 h 648280"/>
                <a:gd name="connsiteX4" fmla="*/ 0 w 1011379"/>
                <a:gd name="connsiteY4" fmla="*/ 605727 h 648280"/>
                <a:gd name="connsiteX0" fmla="*/ 0 w 1011379"/>
                <a:gd name="connsiteY0" fmla="*/ 605727 h 648280"/>
                <a:gd name="connsiteX1" fmla="*/ 490915 w 1011379"/>
                <a:gd name="connsiteY1" fmla="*/ 13939 h 648280"/>
                <a:gd name="connsiteX2" fmla="*/ 1011379 w 1011379"/>
                <a:gd name="connsiteY2" fmla="*/ 563 h 648280"/>
                <a:gd name="connsiteX3" fmla="*/ 198718 w 1011379"/>
                <a:gd name="connsiteY3" fmla="*/ 648280 h 648280"/>
                <a:gd name="connsiteX4" fmla="*/ 0 w 1011379"/>
                <a:gd name="connsiteY4" fmla="*/ 605727 h 648280"/>
                <a:gd name="connsiteX0" fmla="*/ 0 w 1011379"/>
                <a:gd name="connsiteY0" fmla="*/ 605727 h 648280"/>
                <a:gd name="connsiteX1" fmla="*/ 490915 w 1011379"/>
                <a:gd name="connsiteY1" fmla="*/ 13939 h 648280"/>
                <a:gd name="connsiteX2" fmla="*/ 1011379 w 1011379"/>
                <a:gd name="connsiteY2" fmla="*/ 563 h 648280"/>
                <a:gd name="connsiteX3" fmla="*/ 198718 w 1011379"/>
                <a:gd name="connsiteY3" fmla="*/ 648280 h 648280"/>
                <a:gd name="connsiteX4" fmla="*/ 0 w 1011379"/>
                <a:gd name="connsiteY4" fmla="*/ 605727 h 648280"/>
                <a:gd name="connsiteX0" fmla="*/ 0 w 1011379"/>
                <a:gd name="connsiteY0" fmla="*/ 605727 h 605727"/>
                <a:gd name="connsiteX1" fmla="*/ 490915 w 1011379"/>
                <a:gd name="connsiteY1" fmla="*/ 13939 h 605727"/>
                <a:gd name="connsiteX2" fmla="*/ 1011379 w 1011379"/>
                <a:gd name="connsiteY2" fmla="*/ 563 h 605727"/>
                <a:gd name="connsiteX3" fmla="*/ 318823 w 1011379"/>
                <a:gd name="connsiteY3" fmla="*/ 553361 h 605727"/>
                <a:gd name="connsiteX4" fmla="*/ 0 w 1011379"/>
                <a:gd name="connsiteY4" fmla="*/ 605727 h 605727"/>
                <a:gd name="connsiteX0" fmla="*/ 0 w 866251"/>
                <a:gd name="connsiteY0" fmla="*/ 540783 h 553361"/>
                <a:gd name="connsiteX1" fmla="*/ 345787 w 866251"/>
                <a:gd name="connsiteY1" fmla="*/ 13939 h 553361"/>
                <a:gd name="connsiteX2" fmla="*/ 866251 w 866251"/>
                <a:gd name="connsiteY2" fmla="*/ 563 h 553361"/>
                <a:gd name="connsiteX3" fmla="*/ 173695 w 866251"/>
                <a:gd name="connsiteY3" fmla="*/ 553361 h 553361"/>
                <a:gd name="connsiteX4" fmla="*/ 0 w 866251"/>
                <a:gd name="connsiteY4" fmla="*/ 540783 h 553361"/>
                <a:gd name="connsiteX0" fmla="*/ 0 w 866251"/>
                <a:gd name="connsiteY0" fmla="*/ 540783 h 553361"/>
                <a:gd name="connsiteX1" fmla="*/ 345787 w 866251"/>
                <a:gd name="connsiteY1" fmla="*/ 13939 h 553361"/>
                <a:gd name="connsiteX2" fmla="*/ 866251 w 866251"/>
                <a:gd name="connsiteY2" fmla="*/ 563 h 553361"/>
                <a:gd name="connsiteX3" fmla="*/ 173695 w 866251"/>
                <a:gd name="connsiteY3" fmla="*/ 553361 h 553361"/>
                <a:gd name="connsiteX4" fmla="*/ 0 w 866251"/>
                <a:gd name="connsiteY4" fmla="*/ 540783 h 553361"/>
                <a:gd name="connsiteX0" fmla="*/ 0 w 866251"/>
                <a:gd name="connsiteY0" fmla="*/ 540783 h 553361"/>
                <a:gd name="connsiteX1" fmla="*/ 345787 w 866251"/>
                <a:gd name="connsiteY1" fmla="*/ 13939 h 553361"/>
                <a:gd name="connsiteX2" fmla="*/ 866251 w 866251"/>
                <a:gd name="connsiteY2" fmla="*/ 563 h 553361"/>
                <a:gd name="connsiteX3" fmla="*/ 173695 w 866251"/>
                <a:gd name="connsiteY3" fmla="*/ 553361 h 553361"/>
                <a:gd name="connsiteX4" fmla="*/ 0 w 866251"/>
                <a:gd name="connsiteY4" fmla="*/ 540783 h 5533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6251" h="553361">
                  <a:moveTo>
                    <a:pt x="0" y="540783"/>
                  </a:moveTo>
                  <a:cubicBezTo>
                    <a:pt x="274887" y="134762"/>
                    <a:pt x="159176" y="337938"/>
                    <a:pt x="345787" y="13939"/>
                  </a:cubicBezTo>
                  <a:cubicBezTo>
                    <a:pt x="520528" y="18247"/>
                    <a:pt x="691510" y="-3745"/>
                    <a:pt x="866251" y="563"/>
                  </a:cubicBezTo>
                  <a:cubicBezTo>
                    <a:pt x="252709" y="502795"/>
                    <a:pt x="640047" y="209256"/>
                    <a:pt x="173695" y="553361"/>
                  </a:cubicBezTo>
                  <a:cubicBezTo>
                    <a:pt x="39410" y="524725"/>
                    <a:pt x="196198" y="539317"/>
                    <a:pt x="0" y="540783"/>
                  </a:cubicBezTo>
                  <a:close/>
                </a:path>
              </a:pathLst>
            </a:custGeom>
            <a:gradFill>
              <a:gsLst>
                <a:gs pos="0">
                  <a:schemeClr val="bg1">
                    <a:lumMod val="95000"/>
                    <a:alpha val="5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</a:gradFill>
            <a:ln>
              <a:solidFill>
                <a:schemeClr val="bg1">
                  <a:lumMod val="7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273" name="Freeform 272"/>
            <p:cNvSpPr/>
            <p:nvPr/>
          </p:nvSpPr>
          <p:spPr>
            <a:xfrm>
              <a:off x="5378281" y="5449835"/>
              <a:ext cx="675485" cy="896777"/>
            </a:xfrm>
            <a:custGeom>
              <a:avLst/>
              <a:gdLst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418712 w 1040633"/>
                <a:gd name="connsiteY4" fmla="*/ 1189324 h 1219697"/>
                <a:gd name="connsiteX5" fmla="*/ 139870 w 1040633"/>
                <a:gd name="connsiteY5" fmla="*/ 1191723 h 1219697"/>
                <a:gd name="connsiteX0" fmla="*/ 139870 w 1040633"/>
                <a:gd name="connsiteY0" fmla="*/ 1191723 h 1355926"/>
                <a:gd name="connsiteX1" fmla="*/ 0 w 1040633"/>
                <a:gd name="connsiteY1" fmla="*/ 0 h 1355926"/>
                <a:gd name="connsiteX2" fmla="*/ 1040633 w 1040633"/>
                <a:gd name="connsiteY2" fmla="*/ 16785 h 1355926"/>
                <a:gd name="connsiteX3" fmla="*/ 833625 w 1040633"/>
                <a:gd name="connsiteY3" fmla="*/ 1219697 h 1355926"/>
                <a:gd name="connsiteX4" fmla="*/ 139870 w 1040633"/>
                <a:gd name="connsiteY4" fmla="*/ 1191723 h 1355926"/>
                <a:gd name="connsiteX0" fmla="*/ 139870 w 1040633"/>
                <a:gd name="connsiteY0" fmla="*/ 1191723 h 1289901"/>
                <a:gd name="connsiteX1" fmla="*/ 0 w 1040633"/>
                <a:gd name="connsiteY1" fmla="*/ 0 h 1289901"/>
                <a:gd name="connsiteX2" fmla="*/ 1040633 w 1040633"/>
                <a:gd name="connsiteY2" fmla="*/ 16785 h 1289901"/>
                <a:gd name="connsiteX3" fmla="*/ 833625 w 1040633"/>
                <a:gd name="connsiteY3" fmla="*/ 1219697 h 1289901"/>
                <a:gd name="connsiteX4" fmla="*/ 139870 w 1040633"/>
                <a:gd name="connsiteY4" fmla="*/ 1191723 h 1289901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191723"/>
                <a:gd name="connsiteX1" fmla="*/ 0 w 1040633"/>
                <a:gd name="connsiteY1" fmla="*/ 0 h 1191723"/>
                <a:gd name="connsiteX2" fmla="*/ 1040633 w 1040633"/>
                <a:gd name="connsiteY2" fmla="*/ 16785 h 1191723"/>
                <a:gd name="connsiteX3" fmla="*/ 671988 w 1040633"/>
                <a:gd name="connsiteY3" fmla="*/ 1158121 h 1191723"/>
                <a:gd name="connsiteX4" fmla="*/ 139870 w 1040633"/>
                <a:gd name="connsiteY4" fmla="*/ 1191723 h 1191723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778664"/>
                <a:gd name="connsiteY0" fmla="*/ 1160935 h 1160935"/>
                <a:gd name="connsiteX1" fmla="*/ 0 w 778664"/>
                <a:gd name="connsiteY1" fmla="*/ 0 h 1160935"/>
                <a:gd name="connsiteX2" fmla="*/ 778664 w 778664"/>
                <a:gd name="connsiteY2" fmla="*/ 130682 h 1160935"/>
                <a:gd name="connsiteX3" fmla="*/ 671988 w 778664"/>
                <a:gd name="connsiteY3" fmla="*/ 1158121 h 1160935"/>
                <a:gd name="connsiteX4" fmla="*/ 363082 w 778664"/>
                <a:gd name="connsiteY4" fmla="*/ 1160935 h 1160935"/>
                <a:gd name="connsiteX0" fmla="*/ 363082 w 778664"/>
                <a:gd name="connsiteY0" fmla="*/ 1160935 h 1160935"/>
                <a:gd name="connsiteX1" fmla="*/ 0 w 778664"/>
                <a:gd name="connsiteY1" fmla="*/ 0 h 1160935"/>
                <a:gd name="connsiteX2" fmla="*/ 778664 w 778664"/>
                <a:gd name="connsiteY2" fmla="*/ 130682 h 1160935"/>
                <a:gd name="connsiteX3" fmla="*/ 694768 w 778664"/>
                <a:gd name="connsiteY3" fmla="*/ 1112562 h 1160935"/>
                <a:gd name="connsiteX4" fmla="*/ 363082 w 778664"/>
                <a:gd name="connsiteY4" fmla="*/ 1160935 h 1160935"/>
                <a:gd name="connsiteX0" fmla="*/ 363082 w 778664"/>
                <a:gd name="connsiteY0" fmla="*/ 1160935 h 1160935"/>
                <a:gd name="connsiteX1" fmla="*/ 0 w 778664"/>
                <a:gd name="connsiteY1" fmla="*/ 0 h 1160935"/>
                <a:gd name="connsiteX2" fmla="*/ 778664 w 778664"/>
                <a:gd name="connsiteY2" fmla="*/ 130682 h 1160935"/>
                <a:gd name="connsiteX3" fmla="*/ 694768 w 778664"/>
                <a:gd name="connsiteY3" fmla="*/ 1112562 h 1160935"/>
                <a:gd name="connsiteX4" fmla="*/ 363082 w 778664"/>
                <a:gd name="connsiteY4" fmla="*/ 1160935 h 1160935"/>
                <a:gd name="connsiteX0" fmla="*/ 397252 w 778664"/>
                <a:gd name="connsiteY0" fmla="*/ 1103987 h 1112562"/>
                <a:gd name="connsiteX1" fmla="*/ 0 w 778664"/>
                <a:gd name="connsiteY1" fmla="*/ 0 h 1112562"/>
                <a:gd name="connsiteX2" fmla="*/ 778664 w 778664"/>
                <a:gd name="connsiteY2" fmla="*/ 130682 h 1112562"/>
                <a:gd name="connsiteX3" fmla="*/ 694768 w 778664"/>
                <a:gd name="connsiteY3" fmla="*/ 1112562 h 1112562"/>
                <a:gd name="connsiteX4" fmla="*/ 397252 w 778664"/>
                <a:gd name="connsiteY4" fmla="*/ 1103987 h 1112562"/>
                <a:gd name="connsiteX0" fmla="*/ 397252 w 778664"/>
                <a:gd name="connsiteY0" fmla="*/ 1103987 h 1112562"/>
                <a:gd name="connsiteX1" fmla="*/ 0 w 778664"/>
                <a:gd name="connsiteY1" fmla="*/ 0 h 1112562"/>
                <a:gd name="connsiteX2" fmla="*/ 778664 w 778664"/>
                <a:gd name="connsiteY2" fmla="*/ 130682 h 1112562"/>
                <a:gd name="connsiteX3" fmla="*/ 694768 w 778664"/>
                <a:gd name="connsiteY3" fmla="*/ 1112562 h 1112562"/>
                <a:gd name="connsiteX4" fmla="*/ 397252 w 778664"/>
                <a:gd name="connsiteY4" fmla="*/ 1103987 h 1112562"/>
                <a:gd name="connsiteX0" fmla="*/ 397252 w 778664"/>
                <a:gd name="connsiteY0" fmla="*/ 1103987 h 1112562"/>
                <a:gd name="connsiteX1" fmla="*/ 0 w 778664"/>
                <a:gd name="connsiteY1" fmla="*/ 0 h 1112562"/>
                <a:gd name="connsiteX2" fmla="*/ 778664 w 778664"/>
                <a:gd name="connsiteY2" fmla="*/ 130682 h 1112562"/>
                <a:gd name="connsiteX3" fmla="*/ 694768 w 778664"/>
                <a:gd name="connsiteY3" fmla="*/ 1112562 h 1112562"/>
                <a:gd name="connsiteX4" fmla="*/ 397252 w 778664"/>
                <a:gd name="connsiteY4" fmla="*/ 1103987 h 1112562"/>
                <a:gd name="connsiteX0" fmla="*/ 123893 w 505305"/>
                <a:gd name="connsiteY0" fmla="*/ 973305 h 981880"/>
                <a:gd name="connsiteX1" fmla="*/ 0 w 505305"/>
                <a:gd name="connsiteY1" fmla="*/ 28773 h 981880"/>
                <a:gd name="connsiteX2" fmla="*/ 505305 w 505305"/>
                <a:gd name="connsiteY2" fmla="*/ 0 h 981880"/>
                <a:gd name="connsiteX3" fmla="*/ 421409 w 505305"/>
                <a:gd name="connsiteY3" fmla="*/ 981880 h 981880"/>
                <a:gd name="connsiteX4" fmla="*/ 123893 w 505305"/>
                <a:gd name="connsiteY4" fmla="*/ 973305 h 981880"/>
                <a:gd name="connsiteX0" fmla="*/ 123893 w 505305"/>
                <a:gd name="connsiteY0" fmla="*/ 973305 h 981880"/>
                <a:gd name="connsiteX1" fmla="*/ 0 w 505305"/>
                <a:gd name="connsiteY1" fmla="*/ 28773 h 981880"/>
                <a:gd name="connsiteX2" fmla="*/ 505305 w 505305"/>
                <a:gd name="connsiteY2" fmla="*/ 0 h 981880"/>
                <a:gd name="connsiteX3" fmla="*/ 421409 w 505305"/>
                <a:gd name="connsiteY3" fmla="*/ 981880 h 981880"/>
                <a:gd name="connsiteX4" fmla="*/ 123893 w 505305"/>
                <a:gd name="connsiteY4" fmla="*/ 973305 h 981880"/>
                <a:gd name="connsiteX0" fmla="*/ 123893 w 505305"/>
                <a:gd name="connsiteY0" fmla="*/ 973305 h 981880"/>
                <a:gd name="connsiteX1" fmla="*/ 0 w 505305"/>
                <a:gd name="connsiteY1" fmla="*/ 28773 h 981880"/>
                <a:gd name="connsiteX2" fmla="*/ 505305 w 505305"/>
                <a:gd name="connsiteY2" fmla="*/ 0 h 981880"/>
                <a:gd name="connsiteX3" fmla="*/ 421409 w 505305"/>
                <a:gd name="connsiteY3" fmla="*/ 981880 h 981880"/>
                <a:gd name="connsiteX4" fmla="*/ 123893 w 505305"/>
                <a:gd name="connsiteY4" fmla="*/ 973305 h 981880"/>
                <a:gd name="connsiteX0" fmla="*/ 123893 w 505305"/>
                <a:gd name="connsiteY0" fmla="*/ 973305 h 981880"/>
                <a:gd name="connsiteX1" fmla="*/ 0 w 505305"/>
                <a:gd name="connsiteY1" fmla="*/ 28773 h 981880"/>
                <a:gd name="connsiteX2" fmla="*/ 505305 w 505305"/>
                <a:gd name="connsiteY2" fmla="*/ 0 h 981880"/>
                <a:gd name="connsiteX3" fmla="*/ 421409 w 505305"/>
                <a:gd name="connsiteY3" fmla="*/ 981880 h 981880"/>
                <a:gd name="connsiteX4" fmla="*/ 123893 w 505305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18198 w 499610"/>
                <a:gd name="connsiteY4" fmla="*/ 973305 h 976186"/>
                <a:gd name="connsiteX0" fmla="*/ 11819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18198 w 499610"/>
                <a:gd name="connsiteY4" fmla="*/ 973305 h 976186"/>
                <a:gd name="connsiteX0" fmla="*/ 19792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97928 w 499610"/>
                <a:gd name="connsiteY4" fmla="*/ 973305 h 976186"/>
                <a:gd name="connsiteX0" fmla="*/ 19792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97928 w 499610"/>
                <a:gd name="connsiteY4" fmla="*/ 973305 h 976186"/>
                <a:gd name="connsiteX0" fmla="*/ 19792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97928 w 499610"/>
                <a:gd name="connsiteY4" fmla="*/ 973305 h 976186"/>
                <a:gd name="connsiteX0" fmla="*/ 19792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97928 w 499610"/>
                <a:gd name="connsiteY4" fmla="*/ 973305 h 976186"/>
                <a:gd name="connsiteX0" fmla="*/ 27977 w 802211"/>
                <a:gd name="connsiteY0" fmla="*/ 815791 h 976186"/>
                <a:gd name="connsiteX1" fmla="*/ 302601 w 802211"/>
                <a:gd name="connsiteY1" fmla="*/ 11688 h 976186"/>
                <a:gd name="connsiteX2" fmla="*/ 802211 w 802211"/>
                <a:gd name="connsiteY2" fmla="*/ 0 h 976186"/>
                <a:gd name="connsiteX3" fmla="*/ 575940 w 802211"/>
                <a:gd name="connsiteY3" fmla="*/ 976186 h 976186"/>
                <a:gd name="connsiteX4" fmla="*/ 27977 w 802211"/>
                <a:gd name="connsiteY4" fmla="*/ 815791 h 976186"/>
                <a:gd name="connsiteX0" fmla="*/ 27977 w 802211"/>
                <a:gd name="connsiteY0" fmla="*/ 815791 h 815791"/>
                <a:gd name="connsiteX1" fmla="*/ 302601 w 802211"/>
                <a:gd name="connsiteY1" fmla="*/ 11688 h 815791"/>
                <a:gd name="connsiteX2" fmla="*/ 802211 w 802211"/>
                <a:gd name="connsiteY2" fmla="*/ 0 h 815791"/>
                <a:gd name="connsiteX3" fmla="*/ 236294 w 802211"/>
                <a:gd name="connsiteY3" fmla="*/ 808828 h 815791"/>
                <a:gd name="connsiteX4" fmla="*/ 27977 w 802211"/>
                <a:gd name="connsiteY4" fmla="*/ 815791 h 815791"/>
                <a:gd name="connsiteX0" fmla="*/ 27977 w 802211"/>
                <a:gd name="connsiteY0" fmla="*/ 815791 h 815791"/>
                <a:gd name="connsiteX1" fmla="*/ 302601 w 802211"/>
                <a:gd name="connsiteY1" fmla="*/ 11688 h 815791"/>
                <a:gd name="connsiteX2" fmla="*/ 802211 w 802211"/>
                <a:gd name="connsiteY2" fmla="*/ 0 h 815791"/>
                <a:gd name="connsiteX3" fmla="*/ 236294 w 802211"/>
                <a:gd name="connsiteY3" fmla="*/ 808828 h 815791"/>
                <a:gd name="connsiteX4" fmla="*/ 27977 w 802211"/>
                <a:gd name="connsiteY4" fmla="*/ 815791 h 815791"/>
                <a:gd name="connsiteX0" fmla="*/ 27977 w 802211"/>
                <a:gd name="connsiteY0" fmla="*/ 815791 h 815791"/>
                <a:gd name="connsiteX1" fmla="*/ 302601 w 802211"/>
                <a:gd name="connsiteY1" fmla="*/ 11688 h 815791"/>
                <a:gd name="connsiteX2" fmla="*/ 802211 w 802211"/>
                <a:gd name="connsiteY2" fmla="*/ 0 h 815791"/>
                <a:gd name="connsiteX3" fmla="*/ 236294 w 802211"/>
                <a:gd name="connsiteY3" fmla="*/ 808828 h 815791"/>
                <a:gd name="connsiteX4" fmla="*/ 27977 w 802211"/>
                <a:gd name="connsiteY4" fmla="*/ 815791 h 815791"/>
                <a:gd name="connsiteX0" fmla="*/ 27977 w 802211"/>
                <a:gd name="connsiteY0" fmla="*/ 828714 h 828714"/>
                <a:gd name="connsiteX1" fmla="*/ 302601 w 802211"/>
                <a:gd name="connsiteY1" fmla="*/ 0 h 828714"/>
                <a:gd name="connsiteX2" fmla="*/ 802211 w 802211"/>
                <a:gd name="connsiteY2" fmla="*/ 12923 h 828714"/>
                <a:gd name="connsiteX3" fmla="*/ 236294 w 802211"/>
                <a:gd name="connsiteY3" fmla="*/ 821751 h 828714"/>
                <a:gd name="connsiteX4" fmla="*/ 27977 w 802211"/>
                <a:gd name="connsiteY4" fmla="*/ 828714 h 828714"/>
                <a:gd name="connsiteX0" fmla="*/ 56213 w 830447"/>
                <a:gd name="connsiteY0" fmla="*/ 828714 h 828714"/>
                <a:gd name="connsiteX1" fmla="*/ 330837 w 830447"/>
                <a:gd name="connsiteY1" fmla="*/ 0 h 828714"/>
                <a:gd name="connsiteX2" fmla="*/ 830447 w 830447"/>
                <a:gd name="connsiteY2" fmla="*/ 12923 h 828714"/>
                <a:gd name="connsiteX3" fmla="*/ 264530 w 830447"/>
                <a:gd name="connsiteY3" fmla="*/ 821751 h 828714"/>
                <a:gd name="connsiteX4" fmla="*/ 56213 w 830447"/>
                <a:gd name="connsiteY4" fmla="*/ 828714 h 828714"/>
                <a:gd name="connsiteX0" fmla="*/ 64130 w 789139"/>
                <a:gd name="connsiteY0" fmla="*/ 794258 h 821751"/>
                <a:gd name="connsiteX1" fmla="*/ 289529 w 789139"/>
                <a:gd name="connsiteY1" fmla="*/ 0 h 821751"/>
                <a:gd name="connsiteX2" fmla="*/ 789139 w 789139"/>
                <a:gd name="connsiteY2" fmla="*/ 12923 h 821751"/>
                <a:gd name="connsiteX3" fmla="*/ 223222 w 789139"/>
                <a:gd name="connsiteY3" fmla="*/ 821751 h 821751"/>
                <a:gd name="connsiteX4" fmla="*/ 64130 w 789139"/>
                <a:gd name="connsiteY4" fmla="*/ 794258 h 821751"/>
                <a:gd name="connsiteX0" fmla="*/ 0 w 725009"/>
                <a:gd name="connsiteY0" fmla="*/ 794258 h 821751"/>
                <a:gd name="connsiteX1" fmla="*/ 225399 w 725009"/>
                <a:gd name="connsiteY1" fmla="*/ 0 h 821751"/>
                <a:gd name="connsiteX2" fmla="*/ 725009 w 725009"/>
                <a:gd name="connsiteY2" fmla="*/ 12923 h 821751"/>
                <a:gd name="connsiteX3" fmla="*/ 159092 w 725009"/>
                <a:gd name="connsiteY3" fmla="*/ 821751 h 821751"/>
                <a:gd name="connsiteX4" fmla="*/ 0 w 725009"/>
                <a:gd name="connsiteY4" fmla="*/ 794258 h 821751"/>
                <a:gd name="connsiteX0" fmla="*/ 0 w 725009"/>
                <a:gd name="connsiteY0" fmla="*/ 1203768 h 1231261"/>
                <a:gd name="connsiteX1" fmla="*/ 225399 w 725009"/>
                <a:gd name="connsiteY1" fmla="*/ 0 h 1231261"/>
                <a:gd name="connsiteX2" fmla="*/ 725009 w 725009"/>
                <a:gd name="connsiteY2" fmla="*/ 422433 h 1231261"/>
                <a:gd name="connsiteX3" fmla="*/ 159092 w 725009"/>
                <a:gd name="connsiteY3" fmla="*/ 1231261 h 1231261"/>
                <a:gd name="connsiteX4" fmla="*/ 0 w 725009"/>
                <a:gd name="connsiteY4" fmla="*/ 1203768 h 1231261"/>
                <a:gd name="connsiteX0" fmla="*/ 0 w 725009"/>
                <a:gd name="connsiteY0" fmla="*/ 1217334 h 1244827"/>
                <a:gd name="connsiteX1" fmla="*/ 225399 w 725009"/>
                <a:gd name="connsiteY1" fmla="*/ 13566 h 1244827"/>
                <a:gd name="connsiteX2" fmla="*/ 725009 w 725009"/>
                <a:gd name="connsiteY2" fmla="*/ 571 h 1244827"/>
                <a:gd name="connsiteX3" fmla="*/ 159092 w 725009"/>
                <a:gd name="connsiteY3" fmla="*/ 1244827 h 1244827"/>
                <a:gd name="connsiteX4" fmla="*/ 0 w 725009"/>
                <a:gd name="connsiteY4" fmla="*/ 1217334 h 1244827"/>
                <a:gd name="connsiteX0" fmla="*/ 0 w 725009"/>
                <a:gd name="connsiteY0" fmla="*/ 1217334 h 1244827"/>
                <a:gd name="connsiteX1" fmla="*/ 225399 w 725009"/>
                <a:gd name="connsiteY1" fmla="*/ 13566 h 1244827"/>
                <a:gd name="connsiteX2" fmla="*/ 725009 w 725009"/>
                <a:gd name="connsiteY2" fmla="*/ 571 h 1244827"/>
                <a:gd name="connsiteX3" fmla="*/ 159092 w 725009"/>
                <a:gd name="connsiteY3" fmla="*/ 1244827 h 1244827"/>
                <a:gd name="connsiteX4" fmla="*/ 0 w 725009"/>
                <a:gd name="connsiteY4" fmla="*/ 1217334 h 1244827"/>
                <a:gd name="connsiteX0" fmla="*/ 0 w 725009"/>
                <a:gd name="connsiteY0" fmla="*/ 1217334 h 1244827"/>
                <a:gd name="connsiteX1" fmla="*/ 225399 w 725009"/>
                <a:gd name="connsiteY1" fmla="*/ 13566 h 1244827"/>
                <a:gd name="connsiteX2" fmla="*/ 725009 w 725009"/>
                <a:gd name="connsiteY2" fmla="*/ 571 h 1244827"/>
                <a:gd name="connsiteX3" fmla="*/ 159092 w 725009"/>
                <a:gd name="connsiteY3" fmla="*/ 1244827 h 1244827"/>
                <a:gd name="connsiteX4" fmla="*/ 0 w 725009"/>
                <a:gd name="connsiteY4" fmla="*/ 1217334 h 1244827"/>
                <a:gd name="connsiteX0" fmla="*/ 0 w 725009"/>
                <a:gd name="connsiteY0" fmla="*/ 1217334 h 1244827"/>
                <a:gd name="connsiteX1" fmla="*/ 225399 w 725009"/>
                <a:gd name="connsiteY1" fmla="*/ 13566 h 1244827"/>
                <a:gd name="connsiteX2" fmla="*/ 725009 w 725009"/>
                <a:gd name="connsiteY2" fmla="*/ 571 h 1244827"/>
                <a:gd name="connsiteX3" fmla="*/ 159092 w 725009"/>
                <a:gd name="connsiteY3" fmla="*/ 1244827 h 1244827"/>
                <a:gd name="connsiteX4" fmla="*/ 0 w 725009"/>
                <a:gd name="connsiteY4" fmla="*/ 1217334 h 1244827"/>
                <a:gd name="connsiteX0" fmla="*/ 0 w 725009"/>
                <a:gd name="connsiteY0" fmla="*/ 1217334 h 1244827"/>
                <a:gd name="connsiteX1" fmla="*/ 225399 w 725009"/>
                <a:gd name="connsiteY1" fmla="*/ 13566 h 1244827"/>
                <a:gd name="connsiteX2" fmla="*/ 725009 w 725009"/>
                <a:gd name="connsiteY2" fmla="*/ 571 h 1244827"/>
                <a:gd name="connsiteX3" fmla="*/ 159092 w 725009"/>
                <a:gd name="connsiteY3" fmla="*/ 1244827 h 1244827"/>
                <a:gd name="connsiteX4" fmla="*/ 0 w 725009"/>
                <a:gd name="connsiteY4" fmla="*/ 1217334 h 1244827"/>
                <a:gd name="connsiteX0" fmla="*/ 0 w 725009"/>
                <a:gd name="connsiteY0" fmla="*/ 1217334 h 1244827"/>
                <a:gd name="connsiteX1" fmla="*/ 225399 w 725009"/>
                <a:gd name="connsiteY1" fmla="*/ 13566 h 1244827"/>
                <a:gd name="connsiteX2" fmla="*/ 725009 w 725009"/>
                <a:gd name="connsiteY2" fmla="*/ 571 h 1244827"/>
                <a:gd name="connsiteX3" fmla="*/ 159092 w 725009"/>
                <a:gd name="connsiteY3" fmla="*/ 1244827 h 1244827"/>
                <a:gd name="connsiteX4" fmla="*/ 0 w 725009"/>
                <a:gd name="connsiteY4" fmla="*/ 1217334 h 1244827"/>
                <a:gd name="connsiteX0" fmla="*/ 0 w 725009"/>
                <a:gd name="connsiteY0" fmla="*/ 1203768 h 1231261"/>
                <a:gd name="connsiteX1" fmla="*/ 225399 w 725009"/>
                <a:gd name="connsiteY1" fmla="*/ 0 h 1231261"/>
                <a:gd name="connsiteX2" fmla="*/ 725009 w 725009"/>
                <a:gd name="connsiteY2" fmla="*/ 129782 h 1231261"/>
                <a:gd name="connsiteX3" fmla="*/ 159092 w 725009"/>
                <a:gd name="connsiteY3" fmla="*/ 1231261 h 1231261"/>
                <a:gd name="connsiteX4" fmla="*/ 0 w 725009"/>
                <a:gd name="connsiteY4" fmla="*/ 1203768 h 1231261"/>
                <a:gd name="connsiteX0" fmla="*/ 0 w 725009"/>
                <a:gd name="connsiteY0" fmla="*/ 1203768 h 1231261"/>
                <a:gd name="connsiteX1" fmla="*/ 225399 w 725009"/>
                <a:gd name="connsiteY1" fmla="*/ 0 h 1231261"/>
                <a:gd name="connsiteX2" fmla="*/ 725009 w 725009"/>
                <a:gd name="connsiteY2" fmla="*/ 129782 h 1231261"/>
                <a:gd name="connsiteX3" fmla="*/ 159092 w 725009"/>
                <a:gd name="connsiteY3" fmla="*/ 1231261 h 1231261"/>
                <a:gd name="connsiteX4" fmla="*/ 0 w 725009"/>
                <a:gd name="connsiteY4" fmla="*/ 1203768 h 1231261"/>
                <a:gd name="connsiteX0" fmla="*/ 0 w 725009"/>
                <a:gd name="connsiteY0" fmla="*/ 1203768 h 1231261"/>
                <a:gd name="connsiteX1" fmla="*/ 225399 w 725009"/>
                <a:gd name="connsiteY1" fmla="*/ 0 h 1231261"/>
                <a:gd name="connsiteX2" fmla="*/ 725009 w 725009"/>
                <a:gd name="connsiteY2" fmla="*/ 129782 h 1231261"/>
                <a:gd name="connsiteX3" fmla="*/ 159092 w 725009"/>
                <a:gd name="connsiteY3" fmla="*/ 1231261 h 1231261"/>
                <a:gd name="connsiteX4" fmla="*/ 0 w 725009"/>
                <a:gd name="connsiteY4" fmla="*/ 1203768 h 1231261"/>
                <a:gd name="connsiteX0" fmla="*/ 0 w 725497"/>
                <a:gd name="connsiteY0" fmla="*/ 1279028 h 1306521"/>
                <a:gd name="connsiteX1" fmla="*/ 225399 w 725497"/>
                <a:gd name="connsiteY1" fmla="*/ 75260 h 1306521"/>
                <a:gd name="connsiteX2" fmla="*/ 396193 w 725497"/>
                <a:gd name="connsiteY2" fmla="*/ 156799 h 1306521"/>
                <a:gd name="connsiteX3" fmla="*/ 725009 w 725497"/>
                <a:gd name="connsiteY3" fmla="*/ 205042 h 1306521"/>
                <a:gd name="connsiteX4" fmla="*/ 159092 w 725497"/>
                <a:gd name="connsiteY4" fmla="*/ 1306521 h 1306521"/>
                <a:gd name="connsiteX5" fmla="*/ 0 w 725497"/>
                <a:gd name="connsiteY5" fmla="*/ 1279028 h 1306521"/>
                <a:gd name="connsiteX0" fmla="*/ 0 w 725239"/>
                <a:gd name="connsiteY0" fmla="*/ 1295668 h 1323161"/>
                <a:gd name="connsiteX1" fmla="*/ 225399 w 725239"/>
                <a:gd name="connsiteY1" fmla="*/ 91900 h 1323161"/>
                <a:gd name="connsiteX2" fmla="*/ 725009 w 725239"/>
                <a:gd name="connsiteY2" fmla="*/ 221682 h 1323161"/>
                <a:gd name="connsiteX3" fmla="*/ 159092 w 725239"/>
                <a:gd name="connsiteY3" fmla="*/ 1323161 h 1323161"/>
                <a:gd name="connsiteX4" fmla="*/ 0 w 725239"/>
                <a:gd name="connsiteY4" fmla="*/ 1295668 h 1323161"/>
                <a:gd name="connsiteX0" fmla="*/ 0 w 725221"/>
                <a:gd name="connsiteY0" fmla="*/ 1210552 h 1238045"/>
                <a:gd name="connsiteX1" fmla="*/ 191583 w 725221"/>
                <a:gd name="connsiteY1" fmla="*/ 153319 h 1238045"/>
                <a:gd name="connsiteX2" fmla="*/ 725009 w 725221"/>
                <a:gd name="connsiteY2" fmla="*/ 136566 h 1238045"/>
                <a:gd name="connsiteX3" fmla="*/ 159092 w 725221"/>
                <a:gd name="connsiteY3" fmla="*/ 1238045 h 1238045"/>
                <a:gd name="connsiteX4" fmla="*/ 0 w 725221"/>
                <a:gd name="connsiteY4" fmla="*/ 1210552 h 1238045"/>
                <a:gd name="connsiteX0" fmla="*/ 0 w 725305"/>
                <a:gd name="connsiteY0" fmla="*/ 1158512 h 1186005"/>
                <a:gd name="connsiteX1" fmla="*/ 191583 w 725305"/>
                <a:gd name="connsiteY1" fmla="*/ 101279 h 1186005"/>
                <a:gd name="connsiteX2" fmla="*/ 725009 w 725305"/>
                <a:gd name="connsiteY2" fmla="*/ 84526 h 1186005"/>
                <a:gd name="connsiteX3" fmla="*/ 159092 w 725305"/>
                <a:gd name="connsiteY3" fmla="*/ 1186005 h 1186005"/>
                <a:gd name="connsiteX4" fmla="*/ 0 w 725305"/>
                <a:gd name="connsiteY4" fmla="*/ 1158512 h 1186005"/>
                <a:gd name="connsiteX0" fmla="*/ 0 w 725009"/>
                <a:gd name="connsiteY0" fmla="*/ 1073986 h 1101479"/>
                <a:gd name="connsiteX1" fmla="*/ 191583 w 725009"/>
                <a:gd name="connsiteY1" fmla="*/ 16753 h 1101479"/>
                <a:gd name="connsiteX2" fmla="*/ 725009 w 725009"/>
                <a:gd name="connsiteY2" fmla="*/ 0 h 1101479"/>
                <a:gd name="connsiteX3" fmla="*/ 159092 w 725009"/>
                <a:gd name="connsiteY3" fmla="*/ 1101479 h 1101479"/>
                <a:gd name="connsiteX4" fmla="*/ 0 w 725009"/>
                <a:gd name="connsiteY4" fmla="*/ 1073986 h 1101479"/>
                <a:gd name="connsiteX0" fmla="*/ 0 w 725009"/>
                <a:gd name="connsiteY0" fmla="*/ 1073986 h 1101479"/>
                <a:gd name="connsiteX1" fmla="*/ 206612 w 725009"/>
                <a:gd name="connsiteY1" fmla="*/ 1724 h 1101479"/>
                <a:gd name="connsiteX2" fmla="*/ 725009 w 725009"/>
                <a:gd name="connsiteY2" fmla="*/ 0 h 1101479"/>
                <a:gd name="connsiteX3" fmla="*/ 159092 w 725009"/>
                <a:gd name="connsiteY3" fmla="*/ 1101479 h 1101479"/>
                <a:gd name="connsiteX4" fmla="*/ 0 w 725009"/>
                <a:gd name="connsiteY4" fmla="*/ 1073986 h 1101479"/>
                <a:gd name="connsiteX0" fmla="*/ 0 w 725009"/>
                <a:gd name="connsiteY0" fmla="*/ 1073986 h 1101479"/>
                <a:gd name="connsiteX1" fmla="*/ 206612 w 725009"/>
                <a:gd name="connsiteY1" fmla="*/ 1724 h 1101479"/>
                <a:gd name="connsiteX2" fmla="*/ 725009 w 725009"/>
                <a:gd name="connsiteY2" fmla="*/ 0 h 1101479"/>
                <a:gd name="connsiteX3" fmla="*/ 159092 w 725009"/>
                <a:gd name="connsiteY3" fmla="*/ 1101479 h 1101479"/>
                <a:gd name="connsiteX4" fmla="*/ 0 w 725009"/>
                <a:gd name="connsiteY4" fmla="*/ 1073986 h 1101479"/>
                <a:gd name="connsiteX0" fmla="*/ 0 w 725009"/>
                <a:gd name="connsiteY0" fmla="*/ 1073986 h 1101479"/>
                <a:gd name="connsiteX1" fmla="*/ 206612 w 725009"/>
                <a:gd name="connsiteY1" fmla="*/ 1724 h 1101479"/>
                <a:gd name="connsiteX2" fmla="*/ 725009 w 725009"/>
                <a:gd name="connsiteY2" fmla="*/ 0 h 1101479"/>
                <a:gd name="connsiteX3" fmla="*/ 159092 w 725009"/>
                <a:gd name="connsiteY3" fmla="*/ 1101479 h 1101479"/>
                <a:gd name="connsiteX4" fmla="*/ 0 w 725009"/>
                <a:gd name="connsiteY4" fmla="*/ 1073986 h 1101479"/>
                <a:gd name="connsiteX0" fmla="*/ 0 w 725009"/>
                <a:gd name="connsiteY0" fmla="*/ 1073986 h 1074607"/>
                <a:gd name="connsiteX1" fmla="*/ 206612 w 725009"/>
                <a:gd name="connsiteY1" fmla="*/ 1724 h 1074607"/>
                <a:gd name="connsiteX2" fmla="*/ 725009 w 725009"/>
                <a:gd name="connsiteY2" fmla="*/ 0 h 1074607"/>
                <a:gd name="connsiteX3" fmla="*/ 229048 w 725009"/>
                <a:gd name="connsiteY3" fmla="*/ 886531 h 1074607"/>
                <a:gd name="connsiteX4" fmla="*/ 0 w 725009"/>
                <a:gd name="connsiteY4" fmla="*/ 1073986 h 1074607"/>
                <a:gd name="connsiteX0" fmla="*/ 0 w 725009"/>
                <a:gd name="connsiteY0" fmla="*/ 1073986 h 1074607"/>
                <a:gd name="connsiteX1" fmla="*/ 206612 w 725009"/>
                <a:gd name="connsiteY1" fmla="*/ 1724 h 1074607"/>
                <a:gd name="connsiteX2" fmla="*/ 725009 w 725009"/>
                <a:gd name="connsiteY2" fmla="*/ 0 h 1074607"/>
                <a:gd name="connsiteX3" fmla="*/ 229048 w 725009"/>
                <a:gd name="connsiteY3" fmla="*/ 886531 h 1074607"/>
                <a:gd name="connsiteX4" fmla="*/ 0 w 725009"/>
                <a:gd name="connsiteY4" fmla="*/ 1073986 h 1074607"/>
                <a:gd name="connsiteX0" fmla="*/ 0 w 675040"/>
                <a:gd name="connsiteY0" fmla="*/ 894029 h 896577"/>
                <a:gd name="connsiteX1" fmla="*/ 156643 w 675040"/>
                <a:gd name="connsiteY1" fmla="*/ 1724 h 896577"/>
                <a:gd name="connsiteX2" fmla="*/ 675040 w 675040"/>
                <a:gd name="connsiteY2" fmla="*/ 0 h 896577"/>
                <a:gd name="connsiteX3" fmla="*/ 179079 w 675040"/>
                <a:gd name="connsiteY3" fmla="*/ 886531 h 896577"/>
                <a:gd name="connsiteX4" fmla="*/ 0 w 675040"/>
                <a:gd name="connsiteY4" fmla="*/ 894029 h 896577"/>
                <a:gd name="connsiteX0" fmla="*/ 0 w 675040"/>
                <a:gd name="connsiteY0" fmla="*/ 894029 h 896577"/>
                <a:gd name="connsiteX1" fmla="*/ 186623 w 675040"/>
                <a:gd name="connsiteY1" fmla="*/ 1724 h 896577"/>
                <a:gd name="connsiteX2" fmla="*/ 675040 w 675040"/>
                <a:gd name="connsiteY2" fmla="*/ 0 h 896577"/>
                <a:gd name="connsiteX3" fmla="*/ 179079 w 675040"/>
                <a:gd name="connsiteY3" fmla="*/ 886531 h 896577"/>
                <a:gd name="connsiteX4" fmla="*/ 0 w 675040"/>
                <a:gd name="connsiteY4" fmla="*/ 894029 h 896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040" h="896577">
                  <a:moveTo>
                    <a:pt x="0" y="894029"/>
                  </a:moveTo>
                  <a:cubicBezTo>
                    <a:pt x="95638" y="409857"/>
                    <a:pt x="76811" y="618448"/>
                    <a:pt x="186623" y="1724"/>
                  </a:cubicBezTo>
                  <a:cubicBezTo>
                    <a:pt x="431451" y="14348"/>
                    <a:pt x="449377" y="35256"/>
                    <a:pt x="675040" y="0"/>
                  </a:cubicBezTo>
                  <a:cubicBezTo>
                    <a:pt x="276172" y="749497"/>
                    <a:pt x="462801" y="344746"/>
                    <a:pt x="179079" y="886531"/>
                  </a:cubicBezTo>
                  <a:cubicBezTo>
                    <a:pt x="44794" y="857895"/>
                    <a:pt x="92525" y="908114"/>
                    <a:pt x="0" y="894029"/>
                  </a:cubicBezTo>
                  <a:close/>
                </a:path>
              </a:pathLst>
            </a:custGeom>
            <a:gradFill>
              <a:gsLst>
                <a:gs pos="0">
                  <a:schemeClr val="bg1">
                    <a:lumMod val="95000"/>
                    <a:alpha val="5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</a:gradFill>
            <a:ln>
              <a:solidFill>
                <a:schemeClr val="bg1">
                  <a:lumMod val="7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274" name="Freeform 273"/>
            <p:cNvSpPr/>
            <p:nvPr/>
          </p:nvSpPr>
          <p:spPr>
            <a:xfrm>
              <a:off x="4340854" y="5470471"/>
              <a:ext cx="514350" cy="401843"/>
            </a:xfrm>
            <a:custGeom>
              <a:avLst/>
              <a:gdLst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418712 w 1040633"/>
                <a:gd name="connsiteY4" fmla="*/ 1189324 h 1219697"/>
                <a:gd name="connsiteX5" fmla="*/ 139870 w 1040633"/>
                <a:gd name="connsiteY5" fmla="*/ 1191723 h 1219697"/>
                <a:gd name="connsiteX0" fmla="*/ 139870 w 1040633"/>
                <a:gd name="connsiteY0" fmla="*/ 1191723 h 1355926"/>
                <a:gd name="connsiteX1" fmla="*/ 0 w 1040633"/>
                <a:gd name="connsiteY1" fmla="*/ 0 h 1355926"/>
                <a:gd name="connsiteX2" fmla="*/ 1040633 w 1040633"/>
                <a:gd name="connsiteY2" fmla="*/ 16785 h 1355926"/>
                <a:gd name="connsiteX3" fmla="*/ 833625 w 1040633"/>
                <a:gd name="connsiteY3" fmla="*/ 1219697 h 1355926"/>
                <a:gd name="connsiteX4" fmla="*/ 139870 w 1040633"/>
                <a:gd name="connsiteY4" fmla="*/ 1191723 h 1355926"/>
                <a:gd name="connsiteX0" fmla="*/ 139870 w 1040633"/>
                <a:gd name="connsiteY0" fmla="*/ 1191723 h 1289901"/>
                <a:gd name="connsiteX1" fmla="*/ 0 w 1040633"/>
                <a:gd name="connsiteY1" fmla="*/ 0 h 1289901"/>
                <a:gd name="connsiteX2" fmla="*/ 1040633 w 1040633"/>
                <a:gd name="connsiteY2" fmla="*/ 16785 h 1289901"/>
                <a:gd name="connsiteX3" fmla="*/ 833625 w 1040633"/>
                <a:gd name="connsiteY3" fmla="*/ 1219697 h 1289901"/>
                <a:gd name="connsiteX4" fmla="*/ 139870 w 1040633"/>
                <a:gd name="connsiteY4" fmla="*/ 1191723 h 1289901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191723"/>
                <a:gd name="connsiteX1" fmla="*/ 0 w 1040633"/>
                <a:gd name="connsiteY1" fmla="*/ 0 h 1191723"/>
                <a:gd name="connsiteX2" fmla="*/ 1040633 w 1040633"/>
                <a:gd name="connsiteY2" fmla="*/ 16785 h 1191723"/>
                <a:gd name="connsiteX3" fmla="*/ 671988 w 1040633"/>
                <a:gd name="connsiteY3" fmla="*/ 1158121 h 1191723"/>
                <a:gd name="connsiteX4" fmla="*/ 139870 w 1040633"/>
                <a:gd name="connsiteY4" fmla="*/ 1191723 h 1191723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778664"/>
                <a:gd name="connsiteY0" fmla="*/ 1160935 h 1160935"/>
                <a:gd name="connsiteX1" fmla="*/ 0 w 778664"/>
                <a:gd name="connsiteY1" fmla="*/ 0 h 1160935"/>
                <a:gd name="connsiteX2" fmla="*/ 778664 w 778664"/>
                <a:gd name="connsiteY2" fmla="*/ 130682 h 1160935"/>
                <a:gd name="connsiteX3" fmla="*/ 671988 w 778664"/>
                <a:gd name="connsiteY3" fmla="*/ 1158121 h 1160935"/>
                <a:gd name="connsiteX4" fmla="*/ 363082 w 778664"/>
                <a:gd name="connsiteY4" fmla="*/ 1160935 h 1160935"/>
                <a:gd name="connsiteX0" fmla="*/ 363082 w 778664"/>
                <a:gd name="connsiteY0" fmla="*/ 1160935 h 1160935"/>
                <a:gd name="connsiteX1" fmla="*/ 0 w 778664"/>
                <a:gd name="connsiteY1" fmla="*/ 0 h 1160935"/>
                <a:gd name="connsiteX2" fmla="*/ 778664 w 778664"/>
                <a:gd name="connsiteY2" fmla="*/ 130682 h 1160935"/>
                <a:gd name="connsiteX3" fmla="*/ 694768 w 778664"/>
                <a:gd name="connsiteY3" fmla="*/ 1112562 h 1160935"/>
                <a:gd name="connsiteX4" fmla="*/ 363082 w 778664"/>
                <a:gd name="connsiteY4" fmla="*/ 1160935 h 1160935"/>
                <a:gd name="connsiteX0" fmla="*/ 363082 w 778664"/>
                <a:gd name="connsiteY0" fmla="*/ 1160935 h 1160935"/>
                <a:gd name="connsiteX1" fmla="*/ 0 w 778664"/>
                <a:gd name="connsiteY1" fmla="*/ 0 h 1160935"/>
                <a:gd name="connsiteX2" fmla="*/ 778664 w 778664"/>
                <a:gd name="connsiteY2" fmla="*/ 130682 h 1160935"/>
                <a:gd name="connsiteX3" fmla="*/ 694768 w 778664"/>
                <a:gd name="connsiteY3" fmla="*/ 1112562 h 1160935"/>
                <a:gd name="connsiteX4" fmla="*/ 363082 w 778664"/>
                <a:gd name="connsiteY4" fmla="*/ 1160935 h 1160935"/>
                <a:gd name="connsiteX0" fmla="*/ 397252 w 778664"/>
                <a:gd name="connsiteY0" fmla="*/ 1103987 h 1112562"/>
                <a:gd name="connsiteX1" fmla="*/ 0 w 778664"/>
                <a:gd name="connsiteY1" fmla="*/ 0 h 1112562"/>
                <a:gd name="connsiteX2" fmla="*/ 778664 w 778664"/>
                <a:gd name="connsiteY2" fmla="*/ 130682 h 1112562"/>
                <a:gd name="connsiteX3" fmla="*/ 694768 w 778664"/>
                <a:gd name="connsiteY3" fmla="*/ 1112562 h 1112562"/>
                <a:gd name="connsiteX4" fmla="*/ 397252 w 778664"/>
                <a:gd name="connsiteY4" fmla="*/ 1103987 h 1112562"/>
                <a:gd name="connsiteX0" fmla="*/ 397252 w 778664"/>
                <a:gd name="connsiteY0" fmla="*/ 1103987 h 1112562"/>
                <a:gd name="connsiteX1" fmla="*/ 0 w 778664"/>
                <a:gd name="connsiteY1" fmla="*/ 0 h 1112562"/>
                <a:gd name="connsiteX2" fmla="*/ 778664 w 778664"/>
                <a:gd name="connsiteY2" fmla="*/ 130682 h 1112562"/>
                <a:gd name="connsiteX3" fmla="*/ 694768 w 778664"/>
                <a:gd name="connsiteY3" fmla="*/ 1112562 h 1112562"/>
                <a:gd name="connsiteX4" fmla="*/ 397252 w 778664"/>
                <a:gd name="connsiteY4" fmla="*/ 1103987 h 1112562"/>
                <a:gd name="connsiteX0" fmla="*/ 397252 w 778664"/>
                <a:gd name="connsiteY0" fmla="*/ 1103987 h 1112562"/>
                <a:gd name="connsiteX1" fmla="*/ 0 w 778664"/>
                <a:gd name="connsiteY1" fmla="*/ 0 h 1112562"/>
                <a:gd name="connsiteX2" fmla="*/ 778664 w 778664"/>
                <a:gd name="connsiteY2" fmla="*/ 130682 h 1112562"/>
                <a:gd name="connsiteX3" fmla="*/ 694768 w 778664"/>
                <a:gd name="connsiteY3" fmla="*/ 1112562 h 1112562"/>
                <a:gd name="connsiteX4" fmla="*/ 397252 w 778664"/>
                <a:gd name="connsiteY4" fmla="*/ 1103987 h 1112562"/>
                <a:gd name="connsiteX0" fmla="*/ 123893 w 505305"/>
                <a:gd name="connsiteY0" fmla="*/ 973305 h 981880"/>
                <a:gd name="connsiteX1" fmla="*/ 0 w 505305"/>
                <a:gd name="connsiteY1" fmla="*/ 28773 h 981880"/>
                <a:gd name="connsiteX2" fmla="*/ 505305 w 505305"/>
                <a:gd name="connsiteY2" fmla="*/ 0 h 981880"/>
                <a:gd name="connsiteX3" fmla="*/ 421409 w 505305"/>
                <a:gd name="connsiteY3" fmla="*/ 981880 h 981880"/>
                <a:gd name="connsiteX4" fmla="*/ 123893 w 505305"/>
                <a:gd name="connsiteY4" fmla="*/ 973305 h 981880"/>
                <a:gd name="connsiteX0" fmla="*/ 123893 w 505305"/>
                <a:gd name="connsiteY0" fmla="*/ 973305 h 981880"/>
                <a:gd name="connsiteX1" fmla="*/ 0 w 505305"/>
                <a:gd name="connsiteY1" fmla="*/ 28773 h 981880"/>
                <a:gd name="connsiteX2" fmla="*/ 505305 w 505305"/>
                <a:gd name="connsiteY2" fmla="*/ 0 h 981880"/>
                <a:gd name="connsiteX3" fmla="*/ 421409 w 505305"/>
                <a:gd name="connsiteY3" fmla="*/ 981880 h 981880"/>
                <a:gd name="connsiteX4" fmla="*/ 123893 w 505305"/>
                <a:gd name="connsiteY4" fmla="*/ 973305 h 981880"/>
                <a:gd name="connsiteX0" fmla="*/ 123893 w 505305"/>
                <a:gd name="connsiteY0" fmla="*/ 973305 h 981880"/>
                <a:gd name="connsiteX1" fmla="*/ 0 w 505305"/>
                <a:gd name="connsiteY1" fmla="*/ 28773 h 981880"/>
                <a:gd name="connsiteX2" fmla="*/ 505305 w 505305"/>
                <a:gd name="connsiteY2" fmla="*/ 0 h 981880"/>
                <a:gd name="connsiteX3" fmla="*/ 421409 w 505305"/>
                <a:gd name="connsiteY3" fmla="*/ 981880 h 981880"/>
                <a:gd name="connsiteX4" fmla="*/ 123893 w 505305"/>
                <a:gd name="connsiteY4" fmla="*/ 973305 h 981880"/>
                <a:gd name="connsiteX0" fmla="*/ 123893 w 505305"/>
                <a:gd name="connsiteY0" fmla="*/ 973305 h 981880"/>
                <a:gd name="connsiteX1" fmla="*/ 0 w 505305"/>
                <a:gd name="connsiteY1" fmla="*/ 28773 h 981880"/>
                <a:gd name="connsiteX2" fmla="*/ 505305 w 505305"/>
                <a:gd name="connsiteY2" fmla="*/ 0 h 981880"/>
                <a:gd name="connsiteX3" fmla="*/ 421409 w 505305"/>
                <a:gd name="connsiteY3" fmla="*/ 981880 h 981880"/>
                <a:gd name="connsiteX4" fmla="*/ 123893 w 505305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18198 w 499610"/>
                <a:gd name="connsiteY4" fmla="*/ 973305 h 976186"/>
                <a:gd name="connsiteX0" fmla="*/ 11819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18198 w 499610"/>
                <a:gd name="connsiteY4" fmla="*/ 973305 h 976186"/>
                <a:gd name="connsiteX0" fmla="*/ 19792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97928 w 499610"/>
                <a:gd name="connsiteY4" fmla="*/ 973305 h 976186"/>
                <a:gd name="connsiteX0" fmla="*/ 19792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97928 w 499610"/>
                <a:gd name="connsiteY4" fmla="*/ 973305 h 976186"/>
                <a:gd name="connsiteX0" fmla="*/ 19792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97928 w 499610"/>
                <a:gd name="connsiteY4" fmla="*/ 973305 h 976186"/>
                <a:gd name="connsiteX0" fmla="*/ 19792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97928 w 499610"/>
                <a:gd name="connsiteY4" fmla="*/ 973305 h 976186"/>
                <a:gd name="connsiteX0" fmla="*/ 197928 w 503138"/>
                <a:gd name="connsiteY0" fmla="*/ 961687 h 964568"/>
                <a:gd name="connsiteX1" fmla="*/ 0 w 503138"/>
                <a:gd name="connsiteY1" fmla="*/ 70 h 964568"/>
                <a:gd name="connsiteX2" fmla="*/ 503138 w 503138"/>
                <a:gd name="connsiteY2" fmla="*/ 154187 h 964568"/>
                <a:gd name="connsiteX3" fmla="*/ 273339 w 503138"/>
                <a:gd name="connsiteY3" fmla="*/ 964568 h 964568"/>
                <a:gd name="connsiteX4" fmla="*/ 197928 w 503138"/>
                <a:gd name="connsiteY4" fmla="*/ 961687 h 964568"/>
                <a:gd name="connsiteX0" fmla="*/ 201456 w 506666"/>
                <a:gd name="connsiteY0" fmla="*/ 807500 h 810381"/>
                <a:gd name="connsiteX1" fmla="*/ 0 w 506666"/>
                <a:gd name="connsiteY1" fmla="*/ 15216 h 810381"/>
                <a:gd name="connsiteX2" fmla="*/ 506666 w 506666"/>
                <a:gd name="connsiteY2" fmla="*/ 0 h 810381"/>
                <a:gd name="connsiteX3" fmla="*/ 276867 w 506666"/>
                <a:gd name="connsiteY3" fmla="*/ 810381 h 810381"/>
                <a:gd name="connsiteX4" fmla="*/ 201456 w 506666"/>
                <a:gd name="connsiteY4" fmla="*/ 807500 h 810381"/>
                <a:gd name="connsiteX0" fmla="*/ 201456 w 506666"/>
                <a:gd name="connsiteY0" fmla="*/ 807500 h 811593"/>
                <a:gd name="connsiteX1" fmla="*/ 0 w 506666"/>
                <a:gd name="connsiteY1" fmla="*/ 15216 h 811593"/>
                <a:gd name="connsiteX2" fmla="*/ 506666 w 506666"/>
                <a:gd name="connsiteY2" fmla="*/ 0 h 811593"/>
                <a:gd name="connsiteX3" fmla="*/ 276867 w 506666"/>
                <a:gd name="connsiteY3" fmla="*/ 810381 h 811593"/>
                <a:gd name="connsiteX4" fmla="*/ 201456 w 506666"/>
                <a:gd name="connsiteY4" fmla="*/ 807500 h 811593"/>
                <a:gd name="connsiteX0" fmla="*/ 135576 w 506666"/>
                <a:gd name="connsiteY0" fmla="*/ 818480 h 818480"/>
                <a:gd name="connsiteX1" fmla="*/ 0 w 506666"/>
                <a:gd name="connsiteY1" fmla="*/ 15216 h 818480"/>
                <a:gd name="connsiteX2" fmla="*/ 506666 w 506666"/>
                <a:gd name="connsiteY2" fmla="*/ 0 h 818480"/>
                <a:gd name="connsiteX3" fmla="*/ 276867 w 506666"/>
                <a:gd name="connsiteY3" fmla="*/ 810381 h 818480"/>
                <a:gd name="connsiteX4" fmla="*/ 135576 w 506666"/>
                <a:gd name="connsiteY4" fmla="*/ 818480 h 818480"/>
                <a:gd name="connsiteX0" fmla="*/ 135576 w 506666"/>
                <a:gd name="connsiteY0" fmla="*/ 818480 h 818480"/>
                <a:gd name="connsiteX1" fmla="*/ 0 w 506666"/>
                <a:gd name="connsiteY1" fmla="*/ 15216 h 818480"/>
                <a:gd name="connsiteX2" fmla="*/ 506666 w 506666"/>
                <a:gd name="connsiteY2" fmla="*/ 0 h 818480"/>
                <a:gd name="connsiteX3" fmla="*/ 331766 w 506666"/>
                <a:gd name="connsiteY3" fmla="*/ 803061 h 818480"/>
                <a:gd name="connsiteX4" fmla="*/ 135576 w 506666"/>
                <a:gd name="connsiteY4" fmla="*/ 818480 h 818480"/>
                <a:gd name="connsiteX0" fmla="*/ 135576 w 506666"/>
                <a:gd name="connsiteY0" fmla="*/ 818480 h 818480"/>
                <a:gd name="connsiteX1" fmla="*/ 0 w 506666"/>
                <a:gd name="connsiteY1" fmla="*/ 15216 h 818480"/>
                <a:gd name="connsiteX2" fmla="*/ 506666 w 506666"/>
                <a:gd name="connsiteY2" fmla="*/ 0 h 818480"/>
                <a:gd name="connsiteX3" fmla="*/ 331766 w 506666"/>
                <a:gd name="connsiteY3" fmla="*/ 803061 h 818480"/>
                <a:gd name="connsiteX4" fmla="*/ 135576 w 506666"/>
                <a:gd name="connsiteY4" fmla="*/ 818480 h 818480"/>
                <a:gd name="connsiteX0" fmla="*/ 135576 w 506666"/>
                <a:gd name="connsiteY0" fmla="*/ 818480 h 818480"/>
                <a:gd name="connsiteX1" fmla="*/ 0 w 506666"/>
                <a:gd name="connsiteY1" fmla="*/ 15216 h 818480"/>
                <a:gd name="connsiteX2" fmla="*/ 506666 w 506666"/>
                <a:gd name="connsiteY2" fmla="*/ 0 h 818480"/>
                <a:gd name="connsiteX3" fmla="*/ 331766 w 506666"/>
                <a:gd name="connsiteY3" fmla="*/ 803061 h 818480"/>
                <a:gd name="connsiteX4" fmla="*/ 135576 w 506666"/>
                <a:gd name="connsiteY4" fmla="*/ 818480 h 818480"/>
                <a:gd name="connsiteX0" fmla="*/ 135576 w 506666"/>
                <a:gd name="connsiteY0" fmla="*/ 818480 h 818480"/>
                <a:gd name="connsiteX1" fmla="*/ 0 w 506666"/>
                <a:gd name="connsiteY1" fmla="*/ 7896 h 818480"/>
                <a:gd name="connsiteX2" fmla="*/ 506666 w 506666"/>
                <a:gd name="connsiteY2" fmla="*/ 0 h 818480"/>
                <a:gd name="connsiteX3" fmla="*/ 331766 w 506666"/>
                <a:gd name="connsiteY3" fmla="*/ 803061 h 818480"/>
                <a:gd name="connsiteX4" fmla="*/ 135576 w 506666"/>
                <a:gd name="connsiteY4" fmla="*/ 818480 h 818480"/>
                <a:gd name="connsiteX0" fmla="*/ 135576 w 506666"/>
                <a:gd name="connsiteY0" fmla="*/ 818480 h 818480"/>
                <a:gd name="connsiteX1" fmla="*/ 0 w 506666"/>
                <a:gd name="connsiteY1" fmla="*/ 7896 h 818480"/>
                <a:gd name="connsiteX2" fmla="*/ 506666 w 506666"/>
                <a:gd name="connsiteY2" fmla="*/ 0 h 818480"/>
                <a:gd name="connsiteX3" fmla="*/ 331766 w 506666"/>
                <a:gd name="connsiteY3" fmla="*/ 803061 h 818480"/>
                <a:gd name="connsiteX4" fmla="*/ 135576 w 506666"/>
                <a:gd name="connsiteY4" fmla="*/ 818480 h 818480"/>
                <a:gd name="connsiteX0" fmla="*/ 45472 w 559302"/>
                <a:gd name="connsiteY0" fmla="*/ 807500 h 807500"/>
                <a:gd name="connsiteX1" fmla="*/ 52636 w 559302"/>
                <a:gd name="connsiteY1" fmla="*/ 7896 h 807500"/>
                <a:gd name="connsiteX2" fmla="*/ 559302 w 559302"/>
                <a:gd name="connsiteY2" fmla="*/ 0 h 807500"/>
                <a:gd name="connsiteX3" fmla="*/ 384402 w 559302"/>
                <a:gd name="connsiteY3" fmla="*/ 803061 h 807500"/>
                <a:gd name="connsiteX4" fmla="*/ 45472 w 559302"/>
                <a:gd name="connsiteY4" fmla="*/ 807500 h 807500"/>
                <a:gd name="connsiteX0" fmla="*/ 21974 w 535804"/>
                <a:gd name="connsiteY0" fmla="*/ 807500 h 807500"/>
                <a:gd name="connsiteX1" fmla="*/ 29138 w 535804"/>
                <a:gd name="connsiteY1" fmla="*/ 7896 h 807500"/>
                <a:gd name="connsiteX2" fmla="*/ 535804 w 535804"/>
                <a:gd name="connsiteY2" fmla="*/ 0 h 807500"/>
                <a:gd name="connsiteX3" fmla="*/ 360904 w 535804"/>
                <a:gd name="connsiteY3" fmla="*/ 803061 h 807500"/>
                <a:gd name="connsiteX4" fmla="*/ 21974 w 535804"/>
                <a:gd name="connsiteY4" fmla="*/ 807500 h 807500"/>
                <a:gd name="connsiteX0" fmla="*/ 128256 w 506666"/>
                <a:gd name="connsiteY0" fmla="*/ 829461 h 829461"/>
                <a:gd name="connsiteX1" fmla="*/ 0 w 506666"/>
                <a:gd name="connsiteY1" fmla="*/ 7896 h 829461"/>
                <a:gd name="connsiteX2" fmla="*/ 506666 w 506666"/>
                <a:gd name="connsiteY2" fmla="*/ 0 h 829461"/>
                <a:gd name="connsiteX3" fmla="*/ 331766 w 506666"/>
                <a:gd name="connsiteY3" fmla="*/ 803061 h 829461"/>
                <a:gd name="connsiteX4" fmla="*/ 128256 w 506666"/>
                <a:gd name="connsiteY4" fmla="*/ 829461 h 829461"/>
                <a:gd name="connsiteX0" fmla="*/ 128256 w 506666"/>
                <a:gd name="connsiteY0" fmla="*/ 829461 h 829461"/>
                <a:gd name="connsiteX1" fmla="*/ 0 w 506666"/>
                <a:gd name="connsiteY1" fmla="*/ 7896 h 829461"/>
                <a:gd name="connsiteX2" fmla="*/ 506666 w 506666"/>
                <a:gd name="connsiteY2" fmla="*/ 0 h 829461"/>
                <a:gd name="connsiteX3" fmla="*/ 331766 w 506666"/>
                <a:gd name="connsiteY3" fmla="*/ 803061 h 829461"/>
                <a:gd name="connsiteX4" fmla="*/ 128256 w 506666"/>
                <a:gd name="connsiteY4" fmla="*/ 829461 h 829461"/>
                <a:gd name="connsiteX0" fmla="*/ 128256 w 506666"/>
                <a:gd name="connsiteY0" fmla="*/ 829461 h 829461"/>
                <a:gd name="connsiteX1" fmla="*/ 0 w 506666"/>
                <a:gd name="connsiteY1" fmla="*/ 7896 h 829461"/>
                <a:gd name="connsiteX2" fmla="*/ 506666 w 506666"/>
                <a:gd name="connsiteY2" fmla="*/ 0 h 829461"/>
                <a:gd name="connsiteX3" fmla="*/ 331766 w 506666"/>
                <a:gd name="connsiteY3" fmla="*/ 803061 h 829461"/>
                <a:gd name="connsiteX4" fmla="*/ 128256 w 506666"/>
                <a:gd name="connsiteY4" fmla="*/ 829461 h 829461"/>
                <a:gd name="connsiteX0" fmla="*/ 128256 w 506666"/>
                <a:gd name="connsiteY0" fmla="*/ 829461 h 830473"/>
                <a:gd name="connsiteX1" fmla="*/ 0 w 506666"/>
                <a:gd name="connsiteY1" fmla="*/ 7896 h 830473"/>
                <a:gd name="connsiteX2" fmla="*/ 506666 w 506666"/>
                <a:gd name="connsiteY2" fmla="*/ 0 h 830473"/>
                <a:gd name="connsiteX3" fmla="*/ 331766 w 506666"/>
                <a:gd name="connsiteY3" fmla="*/ 828681 h 830473"/>
                <a:gd name="connsiteX4" fmla="*/ 128256 w 506666"/>
                <a:gd name="connsiteY4" fmla="*/ 829461 h 830473"/>
                <a:gd name="connsiteX0" fmla="*/ 128256 w 506666"/>
                <a:gd name="connsiteY0" fmla="*/ 829461 h 830473"/>
                <a:gd name="connsiteX1" fmla="*/ 0 w 506666"/>
                <a:gd name="connsiteY1" fmla="*/ 7896 h 830473"/>
                <a:gd name="connsiteX2" fmla="*/ 506666 w 506666"/>
                <a:gd name="connsiteY2" fmla="*/ 0 h 830473"/>
                <a:gd name="connsiteX3" fmla="*/ 331766 w 506666"/>
                <a:gd name="connsiteY3" fmla="*/ 828681 h 830473"/>
                <a:gd name="connsiteX4" fmla="*/ 128256 w 506666"/>
                <a:gd name="connsiteY4" fmla="*/ 829461 h 830473"/>
                <a:gd name="connsiteX0" fmla="*/ 128256 w 506666"/>
                <a:gd name="connsiteY0" fmla="*/ 821565 h 822577"/>
                <a:gd name="connsiteX1" fmla="*/ 0 w 506666"/>
                <a:gd name="connsiteY1" fmla="*/ 0 h 822577"/>
                <a:gd name="connsiteX2" fmla="*/ 506666 w 506666"/>
                <a:gd name="connsiteY2" fmla="*/ 255115 h 822577"/>
                <a:gd name="connsiteX3" fmla="*/ 331766 w 506666"/>
                <a:gd name="connsiteY3" fmla="*/ 820785 h 822577"/>
                <a:gd name="connsiteX4" fmla="*/ 128256 w 506666"/>
                <a:gd name="connsiteY4" fmla="*/ 821565 h 822577"/>
                <a:gd name="connsiteX0" fmla="*/ 128256 w 506666"/>
                <a:gd name="connsiteY0" fmla="*/ 821565 h 822577"/>
                <a:gd name="connsiteX1" fmla="*/ 0 w 506666"/>
                <a:gd name="connsiteY1" fmla="*/ 0 h 822577"/>
                <a:gd name="connsiteX2" fmla="*/ 506666 w 506666"/>
                <a:gd name="connsiteY2" fmla="*/ 255115 h 822577"/>
                <a:gd name="connsiteX3" fmla="*/ 331766 w 506666"/>
                <a:gd name="connsiteY3" fmla="*/ 820785 h 822577"/>
                <a:gd name="connsiteX4" fmla="*/ 128256 w 506666"/>
                <a:gd name="connsiteY4" fmla="*/ 821565 h 822577"/>
                <a:gd name="connsiteX0" fmla="*/ 128256 w 506666"/>
                <a:gd name="connsiteY0" fmla="*/ 821565 h 822577"/>
                <a:gd name="connsiteX1" fmla="*/ 0 w 506666"/>
                <a:gd name="connsiteY1" fmla="*/ 0 h 822577"/>
                <a:gd name="connsiteX2" fmla="*/ 506666 w 506666"/>
                <a:gd name="connsiteY2" fmla="*/ 255115 h 822577"/>
                <a:gd name="connsiteX3" fmla="*/ 331766 w 506666"/>
                <a:gd name="connsiteY3" fmla="*/ 820785 h 822577"/>
                <a:gd name="connsiteX4" fmla="*/ 128256 w 506666"/>
                <a:gd name="connsiteY4" fmla="*/ 821565 h 822577"/>
                <a:gd name="connsiteX0" fmla="*/ 135770 w 514180"/>
                <a:gd name="connsiteY0" fmla="*/ 577341 h 578353"/>
                <a:gd name="connsiteX1" fmla="*/ 0 w 514180"/>
                <a:gd name="connsiteY1" fmla="*/ 0 h 578353"/>
                <a:gd name="connsiteX2" fmla="*/ 514180 w 514180"/>
                <a:gd name="connsiteY2" fmla="*/ 10891 h 578353"/>
                <a:gd name="connsiteX3" fmla="*/ 339280 w 514180"/>
                <a:gd name="connsiteY3" fmla="*/ 576561 h 578353"/>
                <a:gd name="connsiteX4" fmla="*/ 135770 w 514180"/>
                <a:gd name="connsiteY4" fmla="*/ 577341 h 578353"/>
                <a:gd name="connsiteX0" fmla="*/ 135770 w 514180"/>
                <a:gd name="connsiteY0" fmla="*/ 577341 h 578353"/>
                <a:gd name="connsiteX1" fmla="*/ 0 w 514180"/>
                <a:gd name="connsiteY1" fmla="*/ 0 h 578353"/>
                <a:gd name="connsiteX2" fmla="*/ 514180 w 514180"/>
                <a:gd name="connsiteY2" fmla="*/ 10891 h 578353"/>
                <a:gd name="connsiteX3" fmla="*/ 339280 w 514180"/>
                <a:gd name="connsiteY3" fmla="*/ 576561 h 578353"/>
                <a:gd name="connsiteX4" fmla="*/ 135770 w 514180"/>
                <a:gd name="connsiteY4" fmla="*/ 577341 h 578353"/>
                <a:gd name="connsiteX0" fmla="*/ 135770 w 514180"/>
                <a:gd name="connsiteY0" fmla="*/ 577341 h 578353"/>
                <a:gd name="connsiteX1" fmla="*/ 0 w 514180"/>
                <a:gd name="connsiteY1" fmla="*/ 0 h 578353"/>
                <a:gd name="connsiteX2" fmla="*/ 514180 w 514180"/>
                <a:gd name="connsiteY2" fmla="*/ 10891 h 578353"/>
                <a:gd name="connsiteX3" fmla="*/ 339280 w 514180"/>
                <a:gd name="connsiteY3" fmla="*/ 576561 h 578353"/>
                <a:gd name="connsiteX4" fmla="*/ 135770 w 514180"/>
                <a:gd name="connsiteY4" fmla="*/ 577341 h 578353"/>
                <a:gd name="connsiteX0" fmla="*/ 135770 w 514180"/>
                <a:gd name="connsiteY0" fmla="*/ 577341 h 577341"/>
                <a:gd name="connsiteX1" fmla="*/ 0 w 514180"/>
                <a:gd name="connsiteY1" fmla="*/ 0 h 577341"/>
                <a:gd name="connsiteX2" fmla="*/ 514180 w 514180"/>
                <a:gd name="connsiteY2" fmla="*/ 10891 h 577341"/>
                <a:gd name="connsiteX3" fmla="*/ 404259 w 514180"/>
                <a:gd name="connsiteY3" fmla="*/ 386400 h 577341"/>
                <a:gd name="connsiteX4" fmla="*/ 135770 w 514180"/>
                <a:gd name="connsiteY4" fmla="*/ 577341 h 577341"/>
                <a:gd name="connsiteX0" fmla="*/ 100781 w 514180"/>
                <a:gd name="connsiteY0" fmla="*/ 432218 h 432218"/>
                <a:gd name="connsiteX1" fmla="*/ 0 w 514180"/>
                <a:gd name="connsiteY1" fmla="*/ 0 h 432218"/>
                <a:gd name="connsiteX2" fmla="*/ 514180 w 514180"/>
                <a:gd name="connsiteY2" fmla="*/ 10891 h 432218"/>
                <a:gd name="connsiteX3" fmla="*/ 404259 w 514180"/>
                <a:gd name="connsiteY3" fmla="*/ 386400 h 432218"/>
                <a:gd name="connsiteX4" fmla="*/ 100781 w 514180"/>
                <a:gd name="connsiteY4" fmla="*/ 432218 h 432218"/>
                <a:gd name="connsiteX0" fmla="*/ 100781 w 514180"/>
                <a:gd name="connsiteY0" fmla="*/ 432218 h 432218"/>
                <a:gd name="connsiteX1" fmla="*/ 0 w 514180"/>
                <a:gd name="connsiteY1" fmla="*/ 0 h 432218"/>
                <a:gd name="connsiteX2" fmla="*/ 514180 w 514180"/>
                <a:gd name="connsiteY2" fmla="*/ 10891 h 432218"/>
                <a:gd name="connsiteX3" fmla="*/ 404259 w 514180"/>
                <a:gd name="connsiteY3" fmla="*/ 386400 h 432218"/>
                <a:gd name="connsiteX4" fmla="*/ 100781 w 514180"/>
                <a:gd name="connsiteY4" fmla="*/ 432218 h 432218"/>
                <a:gd name="connsiteX0" fmla="*/ 100781 w 514180"/>
                <a:gd name="connsiteY0" fmla="*/ 402193 h 402193"/>
                <a:gd name="connsiteX1" fmla="*/ 0 w 514180"/>
                <a:gd name="connsiteY1" fmla="*/ 0 h 402193"/>
                <a:gd name="connsiteX2" fmla="*/ 514180 w 514180"/>
                <a:gd name="connsiteY2" fmla="*/ 10891 h 402193"/>
                <a:gd name="connsiteX3" fmla="*/ 404259 w 514180"/>
                <a:gd name="connsiteY3" fmla="*/ 386400 h 402193"/>
                <a:gd name="connsiteX4" fmla="*/ 100781 w 514180"/>
                <a:gd name="connsiteY4" fmla="*/ 402193 h 4021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4180" h="402193">
                  <a:moveTo>
                    <a:pt x="100781" y="402193"/>
                  </a:moveTo>
                  <a:cubicBezTo>
                    <a:pt x="60584" y="194221"/>
                    <a:pt x="96631" y="442038"/>
                    <a:pt x="0" y="0"/>
                  </a:cubicBezTo>
                  <a:lnTo>
                    <a:pt x="514180" y="10891"/>
                  </a:lnTo>
                  <a:cubicBezTo>
                    <a:pt x="417353" y="348331"/>
                    <a:pt x="491637" y="89943"/>
                    <a:pt x="404259" y="386400"/>
                  </a:cubicBezTo>
                  <a:cubicBezTo>
                    <a:pt x="357814" y="390704"/>
                    <a:pt x="168880" y="400727"/>
                    <a:pt x="100781" y="402193"/>
                  </a:cubicBezTo>
                  <a:close/>
                </a:path>
              </a:pathLst>
            </a:custGeom>
            <a:gradFill>
              <a:gsLst>
                <a:gs pos="0">
                  <a:schemeClr val="bg1">
                    <a:lumMod val="95000"/>
                    <a:alpha val="5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</a:gradFill>
            <a:ln>
              <a:solidFill>
                <a:schemeClr val="bg1">
                  <a:lumMod val="7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275" name="Freeform 274"/>
            <p:cNvSpPr/>
            <p:nvPr/>
          </p:nvSpPr>
          <p:spPr>
            <a:xfrm>
              <a:off x="3561391" y="5433960"/>
              <a:ext cx="573725" cy="1015589"/>
            </a:xfrm>
            <a:custGeom>
              <a:avLst/>
              <a:gdLst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418712 w 1040633"/>
                <a:gd name="connsiteY4" fmla="*/ 1189324 h 1219697"/>
                <a:gd name="connsiteX5" fmla="*/ 139870 w 1040633"/>
                <a:gd name="connsiteY5" fmla="*/ 1191723 h 1219697"/>
                <a:gd name="connsiteX0" fmla="*/ 139870 w 1040633"/>
                <a:gd name="connsiteY0" fmla="*/ 1191723 h 1355926"/>
                <a:gd name="connsiteX1" fmla="*/ 0 w 1040633"/>
                <a:gd name="connsiteY1" fmla="*/ 0 h 1355926"/>
                <a:gd name="connsiteX2" fmla="*/ 1040633 w 1040633"/>
                <a:gd name="connsiteY2" fmla="*/ 16785 h 1355926"/>
                <a:gd name="connsiteX3" fmla="*/ 833625 w 1040633"/>
                <a:gd name="connsiteY3" fmla="*/ 1219697 h 1355926"/>
                <a:gd name="connsiteX4" fmla="*/ 139870 w 1040633"/>
                <a:gd name="connsiteY4" fmla="*/ 1191723 h 1355926"/>
                <a:gd name="connsiteX0" fmla="*/ 139870 w 1040633"/>
                <a:gd name="connsiteY0" fmla="*/ 1191723 h 1289901"/>
                <a:gd name="connsiteX1" fmla="*/ 0 w 1040633"/>
                <a:gd name="connsiteY1" fmla="*/ 0 h 1289901"/>
                <a:gd name="connsiteX2" fmla="*/ 1040633 w 1040633"/>
                <a:gd name="connsiteY2" fmla="*/ 16785 h 1289901"/>
                <a:gd name="connsiteX3" fmla="*/ 833625 w 1040633"/>
                <a:gd name="connsiteY3" fmla="*/ 1219697 h 1289901"/>
                <a:gd name="connsiteX4" fmla="*/ 139870 w 1040633"/>
                <a:gd name="connsiteY4" fmla="*/ 1191723 h 1289901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191723"/>
                <a:gd name="connsiteX1" fmla="*/ 0 w 1040633"/>
                <a:gd name="connsiteY1" fmla="*/ 0 h 1191723"/>
                <a:gd name="connsiteX2" fmla="*/ 1040633 w 1040633"/>
                <a:gd name="connsiteY2" fmla="*/ 16785 h 1191723"/>
                <a:gd name="connsiteX3" fmla="*/ 671988 w 1040633"/>
                <a:gd name="connsiteY3" fmla="*/ 1158121 h 1191723"/>
                <a:gd name="connsiteX4" fmla="*/ 139870 w 1040633"/>
                <a:gd name="connsiteY4" fmla="*/ 1191723 h 1191723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778664"/>
                <a:gd name="connsiteY0" fmla="*/ 1160935 h 1160935"/>
                <a:gd name="connsiteX1" fmla="*/ 0 w 778664"/>
                <a:gd name="connsiteY1" fmla="*/ 0 h 1160935"/>
                <a:gd name="connsiteX2" fmla="*/ 778664 w 778664"/>
                <a:gd name="connsiteY2" fmla="*/ 130682 h 1160935"/>
                <a:gd name="connsiteX3" fmla="*/ 671988 w 778664"/>
                <a:gd name="connsiteY3" fmla="*/ 1158121 h 1160935"/>
                <a:gd name="connsiteX4" fmla="*/ 363082 w 778664"/>
                <a:gd name="connsiteY4" fmla="*/ 1160935 h 1160935"/>
                <a:gd name="connsiteX0" fmla="*/ 363082 w 778664"/>
                <a:gd name="connsiteY0" fmla="*/ 1160935 h 1160935"/>
                <a:gd name="connsiteX1" fmla="*/ 0 w 778664"/>
                <a:gd name="connsiteY1" fmla="*/ 0 h 1160935"/>
                <a:gd name="connsiteX2" fmla="*/ 778664 w 778664"/>
                <a:gd name="connsiteY2" fmla="*/ 130682 h 1160935"/>
                <a:gd name="connsiteX3" fmla="*/ 694768 w 778664"/>
                <a:gd name="connsiteY3" fmla="*/ 1112562 h 1160935"/>
                <a:gd name="connsiteX4" fmla="*/ 363082 w 778664"/>
                <a:gd name="connsiteY4" fmla="*/ 1160935 h 1160935"/>
                <a:gd name="connsiteX0" fmla="*/ 363082 w 778664"/>
                <a:gd name="connsiteY0" fmla="*/ 1160935 h 1160935"/>
                <a:gd name="connsiteX1" fmla="*/ 0 w 778664"/>
                <a:gd name="connsiteY1" fmla="*/ 0 h 1160935"/>
                <a:gd name="connsiteX2" fmla="*/ 778664 w 778664"/>
                <a:gd name="connsiteY2" fmla="*/ 130682 h 1160935"/>
                <a:gd name="connsiteX3" fmla="*/ 694768 w 778664"/>
                <a:gd name="connsiteY3" fmla="*/ 1112562 h 1160935"/>
                <a:gd name="connsiteX4" fmla="*/ 363082 w 778664"/>
                <a:gd name="connsiteY4" fmla="*/ 1160935 h 1160935"/>
                <a:gd name="connsiteX0" fmla="*/ 397252 w 778664"/>
                <a:gd name="connsiteY0" fmla="*/ 1103987 h 1112562"/>
                <a:gd name="connsiteX1" fmla="*/ 0 w 778664"/>
                <a:gd name="connsiteY1" fmla="*/ 0 h 1112562"/>
                <a:gd name="connsiteX2" fmla="*/ 778664 w 778664"/>
                <a:gd name="connsiteY2" fmla="*/ 130682 h 1112562"/>
                <a:gd name="connsiteX3" fmla="*/ 694768 w 778664"/>
                <a:gd name="connsiteY3" fmla="*/ 1112562 h 1112562"/>
                <a:gd name="connsiteX4" fmla="*/ 397252 w 778664"/>
                <a:gd name="connsiteY4" fmla="*/ 1103987 h 1112562"/>
                <a:gd name="connsiteX0" fmla="*/ 397252 w 778664"/>
                <a:gd name="connsiteY0" fmla="*/ 1103987 h 1112562"/>
                <a:gd name="connsiteX1" fmla="*/ 0 w 778664"/>
                <a:gd name="connsiteY1" fmla="*/ 0 h 1112562"/>
                <a:gd name="connsiteX2" fmla="*/ 778664 w 778664"/>
                <a:gd name="connsiteY2" fmla="*/ 130682 h 1112562"/>
                <a:gd name="connsiteX3" fmla="*/ 694768 w 778664"/>
                <a:gd name="connsiteY3" fmla="*/ 1112562 h 1112562"/>
                <a:gd name="connsiteX4" fmla="*/ 397252 w 778664"/>
                <a:gd name="connsiteY4" fmla="*/ 1103987 h 1112562"/>
                <a:gd name="connsiteX0" fmla="*/ 397252 w 778664"/>
                <a:gd name="connsiteY0" fmla="*/ 1103987 h 1112562"/>
                <a:gd name="connsiteX1" fmla="*/ 0 w 778664"/>
                <a:gd name="connsiteY1" fmla="*/ 0 h 1112562"/>
                <a:gd name="connsiteX2" fmla="*/ 778664 w 778664"/>
                <a:gd name="connsiteY2" fmla="*/ 130682 h 1112562"/>
                <a:gd name="connsiteX3" fmla="*/ 694768 w 778664"/>
                <a:gd name="connsiteY3" fmla="*/ 1112562 h 1112562"/>
                <a:gd name="connsiteX4" fmla="*/ 397252 w 778664"/>
                <a:gd name="connsiteY4" fmla="*/ 1103987 h 1112562"/>
                <a:gd name="connsiteX0" fmla="*/ 123893 w 505305"/>
                <a:gd name="connsiteY0" fmla="*/ 973305 h 981880"/>
                <a:gd name="connsiteX1" fmla="*/ 0 w 505305"/>
                <a:gd name="connsiteY1" fmla="*/ 28773 h 981880"/>
                <a:gd name="connsiteX2" fmla="*/ 505305 w 505305"/>
                <a:gd name="connsiteY2" fmla="*/ 0 h 981880"/>
                <a:gd name="connsiteX3" fmla="*/ 421409 w 505305"/>
                <a:gd name="connsiteY3" fmla="*/ 981880 h 981880"/>
                <a:gd name="connsiteX4" fmla="*/ 123893 w 505305"/>
                <a:gd name="connsiteY4" fmla="*/ 973305 h 981880"/>
                <a:gd name="connsiteX0" fmla="*/ 123893 w 505305"/>
                <a:gd name="connsiteY0" fmla="*/ 973305 h 981880"/>
                <a:gd name="connsiteX1" fmla="*/ 0 w 505305"/>
                <a:gd name="connsiteY1" fmla="*/ 28773 h 981880"/>
                <a:gd name="connsiteX2" fmla="*/ 505305 w 505305"/>
                <a:gd name="connsiteY2" fmla="*/ 0 h 981880"/>
                <a:gd name="connsiteX3" fmla="*/ 421409 w 505305"/>
                <a:gd name="connsiteY3" fmla="*/ 981880 h 981880"/>
                <a:gd name="connsiteX4" fmla="*/ 123893 w 505305"/>
                <a:gd name="connsiteY4" fmla="*/ 973305 h 981880"/>
                <a:gd name="connsiteX0" fmla="*/ 123893 w 505305"/>
                <a:gd name="connsiteY0" fmla="*/ 973305 h 981880"/>
                <a:gd name="connsiteX1" fmla="*/ 0 w 505305"/>
                <a:gd name="connsiteY1" fmla="*/ 28773 h 981880"/>
                <a:gd name="connsiteX2" fmla="*/ 505305 w 505305"/>
                <a:gd name="connsiteY2" fmla="*/ 0 h 981880"/>
                <a:gd name="connsiteX3" fmla="*/ 421409 w 505305"/>
                <a:gd name="connsiteY3" fmla="*/ 981880 h 981880"/>
                <a:gd name="connsiteX4" fmla="*/ 123893 w 505305"/>
                <a:gd name="connsiteY4" fmla="*/ 973305 h 981880"/>
                <a:gd name="connsiteX0" fmla="*/ 123893 w 505305"/>
                <a:gd name="connsiteY0" fmla="*/ 973305 h 981880"/>
                <a:gd name="connsiteX1" fmla="*/ 0 w 505305"/>
                <a:gd name="connsiteY1" fmla="*/ 28773 h 981880"/>
                <a:gd name="connsiteX2" fmla="*/ 505305 w 505305"/>
                <a:gd name="connsiteY2" fmla="*/ 0 h 981880"/>
                <a:gd name="connsiteX3" fmla="*/ 421409 w 505305"/>
                <a:gd name="connsiteY3" fmla="*/ 981880 h 981880"/>
                <a:gd name="connsiteX4" fmla="*/ 123893 w 505305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18198 w 499610"/>
                <a:gd name="connsiteY4" fmla="*/ 973305 h 976186"/>
                <a:gd name="connsiteX0" fmla="*/ 11819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18198 w 499610"/>
                <a:gd name="connsiteY4" fmla="*/ 973305 h 976186"/>
                <a:gd name="connsiteX0" fmla="*/ 19792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97928 w 499610"/>
                <a:gd name="connsiteY4" fmla="*/ 973305 h 976186"/>
                <a:gd name="connsiteX0" fmla="*/ 19792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97928 w 499610"/>
                <a:gd name="connsiteY4" fmla="*/ 973305 h 976186"/>
                <a:gd name="connsiteX0" fmla="*/ 19792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97928 w 499610"/>
                <a:gd name="connsiteY4" fmla="*/ 973305 h 976186"/>
                <a:gd name="connsiteX0" fmla="*/ 19792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97928 w 499610"/>
                <a:gd name="connsiteY4" fmla="*/ 973305 h 976186"/>
                <a:gd name="connsiteX0" fmla="*/ 197928 w 621064"/>
                <a:gd name="connsiteY0" fmla="*/ 973305 h 973305"/>
                <a:gd name="connsiteX1" fmla="*/ 0 w 621064"/>
                <a:gd name="connsiteY1" fmla="*/ 11688 h 973305"/>
                <a:gd name="connsiteX2" fmla="*/ 499610 w 621064"/>
                <a:gd name="connsiteY2" fmla="*/ 0 h 973305"/>
                <a:gd name="connsiteX3" fmla="*/ 558839 w 621064"/>
                <a:gd name="connsiteY3" fmla="*/ 754682 h 973305"/>
                <a:gd name="connsiteX4" fmla="*/ 197928 w 621064"/>
                <a:gd name="connsiteY4" fmla="*/ 973305 h 973305"/>
                <a:gd name="connsiteX0" fmla="*/ 197928 w 558839"/>
                <a:gd name="connsiteY0" fmla="*/ 973305 h 973305"/>
                <a:gd name="connsiteX1" fmla="*/ 0 w 558839"/>
                <a:gd name="connsiteY1" fmla="*/ 11688 h 973305"/>
                <a:gd name="connsiteX2" fmla="*/ 499610 w 558839"/>
                <a:gd name="connsiteY2" fmla="*/ 0 h 973305"/>
                <a:gd name="connsiteX3" fmla="*/ 558839 w 558839"/>
                <a:gd name="connsiteY3" fmla="*/ 754682 h 973305"/>
                <a:gd name="connsiteX4" fmla="*/ 197928 w 558839"/>
                <a:gd name="connsiteY4" fmla="*/ 973305 h 973305"/>
                <a:gd name="connsiteX0" fmla="*/ 197928 w 558839"/>
                <a:gd name="connsiteY0" fmla="*/ 973305 h 973305"/>
                <a:gd name="connsiteX1" fmla="*/ 0 w 558839"/>
                <a:gd name="connsiteY1" fmla="*/ 11688 h 973305"/>
                <a:gd name="connsiteX2" fmla="*/ 499610 w 558839"/>
                <a:gd name="connsiteY2" fmla="*/ 0 h 973305"/>
                <a:gd name="connsiteX3" fmla="*/ 558839 w 558839"/>
                <a:gd name="connsiteY3" fmla="*/ 754682 h 973305"/>
                <a:gd name="connsiteX4" fmla="*/ 197928 w 558839"/>
                <a:gd name="connsiteY4" fmla="*/ 973305 h 973305"/>
                <a:gd name="connsiteX0" fmla="*/ 370213 w 558839"/>
                <a:gd name="connsiteY0" fmla="*/ 796102 h 796102"/>
                <a:gd name="connsiteX1" fmla="*/ 0 w 558839"/>
                <a:gd name="connsiteY1" fmla="*/ 11688 h 796102"/>
                <a:gd name="connsiteX2" fmla="*/ 499610 w 558839"/>
                <a:gd name="connsiteY2" fmla="*/ 0 h 796102"/>
                <a:gd name="connsiteX3" fmla="*/ 558839 w 558839"/>
                <a:gd name="connsiteY3" fmla="*/ 754682 h 796102"/>
                <a:gd name="connsiteX4" fmla="*/ 370213 w 558839"/>
                <a:gd name="connsiteY4" fmla="*/ 796102 h 796102"/>
                <a:gd name="connsiteX0" fmla="*/ 370213 w 558839"/>
                <a:gd name="connsiteY0" fmla="*/ 796102 h 796102"/>
                <a:gd name="connsiteX1" fmla="*/ 0 w 558839"/>
                <a:gd name="connsiteY1" fmla="*/ 11688 h 796102"/>
                <a:gd name="connsiteX2" fmla="*/ 499610 w 558839"/>
                <a:gd name="connsiteY2" fmla="*/ 0 h 796102"/>
                <a:gd name="connsiteX3" fmla="*/ 558839 w 558839"/>
                <a:gd name="connsiteY3" fmla="*/ 754682 h 796102"/>
                <a:gd name="connsiteX4" fmla="*/ 370213 w 558839"/>
                <a:gd name="connsiteY4" fmla="*/ 796102 h 796102"/>
                <a:gd name="connsiteX0" fmla="*/ 370213 w 558839"/>
                <a:gd name="connsiteY0" fmla="*/ 796102 h 796102"/>
                <a:gd name="connsiteX1" fmla="*/ 0 w 558839"/>
                <a:gd name="connsiteY1" fmla="*/ 11688 h 796102"/>
                <a:gd name="connsiteX2" fmla="*/ 499610 w 558839"/>
                <a:gd name="connsiteY2" fmla="*/ 0 h 796102"/>
                <a:gd name="connsiteX3" fmla="*/ 558839 w 558839"/>
                <a:gd name="connsiteY3" fmla="*/ 754682 h 796102"/>
                <a:gd name="connsiteX4" fmla="*/ 370213 w 558839"/>
                <a:gd name="connsiteY4" fmla="*/ 796102 h 796102"/>
                <a:gd name="connsiteX0" fmla="*/ 370213 w 558839"/>
                <a:gd name="connsiteY0" fmla="*/ 1315828 h 1315828"/>
                <a:gd name="connsiteX1" fmla="*/ 0 w 558839"/>
                <a:gd name="connsiteY1" fmla="*/ 531414 h 1315828"/>
                <a:gd name="connsiteX2" fmla="*/ 506930 w 558839"/>
                <a:gd name="connsiteY2" fmla="*/ 0 h 1315828"/>
                <a:gd name="connsiteX3" fmla="*/ 558839 w 558839"/>
                <a:gd name="connsiteY3" fmla="*/ 1274408 h 1315828"/>
                <a:gd name="connsiteX4" fmla="*/ 370213 w 558839"/>
                <a:gd name="connsiteY4" fmla="*/ 1315828 h 1315828"/>
                <a:gd name="connsiteX0" fmla="*/ 384853 w 573479"/>
                <a:gd name="connsiteY0" fmla="*/ 1326654 h 1326654"/>
                <a:gd name="connsiteX1" fmla="*/ 0 w 573479"/>
                <a:gd name="connsiteY1" fmla="*/ 554 h 1326654"/>
                <a:gd name="connsiteX2" fmla="*/ 521570 w 573479"/>
                <a:gd name="connsiteY2" fmla="*/ 10826 h 1326654"/>
                <a:gd name="connsiteX3" fmla="*/ 573479 w 573479"/>
                <a:gd name="connsiteY3" fmla="*/ 1285234 h 1326654"/>
                <a:gd name="connsiteX4" fmla="*/ 384853 w 573479"/>
                <a:gd name="connsiteY4" fmla="*/ 1326654 h 1326654"/>
                <a:gd name="connsiteX0" fmla="*/ 384853 w 573479"/>
                <a:gd name="connsiteY0" fmla="*/ 1326654 h 1326654"/>
                <a:gd name="connsiteX1" fmla="*/ 0 w 573479"/>
                <a:gd name="connsiteY1" fmla="*/ 554 h 1326654"/>
                <a:gd name="connsiteX2" fmla="*/ 521570 w 573479"/>
                <a:gd name="connsiteY2" fmla="*/ 10826 h 1326654"/>
                <a:gd name="connsiteX3" fmla="*/ 573479 w 573479"/>
                <a:gd name="connsiteY3" fmla="*/ 1285234 h 1326654"/>
                <a:gd name="connsiteX4" fmla="*/ 384853 w 573479"/>
                <a:gd name="connsiteY4" fmla="*/ 1326654 h 1326654"/>
                <a:gd name="connsiteX0" fmla="*/ 384853 w 573479"/>
                <a:gd name="connsiteY0" fmla="*/ 1326654 h 1326654"/>
                <a:gd name="connsiteX1" fmla="*/ 0 w 573479"/>
                <a:gd name="connsiteY1" fmla="*/ 554 h 1326654"/>
                <a:gd name="connsiteX2" fmla="*/ 521570 w 573479"/>
                <a:gd name="connsiteY2" fmla="*/ 10826 h 1326654"/>
                <a:gd name="connsiteX3" fmla="*/ 573479 w 573479"/>
                <a:gd name="connsiteY3" fmla="*/ 1285234 h 1326654"/>
                <a:gd name="connsiteX4" fmla="*/ 384853 w 573479"/>
                <a:gd name="connsiteY4" fmla="*/ 1326654 h 1326654"/>
                <a:gd name="connsiteX0" fmla="*/ 384853 w 573479"/>
                <a:gd name="connsiteY0" fmla="*/ 1326654 h 1326654"/>
                <a:gd name="connsiteX1" fmla="*/ 0 w 573479"/>
                <a:gd name="connsiteY1" fmla="*/ 554 h 1326654"/>
                <a:gd name="connsiteX2" fmla="*/ 521570 w 573479"/>
                <a:gd name="connsiteY2" fmla="*/ 10826 h 1326654"/>
                <a:gd name="connsiteX3" fmla="*/ 573479 w 573479"/>
                <a:gd name="connsiteY3" fmla="*/ 1285234 h 1326654"/>
                <a:gd name="connsiteX4" fmla="*/ 384853 w 573479"/>
                <a:gd name="connsiteY4" fmla="*/ 1326654 h 1326654"/>
                <a:gd name="connsiteX0" fmla="*/ 384853 w 573479"/>
                <a:gd name="connsiteY0" fmla="*/ 1326654 h 1326654"/>
                <a:gd name="connsiteX1" fmla="*/ 0 w 573479"/>
                <a:gd name="connsiteY1" fmla="*/ 554 h 1326654"/>
                <a:gd name="connsiteX2" fmla="*/ 521570 w 573479"/>
                <a:gd name="connsiteY2" fmla="*/ 10826 h 1326654"/>
                <a:gd name="connsiteX3" fmla="*/ 573479 w 573479"/>
                <a:gd name="connsiteY3" fmla="*/ 1285234 h 1326654"/>
                <a:gd name="connsiteX4" fmla="*/ 384853 w 573479"/>
                <a:gd name="connsiteY4" fmla="*/ 1326654 h 1326654"/>
                <a:gd name="connsiteX0" fmla="*/ 384853 w 573479"/>
                <a:gd name="connsiteY0" fmla="*/ 1326654 h 1326654"/>
                <a:gd name="connsiteX1" fmla="*/ 0 w 573479"/>
                <a:gd name="connsiteY1" fmla="*/ 554 h 1326654"/>
                <a:gd name="connsiteX2" fmla="*/ 521570 w 573479"/>
                <a:gd name="connsiteY2" fmla="*/ 10826 h 1326654"/>
                <a:gd name="connsiteX3" fmla="*/ 573479 w 573479"/>
                <a:gd name="connsiteY3" fmla="*/ 1285234 h 1326654"/>
                <a:gd name="connsiteX4" fmla="*/ 384853 w 573479"/>
                <a:gd name="connsiteY4" fmla="*/ 1326654 h 1326654"/>
                <a:gd name="connsiteX0" fmla="*/ 384853 w 588119"/>
                <a:gd name="connsiteY0" fmla="*/ 1326654 h 1326654"/>
                <a:gd name="connsiteX1" fmla="*/ 0 w 588119"/>
                <a:gd name="connsiteY1" fmla="*/ 554 h 1326654"/>
                <a:gd name="connsiteX2" fmla="*/ 521570 w 588119"/>
                <a:gd name="connsiteY2" fmla="*/ 10826 h 1326654"/>
                <a:gd name="connsiteX3" fmla="*/ 588119 w 588119"/>
                <a:gd name="connsiteY3" fmla="*/ 1321835 h 1326654"/>
                <a:gd name="connsiteX4" fmla="*/ 384853 w 588119"/>
                <a:gd name="connsiteY4" fmla="*/ 1326654 h 1326654"/>
                <a:gd name="connsiteX0" fmla="*/ 384853 w 588119"/>
                <a:gd name="connsiteY0" fmla="*/ 1326654 h 1326654"/>
                <a:gd name="connsiteX1" fmla="*/ 0 w 588119"/>
                <a:gd name="connsiteY1" fmla="*/ 554 h 1326654"/>
                <a:gd name="connsiteX2" fmla="*/ 521570 w 588119"/>
                <a:gd name="connsiteY2" fmla="*/ 10826 h 1326654"/>
                <a:gd name="connsiteX3" fmla="*/ 588119 w 588119"/>
                <a:gd name="connsiteY3" fmla="*/ 1321835 h 1326654"/>
                <a:gd name="connsiteX4" fmla="*/ 384853 w 588119"/>
                <a:gd name="connsiteY4" fmla="*/ 1326654 h 1326654"/>
                <a:gd name="connsiteX0" fmla="*/ 384853 w 588119"/>
                <a:gd name="connsiteY0" fmla="*/ 1326148 h 1326148"/>
                <a:gd name="connsiteX1" fmla="*/ 0 w 588119"/>
                <a:gd name="connsiteY1" fmla="*/ 48 h 1326148"/>
                <a:gd name="connsiteX2" fmla="*/ 521570 w 588119"/>
                <a:gd name="connsiteY2" fmla="*/ 228243 h 1326148"/>
                <a:gd name="connsiteX3" fmla="*/ 588119 w 588119"/>
                <a:gd name="connsiteY3" fmla="*/ 1321329 h 1326148"/>
                <a:gd name="connsiteX4" fmla="*/ 384853 w 588119"/>
                <a:gd name="connsiteY4" fmla="*/ 1326148 h 1326148"/>
                <a:gd name="connsiteX0" fmla="*/ 384853 w 588119"/>
                <a:gd name="connsiteY0" fmla="*/ 1326148 h 1326148"/>
                <a:gd name="connsiteX1" fmla="*/ 0 w 588119"/>
                <a:gd name="connsiteY1" fmla="*/ 48 h 1326148"/>
                <a:gd name="connsiteX2" fmla="*/ 521570 w 588119"/>
                <a:gd name="connsiteY2" fmla="*/ 228243 h 1326148"/>
                <a:gd name="connsiteX3" fmla="*/ 588119 w 588119"/>
                <a:gd name="connsiteY3" fmla="*/ 1321329 h 1326148"/>
                <a:gd name="connsiteX4" fmla="*/ 384853 w 588119"/>
                <a:gd name="connsiteY4" fmla="*/ 1326148 h 1326148"/>
                <a:gd name="connsiteX0" fmla="*/ 384853 w 588119"/>
                <a:gd name="connsiteY0" fmla="*/ 1326148 h 1326148"/>
                <a:gd name="connsiteX1" fmla="*/ 0 w 588119"/>
                <a:gd name="connsiteY1" fmla="*/ 48 h 1326148"/>
                <a:gd name="connsiteX2" fmla="*/ 521570 w 588119"/>
                <a:gd name="connsiteY2" fmla="*/ 228243 h 1326148"/>
                <a:gd name="connsiteX3" fmla="*/ 588119 w 588119"/>
                <a:gd name="connsiteY3" fmla="*/ 1321329 h 1326148"/>
                <a:gd name="connsiteX4" fmla="*/ 384853 w 588119"/>
                <a:gd name="connsiteY4" fmla="*/ 1326148 h 1326148"/>
                <a:gd name="connsiteX0" fmla="*/ 366066 w 569332"/>
                <a:gd name="connsiteY0" fmla="*/ 1097905 h 1097905"/>
                <a:gd name="connsiteX1" fmla="*/ 0 w 569332"/>
                <a:gd name="connsiteY1" fmla="*/ 4757 h 1097905"/>
                <a:gd name="connsiteX2" fmla="*/ 502783 w 569332"/>
                <a:gd name="connsiteY2" fmla="*/ 0 h 1097905"/>
                <a:gd name="connsiteX3" fmla="*/ 569332 w 569332"/>
                <a:gd name="connsiteY3" fmla="*/ 1093086 h 1097905"/>
                <a:gd name="connsiteX4" fmla="*/ 366066 w 569332"/>
                <a:gd name="connsiteY4" fmla="*/ 1097905 h 1097905"/>
                <a:gd name="connsiteX0" fmla="*/ 366066 w 569332"/>
                <a:gd name="connsiteY0" fmla="*/ 1097905 h 1097905"/>
                <a:gd name="connsiteX1" fmla="*/ 0 w 569332"/>
                <a:gd name="connsiteY1" fmla="*/ 4757 h 1097905"/>
                <a:gd name="connsiteX2" fmla="*/ 502783 w 569332"/>
                <a:gd name="connsiteY2" fmla="*/ 0 h 1097905"/>
                <a:gd name="connsiteX3" fmla="*/ 569332 w 569332"/>
                <a:gd name="connsiteY3" fmla="*/ 1093086 h 1097905"/>
                <a:gd name="connsiteX4" fmla="*/ 366066 w 569332"/>
                <a:gd name="connsiteY4" fmla="*/ 1097905 h 1097905"/>
                <a:gd name="connsiteX0" fmla="*/ 366066 w 569332"/>
                <a:gd name="connsiteY0" fmla="*/ 1097905 h 1097905"/>
                <a:gd name="connsiteX1" fmla="*/ 0 w 569332"/>
                <a:gd name="connsiteY1" fmla="*/ 4757 h 1097905"/>
                <a:gd name="connsiteX2" fmla="*/ 502783 w 569332"/>
                <a:gd name="connsiteY2" fmla="*/ 0 h 1097905"/>
                <a:gd name="connsiteX3" fmla="*/ 569332 w 569332"/>
                <a:gd name="connsiteY3" fmla="*/ 1093086 h 1097905"/>
                <a:gd name="connsiteX4" fmla="*/ 366066 w 569332"/>
                <a:gd name="connsiteY4" fmla="*/ 1097905 h 1097905"/>
                <a:gd name="connsiteX0" fmla="*/ 366066 w 594113"/>
                <a:gd name="connsiteY0" fmla="*/ 1097905 h 1179971"/>
                <a:gd name="connsiteX1" fmla="*/ 0 w 594113"/>
                <a:gd name="connsiteY1" fmla="*/ 4757 h 1179971"/>
                <a:gd name="connsiteX2" fmla="*/ 502783 w 594113"/>
                <a:gd name="connsiteY2" fmla="*/ 0 h 1179971"/>
                <a:gd name="connsiteX3" fmla="*/ 594113 w 594113"/>
                <a:gd name="connsiteY3" fmla="*/ 1179818 h 1179971"/>
                <a:gd name="connsiteX4" fmla="*/ 366066 w 594113"/>
                <a:gd name="connsiteY4" fmla="*/ 1097905 h 1179971"/>
                <a:gd name="connsiteX0" fmla="*/ 403236 w 594113"/>
                <a:gd name="connsiteY0" fmla="*/ 1215612 h 1215612"/>
                <a:gd name="connsiteX1" fmla="*/ 0 w 594113"/>
                <a:gd name="connsiteY1" fmla="*/ 4757 h 1215612"/>
                <a:gd name="connsiteX2" fmla="*/ 502783 w 594113"/>
                <a:gd name="connsiteY2" fmla="*/ 0 h 1215612"/>
                <a:gd name="connsiteX3" fmla="*/ 594113 w 594113"/>
                <a:gd name="connsiteY3" fmla="*/ 1179818 h 1215612"/>
                <a:gd name="connsiteX4" fmla="*/ 403236 w 594113"/>
                <a:gd name="connsiteY4" fmla="*/ 1215612 h 1215612"/>
                <a:gd name="connsiteX0" fmla="*/ 403236 w 574100"/>
                <a:gd name="connsiteY0" fmla="*/ 1215612 h 1215612"/>
                <a:gd name="connsiteX1" fmla="*/ 0 w 574100"/>
                <a:gd name="connsiteY1" fmla="*/ 4757 h 1215612"/>
                <a:gd name="connsiteX2" fmla="*/ 502783 w 574100"/>
                <a:gd name="connsiteY2" fmla="*/ 0 h 1215612"/>
                <a:gd name="connsiteX3" fmla="*/ 574100 w 574100"/>
                <a:gd name="connsiteY3" fmla="*/ 1014877 h 1215612"/>
                <a:gd name="connsiteX4" fmla="*/ 403236 w 574100"/>
                <a:gd name="connsiteY4" fmla="*/ 1215612 h 1215612"/>
                <a:gd name="connsiteX0" fmla="*/ 333190 w 574100"/>
                <a:gd name="connsiteY0" fmla="*/ 985695 h 1015244"/>
                <a:gd name="connsiteX1" fmla="*/ 0 w 574100"/>
                <a:gd name="connsiteY1" fmla="*/ 4757 h 1015244"/>
                <a:gd name="connsiteX2" fmla="*/ 502783 w 574100"/>
                <a:gd name="connsiteY2" fmla="*/ 0 h 1015244"/>
                <a:gd name="connsiteX3" fmla="*/ 574100 w 574100"/>
                <a:gd name="connsiteY3" fmla="*/ 1014877 h 1015244"/>
                <a:gd name="connsiteX4" fmla="*/ 333190 w 574100"/>
                <a:gd name="connsiteY4" fmla="*/ 985695 h 1015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4100" h="1015244">
                  <a:moveTo>
                    <a:pt x="333190" y="985695"/>
                  </a:moveTo>
                  <a:cubicBezTo>
                    <a:pt x="153901" y="433090"/>
                    <a:pt x="295574" y="908506"/>
                    <a:pt x="0" y="4757"/>
                  </a:cubicBezTo>
                  <a:cubicBezTo>
                    <a:pt x="166537" y="861"/>
                    <a:pt x="336246" y="3896"/>
                    <a:pt x="502783" y="0"/>
                  </a:cubicBezTo>
                  <a:cubicBezTo>
                    <a:pt x="555943" y="995541"/>
                    <a:pt x="537473" y="350120"/>
                    <a:pt x="574100" y="1014877"/>
                  </a:cubicBezTo>
                  <a:cubicBezTo>
                    <a:pt x="476415" y="1019182"/>
                    <a:pt x="529388" y="984229"/>
                    <a:pt x="333190" y="985695"/>
                  </a:cubicBezTo>
                  <a:close/>
                </a:path>
              </a:pathLst>
            </a:custGeom>
            <a:gradFill>
              <a:gsLst>
                <a:gs pos="0">
                  <a:schemeClr val="bg1">
                    <a:lumMod val="95000"/>
                    <a:alpha val="5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</a:gradFill>
            <a:ln>
              <a:solidFill>
                <a:schemeClr val="bg1">
                  <a:lumMod val="7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grpSp>
          <p:nvGrpSpPr>
            <p:cNvPr id="29" name="Group 28"/>
            <p:cNvGrpSpPr/>
            <p:nvPr/>
          </p:nvGrpSpPr>
          <p:grpSpPr>
            <a:xfrm>
              <a:off x="1856416" y="3709935"/>
              <a:ext cx="1049338" cy="1739900"/>
              <a:chOff x="1856416" y="3709935"/>
              <a:chExt cx="1049338" cy="1739900"/>
            </a:xfrm>
          </p:grpSpPr>
          <p:sp>
            <p:nvSpPr>
              <p:cNvPr id="496" name="Rectangle 495"/>
              <p:cNvSpPr/>
              <p:nvPr/>
            </p:nvSpPr>
            <p:spPr bwMode="auto">
              <a:xfrm rot="10800000">
                <a:off x="1867529" y="3957585"/>
                <a:ext cx="1027112" cy="611090"/>
              </a:xfrm>
              <a:prstGeom prst="rect">
                <a:avLst/>
              </a:prstGeom>
              <a:gradFill>
                <a:gsLst>
                  <a:gs pos="0">
                    <a:schemeClr val="accent2">
                      <a:lumMod val="75000"/>
                      <a:alpha val="62000"/>
                    </a:schemeClr>
                  </a:gs>
                  <a:gs pos="5400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bg1"/>
                  </a:gs>
                </a:gsLst>
              </a:gra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grpSp>
            <p:nvGrpSpPr>
              <p:cNvPr id="48285" name="Group 498"/>
              <p:cNvGrpSpPr>
                <a:grpSpLocks/>
              </p:cNvGrpSpPr>
              <p:nvPr/>
            </p:nvGrpSpPr>
            <p:grpSpPr bwMode="auto">
              <a:xfrm>
                <a:off x="1858805" y="5088863"/>
                <a:ext cx="1035373" cy="360972"/>
                <a:chOff x="4128636" y="3606589"/>
                <a:chExt cx="568145" cy="338667"/>
              </a:xfrm>
            </p:grpSpPr>
            <p:sp>
              <p:nvSpPr>
                <p:cNvPr id="515" name="Oval 514"/>
                <p:cNvSpPr/>
                <p:nvPr/>
              </p:nvSpPr>
              <p:spPr>
                <a:xfrm>
                  <a:off x="4129067" y="3720356"/>
                  <a:ext cx="567968" cy="224900"/>
                </a:xfrm>
                <a:prstGeom prst="ellipse">
                  <a:avLst/>
                </a:prstGeom>
                <a:solidFill>
                  <a:schemeClr val="accent2">
                    <a:lumMod val="75000"/>
                  </a:schemeClr>
                </a:solidFill>
                <a:ln w="635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516" name="Rectangle 515"/>
                <p:cNvSpPr/>
                <p:nvPr/>
              </p:nvSpPr>
              <p:spPr>
                <a:xfrm>
                  <a:off x="4129067" y="3720356"/>
                  <a:ext cx="567968" cy="111705"/>
                </a:xfrm>
                <a:prstGeom prst="rect">
                  <a:avLst/>
                </a:pr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517" name="Oval 516"/>
                <p:cNvSpPr/>
                <p:nvPr/>
              </p:nvSpPr>
              <p:spPr>
                <a:xfrm>
                  <a:off x="4129067" y="3607161"/>
                  <a:ext cx="567968" cy="224900"/>
                </a:xfrm>
                <a:prstGeom prst="ellipse">
                  <a:avLst/>
                </a:prstGeom>
                <a:solidFill>
                  <a:schemeClr val="accent2">
                    <a:lumMod val="60000"/>
                    <a:lumOff val="40000"/>
                    <a:alpha val="70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cxnSp>
              <p:nvCxnSpPr>
                <p:cNvPr id="518" name="Straight Connector 517"/>
                <p:cNvCxnSpPr/>
                <p:nvPr/>
              </p:nvCxnSpPr>
              <p:spPr>
                <a:xfrm>
                  <a:off x="4697035" y="3720356"/>
                  <a:ext cx="0" cy="111705"/>
                </a:xfrm>
                <a:prstGeom prst="line">
                  <a:avLst/>
                </a:prstGeom>
                <a:ln w="635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19" name="Straight Connector 518"/>
                <p:cNvCxnSpPr/>
                <p:nvPr/>
              </p:nvCxnSpPr>
              <p:spPr>
                <a:xfrm>
                  <a:off x="4129067" y="3720356"/>
                  <a:ext cx="0" cy="111705"/>
                </a:xfrm>
                <a:prstGeom prst="line">
                  <a:avLst/>
                </a:prstGeom>
                <a:ln w="635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500" name="Rectangle 499"/>
              <p:cNvSpPr/>
              <p:nvPr/>
            </p:nvSpPr>
            <p:spPr bwMode="auto">
              <a:xfrm>
                <a:off x="1877054" y="4704509"/>
                <a:ext cx="1028700" cy="523075"/>
              </a:xfrm>
              <a:prstGeom prst="rect">
                <a:avLst/>
              </a:prstGeom>
              <a:gradFill>
                <a:gsLst>
                  <a:gs pos="0">
                    <a:schemeClr val="accent2">
                      <a:lumMod val="60000"/>
                      <a:lumOff val="40000"/>
                      <a:alpha val="62000"/>
                    </a:schemeClr>
                  </a:gs>
                  <a:gs pos="54000">
                    <a:schemeClr val="accent2">
                      <a:lumMod val="40000"/>
                      <a:lumOff val="60000"/>
                    </a:schemeClr>
                  </a:gs>
                  <a:gs pos="100000">
                    <a:schemeClr val="bg1"/>
                  </a:gs>
                </a:gsLst>
              </a:gra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cxnSp>
            <p:nvCxnSpPr>
              <p:cNvPr id="502" name="Straight Connector 501"/>
              <p:cNvCxnSpPr/>
              <p:nvPr/>
            </p:nvCxnSpPr>
            <p:spPr bwMode="auto">
              <a:xfrm>
                <a:off x="1861179" y="3981398"/>
                <a:ext cx="17462" cy="1301750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ash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3" name="Straight Connector 502"/>
              <p:cNvCxnSpPr/>
              <p:nvPr/>
            </p:nvCxnSpPr>
            <p:spPr bwMode="auto">
              <a:xfrm flipH="1">
                <a:off x="2894641" y="3971873"/>
                <a:ext cx="6350" cy="1270000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ash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8290" name="Group 504"/>
              <p:cNvGrpSpPr>
                <a:grpSpLocks/>
              </p:cNvGrpSpPr>
              <p:nvPr/>
            </p:nvGrpSpPr>
            <p:grpSpPr bwMode="auto">
              <a:xfrm>
                <a:off x="1856416" y="3709935"/>
                <a:ext cx="1044712" cy="399063"/>
                <a:chOff x="2183302" y="1574638"/>
                <a:chExt cx="1200154" cy="430218"/>
              </a:xfrm>
            </p:grpSpPr>
            <p:sp>
              <p:nvSpPr>
                <p:cNvPr id="506" name="Oval 505"/>
                <p:cNvSpPr/>
                <p:nvPr/>
              </p:nvSpPr>
              <p:spPr bwMode="auto">
                <a:xfrm flipV="1">
                  <a:off x="2185126" y="1689305"/>
                  <a:ext cx="1196349" cy="314904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accent2">
                        <a:lumMod val="75000"/>
                      </a:schemeClr>
                    </a:gs>
                    <a:gs pos="31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>
                        <a:lumMod val="20000"/>
                        <a:lumOff val="80000"/>
                      </a:schemeClr>
                    </a:gs>
                  </a:gsLst>
                  <a:lin ang="16200000" scaled="0"/>
                  <a:tileRect/>
                </a:gradFill>
                <a:ln w="6350" cmpd="sng"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dirty="0">
                    <a:ln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507" name="Rectangle 506"/>
                <p:cNvSpPr/>
                <p:nvPr/>
              </p:nvSpPr>
              <p:spPr bwMode="auto">
                <a:xfrm>
                  <a:off x="2183302" y="1735513"/>
                  <a:ext cx="1198173" cy="112955"/>
                </a:xfrm>
                <a:prstGeom prst="rect">
                  <a:avLst/>
                </a:prstGeom>
                <a:gradFill>
                  <a:gsLst>
                    <a:gs pos="0">
                      <a:schemeClr val="accent2">
                        <a:lumMod val="40000"/>
                        <a:lumOff val="60000"/>
                      </a:schemeClr>
                    </a:gs>
                    <a:gs pos="54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16200000" scaled="0"/>
                </a:gradFill>
                <a:ln w="25400"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508" name="Oval 507"/>
                <p:cNvSpPr/>
                <p:nvPr/>
              </p:nvSpPr>
              <p:spPr bwMode="auto">
                <a:xfrm flipV="1">
                  <a:off x="2183302" y="1574638"/>
                  <a:ext cx="1196349" cy="314904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 w="6350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dirty="0">
                    <a:ln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509" name="Freeform 508"/>
                <p:cNvSpPr/>
                <p:nvPr/>
              </p:nvSpPr>
              <p:spPr bwMode="auto">
                <a:xfrm>
                  <a:off x="2489684" y="1670478"/>
                  <a:ext cx="581762" cy="157452"/>
                </a:xfrm>
                <a:custGeom>
                  <a:avLst/>
                  <a:gdLst>
                    <a:gd name="connsiteX0" fmla="*/ 1486231 w 2944854"/>
                    <a:gd name="connsiteY0" fmla="*/ 727041 h 1302232"/>
                    <a:gd name="connsiteX1" fmla="*/ 257675 w 2944854"/>
                    <a:gd name="connsiteY1" fmla="*/ 1302232 h 1302232"/>
                    <a:gd name="connsiteX2" fmla="*/ 0 w 2944854"/>
                    <a:gd name="connsiteY2" fmla="*/ 1228607 h 1302232"/>
                    <a:gd name="connsiteX3" fmla="*/ 911064 w 2944854"/>
                    <a:gd name="connsiteY3" fmla="*/ 837478 h 1302232"/>
                    <a:gd name="connsiteX4" fmla="*/ 883456 w 2944854"/>
                    <a:gd name="connsiteY4" fmla="*/ 450949 h 1302232"/>
                    <a:gd name="connsiteX5" fmla="*/ 161047 w 2944854"/>
                    <a:gd name="connsiteY5" fmla="*/ 119640 h 1302232"/>
                    <a:gd name="connsiteX6" fmla="*/ 404917 w 2944854"/>
                    <a:gd name="connsiteY6" fmla="*/ 50617 h 1302232"/>
                    <a:gd name="connsiteX7" fmla="*/ 1477028 w 2944854"/>
                    <a:gd name="connsiteY7" fmla="*/ 501566 h 1302232"/>
                    <a:gd name="connsiteX8" fmla="*/ 2572146 w 2944854"/>
                    <a:gd name="connsiteY8" fmla="*/ 0 h 1302232"/>
                    <a:gd name="connsiteX9" fmla="*/ 2875834 w 2944854"/>
                    <a:gd name="connsiteY9" fmla="*/ 96632 h 1302232"/>
                    <a:gd name="connsiteX10" fmla="*/ 2079803 w 2944854"/>
                    <a:gd name="connsiteY10" fmla="*/ 432543 h 1302232"/>
                    <a:gd name="connsiteX11" fmla="*/ 2240850 w 2944854"/>
                    <a:gd name="connsiteY11" fmla="*/ 920305 h 1302232"/>
                    <a:gd name="connsiteX12" fmla="*/ 2944854 w 2944854"/>
                    <a:gd name="connsiteY12" fmla="*/ 1228607 h 1302232"/>
                    <a:gd name="connsiteX13" fmla="*/ 2733192 w 2944854"/>
                    <a:gd name="connsiteY13" fmla="*/ 1297630 h 1302232"/>
                    <a:gd name="connsiteX14" fmla="*/ 1486231 w 2944854"/>
                    <a:gd name="connsiteY14" fmla="*/ 727041 h 1302232"/>
                    <a:gd name="connsiteX0" fmla="*/ 1486231 w 2944854"/>
                    <a:gd name="connsiteY0" fmla="*/ 727041 h 1316375"/>
                    <a:gd name="connsiteX1" fmla="*/ 257675 w 2944854"/>
                    <a:gd name="connsiteY1" fmla="*/ 1302232 h 1316375"/>
                    <a:gd name="connsiteX2" fmla="*/ 0 w 2944854"/>
                    <a:gd name="connsiteY2" fmla="*/ 1228607 h 1316375"/>
                    <a:gd name="connsiteX3" fmla="*/ 911064 w 2944854"/>
                    <a:gd name="connsiteY3" fmla="*/ 837478 h 1316375"/>
                    <a:gd name="connsiteX4" fmla="*/ 883456 w 2944854"/>
                    <a:gd name="connsiteY4" fmla="*/ 450949 h 1316375"/>
                    <a:gd name="connsiteX5" fmla="*/ 161047 w 2944854"/>
                    <a:gd name="connsiteY5" fmla="*/ 119640 h 1316375"/>
                    <a:gd name="connsiteX6" fmla="*/ 404917 w 2944854"/>
                    <a:gd name="connsiteY6" fmla="*/ 50617 h 1316375"/>
                    <a:gd name="connsiteX7" fmla="*/ 1477028 w 2944854"/>
                    <a:gd name="connsiteY7" fmla="*/ 501566 h 1316375"/>
                    <a:gd name="connsiteX8" fmla="*/ 2572146 w 2944854"/>
                    <a:gd name="connsiteY8" fmla="*/ 0 h 1316375"/>
                    <a:gd name="connsiteX9" fmla="*/ 2875834 w 2944854"/>
                    <a:gd name="connsiteY9" fmla="*/ 96632 h 1316375"/>
                    <a:gd name="connsiteX10" fmla="*/ 2079803 w 2944854"/>
                    <a:gd name="connsiteY10" fmla="*/ 432543 h 1316375"/>
                    <a:gd name="connsiteX11" fmla="*/ 2240850 w 2944854"/>
                    <a:gd name="connsiteY11" fmla="*/ 920305 h 1316375"/>
                    <a:gd name="connsiteX12" fmla="*/ 2944854 w 2944854"/>
                    <a:gd name="connsiteY12" fmla="*/ 1228607 h 1316375"/>
                    <a:gd name="connsiteX13" fmla="*/ 2756623 w 2944854"/>
                    <a:gd name="connsiteY13" fmla="*/ 1316375 h 1316375"/>
                    <a:gd name="connsiteX14" fmla="*/ 1486231 w 2944854"/>
                    <a:gd name="connsiteY14" fmla="*/ 727041 h 1316375"/>
                    <a:gd name="connsiteX0" fmla="*/ 1486231 w 3024520"/>
                    <a:gd name="connsiteY0" fmla="*/ 727041 h 1316375"/>
                    <a:gd name="connsiteX1" fmla="*/ 257675 w 3024520"/>
                    <a:gd name="connsiteY1" fmla="*/ 1302232 h 1316375"/>
                    <a:gd name="connsiteX2" fmla="*/ 0 w 3024520"/>
                    <a:gd name="connsiteY2" fmla="*/ 1228607 h 1316375"/>
                    <a:gd name="connsiteX3" fmla="*/ 911064 w 3024520"/>
                    <a:gd name="connsiteY3" fmla="*/ 837478 h 1316375"/>
                    <a:gd name="connsiteX4" fmla="*/ 883456 w 3024520"/>
                    <a:gd name="connsiteY4" fmla="*/ 450949 h 1316375"/>
                    <a:gd name="connsiteX5" fmla="*/ 161047 w 3024520"/>
                    <a:gd name="connsiteY5" fmla="*/ 119640 h 1316375"/>
                    <a:gd name="connsiteX6" fmla="*/ 404917 w 3024520"/>
                    <a:gd name="connsiteY6" fmla="*/ 50617 h 1316375"/>
                    <a:gd name="connsiteX7" fmla="*/ 1477028 w 3024520"/>
                    <a:gd name="connsiteY7" fmla="*/ 501566 h 1316375"/>
                    <a:gd name="connsiteX8" fmla="*/ 2572146 w 3024520"/>
                    <a:gd name="connsiteY8" fmla="*/ 0 h 1316375"/>
                    <a:gd name="connsiteX9" fmla="*/ 2875834 w 3024520"/>
                    <a:gd name="connsiteY9" fmla="*/ 96632 h 1316375"/>
                    <a:gd name="connsiteX10" fmla="*/ 2079803 w 3024520"/>
                    <a:gd name="connsiteY10" fmla="*/ 432543 h 1316375"/>
                    <a:gd name="connsiteX11" fmla="*/ 2240850 w 3024520"/>
                    <a:gd name="connsiteY11" fmla="*/ 920305 h 1316375"/>
                    <a:gd name="connsiteX12" fmla="*/ 3024520 w 3024520"/>
                    <a:gd name="connsiteY12" fmla="*/ 1228607 h 1316375"/>
                    <a:gd name="connsiteX13" fmla="*/ 2756623 w 3024520"/>
                    <a:gd name="connsiteY13" fmla="*/ 1316375 h 1316375"/>
                    <a:gd name="connsiteX14" fmla="*/ 1486231 w 3024520"/>
                    <a:gd name="connsiteY14" fmla="*/ 727041 h 1316375"/>
                    <a:gd name="connsiteX0" fmla="*/ 1537780 w 3076069"/>
                    <a:gd name="connsiteY0" fmla="*/ 727041 h 1316375"/>
                    <a:gd name="connsiteX1" fmla="*/ 309224 w 3076069"/>
                    <a:gd name="connsiteY1" fmla="*/ 1302232 h 1316375"/>
                    <a:gd name="connsiteX2" fmla="*/ 0 w 3076069"/>
                    <a:gd name="connsiteY2" fmla="*/ 1228607 h 1316375"/>
                    <a:gd name="connsiteX3" fmla="*/ 962613 w 3076069"/>
                    <a:gd name="connsiteY3" fmla="*/ 837478 h 1316375"/>
                    <a:gd name="connsiteX4" fmla="*/ 935005 w 3076069"/>
                    <a:gd name="connsiteY4" fmla="*/ 450949 h 1316375"/>
                    <a:gd name="connsiteX5" fmla="*/ 212596 w 3076069"/>
                    <a:gd name="connsiteY5" fmla="*/ 119640 h 1316375"/>
                    <a:gd name="connsiteX6" fmla="*/ 456466 w 3076069"/>
                    <a:gd name="connsiteY6" fmla="*/ 50617 h 1316375"/>
                    <a:gd name="connsiteX7" fmla="*/ 1528577 w 3076069"/>
                    <a:gd name="connsiteY7" fmla="*/ 501566 h 1316375"/>
                    <a:gd name="connsiteX8" fmla="*/ 2623695 w 3076069"/>
                    <a:gd name="connsiteY8" fmla="*/ 0 h 1316375"/>
                    <a:gd name="connsiteX9" fmla="*/ 2927383 w 3076069"/>
                    <a:gd name="connsiteY9" fmla="*/ 96632 h 1316375"/>
                    <a:gd name="connsiteX10" fmla="*/ 2131352 w 3076069"/>
                    <a:gd name="connsiteY10" fmla="*/ 432543 h 1316375"/>
                    <a:gd name="connsiteX11" fmla="*/ 2292399 w 3076069"/>
                    <a:gd name="connsiteY11" fmla="*/ 920305 h 1316375"/>
                    <a:gd name="connsiteX12" fmla="*/ 3076069 w 3076069"/>
                    <a:gd name="connsiteY12" fmla="*/ 1228607 h 1316375"/>
                    <a:gd name="connsiteX13" fmla="*/ 2808172 w 3076069"/>
                    <a:gd name="connsiteY13" fmla="*/ 1316375 h 1316375"/>
                    <a:gd name="connsiteX14" fmla="*/ 1537780 w 3076069"/>
                    <a:gd name="connsiteY14" fmla="*/ 727041 h 1316375"/>
                    <a:gd name="connsiteX0" fmla="*/ 1537780 w 3076069"/>
                    <a:gd name="connsiteY0" fmla="*/ 727041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27041 h 1321259"/>
                    <a:gd name="connsiteX0" fmla="*/ 1537780 w 3076069"/>
                    <a:gd name="connsiteY0" fmla="*/ 750825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50825 h 13212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chemeClr val="accent2">
                    <a:lumMod val="60000"/>
                    <a:lumOff val="40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510" name="Freeform 509"/>
                <p:cNvSpPr/>
                <p:nvPr/>
              </p:nvSpPr>
              <p:spPr bwMode="auto">
                <a:xfrm>
                  <a:off x="2429502" y="1629404"/>
                  <a:ext cx="703949" cy="111244"/>
                </a:xfrm>
                <a:custGeom>
                  <a:avLst/>
                  <a:gdLst>
                    <a:gd name="connsiteX0" fmla="*/ 0 w 3645229"/>
                    <a:gd name="connsiteY0" fmla="*/ 214441 h 923747"/>
                    <a:gd name="connsiteX1" fmla="*/ 659770 w 3645229"/>
                    <a:gd name="connsiteY1" fmla="*/ 16495 h 923747"/>
                    <a:gd name="connsiteX2" fmla="*/ 1814367 w 3645229"/>
                    <a:gd name="connsiteY2" fmla="*/ 511360 h 923747"/>
                    <a:gd name="connsiteX3" fmla="*/ 2968965 w 3645229"/>
                    <a:gd name="connsiteY3" fmla="*/ 0 h 923747"/>
                    <a:gd name="connsiteX4" fmla="*/ 3645229 w 3645229"/>
                    <a:gd name="connsiteY4" fmla="*/ 197946 h 923747"/>
                    <a:gd name="connsiteX5" fmla="*/ 3199884 w 3645229"/>
                    <a:gd name="connsiteY5" fmla="*/ 461874 h 923747"/>
                    <a:gd name="connsiteX6" fmla="*/ 2985459 w 3645229"/>
                    <a:gd name="connsiteY6" fmla="*/ 379396 h 923747"/>
                    <a:gd name="connsiteX7" fmla="*/ 1830861 w 3645229"/>
                    <a:gd name="connsiteY7" fmla="*/ 923747 h 923747"/>
                    <a:gd name="connsiteX8" fmla="*/ 676264 w 3645229"/>
                    <a:gd name="connsiteY8" fmla="*/ 412387 h 923747"/>
                    <a:gd name="connsiteX9" fmla="*/ 527816 w 3645229"/>
                    <a:gd name="connsiteY9" fmla="*/ 478369 h 923747"/>
                    <a:gd name="connsiteX10" fmla="*/ 0 w 3645229"/>
                    <a:gd name="connsiteY10" fmla="*/ 21444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78369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90067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09765 w 3640627"/>
                    <a:gd name="connsiteY2" fmla="*/ 511360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3008465 w 3640627"/>
                    <a:gd name="connsiteY6" fmla="*/ 402404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723451"/>
                    <a:gd name="connsiteY0" fmla="*/ 242051 h 946755"/>
                    <a:gd name="connsiteX1" fmla="*/ 655168 w 3723451"/>
                    <a:gd name="connsiteY1" fmla="*/ 16495 h 946755"/>
                    <a:gd name="connsiteX2" fmla="*/ 1855778 w 3723451"/>
                    <a:gd name="connsiteY2" fmla="*/ 534367 h 946755"/>
                    <a:gd name="connsiteX3" fmla="*/ 2964363 w 3723451"/>
                    <a:gd name="connsiteY3" fmla="*/ 0 h 946755"/>
                    <a:gd name="connsiteX4" fmla="*/ 3723451 w 3723451"/>
                    <a:gd name="connsiteY4" fmla="*/ 220954 h 946755"/>
                    <a:gd name="connsiteX5" fmla="*/ 3195282 w 3723451"/>
                    <a:gd name="connsiteY5" fmla="*/ 461874 h 946755"/>
                    <a:gd name="connsiteX6" fmla="*/ 3008465 w 3723451"/>
                    <a:gd name="connsiteY6" fmla="*/ 402404 h 946755"/>
                    <a:gd name="connsiteX7" fmla="*/ 1876873 w 3723451"/>
                    <a:gd name="connsiteY7" fmla="*/ 946755 h 946755"/>
                    <a:gd name="connsiteX8" fmla="*/ 690067 w 3723451"/>
                    <a:gd name="connsiteY8" fmla="*/ 412387 h 946755"/>
                    <a:gd name="connsiteX9" fmla="*/ 523214 w 3723451"/>
                    <a:gd name="connsiteY9" fmla="*/ 482971 h 946755"/>
                    <a:gd name="connsiteX10" fmla="*/ 0 w 3723451"/>
                    <a:gd name="connsiteY10" fmla="*/ 242051 h 946755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08465 w 3723451"/>
                    <a:gd name="connsiteY6" fmla="*/ 388599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711613 w 3723451"/>
                    <a:gd name="connsiteY8" fmla="*/ 413055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511" name="Freeform 510"/>
                <p:cNvSpPr/>
                <p:nvPr/>
              </p:nvSpPr>
              <p:spPr bwMode="auto">
                <a:xfrm>
                  <a:off x="2892723" y="1723534"/>
                  <a:ext cx="257142" cy="95840"/>
                </a:xfrm>
                <a:custGeom>
                  <a:avLst/>
                  <a:gdLst>
                    <a:gd name="connsiteX0" fmla="*/ 55216 w 1421812"/>
                    <a:gd name="connsiteY0" fmla="*/ 0 h 800665"/>
                    <a:gd name="connsiteX1" fmla="*/ 1421812 w 1421812"/>
                    <a:gd name="connsiteY1" fmla="*/ 625807 h 800665"/>
                    <a:gd name="connsiteX2" fmla="*/ 947874 w 1421812"/>
                    <a:gd name="connsiteY2" fmla="*/ 800665 h 800665"/>
                    <a:gd name="connsiteX3" fmla="*/ 50614 w 1421812"/>
                    <a:gd name="connsiteY3" fmla="*/ 404934 h 800665"/>
                    <a:gd name="connsiteX4" fmla="*/ 0 w 1421812"/>
                    <a:gd name="connsiteY4" fmla="*/ 404934 h 800665"/>
                    <a:gd name="connsiteX5" fmla="*/ 55216 w 1421812"/>
                    <a:gd name="connsiteY5" fmla="*/ 0 h 800665"/>
                    <a:gd name="connsiteX0" fmla="*/ 4602 w 1371198"/>
                    <a:gd name="connsiteY0" fmla="*/ 0 h 800665"/>
                    <a:gd name="connsiteX1" fmla="*/ 1371198 w 1371198"/>
                    <a:gd name="connsiteY1" fmla="*/ 625807 h 800665"/>
                    <a:gd name="connsiteX2" fmla="*/ 897260 w 1371198"/>
                    <a:gd name="connsiteY2" fmla="*/ 800665 h 800665"/>
                    <a:gd name="connsiteX3" fmla="*/ 0 w 1371198"/>
                    <a:gd name="connsiteY3" fmla="*/ 404934 h 800665"/>
                    <a:gd name="connsiteX4" fmla="*/ 4602 w 1371198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9868"/>
                    <a:gd name="connsiteX1" fmla="*/ 1366596 w 1366596"/>
                    <a:gd name="connsiteY1" fmla="*/ 625807 h 809868"/>
                    <a:gd name="connsiteX2" fmla="*/ 865050 w 1366596"/>
                    <a:gd name="connsiteY2" fmla="*/ 809868 h 809868"/>
                    <a:gd name="connsiteX3" fmla="*/ 4601 w 1366596"/>
                    <a:gd name="connsiteY3" fmla="*/ 427942 h 809868"/>
                    <a:gd name="connsiteX4" fmla="*/ 0 w 1366596"/>
                    <a:gd name="connsiteY4" fmla="*/ 0 h 8098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512" name="Freeform 511"/>
                <p:cNvSpPr/>
                <p:nvPr/>
              </p:nvSpPr>
              <p:spPr bwMode="auto">
                <a:xfrm>
                  <a:off x="2416736" y="1725244"/>
                  <a:ext cx="255318" cy="94130"/>
                </a:xfrm>
                <a:custGeom>
                  <a:avLst/>
                  <a:gdLst>
                    <a:gd name="connsiteX0" fmla="*/ 1329786 w 1348191"/>
                    <a:gd name="connsiteY0" fmla="*/ 0 h 809869"/>
                    <a:gd name="connsiteX1" fmla="*/ 1348191 w 1348191"/>
                    <a:gd name="connsiteY1" fmla="*/ 400333 h 809869"/>
                    <a:gd name="connsiteX2" fmla="*/ 487742 w 1348191"/>
                    <a:gd name="connsiteY2" fmla="*/ 809869 h 809869"/>
                    <a:gd name="connsiteX3" fmla="*/ 0 w 1348191"/>
                    <a:gd name="connsiteY3" fmla="*/ 630409 h 809869"/>
                    <a:gd name="connsiteX4" fmla="*/ 1329786 w 1348191"/>
                    <a:gd name="connsiteY4" fmla="*/ 0 h 809869"/>
                    <a:gd name="connsiteX0" fmla="*/ 1329786 w 1348191"/>
                    <a:gd name="connsiteY0" fmla="*/ 0 h 791462"/>
                    <a:gd name="connsiteX1" fmla="*/ 1348191 w 1348191"/>
                    <a:gd name="connsiteY1" fmla="*/ 381926 h 791462"/>
                    <a:gd name="connsiteX2" fmla="*/ 487742 w 1348191"/>
                    <a:gd name="connsiteY2" fmla="*/ 791462 h 791462"/>
                    <a:gd name="connsiteX3" fmla="*/ 0 w 1348191"/>
                    <a:gd name="connsiteY3" fmla="*/ 612002 h 791462"/>
                    <a:gd name="connsiteX4" fmla="*/ 1329786 w 1348191"/>
                    <a:gd name="connsiteY4" fmla="*/ 0 h 7914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cxnSp>
              <p:nvCxnSpPr>
                <p:cNvPr id="513" name="Straight Connector 512"/>
                <p:cNvCxnSpPr>
                  <a:endCxn id="508" idx="2"/>
                </p:cNvCxnSpPr>
                <p:nvPr/>
              </p:nvCxnSpPr>
              <p:spPr bwMode="auto">
                <a:xfrm flipH="1" flipV="1">
                  <a:off x="2183302" y="1732090"/>
                  <a:ext cx="1824" cy="121513"/>
                </a:xfrm>
                <a:prstGeom prst="line">
                  <a:avLst/>
                </a:prstGeom>
                <a:ln w="6350" cmpd="sng">
                  <a:solidFill>
                    <a:schemeClr val="tx1"/>
                  </a:solidFill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14" name="Straight Connector 513"/>
                <p:cNvCxnSpPr/>
                <p:nvPr/>
              </p:nvCxnSpPr>
              <p:spPr bwMode="auto">
                <a:xfrm flipH="1" flipV="1">
                  <a:off x="3381475" y="1728667"/>
                  <a:ext cx="1823" cy="121513"/>
                </a:xfrm>
                <a:prstGeom prst="line">
                  <a:avLst/>
                </a:prstGeom>
                <a:ln w="6350" cmpd="sng">
                  <a:solidFill>
                    <a:schemeClr val="tx1"/>
                  </a:solidFill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30" name="Group 29"/>
            <p:cNvGrpSpPr/>
            <p:nvPr/>
          </p:nvGrpSpPr>
          <p:grpSpPr>
            <a:xfrm>
              <a:off x="3566154" y="3862335"/>
              <a:ext cx="514350" cy="1670050"/>
              <a:chOff x="3566154" y="3862335"/>
              <a:chExt cx="514350" cy="1670050"/>
            </a:xfrm>
          </p:grpSpPr>
          <p:sp>
            <p:nvSpPr>
              <p:cNvPr id="549" name="Rectangle 548"/>
              <p:cNvSpPr/>
              <p:nvPr/>
            </p:nvSpPr>
            <p:spPr bwMode="auto">
              <a:xfrm rot="10800000">
                <a:off x="3569201" y="3946092"/>
                <a:ext cx="498084" cy="628647"/>
              </a:xfrm>
              <a:prstGeom prst="rect">
                <a:avLst/>
              </a:prstGeom>
              <a:gradFill>
                <a:gsLst>
                  <a:gs pos="1000">
                    <a:schemeClr val="accent2">
                      <a:lumMod val="75000"/>
                      <a:alpha val="62000"/>
                    </a:schemeClr>
                  </a:gs>
                  <a:gs pos="5400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bg1"/>
                  </a:gs>
                </a:gsLst>
              </a:gra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cxnSp>
            <p:nvCxnSpPr>
              <p:cNvPr id="550" name="Straight Connector 549"/>
              <p:cNvCxnSpPr/>
              <p:nvPr/>
            </p:nvCxnSpPr>
            <p:spPr bwMode="auto">
              <a:xfrm flipH="1">
                <a:off x="4078916" y="4019498"/>
                <a:ext cx="1588" cy="1365250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ash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8271" name="Group 552"/>
              <p:cNvGrpSpPr>
                <a:grpSpLocks/>
              </p:cNvGrpSpPr>
              <p:nvPr/>
            </p:nvGrpSpPr>
            <p:grpSpPr bwMode="auto">
              <a:xfrm>
                <a:off x="3571302" y="5310688"/>
                <a:ext cx="507588" cy="221697"/>
                <a:chOff x="4128636" y="3606589"/>
                <a:chExt cx="568145" cy="338667"/>
              </a:xfrm>
            </p:grpSpPr>
            <p:sp>
              <p:nvSpPr>
                <p:cNvPr id="562" name="Oval 561"/>
                <p:cNvSpPr/>
                <p:nvPr/>
              </p:nvSpPr>
              <p:spPr>
                <a:xfrm>
                  <a:off x="4128204" y="3719724"/>
                  <a:ext cx="568606" cy="225532"/>
                </a:xfrm>
                <a:prstGeom prst="ellipse">
                  <a:avLst/>
                </a:prstGeom>
                <a:solidFill>
                  <a:schemeClr val="accent2">
                    <a:lumMod val="75000"/>
                  </a:schemeClr>
                </a:solidFill>
                <a:ln w="635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563" name="Rectangle 562"/>
                <p:cNvSpPr/>
                <p:nvPr/>
              </p:nvSpPr>
              <p:spPr>
                <a:xfrm>
                  <a:off x="4128204" y="3719724"/>
                  <a:ext cx="568606" cy="111554"/>
                </a:xfrm>
                <a:prstGeom prst="rect">
                  <a:avLst/>
                </a:pr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564" name="Oval 563"/>
                <p:cNvSpPr/>
                <p:nvPr/>
              </p:nvSpPr>
              <p:spPr>
                <a:xfrm>
                  <a:off x="4128204" y="3605744"/>
                  <a:ext cx="568606" cy="225534"/>
                </a:xfrm>
                <a:prstGeom prst="ellipse">
                  <a:avLst/>
                </a:prstGeom>
                <a:solidFill>
                  <a:schemeClr val="accent2">
                    <a:lumMod val="40000"/>
                    <a:lumOff val="60000"/>
                    <a:alpha val="55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cxnSp>
              <p:nvCxnSpPr>
                <p:cNvPr id="565" name="Straight Connector 564"/>
                <p:cNvCxnSpPr/>
                <p:nvPr/>
              </p:nvCxnSpPr>
              <p:spPr>
                <a:xfrm>
                  <a:off x="4696810" y="3719724"/>
                  <a:ext cx="0" cy="111554"/>
                </a:xfrm>
                <a:prstGeom prst="line">
                  <a:avLst/>
                </a:prstGeom>
                <a:ln w="635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6" name="Straight Connector 565"/>
                <p:cNvCxnSpPr/>
                <p:nvPr/>
              </p:nvCxnSpPr>
              <p:spPr>
                <a:xfrm>
                  <a:off x="4128204" y="3719724"/>
                  <a:ext cx="0" cy="111554"/>
                </a:xfrm>
                <a:prstGeom prst="line">
                  <a:avLst/>
                </a:prstGeom>
                <a:ln w="635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554" name="Rectangle 553"/>
              <p:cNvSpPr/>
              <p:nvPr/>
            </p:nvSpPr>
            <p:spPr bwMode="auto">
              <a:xfrm>
                <a:off x="3572504" y="4575123"/>
                <a:ext cx="496887" cy="812800"/>
              </a:xfrm>
              <a:prstGeom prst="rect">
                <a:avLst/>
              </a:prstGeom>
              <a:gradFill>
                <a:gsLst>
                  <a:gs pos="0">
                    <a:schemeClr val="accent2">
                      <a:lumMod val="75000"/>
                      <a:alpha val="62000"/>
                    </a:schemeClr>
                  </a:gs>
                  <a:gs pos="5400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bg1"/>
                  </a:gs>
                </a:gsLst>
              </a:gra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cxnSp>
            <p:nvCxnSpPr>
              <p:cNvPr id="557" name="Straight Connector 556"/>
              <p:cNvCxnSpPr/>
              <p:nvPr/>
            </p:nvCxnSpPr>
            <p:spPr bwMode="auto">
              <a:xfrm flipH="1">
                <a:off x="3566154" y="4027435"/>
                <a:ext cx="3175" cy="145097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ash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8257" name="Group 538"/>
              <p:cNvGrpSpPr>
                <a:grpSpLocks/>
              </p:cNvGrpSpPr>
              <p:nvPr/>
            </p:nvGrpSpPr>
            <p:grpSpPr bwMode="auto">
              <a:xfrm>
                <a:off x="3568667" y="3862335"/>
                <a:ext cx="503828" cy="248249"/>
                <a:chOff x="2183302" y="1564542"/>
                <a:chExt cx="1200154" cy="440314"/>
              </a:xfrm>
            </p:grpSpPr>
            <p:sp>
              <p:nvSpPr>
                <p:cNvPr id="540" name="Oval 539"/>
                <p:cNvSpPr/>
                <p:nvPr/>
              </p:nvSpPr>
              <p:spPr bwMode="auto">
                <a:xfrm flipV="1">
                  <a:off x="2188659" y="1691250"/>
                  <a:ext cx="1194966" cy="312543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accent2">
                        <a:lumMod val="75000"/>
                      </a:schemeClr>
                    </a:gs>
                    <a:gs pos="31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bg1"/>
                    </a:gs>
                  </a:gsLst>
                  <a:lin ang="16200000" scaled="0"/>
                  <a:tileRect/>
                </a:gradFill>
                <a:ln w="6350" cmpd="sng"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dirty="0">
                    <a:ln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541" name="Rectangle 540"/>
                <p:cNvSpPr/>
                <p:nvPr/>
              </p:nvSpPr>
              <p:spPr bwMode="auto">
                <a:xfrm>
                  <a:off x="2184879" y="1736302"/>
                  <a:ext cx="1198746" cy="112629"/>
                </a:xfrm>
                <a:prstGeom prst="rect">
                  <a:avLst/>
                </a:prstGeom>
                <a:gradFill>
                  <a:gsLst>
                    <a:gs pos="0">
                      <a:schemeClr val="accent2">
                        <a:lumMod val="40000"/>
                        <a:lumOff val="60000"/>
                      </a:schemeClr>
                    </a:gs>
                    <a:gs pos="54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16200000" scaled="0"/>
                </a:gradFill>
                <a:ln w="25400"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542" name="Oval 541"/>
                <p:cNvSpPr/>
                <p:nvPr/>
              </p:nvSpPr>
              <p:spPr bwMode="auto">
                <a:xfrm flipV="1">
                  <a:off x="2184879" y="1564542"/>
                  <a:ext cx="1194966" cy="312545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 w="6350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dirty="0">
                    <a:ln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543" name="Freeform 542"/>
                <p:cNvSpPr/>
                <p:nvPr/>
              </p:nvSpPr>
              <p:spPr bwMode="auto">
                <a:xfrm>
                  <a:off x="2491182" y="1671539"/>
                  <a:ext cx="582357" cy="154865"/>
                </a:xfrm>
                <a:custGeom>
                  <a:avLst/>
                  <a:gdLst>
                    <a:gd name="connsiteX0" fmla="*/ 1486231 w 2944854"/>
                    <a:gd name="connsiteY0" fmla="*/ 727041 h 1302232"/>
                    <a:gd name="connsiteX1" fmla="*/ 257675 w 2944854"/>
                    <a:gd name="connsiteY1" fmla="*/ 1302232 h 1302232"/>
                    <a:gd name="connsiteX2" fmla="*/ 0 w 2944854"/>
                    <a:gd name="connsiteY2" fmla="*/ 1228607 h 1302232"/>
                    <a:gd name="connsiteX3" fmla="*/ 911064 w 2944854"/>
                    <a:gd name="connsiteY3" fmla="*/ 837478 h 1302232"/>
                    <a:gd name="connsiteX4" fmla="*/ 883456 w 2944854"/>
                    <a:gd name="connsiteY4" fmla="*/ 450949 h 1302232"/>
                    <a:gd name="connsiteX5" fmla="*/ 161047 w 2944854"/>
                    <a:gd name="connsiteY5" fmla="*/ 119640 h 1302232"/>
                    <a:gd name="connsiteX6" fmla="*/ 404917 w 2944854"/>
                    <a:gd name="connsiteY6" fmla="*/ 50617 h 1302232"/>
                    <a:gd name="connsiteX7" fmla="*/ 1477028 w 2944854"/>
                    <a:gd name="connsiteY7" fmla="*/ 501566 h 1302232"/>
                    <a:gd name="connsiteX8" fmla="*/ 2572146 w 2944854"/>
                    <a:gd name="connsiteY8" fmla="*/ 0 h 1302232"/>
                    <a:gd name="connsiteX9" fmla="*/ 2875834 w 2944854"/>
                    <a:gd name="connsiteY9" fmla="*/ 96632 h 1302232"/>
                    <a:gd name="connsiteX10" fmla="*/ 2079803 w 2944854"/>
                    <a:gd name="connsiteY10" fmla="*/ 432543 h 1302232"/>
                    <a:gd name="connsiteX11" fmla="*/ 2240850 w 2944854"/>
                    <a:gd name="connsiteY11" fmla="*/ 920305 h 1302232"/>
                    <a:gd name="connsiteX12" fmla="*/ 2944854 w 2944854"/>
                    <a:gd name="connsiteY12" fmla="*/ 1228607 h 1302232"/>
                    <a:gd name="connsiteX13" fmla="*/ 2733192 w 2944854"/>
                    <a:gd name="connsiteY13" fmla="*/ 1297630 h 1302232"/>
                    <a:gd name="connsiteX14" fmla="*/ 1486231 w 2944854"/>
                    <a:gd name="connsiteY14" fmla="*/ 727041 h 1302232"/>
                    <a:gd name="connsiteX0" fmla="*/ 1486231 w 2944854"/>
                    <a:gd name="connsiteY0" fmla="*/ 727041 h 1316375"/>
                    <a:gd name="connsiteX1" fmla="*/ 257675 w 2944854"/>
                    <a:gd name="connsiteY1" fmla="*/ 1302232 h 1316375"/>
                    <a:gd name="connsiteX2" fmla="*/ 0 w 2944854"/>
                    <a:gd name="connsiteY2" fmla="*/ 1228607 h 1316375"/>
                    <a:gd name="connsiteX3" fmla="*/ 911064 w 2944854"/>
                    <a:gd name="connsiteY3" fmla="*/ 837478 h 1316375"/>
                    <a:gd name="connsiteX4" fmla="*/ 883456 w 2944854"/>
                    <a:gd name="connsiteY4" fmla="*/ 450949 h 1316375"/>
                    <a:gd name="connsiteX5" fmla="*/ 161047 w 2944854"/>
                    <a:gd name="connsiteY5" fmla="*/ 119640 h 1316375"/>
                    <a:gd name="connsiteX6" fmla="*/ 404917 w 2944854"/>
                    <a:gd name="connsiteY6" fmla="*/ 50617 h 1316375"/>
                    <a:gd name="connsiteX7" fmla="*/ 1477028 w 2944854"/>
                    <a:gd name="connsiteY7" fmla="*/ 501566 h 1316375"/>
                    <a:gd name="connsiteX8" fmla="*/ 2572146 w 2944854"/>
                    <a:gd name="connsiteY8" fmla="*/ 0 h 1316375"/>
                    <a:gd name="connsiteX9" fmla="*/ 2875834 w 2944854"/>
                    <a:gd name="connsiteY9" fmla="*/ 96632 h 1316375"/>
                    <a:gd name="connsiteX10" fmla="*/ 2079803 w 2944854"/>
                    <a:gd name="connsiteY10" fmla="*/ 432543 h 1316375"/>
                    <a:gd name="connsiteX11" fmla="*/ 2240850 w 2944854"/>
                    <a:gd name="connsiteY11" fmla="*/ 920305 h 1316375"/>
                    <a:gd name="connsiteX12" fmla="*/ 2944854 w 2944854"/>
                    <a:gd name="connsiteY12" fmla="*/ 1228607 h 1316375"/>
                    <a:gd name="connsiteX13" fmla="*/ 2756623 w 2944854"/>
                    <a:gd name="connsiteY13" fmla="*/ 1316375 h 1316375"/>
                    <a:gd name="connsiteX14" fmla="*/ 1486231 w 2944854"/>
                    <a:gd name="connsiteY14" fmla="*/ 727041 h 1316375"/>
                    <a:gd name="connsiteX0" fmla="*/ 1486231 w 3024520"/>
                    <a:gd name="connsiteY0" fmla="*/ 727041 h 1316375"/>
                    <a:gd name="connsiteX1" fmla="*/ 257675 w 3024520"/>
                    <a:gd name="connsiteY1" fmla="*/ 1302232 h 1316375"/>
                    <a:gd name="connsiteX2" fmla="*/ 0 w 3024520"/>
                    <a:gd name="connsiteY2" fmla="*/ 1228607 h 1316375"/>
                    <a:gd name="connsiteX3" fmla="*/ 911064 w 3024520"/>
                    <a:gd name="connsiteY3" fmla="*/ 837478 h 1316375"/>
                    <a:gd name="connsiteX4" fmla="*/ 883456 w 3024520"/>
                    <a:gd name="connsiteY4" fmla="*/ 450949 h 1316375"/>
                    <a:gd name="connsiteX5" fmla="*/ 161047 w 3024520"/>
                    <a:gd name="connsiteY5" fmla="*/ 119640 h 1316375"/>
                    <a:gd name="connsiteX6" fmla="*/ 404917 w 3024520"/>
                    <a:gd name="connsiteY6" fmla="*/ 50617 h 1316375"/>
                    <a:gd name="connsiteX7" fmla="*/ 1477028 w 3024520"/>
                    <a:gd name="connsiteY7" fmla="*/ 501566 h 1316375"/>
                    <a:gd name="connsiteX8" fmla="*/ 2572146 w 3024520"/>
                    <a:gd name="connsiteY8" fmla="*/ 0 h 1316375"/>
                    <a:gd name="connsiteX9" fmla="*/ 2875834 w 3024520"/>
                    <a:gd name="connsiteY9" fmla="*/ 96632 h 1316375"/>
                    <a:gd name="connsiteX10" fmla="*/ 2079803 w 3024520"/>
                    <a:gd name="connsiteY10" fmla="*/ 432543 h 1316375"/>
                    <a:gd name="connsiteX11" fmla="*/ 2240850 w 3024520"/>
                    <a:gd name="connsiteY11" fmla="*/ 920305 h 1316375"/>
                    <a:gd name="connsiteX12" fmla="*/ 3024520 w 3024520"/>
                    <a:gd name="connsiteY12" fmla="*/ 1228607 h 1316375"/>
                    <a:gd name="connsiteX13" fmla="*/ 2756623 w 3024520"/>
                    <a:gd name="connsiteY13" fmla="*/ 1316375 h 1316375"/>
                    <a:gd name="connsiteX14" fmla="*/ 1486231 w 3024520"/>
                    <a:gd name="connsiteY14" fmla="*/ 727041 h 1316375"/>
                    <a:gd name="connsiteX0" fmla="*/ 1537780 w 3076069"/>
                    <a:gd name="connsiteY0" fmla="*/ 727041 h 1316375"/>
                    <a:gd name="connsiteX1" fmla="*/ 309224 w 3076069"/>
                    <a:gd name="connsiteY1" fmla="*/ 1302232 h 1316375"/>
                    <a:gd name="connsiteX2" fmla="*/ 0 w 3076069"/>
                    <a:gd name="connsiteY2" fmla="*/ 1228607 h 1316375"/>
                    <a:gd name="connsiteX3" fmla="*/ 962613 w 3076069"/>
                    <a:gd name="connsiteY3" fmla="*/ 837478 h 1316375"/>
                    <a:gd name="connsiteX4" fmla="*/ 935005 w 3076069"/>
                    <a:gd name="connsiteY4" fmla="*/ 450949 h 1316375"/>
                    <a:gd name="connsiteX5" fmla="*/ 212596 w 3076069"/>
                    <a:gd name="connsiteY5" fmla="*/ 119640 h 1316375"/>
                    <a:gd name="connsiteX6" fmla="*/ 456466 w 3076069"/>
                    <a:gd name="connsiteY6" fmla="*/ 50617 h 1316375"/>
                    <a:gd name="connsiteX7" fmla="*/ 1528577 w 3076069"/>
                    <a:gd name="connsiteY7" fmla="*/ 501566 h 1316375"/>
                    <a:gd name="connsiteX8" fmla="*/ 2623695 w 3076069"/>
                    <a:gd name="connsiteY8" fmla="*/ 0 h 1316375"/>
                    <a:gd name="connsiteX9" fmla="*/ 2927383 w 3076069"/>
                    <a:gd name="connsiteY9" fmla="*/ 96632 h 1316375"/>
                    <a:gd name="connsiteX10" fmla="*/ 2131352 w 3076069"/>
                    <a:gd name="connsiteY10" fmla="*/ 432543 h 1316375"/>
                    <a:gd name="connsiteX11" fmla="*/ 2292399 w 3076069"/>
                    <a:gd name="connsiteY11" fmla="*/ 920305 h 1316375"/>
                    <a:gd name="connsiteX12" fmla="*/ 3076069 w 3076069"/>
                    <a:gd name="connsiteY12" fmla="*/ 1228607 h 1316375"/>
                    <a:gd name="connsiteX13" fmla="*/ 2808172 w 3076069"/>
                    <a:gd name="connsiteY13" fmla="*/ 1316375 h 1316375"/>
                    <a:gd name="connsiteX14" fmla="*/ 1537780 w 3076069"/>
                    <a:gd name="connsiteY14" fmla="*/ 727041 h 1316375"/>
                    <a:gd name="connsiteX0" fmla="*/ 1537780 w 3076069"/>
                    <a:gd name="connsiteY0" fmla="*/ 727041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27041 h 1321259"/>
                    <a:gd name="connsiteX0" fmla="*/ 1537780 w 3076069"/>
                    <a:gd name="connsiteY0" fmla="*/ 750825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50825 h 13212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chemeClr val="accent2">
                    <a:lumMod val="60000"/>
                    <a:lumOff val="40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544" name="Freeform 543"/>
                <p:cNvSpPr/>
                <p:nvPr/>
              </p:nvSpPr>
              <p:spPr bwMode="auto">
                <a:xfrm>
                  <a:off x="2430678" y="1629304"/>
                  <a:ext cx="703366" cy="109812"/>
                </a:xfrm>
                <a:custGeom>
                  <a:avLst/>
                  <a:gdLst>
                    <a:gd name="connsiteX0" fmla="*/ 0 w 3645229"/>
                    <a:gd name="connsiteY0" fmla="*/ 214441 h 923747"/>
                    <a:gd name="connsiteX1" fmla="*/ 659770 w 3645229"/>
                    <a:gd name="connsiteY1" fmla="*/ 16495 h 923747"/>
                    <a:gd name="connsiteX2" fmla="*/ 1814367 w 3645229"/>
                    <a:gd name="connsiteY2" fmla="*/ 511360 h 923747"/>
                    <a:gd name="connsiteX3" fmla="*/ 2968965 w 3645229"/>
                    <a:gd name="connsiteY3" fmla="*/ 0 h 923747"/>
                    <a:gd name="connsiteX4" fmla="*/ 3645229 w 3645229"/>
                    <a:gd name="connsiteY4" fmla="*/ 197946 h 923747"/>
                    <a:gd name="connsiteX5" fmla="*/ 3199884 w 3645229"/>
                    <a:gd name="connsiteY5" fmla="*/ 461874 h 923747"/>
                    <a:gd name="connsiteX6" fmla="*/ 2985459 w 3645229"/>
                    <a:gd name="connsiteY6" fmla="*/ 379396 h 923747"/>
                    <a:gd name="connsiteX7" fmla="*/ 1830861 w 3645229"/>
                    <a:gd name="connsiteY7" fmla="*/ 923747 h 923747"/>
                    <a:gd name="connsiteX8" fmla="*/ 676264 w 3645229"/>
                    <a:gd name="connsiteY8" fmla="*/ 412387 h 923747"/>
                    <a:gd name="connsiteX9" fmla="*/ 527816 w 3645229"/>
                    <a:gd name="connsiteY9" fmla="*/ 478369 h 923747"/>
                    <a:gd name="connsiteX10" fmla="*/ 0 w 3645229"/>
                    <a:gd name="connsiteY10" fmla="*/ 21444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78369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90067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09765 w 3640627"/>
                    <a:gd name="connsiteY2" fmla="*/ 511360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3008465 w 3640627"/>
                    <a:gd name="connsiteY6" fmla="*/ 402404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723451"/>
                    <a:gd name="connsiteY0" fmla="*/ 242051 h 946755"/>
                    <a:gd name="connsiteX1" fmla="*/ 655168 w 3723451"/>
                    <a:gd name="connsiteY1" fmla="*/ 16495 h 946755"/>
                    <a:gd name="connsiteX2" fmla="*/ 1855778 w 3723451"/>
                    <a:gd name="connsiteY2" fmla="*/ 534367 h 946755"/>
                    <a:gd name="connsiteX3" fmla="*/ 2964363 w 3723451"/>
                    <a:gd name="connsiteY3" fmla="*/ 0 h 946755"/>
                    <a:gd name="connsiteX4" fmla="*/ 3723451 w 3723451"/>
                    <a:gd name="connsiteY4" fmla="*/ 220954 h 946755"/>
                    <a:gd name="connsiteX5" fmla="*/ 3195282 w 3723451"/>
                    <a:gd name="connsiteY5" fmla="*/ 461874 h 946755"/>
                    <a:gd name="connsiteX6" fmla="*/ 3008465 w 3723451"/>
                    <a:gd name="connsiteY6" fmla="*/ 402404 h 946755"/>
                    <a:gd name="connsiteX7" fmla="*/ 1876873 w 3723451"/>
                    <a:gd name="connsiteY7" fmla="*/ 946755 h 946755"/>
                    <a:gd name="connsiteX8" fmla="*/ 690067 w 3723451"/>
                    <a:gd name="connsiteY8" fmla="*/ 412387 h 946755"/>
                    <a:gd name="connsiteX9" fmla="*/ 523214 w 3723451"/>
                    <a:gd name="connsiteY9" fmla="*/ 482971 h 946755"/>
                    <a:gd name="connsiteX10" fmla="*/ 0 w 3723451"/>
                    <a:gd name="connsiteY10" fmla="*/ 242051 h 946755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08465 w 3723451"/>
                    <a:gd name="connsiteY6" fmla="*/ 388599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711613 w 3723451"/>
                    <a:gd name="connsiteY8" fmla="*/ 413055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545" name="Freeform 544"/>
                <p:cNvSpPr/>
                <p:nvPr/>
              </p:nvSpPr>
              <p:spPr bwMode="auto">
                <a:xfrm>
                  <a:off x="2892025" y="1722222"/>
                  <a:ext cx="260927" cy="95734"/>
                </a:xfrm>
                <a:custGeom>
                  <a:avLst/>
                  <a:gdLst>
                    <a:gd name="connsiteX0" fmla="*/ 55216 w 1421812"/>
                    <a:gd name="connsiteY0" fmla="*/ 0 h 800665"/>
                    <a:gd name="connsiteX1" fmla="*/ 1421812 w 1421812"/>
                    <a:gd name="connsiteY1" fmla="*/ 625807 h 800665"/>
                    <a:gd name="connsiteX2" fmla="*/ 947874 w 1421812"/>
                    <a:gd name="connsiteY2" fmla="*/ 800665 h 800665"/>
                    <a:gd name="connsiteX3" fmla="*/ 50614 w 1421812"/>
                    <a:gd name="connsiteY3" fmla="*/ 404934 h 800665"/>
                    <a:gd name="connsiteX4" fmla="*/ 0 w 1421812"/>
                    <a:gd name="connsiteY4" fmla="*/ 404934 h 800665"/>
                    <a:gd name="connsiteX5" fmla="*/ 55216 w 1421812"/>
                    <a:gd name="connsiteY5" fmla="*/ 0 h 800665"/>
                    <a:gd name="connsiteX0" fmla="*/ 4602 w 1371198"/>
                    <a:gd name="connsiteY0" fmla="*/ 0 h 800665"/>
                    <a:gd name="connsiteX1" fmla="*/ 1371198 w 1371198"/>
                    <a:gd name="connsiteY1" fmla="*/ 625807 h 800665"/>
                    <a:gd name="connsiteX2" fmla="*/ 897260 w 1371198"/>
                    <a:gd name="connsiteY2" fmla="*/ 800665 h 800665"/>
                    <a:gd name="connsiteX3" fmla="*/ 0 w 1371198"/>
                    <a:gd name="connsiteY3" fmla="*/ 404934 h 800665"/>
                    <a:gd name="connsiteX4" fmla="*/ 4602 w 1371198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9868"/>
                    <a:gd name="connsiteX1" fmla="*/ 1366596 w 1366596"/>
                    <a:gd name="connsiteY1" fmla="*/ 625807 h 809868"/>
                    <a:gd name="connsiteX2" fmla="*/ 865050 w 1366596"/>
                    <a:gd name="connsiteY2" fmla="*/ 809868 h 809868"/>
                    <a:gd name="connsiteX3" fmla="*/ 4601 w 1366596"/>
                    <a:gd name="connsiteY3" fmla="*/ 427942 h 809868"/>
                    <a:gd name="connsiteX4" fmla="*/ 0 w 1366596"/>
                    <a:gd name="connsiteY4" fmla="*/ 0 h 8098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546" name="Freeform 545"/>
                <p:cNvSpPr/>
                <p:nvPr/>
              </p:nvSpPr>
              <p:spPr bwMode="auto">
                <a:xfrm>
                  <a:off x="2419334" y="1725039"/>
                  <a:ext cx="253362" cy="95734"/>
                </a:xfrm>
                <a:custGeom>
                  <a:avLst/>
                  <a:gdLst>
                    <a:gd name="connsiteX0" fmla="*/ 1329786 w 1348191"/>
                    <a:gd name="connsiteY0" fmla="*/ 0 h 809869"/>
                    <a:gd name="connsiteX1" fmla="*/ 1348191 w 1348191"/>
                    <a:gd name="connsiteY1" fmla="*/ 400333 h 809869"/>
                    <a:gd name="connsiteX2" fmla="*/ 487742 w 1348191"/>
                    <a:gd name="connsiteY2" fmla="*/ 809869 h 809869"/>
                    <a:gd name="connsiteX3" fmla="*/ 0 w 1348191"/>
                    <a:gd name="connsiteY3" fmla="*/ 630409 h 809869"/>
                    <a:gd name="connsiteX4" fmla="*/ 1329786 w 1348191"/>
                    <a:gd name="connsiteY4" fmla="*/ 0 h 809869"/>
                    <a:gd name="connsiteX0" fmla="*/ 1329786 w 1348191"/>
                    <a:gd name="connsiteY0" fmla="*/ 0 h 791462"/>
                    <a:gd name="connsiteX1" fmla="*/ 1348191 w 1348191"/>
                    <a:gd name="connsiteY1" fmla="*/ 381926 h 791462"/>
                    <a:gd name="connsiteX2" fmla="*/ 487742 w 1348191"/>
                    <a:gd name="connsiteY2" fmla="*/ 791462 h 791462"/>
                    <a:gd name="connsiteX3" fmla="*/ 0 w 1348191"/>
                    <a:gd name="connsiteY3" fmla="*/ 612002 h 791462"/>
                    <a:gd name="connsiteX4" fmla="*/ 1329786 w 1348191"/>
                    <a:gd name="connsiteY4" fmla="*/ 0 h 7914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cxnSp>
              <p:nvCxnSpPr>
                <p:cNvPr id="547" name="Straight Connector 546"/>
                <p:cNvCxnSpPr>
                  <a:endCxn id="542" idx="2"/>
                </p:cNvCxnSpPr>
                <p:nvPr/>
              </p:nvCxnSpPr>
              <p:spPr bwMode="auto">
                <a:xfrm flipH="1" flipV="1">
                  <a:off x="2184879" y="1722222"/>
                  <a:ext cx="3780" cy="121077"/>
                </a:xfrm>
                <a:prstGeom prst="line">
                  <a:avLst/>
                </a:prstGeom>
                <a:ln w="6350" cmpd="sng">
                  <a:solidFill>
                    <a:schemeClr val="tx1"/>
                  </a:solidFill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8" name="Straight Connector 547"/>
                <p:cNvCxnSpPr/>
                <p:nvPr/>
              </p:nvCxnSpPr>
              <p:spPr bwMode="auto">
                <a:xfrm flipH="1" flipV="1">
                  <a:off x="3379845" y="1727853"/>
                  <a:ext cx="3780" cy="121077"/>
                </a:xfrm>
                <a:prstGeom prst="line">
                  <a:avLst/>
                </a:prstGeom>
                <a:ln w="6350" cmpd="sng">
                  <a:solidFill>
                    <a:schemeClr val="tx1"/>
                  </a:solidFill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31" name="Group 30"/>
            <p:cNvGrpSpPr/>
            <p:nvPr/>
          </p:nvGrpSpPr>
          <p:grpSpPr>
            <a:xfrm>
              <a:off x="4348791" y="3867098"/>
              <a:ext cx="514350" cy="1670050"/>
              <a:chOff x="4348791" y="3867098"/>
              <a:chExt cx="514350" cy="1670050"/>
            </a:xfrm>
          </p:grpSpPr>
          <p:sp>
            <p:nvSpPr>
              <p:cNvPr id="579" name="Rectangle 578"/>
              <p:cNvSpPr/>
              <p:nvPr/>
            </p:nvSpPr>
            <p:spPr bwMode="auto">
              <a:xfrm rot="10800000">
                <a:off x="4351838" y="3950855"/>
                <a:ext cx="498084" cy="628647"/>
              </a:xfrm>
              <a:prstGeom prst="rect">
                <a:avLst/>
              </a:prstGeom>
              <a:gradFill>
                <a:gsLst>
                  <a:gs pos="1000">
                    <a:schemeClr val="accent2">
                      <a:lumMod val="75000"/>
                      <a:alpha val="62000"/>
                    </a:schemeClr>
                  </a:gs>
                  <a:gs pos="5400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bg1"/>
                  </a:gs>
                </a:gsLst>
              </a:gra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cxnSp>
            <p:nvCxnSpPr>
              <p:cNvPr id="580" name="Straight Connector 579"/>
              <p:cNvCxnSpPr/>
              <p:nvPr/>
            </p:nvCxnSpPr>
            <p:spPr bwMode="auto">
              <a:xfrm flipH="1">
                <a:off x="4861554" y="4024260"/>
                <a:ext cx="1587" cy="1365250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ash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8243" name="Group 580"/>
              <p:cNvGrpSpPr>
                <a:grpSpLocks/>
              </p:cNvGrpSpPr>
              <p:nvPr/>
            </p:nvGrpSpPr>
            <p:grpSpPr bwMode="auto">
              <a:xfrm>
                <a:off x="4353939" y="5315451"/>
                <a:ext cx="507588" cy="221697"/>
                <a:chOff x="4128636" y="3606589"/>
                <a:chExt cx="568145" cy="338667"/>
              </a:xfrm>
            </p:grpSpPr>
            <p:sp>
              <p:nvSpPr>
                <p:cNvPr id="589" name="Oval 588"/>
                <p:cNvSpPr/>
                <p:nvPr/>
              </p:nvSpPr>
              <p:spPr>
                <a:xfrm>
                  <a:off x="4128205" y="3719722"/>
                  <a:ext cx="568606" cy="225534"/>
                </a:xfrm>
                <a:prstGeom prst="ellipse">
                  <a:avLst/>
                </a:prstGeom>
                <a:solidFill>
                  <a:schemeClr val="accent2">
                    <a:lumMod val="75000"/>
                  </a:schemeClr>
                </a:solidFill>
                <a:ln w="635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590" name="Rectangle 589"/>
                <p:cNvSpPr/>
                <p:nvPr/>
              </p:nvSpPr>
              <p:spPr>
                <a:xfrm>
                  <a:off x="4128205" y="3719722"/>
                  <a:ext cx="568606" cy="111554"/>
                </a:xfrm>
                <a:prstGeom prst="rect">
                  <a:avLst/>
                </a:pr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591" name="Oval 590"/>
                <p:cNvSpPr/>
                <p:nvPr/>
              </p:nvSpPr>
              <p:spPr>
                <a:xfrm>
                  <a:off x="4128205" y="3605744"/>
                  <a:ext cx="568606" cy="225532"/>
                </a:xfrm>
                <a:prstGeom prst="ellipse">
                  <a:avLst/>
                </a:prstGeom>
                <a:solidFill>
                  <a:schemeClr val="accent2">
                    <a:lumMod val="40000"/>
                    <a:lumOff val="60000"/>
                    <a:alpha val="55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cxnSp>
              <p:nvCxnSpPr>
                <p:cNvPr id="592" name="Straight Connector 591"/>
                <p:cNvCxnSpPr/>
                <p:nvPr/>
              </p:nvCxnSpPr>
              <p:spPr>
                <a:xfrm>
                  <a:off x="4696811" y="3719722"/>
                  <a:ext cx="0" cy="111554"/>
                </a:xfrm>
                <a:prstGeom prst="line">
                  <a:avLst/>
                </a:prstGeom>
                <a:ln w="635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93" name="Straight Connector 592"/>
                <p:cNvCxnSpPr/>
                <p:nvPr/>
              </p:nvCxnSpPr>
              <p:spPr>
                <a:xfrm>
                  <a:off x="4128205" y="3719722"/>
                  <a:ext cx="0" cy="111554"/>
                </a:xfrm>
                <a:prstGeom prst="line">
                  <a:avLst/>
                </a:prstGeom>
                <a:ln w="635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582" name="Rectangle 581"/>
              <p:cNvSpPr/>
              <p:nvPr/>
            </p:nvSpPr>
            <p:spPr bwMode="auto">
              <a:xfrm>
                <a:off x="4355141" y="4579885"/>
                <a:ext cx="496888" cy="812800"/>
              </a:xfrm>
              <a:prstGeom prst="rect">
                <a:avLst/>
              </a:prstGeom>
              <a:gradFill>
                <a:gsLst>
                  <a:gs pos="0">
                    <a:schemeClr val="accent2">
                      <a:lumMod val="75000"/>
                      <a:alpha val="62000"/>
                    </a:schemeClr>
                  </a:gs>
                  <a:gs pos="5400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bg1"/>
                  </a:gs>
                </a:gsLst>
              </a:gra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cxnSp>
            <p:nvCxnSpPr>
              <p:cNvPr id="584" name="Straight Connector 583"/>
              <p:cNvCxnSpPr/>
              <p:nvPr/>
            </p:nvCxnSpPr>
            <p:spPr bwMode="auto">
              <a:xfrm flipH="1">
                <a:off x="4348791" y="4032198"/>
                <a:ext cx="3175" cy="145097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ash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8229" name="Group 568"/>
              <p:cNvGrpSpPr>
                <a:grpSpLocks/>
              </p:cNvGrpSpPr>
              <p:nvPr/>
            </p:nvGrpSpPr>
            <p:grpSpPr bwMode="auto">
              <a:xfrm>
                <a:off x="4351304" y="3867098"/>
                <a:ext cx="503828" cy="248249"/>
                <a:chOff x="2183302" y="1564542"/>
                <a:chExt cx="1200154" cy="440314"/>
              </a:xfrm>
            </p:grpSpPr>
            <p:sp>
              <p:nvSpPr>
                <p:cNvPr id="570" name="Oval 569"/>
                <p:cNvSpPr/>
                <p:nvPr/>
              </p:nvSpPr>
              <p:spPr bwMode="auto">
                <a:xfrm flipV="1">
                  <a:off x="2188662" y="1691248"/>
                  <a:ext cx="1194966" cy="312545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accent2">
                        <a:lumMod val="75000"/>
                      </a:schemeClr>
                    </a:gs>
                    <a:gs pos="31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bg1"/>
                    </a:gs>
                  </a:gsLst>
                  <a:lin ang="16200000" scaled="0"/>
                  <a:tileRect/>
                </a:gradFill>
                <a:ln w="6350" cmpd="sng"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dirty="0">
                    <a:ln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571" name="Rectangle 570"/>
                <p:cNvSpPr/>
                <p:nvPr/>
              </p:nvSpPr>
              <p:spPr bwMode="auto">
                <a:xfrm>
                  <a:off x="2184879" y="1736300"/>
                  <a:ext cx="1198749" cy="112629"/>
                </a:xfrm>
                <a:prstGeom prst="rect">
                  <a:avLst/>
                </a:prstGeom>
                <a:gradFill>
                  <a:gsLst>
                    <a:gs pos="0">
                      <a:schemeClr val="accent2">
                        <a:lumMod val="40000"/>
                        <a:lumOff val="60000"/>
                      </a:schemeClr>
                    </a:gs>
                    <a:gs pos="54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16200000" scaled="0"/>
                </a:gradFill>
                <a:ln w="25400"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572" name="Oval 571"/>
                <p:cNvSpPr/>
                <p:nvPr/>
              </p:nvSpPr>
              <p:spPr bwMode="auto">
                <a:xfrm flipV="1">
                  <a:off x="2184879" y="1564542"/>
                  <a:ext cx="1194966" cy="312543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 w="6350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dirty="0">
                    <a:ln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573" name="Freeform 572"/>
                <p:cNvSpPr/>
                <p:nvPr/>
              </p:nvSpPr>
              <p:spPr bwMode="auto">
                <a:xfrm>
                  <a:off x="2491185" y="1671539"/>
                  <a:ext cx="582357" cy="154863"/>
                </a:xfrm>
                <a:custGeom>
                  <a:avLst/>
                  <a:gdLst>
                    <a:gd name="connsiteX0" fmla="*/ 1486231 w 2944854"/>
                    <a:gd name="connsiteY0" fmla="*/ 727041 h 1302232"/>
                    <a:gd name="connsiteX1" fmla="*/ 257675 w 2944854"/>
                    <a:gd name="connsiteY1" fmla="*/ 1302232 h 1302232"/>
                    <a:gd name="connsiteX2" fmla="*/ 0 w 2944854"/>
                    <a:gd name="connsiteY2" fmla="*/ 1228607 h 1302232"/>
                    <a:gd name="connsiteX3" fmla="*/ 911064 w 2944854"/>
                    <a:gd name="connsiteY3" fmla="*/ 837478 h 1302232"/>
                    <a:gd name="connsiteX4" fmla="*/ 883456 w 2944854"/>
                    <a:gd name="connsiteY4" fmla="*/ 450949 h 1302232"/>
                    <a:gd name="connsiteX5" fmla="*/ 161047 w 2944854"/>
                    <a:gd name="connsiteY5" fmla="*/ 119640 h 1302232"/>
                    <a:gd name="connsiteX6" fmla="*/ 404917 w 2944854"/>
                    <a:gd name="connsiteY6" fmla="*/ 50617 h 1302232"/>
                    <a:gd name="connsiteX7" fmla="*/ 1477028 w 2944854"/>
                    <a:gd name="connsiteY7" fmla="*/ 501566 h 1302232"/>
                    <a:gd name="connsiteX8" fmla="*/ 2572146 w 2944854"/>
                    <a:gd name="connsiteY8" fmla="*/ 0 h 1302232"/>
                    <a:gd name="connsiteX9" fmla="*/ 2875834 w 2944854"/>
                    <a:gd name="connsiteY9" fmla="*/ 96632 h 1302232"/>
                    <a:gd name="connsiteX10" fmla="*/ 2079803 w 2944854"/>
                    <a:gd name="connsiteY10" fmla="*/ 432543 h 1302232"/>
                    <a:gd name="connsiteX11" fmla="*/ 2240850 w 2944854"/>
                    <a:gd name="connsiteY11" fmla="*/ 920305 h 1302232"/>
                    <a:gd name="connsiteX12" fmla="*/ 2944854 w 2944854"/>
                    <a:gd name="connsiteY12" fmla="*/ 1228607 h 1302232"/>
                    <a:gd name="connsiteX13" fmla="*/ 2733192 w 2944854"/>
                    <a:gd name="connsiteY13" fmla="*/ 1297630 h 1302232"/>
                    <a:gd name="connsiteX14" fmla="*/ 1486231 w 2944854"/>
                    <a:gd name="connsiteY14" fmla="*/ 727041 h 1302232"/>
                    <a:gd name="connsiteX0" fmla="*/ 1486231 w 2944854"/>
                    <a:gd name="connsiteY0" fmla="*/ 727041 h 1316375"/>
                    <a:gd name="connsiteX1" fmla="*/ 257675 w 2944854"/>
                    <a:gd name="connsiteY1" fmla="*/ 1302232 h 1316375"/>
                    <a:gd name="connsiteX2" fmla="*/ 0 w 2944854"/>
                    <a:gd name="connsiteY2" fmla="*/ 1228607 h 1316375"/>
                    <a:gd name="connsiteX3" fmla="*/ 911064 w 2944854"/>
                    <a:gd name="connsiteY3" fmla="*/ 837478 h 1316375"/>
                    <a:gd name="connsiteX4" fmla="*/ 883456 w 2944854"/>
                    <a:gd name="connsiteY4" fmla="*/ 450949 h 1316375"/>
                    <a:gd name="connsiteX5" fmla="*/ 161047 w 2944854"/>
                    <a:gd name="connsiteY5" fmla="*/ 119640 h 1316375"/>
                    <a:gd name="connsiteX6" fmla="*/ 404917 w 2944854"/>
                    <a:gd name="connsiteY6" fmla="*/ 50617 h 1316375"/>
                    <a:gd name="connsiteX7" fmla="*/ 1477028 w 2944854"/>
                    <a:gd name="connsiteY7" fmla="*/ 501566 h 1316375"/>
                    <a:gd name="connsiteX8" fmla="*/ 2572146 w 2944854"/>
                    <a:gd name="connsiteY8" fmla="*/ 0 h 1316375"/>
                    <a:gd name="connsiteX9" fmla="*/ 2875834 w 2944854"/>
                    <a:gd name="connsiteY9" fmla="*/ 96632 h 1316375"/>
                    <a:gd name="connsiteX10" fmla="*/ 2079803 w 2944854"/>
                    <a:gd name="connsiteY10" fmla="*/ 432543 h 1316375"/>
                    <a:gd name="connsiteX11" fmla="*/ 2240850 w 2944854"/>
                    <a:gd name="connsiteY11" fmla="*/ 920305 h 1316375"/>
                    <a:gd name="connsiteX12" fmla="*/ 2944854 w 2944854"/>
                    <a:gd name="connsiteY12" fmla="*/ 1228607 h 1316375"/>
                    <a:gd name="connsiteX13" fmla="*/ 2756623 w 2944854"/>
                    <a:gd name="connsiteY13" fmla="*/ 1316375 h 1316375"/>
                    <a:gd name="connsiteX14" fmla="*/ 1486231 w 2944854"/>
                    <a:gd name="connsiteY14" fmla="*/ 727041 h 1316375"/>
                    <a:gd name="connsiteX0" fmla="*/ 1486231 w 3024520"/>
                    <a:gd name="connsiteY0" fmla="*/ 727041 h 1316375"/>
                    <a:gd name="connsiteX1" fmla="*/ 257675 w 3024520"/>
                    <a:gd name="connsiteY1" fmla="*/ 1302232 h 1316375"/>
                    <a:gd name="connsiteX2" fmla="*/ 0 w 3024520"/>
                    <a:gd name="connsiteY2" fmla="*/ 1228607 h 1316375"/>
                    <a:gd name="connsiteX3" fmla="*/ 911064 w 3024520"/>
                    <a:gd name="connsiteY3" fmla="*/ 837478 h 1316375"/>
                    <a:gd name="connsiteX4" fmla="*/ 883456 w 3024520"/>
                    <a:gd name="connsiteY4" fmla="*/ 450949 h 1316375"/>
                    <a:gd name="connsiteX5" fmla="*/ 161047 w 3024520"/>
                    <a:gd name="connsiteY5" fmla="*/ 119640 h 1316375"/>
                    <a:gd name="connsiteX6" fmla="*/ 404917 w 3024520"/>
                    <a:gd name="connsiteY6" fmla="*/ 50617 h 1316375"/>
                    <a:gd name="connsiteX7" fmla="*/ 1477028 w 3024520"/>
                    <a:gd name="connsiteY7" fmla="*/ 501566 h 1316375"/>
                    <a:gd name="connsiteX8" fmla="*/ 2572146 w 3024520"/>
                    <a:gd name="connsiteY8" fmla="*/ 0 h 1316375"/>
                    <a:gd name="connsiteX9" fmla="*/ 2875834 w 3024520"/>
                    <a:gd name="connsiteY9" fmla="*/ 96632 h 1316375"/>
                    <a:gd name="connsiteX10" fmla="*/ 2079803 w 3024520"/>
                    <a:gd name="connsiteY10" fmla="*/ 432543 h 1316375"/>
                    <a:gd name="connsiteX11" fmla="*/ 2240850 w 3024520"/>
                    <a:gd name="connsiteY11" fmla="*/ 920305 h 1316375"/>
                    <a:gd name="connsiteX12" fmla="*/ 3024520 w 3024520"/>
                    <a:gd name="connsiteY12" fmla="*/ 1228607 h 1316375"/>
                    <a:gd name="connsiteX13" fmla="*/ 2756623 w 3024520"/>
                    <a:gd name="connsiteY13" fmla="*/ 1316375 h 1316375"/>
                    <a:gd name="connsiteX14" fmla="*/ 1486231 w 3024520"/>
                    <a:gd name="connsiteY14" fmla="*/ 727041 h 1316375"/>
                    <a:gd name="connsiteX0" fmla="*/ 1537780 w 3076069"/>
                    <a:gd name="connsiteY0" fmla="*/ 727041 h 1316375"/>
                    <a:gd name="connsiteX1" fmla="*/ 309224 w 3076069"/>
                    <a:gd name="connsiteY1" fmla="*/ 1302232 h 1316375"/>
                    <a:gd name="connsiteX2" fmla="*/ 0 w 3076069"/>
                    <a:gd name="connsiteY2" fmla="*/ 1228607 h 1316375"/>
                    <a:gd name="connsiteX3" fmla="*/ 962613 w 3076069"/>
                    <a:gd name="connsiteY3" fmla="*/ 837478 h 1316375"/>
                    <a:gd name="connsiteX4" fmla="*/ 935005 w 3076069"/>
                    <a:gd name="connsiteY4" fmla="*/ 450949 h 1316375"/>
                    <a:gd name="connsiteX5" fmla="*/ 212596 w 3076069"/>
                    <a:gd name="connsiteY5" fmla="*/ 119640 h 1316375"/>
                    <a:gd name="connsiteX6" fmla="*/ 456466 w 3076069"/>
                    <a:gd name="connsiteY6" fmla="*/ 50617 h 1316375"/>
                    <a:gd name="connsiteX7" fmla="*/ 1528577 w 3076069"/>
                    <a:gd name="connsiteY7" fmla="*/ 501566 h 1316375"/>
                    <a:gd name="connsiteX8" fmla="*/ 2623695 w 3076069"/>
                    <a:gd name="connsiteY8" fmla="*/ 0 h 1316375"/>
                    <a:gd name="connsiteX9" fmla="*/ 2927383 w 3076069"/>
                    <a:gd name="connsiteY9" fmla="*/ 96632 h 1316375"/>
                    <a:gd name="connsiteX10" fmla="*/ 2131352 w 3076069"/>
                    <a:gd name="connsiteY10" fmla="*/ 432543 h 1316375"/>
                    <a:gd name="connsiteX11" fmla="*/ 2292399 w 3076069"/>
                    <a:gd name="connsiteY11" fmla="*/ 920305 h 1316375"/>
                    <a:gd name="connsiteX12" fmla="*/ 3076069 w 3076069"/>
                    <a:gd name="connsiteY12" fmla="*/ 1228607 h 1316375"/>
                    <a:gd name="connsiteX13" fmla="*/ 2808172 w 3076069"/>
                    <a:gd name="connsiteY13" fmla="*/ 1316375 h 1316375"/>
                    <a:gd name="connsiteX14" fmla="*/ 1537780 w 3076069"/>
                    <a:gd name="connsiteY14" fmla="*/ 727041 h 1316375"/>
                    <a:gd name="connsiteX0" fmla="*/ 1537780 w 3076069"/>
                    <a:gd name="connsiteY0" fmla="*/ 727041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27041 h 1321259"/>
                    <a:gd name="connsiteX0" fmla="*/ 1537780 w 3076069"/>
                    <a:gd name="connsiteY0" fmla="*/ 750825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50825 h 13212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chemeClr val="accent2">
                    <a:lumMod val="60000"/>
                    <a:lumOff val="40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574" name="Freeform 573"/>
                <p:cNvSpPr/>
                <p:nvPr/>
              </p:nvSpPr>
              <p:spPr bwMode="auto">
                <a:xfrm>
                  <a:off x="2430680" y="1629303"/>
                  <a:ext cx="703366" cy="109814"/>
                </a:xfrm>
                <a:custGeom>
                  <a:avLst/>
                  <a:gdLst>
                    <a:gd name="connsiteX0" fmla="*/ 0 w 3645229"/>
                    <a:gd name="connsiteY0" fmla="*/ 214441 h 923747"/>
                    <a:gd name="connsiteX1" fmla="*/ 659770 w 3645229"/>
                    <a:gd name="connsiteY1" fmla="*/ 16495 h 923747"/>
                    <a:gd name="connsiteX2" fmla="*/ 1814367 w 3645229"/>
                    <a:gd name="connsiteY2" fmla="*/ 511360 h 923747"/>
                    <a:gd name="connsiteX3" fmla="*/ 2968965 w 3645229"/>
                    <a:gd name="connsiteY3" fmla="*/ 0 h 923747"/>
                    <a:gd name="connsiteX4" fmla="*/ 3645229 w 3645229"/>
                    <a:gd name="connsiteY4" fmla="*/ 197946 h 923747"/>
                    <a:gd name="connsiteX5" fmla="*/ 3199884 w 3645229"/>
                    <a:gd name="connsiteY5" fmla="*/ 461874 h 923747"/>
                    <a:gd name="connsiteX6" fmla="*/ 2985459 w 3645229"/>
                    <a:gd name="connsiteY6" fmla="*/ 379396 h 923747"/>
                    <a:gd name="connsiteX7" fmla="*/ 1830861 w 3645229"/>
                    <a:gd name="connsiteY7" fmla="*/ 923747 h 923747"/>
                    <a:gd name="connsiteX8" fmla="*/ 676264 w 3645229"/>
                    <a:gd name="connsiteY8" fmla="*/ 412387 h 923747"/>
                    <a:gd name="connsiteX9" fmla="*/ 527816 w 3645229"/>
                    <a:gd name="connsiteY9" fmla="*/ 478369 h 923747"/>
                    <a:gd name="connsiteX10" fmla="*/ 0 w 3645229"/>
                    <a:gd name="connsiteY10" fmla="*/ 21444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78369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90067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09765 w 3640627"/>
                    <a:gd name="connsiteY2" fmla="*/ 511360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3008465 w 3640627"/>
                    <a:gd name="connsiteY6" fmla="*/ 402404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723451"/>
                    <a:gd name="connsiteY0" fmla="*/ 242051 h 946755"/>
                    <a:gd name="connsiteX1" fmla="*/ 655168 w 3723451"/>
                    <a:gd name="connsiteY1" fmla="*/ 16495 h 946755"/>
                    <a:gd name="connsiteX2" fmla="*/ 1855778 w 3723451"/>
                    <a:gd name="connsiteY2" fmla="*/ 534367 h 946755"/>
                    <a:gd name="connsiteX3" fmla="*/ 2964363 w 3723451"/>
                    <a:gd name="connsiteY3" fmla="*/ 0 h 946755"/>
                    <a:gd name="connsiteX4" fmla="*/ 3723451 w 3723451"/>
                    <a:gd name="connsiteY4" fmla="*/ 220954 h 946755"/>
                    <a:gd name="connsiteX5" fmla="*/ 3195282 w 3723451"/>
                    <a:gd name="connsiteY5" fmla="*/ 461874 h 946755"/>
                    <a:gd name="connsiteX6" fmla="*/ 3008465 w 3723451"/>
                    <a:gd name="connsiteY6" fmla="*/ 402404 h 946755"/>
                    <a:gd name="connsiteX7" fmla="*/ 1876873 w 3723451"/>
                    <a:gd name="connsiteY7" fmla="*/ 946755 h 946755"/>
                    <a:gd name="connsiteX8" fmla="*/ 690067 w 3723451"/>
                    <a:gd name="connsiteY8" fmla="*/ 412387 h 946755"/>
                    <a:gd name="connsiteX9" fmla="*/ 523214 w 3723451"/>
                    <a:gd name="connsiteY9" fmla="*/ 482971 h 946755"/>
                    <a:gd name="connsiteX10" fmla="*/ 0 w 3723451"/>
                    <a:gd name="connsiteY10" fmla="*/ 242051 h 946755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08465 w 3723451"/>
                    <a:gd name="connsiteY6" fmla="*/ 388599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711613 w 3723451"/>
                    <a:gd name="connsiteY8" fmla="*/ 413055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575" name="Freeform 574"/>
                <p:cNvSpPr/>
                <p:nvPr/>
              </p:nvSpPr>
              <p:spPr bwMode="auto">
                <a:xfrm>
                  <a:off x="2892028" y="1722222"/>
                  <a:ext cx="260925" cy="95734"/>
                </a:xfrm>
                <a:custGeom>
                  <a:avLst/>
                  <a:gdLst>
                    <a:gd name="connsiteX0" fmla="*/ 55216 w 1421812"/>
                    <a:gd name="connsiteY0" fmla="*/ 0 h 800665"/>
                    <a:gd name="connsiteX1" fmla="*/ 1421812 w 1421812"/>
                    <a:gd name="connsiteY1" fmla="*/ 625807 h 800665"/>
                    <a:gd name="connsiteX2" fmla="*/ 947874 w 1421812"/>
                    <a:gd name="connsiteY2" fmla="*/ 800665 h 800665"/>
                    <a:gd name="connsiteX3" fmla="*/ 50614 w 1421812"/>
                    <a:gd name="connsiteY3" fmla="*/ 404934 h 800665"/>
                    <a:gd name="connsiteX4" fmla="*/ 0 w 1421812"/>
                    <a:gd name="connsiteY4" fmla="*/ 404934 h 800665"/>
                    <a:gd name="connsiteX5" fmla="*/ 55216 w 1421812"/>
                    <a:gd name="connsiteY5" fmla="*/ 0 h 800665"/>
                    <a:gd name="connsiteX0" fmla="*/ 4602 w 1371198"/>
                    <a:gd name="connsiteY0" fmla="*/ 0 h 800665"/>
                    <a:gd name="connsiteX1" fmla="*/ 1371198 w 1371198"/>
                    <a:gd name="connsiteY1" fmla="*/ 625807 h 800665"/>
                    <a:gd name="connsiteX2" fmla="*/ 897260 w 1371198"/>
                    <a:gd name="connsiteY2" fmla="*/ 800665 h 800665"/>
                    <a:gd name="connsiteX3" fmla="*/ 0 w 1371198"/>
                    <a:gd name="connsiteY3" fmla="*/ 404934 h 800665"/>
                    <a:gd name="connsiteX4" fmla="*/ 4602 w 1371198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9868"/>
                    <a:gd name="connsiteX1" fmla="*/ 1366596 w 1366596"/>
                    <a:gd name="connsiteY1" fmla="*/ 625807 h 809868"/>
                    <a:gd name="connsiteX2" fmla="*/ 865050 w 1366596"/>
                    <a:gd name="connsiteY2" fmla="*/ 809868 h 809868"/>
                    <a:gd name="connsiteX3" fmla="*/ 4601 w 1366596"/>
                    <a:gd name="connsiteY3" fmla="*/ 427942 h 809868"/>
                    <a:gd name="connsiteX4" fmla="*/ 0 w 1366596"/>
                    <a:gd name="connsiteY4" fmla="*/ 0 h 8098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576" name="Freeform 575"/>
                <p:cNvSpPr/>
                <p:nvPr/>
              </p:nvSpPr>
              <p:spPr bwMode="auto">
                <a:xfrm>
                  <a:off x="2419334" y="1725037"/>
                  <a:ext cx="253364" cy="95734"/>
                </a:xfrm>
                <a:custGeom>
                  <a:avLst/>
                  <a:gdLst>
                    <a:gd name="connsiteX0" fmla="*/ 1329786 w 1348191"/>
                    <a:gd name="connsiteY0" fmla="*/ 0 h 809869"/>
                    <a:gd name="connsiteX1" fmla="*/ 1348191 w 1348191"/>
                    <a:gd name="connsiteY1" fmla="*/ 400333 h 809869"/>
                    <a:gd name="connsiteX2" fmla="*/ 487742 w 1348191"/>
                    <a:gd name="connsiteY2" fmla="*/ 809869 h 809869"/>
                    <a:gd name="connsiteX3" fmla="*/ 0 w 1348191"/>
                    <a:gd name="connsiteY3" fmla="*/ 630409 h 809869"/>
                    <a:gd name="connsiteX4" fmla="*/ 1329786 w 1348191"/>
                    <a:gd name="connsiteY4" fmla="*/ 0 h 809869"/>
                    <a:gd name="connsiteX0" fmla="*/ 1329786 w 1348191"/>
                    <a:gd name="connsiteY0" fmla="*/ 0 h 791462"/>
                    <a:gd name="connsiteX1" fmla="*/ 1348191 w 1348191"/>
                    <a:gd name="connsiteY1" fmla="*/ 381926 h 791462"/>
                    <a:gd name="connsiteX2" fmla="*/ 487742 w 1348191"/>
                    <a:gd name="connsiteY2" fmla="*/ 791462 h 791462"/>
                    <a:gd name="connsiteX3" fmla="*/ 0 w 1348191"/>
                    <a:gd name="connsiteY3" fmla="*/ 612002 h 791462"/>
                    <a:gd name="connsiteX4" fmla="*/ 1329786 w 1348191"/>
                    <a:gd name="connsiteY4" fmla="*/ 0 h 7914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cxnSp>
              <p:nvCxnSpPr>
                <p:cNvPr id="577" name="Straight Connector 576"/>
                <p:cNvCxnSpPr>
                  <a:endCxn id="572" idx="2"/>
                </p:cNvCxnSpPr>
                <p:nvPr/>
              </p:nvCxnSpPr>
              <p:spPr bwMode="auto">
                <a:xfrm flipH="1" flipV="1">
                  <a:off x="2184879" y="1722222"/>
                  <a:ext cx="3783" cy="121075"/>
                </a:xfrm>
                <a:prstGeom prst="line">
                  <a:avLst/>
                </a:prstGeom>
                <a:ln w="6350" cmpd="sng">
                  <a:solidFill>
                    <a:schemeClr val="tx1"/>
                  </a:solidFill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8" name="Straight Connector 577"/>
                <p:cNvCxnSpPr/>
                <p:nvPr/>
              </p:nvCxnSpPr>
              <p:spPr bwMode="auto">
                <a:xfrm flipH="1" flipV="1">
                  <a:off x="3379845" y="1727853"/>
                  <a:ext cx="3783" cy="121075"/>
                </a:xfrm>
                <a:prstGeom prst="line">
                  <a:avLst/>
                </a:prstGeom>
                <a:ln w="6350" cmpd="sng">
                  <a:solidFill>
                    <a:schemeClr val="tx1"/>
                  </a:solidFill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48258" name="Group 48257"/>
            <p:cNvGrpSpPr/>
            <p:nvPr/>
          </p:nvGrpSpPr>
          <p:grpSpPr>
            <a:xfrm>
              <a:off x="5552116" y="3849635"/>
              <a:ext cx="514350" cy="1670050"/>
              <a:chOff x="5552116" y="3849635"/>
              <a:chExt cx="514350" cy="1670050"/>
            </a:xfrm>
          </p:grpSpPr>
          <p:sp>
            <p:nvSpPr>
              <p:cNvPr id="606" name="Rectangle 605"/>
              <p:cNvSpPr/>
              <p:nvPr/>
            </p:nvSpPr>
            <p:spPr bwMode="auto">
              <a:xfrm rot="10800000">
                <a:off x="5555163" y="3933392"/>
                <a:ext cx="498084" cy="628647"/>
              </a:xfrm>
              <a:prstGeom prst="rect">
                <a:avLst/>
              </a:prstGeom>
              <a:gradFill>
                <a:gsLst>
                  <a:gs pos="1000">
                    <a:schemeClr val="accent2">
                      <a:lumMod val="75000"/>
                      <a:alpha val="62000"/>
                    </a:schemeClr>
                  </a:gs>
                  <a:gs pos="5400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bg1"/>
                  </a:gs>
                </a:gsLst>
              </a:gra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cxnSp>
            <p:nvCxnSpPr>
              <p:cNvPr id="607" name="Straight Connector 606"/>
              <p:cNvCxnSpPr/>
              <p:nvPr/>
            </p:nvCxnSpPr>
            <p:spPr bwMode="auto">
              <a:xfrm flipH="1">
                <a:off x="6064879" y="4006798"/>
                <a:ext cx="1587" cy="1365250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ash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8215" name="Group 607"/>
              <p:cNvGrpSpPr>
                <a:grpSpLocks/>
              </p:cNvGrpSpPr>
              <p:nvPr/>
            </p:nvGrpSpPr>
            <p:grpSpPr bwMode="auto">
              <a:xfrm>
                <a:off x="5557264" y="5297988"/>
                <a:ext cx="507588" cy="221697"/>
                <a:chOff x="4128636" y="3606589"/>
                <a:chExt cx="568145" cy="338667"/>
              </a:xfrm>
            </p:grpSpPr>
            <p:sp>
              <p:nvSpPr>
                <p:cNvPr id="616" name="Oval 615"/>
                <p:cNvSpPr/>
                <p:nvPr/>
              </p:nvSpPr>
              <p:spPr>
                <a:xfrm>
                  <a:off x="4128205" y="3719724"/>
                  <a:ext cx="568606" cy="225532"/>
                </a:xfrm>
                <a:prstGeom prst="ellipse">
                  <a:avLst/>
                </a:prstGeom>
                <a:solidFill>
                  <a:schemeClr val="accent2">
                    <a:lumMod val="75000"/>
                  </a:schemeClr>
                </a:solidFill>
                <a:ln w="635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617" name="Rectangle 616"/>
                <p:cNvSpPr/>
                <p:nvPr/>
              </p:nvSpPr>
              <p:spPr>
                <a:xfrm>
                  <a:off x="4128205" y="3719724"/>
                  <a:ext cx="568606" cy="111554"/>
                </a:xfrm>
                <a:prstGeom prst="rect">
                  <a:avLst/>
                </a:pr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618" name="Oval 617"/>
                <p:cNvSpPr/>
                <p:nvPr/>
              </p:nvSpPr>
              <p:spPr>
                <a:xfrm>
                  <a:off x="4128205" y="3605744"/>
                  <a:ext cx="568606" cy="225534"/>
                </a:xfrm>
                <a:prstGeom prst="ellipse">
                  <a:avLst/>
                </a:prstGeom>
                <a:solidFill>
                  <a:schemeClr val="accent2">
                    <a:lumMod val="40000"/>
                    <a:lumOff val="60000"/>
                    <a:alpha val="55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cxnSp>
              <p:nvCxnSpPr>
                <p:cNvPr id="619" name="Straight Connector 618"/>
                <p:cNvCxnSpPr/>
                <p:nvPr/>
              </p:nvCxnSpPr>
              <p:spPr>
                <a:xfrm>
                  <a:off x="4696811" y="3719724"/>
                  <a:ext cx="0" cy="111554"/>
                </a:xfrm>
                <a:prstGeom prst="line">
                  <a:avLst/>
                </a:prstGeom>
                <a:ln w="635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20" name="Straight Connector 619"/>
                <p:cNvCxnSpPr/>
                <p:nvPr/>
              </p:nvCxnSpPr>
              <p:spPr>
                <a:xfrm>
                  <a:off x="4128205" y="3719724"/>
                  <a:ext cx="0" cy="111554"/>
                </a:xfrm>
                <a:prstGeom prst="line">
                  <a:avLst/>
                </a:prstGeom>
                <a:ln w="635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609" name="Rectangle 608"/>
              <p:cNvSpPr/>
              <p:nvPr/>
            </p:nvSpPr>
            <p:spPr bwMode="auto">
              <a:xfrm>
                <a:off x="5558466" y="4562423"/>
                <a:ext cx="496888" cy="812800"/>
              </a:xfrm>
              <a:prstGeom prst="rect">
                <a:avLst/>
              </a:prstGeom>
              <a:gradFill>
                <a:gsLst>
                  <a:gs pos="0">
                    <a:schemeClr val="accent2">
                      <a:lumMod val="75000"/>
                      <a:alpha val="62000"/>
                    </a:schemeClr>
                  </a:gs>
                  <a:gs pos="5400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bg1"/>
                  </a:gs>
                </a:gsLst>
              </a:gra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cxnSp>
            <p:nvCxnSpPr>
              <p:cNvPr id="611" name="Straight Connector 610"/>
              <p:cNvCxnSpPr/>
              <p:nvPr/>
            </p:nvCxnSpPr>
            <p:spPr bwMode="auto">
              <a:xfrm flipH="1">
                <a:off x="5552116" y="4014735"/>
                <a:ext cx="3175" cy="145097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ash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8201" name="Group 595"/>
              <p:cNvGrpSpPr>
                <a:grpSpLocks/>
              </p:cNvGrpSpPr>
              <p:nvPr/>
            </p:nvGrpSpPr>
            <p:grpSpPr bwMode="auto">
              <a:xfrm>
                <a:off x="5554629" y="3849635"/>
                <a:ext cx="503828" cy="248249"/>
                <a:chOff x="2183302" y="1564542"/>
                <a:chExt cx="1200154" cy="440314"/>
              </a:xfrm>
            </p:grpSpPr>
            <p:sp>
              <p:nvSpPr>
                <p:cNvPr id="597" name="Oval 596"/>
                <p:cNvSpPr/>
                <p:nvPr/>
              </p:nvSpPr>
              <p:spPr bwMode="auto">
                <a:xfrm flipV="1">
                  <a:off x="2188662" y="1691250"/>
                  <a:ext cx="1194966" cy="312543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accent2">
                        <a:lumMod val="75000"/>
                      </a:schemeClr>
                    </a:gs>
                    <a:gs pos="31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bg1"/>
                    </a:gs>
                  </a:gsLst>
                  <a:lin ang="16200000" scaled="0"/>
                  <a:tileRect/>
                </a:gradFill>
                <a:ln w="6350" cmpd="sng"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dirty="0">
                    <a:ln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598" name="Rectangle 597"/>
                <p:cNvSpPr/>
                <p:nvPr/>
              </p:nvSpPr>
              <p:spPr bwMode="auto">
                <a:xfrm>
                  <a:off x="2184879" y="1736302"/>
                  <a:ext cx="1198749" cy="112629"/>
                </a:xfrm>
                <a:prstGeom prst="rect">
                  <a:avLst/>
                </a:prstGeom>
                <a:gradFill>
                  <a:gsLst>
                    <a:gs pos="0">
                      <a:schemeClr val="accent2">
                        <a:lumMod val="40000"/>
                        <a:lumOff val="60000"/>
                      </a:schemeClr>
                    </a:gs>
                    <a:gs pos="54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16200000" scaled="0"/>
                </a:gradFill>
                <a:ln w="25400"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599" name="Oval 598"/>
                <p:cNvSpPr/>
                <p:nvPr/>
              </p:nvSpPr>
              <p:spPr bwMode="auto">
                <a:xfrm flipV="1">
                  <a:off x="2184879" y="1564542"/>
                  <a:ext cx="1194966" cy="312545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 w="6350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dirty="0">
                    <a:ln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600" name="Freeform 599"/>
                <p:cNvSpPr/>
                <p:nvPr/>
              </p:nvSpPr>
              <p:spPr bwMode="auto">
                <a:xfrm>
                  <a:off x="2491185" y="1671539"/>
                  <a:ext cx="582357" cy="154865"/>
                </a:xfrm>
                <a:custGeom>
                  <a:avLst/>
                  <a:gdLst>
                    <a:gd name="connsiteX0" fmla="*/ 1486231 w 2944854"/>
                    <a:gd name="connsiteY0" fmla="*/ 727041 h 1302232"/>
                    <a:gd name="connsiteX1" fmla="*/ 257675 w 2944854"/>
                    <a:gd name="connsiteY1" fmla="*/ 1302232 h 1302232"/>
                    <a:gd name="connsiteX2" fmla="*/ 0 w 2944854"/>
                    <a:gd name="connsiteY2" fmla="*/ 1228607 h 1302232"/>
                    <a:gd name="connsiteX3" fmla="*/ 911064 w 2944854"/>
                    <a:gd name="connsiteY3" fmla="*/ 837478 h 1302232"/>
                    <a:gd name="connsiteX4" fmla="*/ 883456 w 2944854"/>
                    <a:gd name="connsiteY4" fmla="*/ 450949 h 1302232"/>
                    <a:gd name="connsiteX5" fmla="*/ 161047 w 2944854"/>
                    <a:gd name="connsiteY5" fmla="*/ 119640 h 1302232"/>
                    <a:gd name="connsiteX6" fmla="*/ 404917 w 2944854"/>
                    <a:gd name="connsiteY6" fmla="*/ 50617 h 1302232"/>
                    <a:gd name="connsiteX7" fmla="*/ 1477028 w 2944854"/>
                    <a:gd name="connsiteY7" fmla="*/ 501566 h 1302232"/>
                    <a:gd name="connsiteX8" fmla="*/ 2572146 w 2944854"/>
                    <a:gd name="connsiteY8" fmla="*/ 0 h 1302232"/>
                    <a:gd name="connsiteX9" fmla="*/ 2875834 w 2944854"/>
                    <a:gd name="connsiteY9" fmla="*/ 96632 h 1302232"/>
                    <a:gd name="connsiteX10" fmla="*/ 2079803 w 2944854"/>
                    <a:gd name="connsiteY10" fmla="*/ 432543 h 1302232"/>
                    <a:gd name="connsiteX11" fmla="*/ 2240850 w 2944854"/>
                    <a:gd name="connsiteY11" fmla="*/ 920305 h 1302232"/>
                    <a:gd name="connsiteX12" fmla="*/ 2944854 w 2944854"/>
                    <a:gd name="connsiteY12" fmla="*/ 1228607 h 1302232"/>
                    <a:gd name="connsiteX13" fmla="*/ 2733192 w 2944854"/>
                    <a:gd name="connsiteY13" fmla="*/ 1297630 h 1302232"/>
                    <a:gd name="connsiteX14" fmla="*/ 1486231 w 2944854"/>
                    <a:gd name="connsiteY14" fmla="*/ 727041 h 1302232"/>
                    <a:gd name="connsiteX0" fmla="*/ 1486231 w 2944854"/>
                    <a:gd name="connsiteY0" fmla="*/ 727041 h 1316375"/>
                    <a:gd name="connsiteX1" fmla="*/ 257675 w 2944854"/>
                    <a:gd name="connsiteY1" fmla="*/ 1302232 h 1316375"/>
                    <a:gd name="connsiteX2" fmla="*/ 0 w 2944854"/>
                    <a:gd name="connsiteY2" fmla="*/ 1228607 h 1316375"/>
                    <a:gd name="connsiteX3" fmla="*/ 911064 w 2944854"/>
                    <a:gd name="connsiteY3" fmla="*/ 837478 h 1316375"/>
                    <a:gd name="connsiteX4" fmla="*/ 883456 w 2944854"/>
                    <a:gd name="connsiteY4" fmla="*/ 450949 h 1316375"/>
                    <a:gd name="connsiteX5" fmla="*/ 161047 w 2944854"/>
                    <a:gd name="connsiteY5" fmla="*/ 119640 h 1316375"/>
                    <a:gd name="connsiteX6" fmla="*/ 404917 w 2944854"/>
                    <a:gd name="connsiteY6" fmla="*/ 50617 h 1316375"/>
                    <a:gd name="connsiteX7" fmla="*/ 1477028 w 2944854"/>
                    <a:gd name="connsiteY7" fmla="*/ 501566 h 1316375"/>
                    <a:gd name="connsiteX8" fmla="*/ 2572146 w 2944854"/>
                    <a:gd name="connsiteY8" fmla="*/ 0 h 1316375"/>
                    <a:gd name="connsiteX9" fmla="*/ 2875834 w 2944854"/>
                    <a:gd name="connsiteY9" fmla="*/ 96632 h 1316375"/>
                    <a:gd name="connsiteX10" fmla="*/ 2079803 w 2944854"/>
                    <a:gd name="connsiteY10" fmla="*/ 432543 h 1316375"/>
                    <a:gd name="connsiteX11" fmla="*/ 2240850 w 2944854"/>
                    <a:gd name="connsiteY11" fmla="*/ 920305 h 1316375"/>
                    <a:gd name="connsiteX12" fmla="*/ 2944854 w 2944854"/>
                    <a:gd name="connsiteY12" fmla="*/ 1228607 h 1316375"/>
                    <a:gd name="connsiteX13" fmla="*/ 2756623 w 2944854"/>
                    <a:gd name="connsiteY13" fmla="*/ 1316375 h 1316375"/>
                    <a:gd name="connsiteX14" fmla="*/ 1486231 w 2944854"/>
                    <a:gd name="connsiteY14" fmla="*/ 727041 h 1316375"/>
                    <a:gd name="connsiteX0" fmla="*/ 1486231 w 3024520"/>
                    <a:gd name="connsiteY0" fmla="*/ 727041 h 1316375"/>
                    <a:gd name="connsiteX1" fmla="*/ 257675 w 3024520"/>
                    <a:gd name="connsiteY1" fmla="*/ 1302232 h 1316375"/>
                    <a:gd name="connsiteX2" fmla="*/ 0 w 3024520"/>
                    <a:gd name="connsiteY2" fmla="*/ 1228607 h 1316375"/>
                    <a:gd name="connsiteX3" fmla="*/ 911064 w 3024520"/>
                    <a:gd name="connsiteY3" fmla="*/ 837478 h 1316375"/>
                    <a:gd name="connsiteX4" fmla="*/ 883456 w 3024520"/>
                    <a:gd name="connsiteY4" fmla="*/ 450949 h 1316375"/>
                    <a:gd name="connsiteX5" fmla="*/ 161047 w 3024520"/>
                    <a:gd name="connsiteY5" fmla="*/ 119640 h 1316375"/>
                    <a:gd name="connsiteX6" fmla="*/ 404917 w 3024520"/>
                    <a:gd name="connsiteY6" fmla="*/ 50617 h 1316375"/>
                    <a:gd name="connsiteX7" fmla="*/ 1477028 w 3024520"/>
                    <a:gd name="connsiteY7" fmla="*/ 501566 h 1316375"/>
                    <a:gd name="connsiteX8" fmla="*/ 2572146 w 3024520"/>
                    <a:gd name="connsiteY8" fmla="*/ 0 h 1316375"/>
                    <a:gd name="connsiteX9" fmla="*/ 2875834 w 3024520"/>
                    <a:gd name="connsiteY9" fmla="*/ 96632 h 1316375"/>
                    <a:gd name="connsiteX10" fmla="*/ 2079803 w 3024520"/>
                    <a:gd name="connsiteY10" fmla="*/ 432543 h 1316375"/>
                    <a:gd name="connsiteX11" fmla="*/ 2240850 w 3024520"/>
                    <a:gd name="connsiteY11" fmla="*/ 920305 h 1316375"/>
                    <a:gd name="connsiteX12" fmla="*/ 3024520 w 3024520"/>
                    <a:gd name="connsiteY12" fmla="*/ 1228607 h 1316375"/>
                    <a:gd name="connsiteX13" fmla="*/ 2756623 w 3024520"/>
                    <a:gd name="connsiteY13" fmla="*/ 1316375 h 1316375"/>
                    <a:gd name="connsiteX14" fmla="*/ 1486231 w 3024520"/>
                    <a:gd name="connsiteY14" fmla="*/ 727041 h 1316375"/>
                    <a:gd name="connsiteX0" fmla="*/ 1537780 w 3076069"/>
                    <a:gd name="connsiteY0" fmla="*/ 727041 h 1316375"/>
                    <a:gd name="connsiteX1" fmla="*/ 309224 w 3076069"/>
                    <a:gd name="connsiteY1" fmla="*/ 1302232 h 1316375"/>
                    <a:gd name="connsiteX2" fmla="*/ 0 w 3076069"/>
                    <a:gd name="connsiteY2" fmla="*/ 1228607 h 1316375"/>
                    <a:gd name="connsiteX3" fmla="*/ 962613 w 3076069"/>
                    <a:gd name="connsiteY3" fmla="*/ 837478 h 1316375"/>
                    <a:gd name="connsiteX4" fmla="*/ 935005 w 3076069"/>
                    <a:gd name="connsiteY4" fmla="*/ 450949 h 1316375"/>
                    <a:gd name="connsiteX5" fmla="*/ 212596 w 3076069"/>
                    <a:gd name="connsiteY5" fmla="*/ 119640 h 1316375"/>
                    <a:gd name="connsiteX6" fmla="*/ 456466 w 3076069"/>
                    <a:gd name="connsiteY6" fmla="*/ 50617 h 1316375"/>
                    <a:gd name="connsiteX7" fmla="*/ 1528577 w 3076069"/>
                    <a:gd name="connsiteY7" fmla="*/ 501566 h 1316375"/>
                    <a:gd name="connsiteX8" fmla="*/ 2623695 w 3076069"/>
                    <a:gd name="connsiteY8" fmla="*/ 0 h 1316375"/>
                    <a:gd name="connsiteX9" fmla="*/ 2927383 w 3076069"/>
                    <a:gd name="connsiteY9" fmla="*/ 96632 h 1316375"/>
                    <a:gd name="connsiteX10" fmla="*/ 2131352 w 3076069"/>
                    <a:gd name="connsiteY10" fmla="*/ 432543 h 1316375"/>
                    <a:gd name="connsiteX11" fmla="*/ 2292399 w 3076069"/>
                    <a:gd name="connsiteY11" fmla="*/ 920305 h 1316375"/>
                    <a:gd name="connsiteX12" fmla="*/ 3076069 w 3076069"/>
                    <a:gd name="connsiteY12" fmla="*/ 1228607 h 1316375"/>
                    <a:gd name="connsiteX13" fmla="*/ 2808172 w 3076069"/>
                    <a:gd name="connsiteY13" fmla="*/ 1316375 h 1316375"/>
                    <a:gd name="connsiteX14" fmla="*/ 1537780 w 3076069"/>
                    <a:gd name="connsiteY14" fmla="*/ 727041 h 1316375"/>
                    <a:gd name="connsiteX0" fmla="*/ 1537780 w 3076069"/>
                    <a:gd name="connsiteY0" fmla="*/ 727041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27041 h 1321259"/>
                    <a:gd name="connsiteX0" fmla="*/ 1537780 w 3076069"/>
                    <a:gd name="connsiteY0" fmla="*/ 750825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50825 h 13212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chemeClr val="accent2">
                    <a:lumMod val="60000"/>
                    <a:lumOff val="40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601" name="Freeform 600"/>
                <p:cNvSpPr/>
                <p:nvPr/>
              </p:nvSpPr>
              <p:spPr bwMode="auto">
                <a:xfrm>
                  <a:off x="2430680" y="1629304"/>
                  <a:ext cx="703366" cy="109812"/>
                </a:xfrm>
                <a:custGeom>
                  <a:avLst/>
                  <a:gdLst>
                    <a:gd name="connsiteX0" fmla="*/ 0 w 3645229"/>
                    <a:gd name="connsiteY0" fmla="*/ 214441 h 923747"/>
                    <a:gd name="connsiteX1" fmla="*/ 659770 w 3645229"/>
                    <a:gd name="connsiteY1" fmla="*/ 16495 h 923747"/>
                    <a:gd name="connsiteX2" fmla="*/ 1814367 w 3645229"/>
                    <a:gd name="connsiteY2" fmla="*/ 511360 h 923747"/>
                    <a:gd name="connsiteX3" fmla="*/ 2968965 w 3645229"/>
                    <a:gd name="connsiteY3" fmla="*/ 0 h 923747"/>
                    <a:gd name="connsiteX4" fmla="*/ 3645229 w 3645229"/>
                    <a:gd name="connsiteY4" fmla="*/ 197946 h 923747"/>
                    <a:gd name="connsiteX5" fmla="*/ 3199884 w 3645229"/>
                    <a:gd name="connsiteY5" fmla="*/ 461874 h 923747"/>
                    <a:gd name="connsiteX6" fmla="*/ 2985459 w 3645229"/>
                    <a:gd name="connsiteY6" fmla="*/ 379396 h 923747"/>
                    <a:gd name="connsiteX7" fmla="*/ 1830861 w 3645229"/>
                    <a:gd name="connsiteY7" fmla="*/ 923747 h 923747"/>
                    <a:gd name="connsiteX8" fmla="*/ 676264 w 3645229"/>
                    <a:gd name="connsiteY8" fmla="*/ 412387 h 923747"/>
                    <a:gd name="connsiteX9" fmla="*/ 527816 w 3645229"/>
                    <a:gd name="connsiteY9" fmla="*/ 478369 h 923747"/>
                    <a:gd name="connsiteX10" fmla="*/ 0 w 3645229"/>
                    <a:gd name="connsiteY10" fmla="*/ 21444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78369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90067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09765 w 3640627"/>
                    <a:gd name="connsiteY2" fmla="*/ 511360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3008465 w 3640627"/>
                    <a:gd name="connsiteY6" fmla="*/ 402404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723451"/>
                    <a:gd name="connsiteY0" fmla="*/ 242051 h 946755"/>
                    <a:gd name="connsiteX1" fmla="*/ 655168 w 3723451"/>
                    <a:gd name="connsiteY1" fmla="*/ 16495 h 946755"/>
                    <a:gd name="connsiteX2" fmla="*/ 1855778 w 3723451"/>
                    <a:gd name="connsiteY2" fmla="*/ 534367 h 946755"/>
                    <a:gd name="connsiteX3" fmla="*/ 2964363 w 3723451"/>
                    <a:gd name="connsiteY3" fmla="*/ 0 h 946755"/>
                    <a:gd name="connsiteX4" fmla="*/ 3723451 w 3723451"/>
                    <a:gd name="connsiteY4" fmla="*/ 220954 h 946755"/>
                    <a:gd name="connsiteX5" fmla="*/ 3195282 w 3723451"/>
                    <a:gd name="connsiteY5" fmla="*/ 461874 h 946755"/>
                    <a:gd name="connsiteX6" fmla="*/ 3008465 w 3723451"/>
                    <a:gd name="connsiteY6" fmla="*/ 402404 h 946755"/>
                    <a:gd name="connsiteX7" fmla="*/ 1876873 w 3723451"/>
                    <a:gd name="connsiteY7" fmla="*/ 946755 h 946755"/>
                    <a:gd name="connsiteX8" fmla="*/ 690067 w 3723451"/>
                    <a:gd name="connsiteY8" fmla="*/ 412387 h 946755"/>
                    <a:gd name="connsiteX9" fmla="*/ 523214 w 3723451"/>
                    <a:gd name="connsiteY9" fmla="*/ 482971 h 946755"/>
                    <a:gd name="connsiteX10" fmla="*/ 0 w 3723451"/>
                    <a:gd name="connsiteY10" fmla="*/ 242051 h 946755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08465 w 3723451"/>
                    <a:gd name="connsiteY6" fmla="*/ 388599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711613 w 3723451"/>
                    <a:gd name="connsiteY8" fmla="*/ 413055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602" name="Freeform 601"/>
                <p:cNvSpPr/>
                <p:nvPr/>
              </p:nvSpPr>
              <p:spPr bwMode="auto">
                <a:xfrm>
                  <a:off x="2892028" y="1722222"/>
                  <a:ext cx="260925" cy="95734"/>
                </a:xfrm>
                <a:custGeom>
                  <a:avLst/>
                  <a:gdLst>
                    <a:gd name="connsiteX0" fmla="*/ 55216 w 1421812"/>
                    <a:gd name="connsiteY0" fmla="*/ 0 h 800665"/>
                    <a:gd name="connsiteX1" fmla="*/ 1421812 w 1421812"/>
                    <a:gd name="connsiteY1" fmla="*/ 625807 h 800665"/>
                    <a:gd name="connsiteX2" fmla="*/ 947874 w 1421812"/>
                    <a:gd name="connsiteY2" fmla="*/ 800665 h 800665"/>
                    <a:gd name="connsiteX3" fmla="*/ 50614 w 1421812"/>
                    <a:gd name="connsiteY3" fmla="*/ 404934 h 800665"/>
                    <a:gd name="connsiteX4" fmla="*/ 0 w 1421812"/>
                    <a:gd name="connsiteY4" fmla="*/ 404934 h 800665"/>
                    <a:gd name="connsiteX5" fmla="*/ 55216 w 1421812"/>
                    <a:gd name="connsiteY5" fmla="*/ 0 h 800665"/>
                    <a:gd name="connsiteX0" fmla="*/ 4602 w 1371198"/>
                    <a:gd name="connsiteY0" fmla="*/ 0 h 800665"/>
                    <a:gd name="connsiteX1" fmla="*/ 1371198 w 1371198"/>
                    <a:gd name="connsiteY1" fmla="*/ 625807 h 800665"/>
                    <a:gd name="connsiteX2" fmla="*/ 897260 w 1371198"/>
                    <a:gd name="connsiteY2" fmla="*/ 800665 h 800665"/>
                    <a:gd name="connsiteX3" fmla="*/ 0 w 1371198"/>
                    <a:gd name="connsiteY3" fmla="*/ 404934 h 800665"/>
                    <a:gd name="connsiteX4" fmla="*/ 4602 w 1371198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9868"/>
                    <a:gd name="connsiteX1" fmla="*/ 1366596 w 1366596"/>
                    <a:gd name="connsiteY1" fmla="*/ 625807 h 809868"/>
                    <a:gd name="connsiteX2" fmla="*/ 865050 w 1366596"/>
                    <a:gd name="connsiteY2" fmla="*/ 809868 h 809868"/>
                    <a:gd name="connsiteX3" fmla="*/ 4601 w 1366596"/>
                    <a:gd name="connsiteY3" fmla="*/ 427942 h 809868"/>
                    <a:gd name="connsiteX4" fmla="*/ 0 w 1366596"/>
                    <a:gd name="connsiteY4" fmla="*/ 0 h 8098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603" name="Freeform 602"/>
                <p:cNvSpPr/>
                <p:nvPr/>
              </p:nvSpPr>
              <p:spPr bwMode="auto">
                <a:xfrm>
                  <a:off x="2419334" y="1725039"/>
                  <a:ext cx="253364" cy="95734"/>
                </a:xfrm>
                <a:custGeom>
                  <a:avLst/>
                  <a:gdLst>
                    <a:gd name="connsiteX0" fmla="*/ 1329786 w 1348191"/>
                    <a:gd name="connsiteY0" fmla="*/ 0 h 809869"/>
                    <a:gd name="connsiteX1" fmla="*/ 1348191 w 1348191"/>
                    <a:gd name="connsiteY1" fmla="*/ 400333 h 809869"/>
                    <a:gd name="connsiteX2" fmla="*/ 487742 w 1348191"/>
                    <a:gd name="connsiteY2" fmla="*/ 809869 h 809869"/>
                    <a:gd name="connsiteX3" fmla="*/ 0 w 1348191"/>
                    <a:gd name="connsiteY3" fmla="*/ 630409 h 809869"/>
                    <a:gd name="connsiteX4" fmla="*/ 1329786 w 1348191"/>
                    <a:gd name="connsiteY4" fmla="*/ 0 h 809869"/>
                    <a:gd name="connsiteX0" fmla="*/ 1329786 w 1348191"/>
                    <a:gd name="connsiteY0" fmla="*/ 0 h 791462"/>
                    <a:gd name="connsiteX1" fmla="*/ 1348191 w 1348191"/>
                    <a:gd name="connsiteY1" fmla="*/ 381926 h 791462"/>
                    <a:gd name="connsiteX2" fmla="*/ 487742 w 1348191"/>
                    <a:gd name="connsiteY2" fmla="*/ 791462 h 791462"/>
                    <a:gd name="connsiteX3" fmla="*/ 0 w 1348191"/>
                    <a:gd name="connsiteY3" fmla="*/ 612002 h 791462"/>
                    <a:gd name="connsiteX4" fmla="*/ 1329786 w 1348191"/>
                    <a:gd name="connsiteY4" fmla="*/ 0 h 7914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cxnSp>
              <p:nvCxnSpPr>
                <p:cNvPr id="604" name="Straight Connector 603"/>
                <p:cNvCxnSpPr>
                  <a:endCxn id="599" idx="2"/>
                </p:cNvCxnSpPr>
                <p:nvPr/>
              </p:nvCxnSpPr>
              <p:spPr bwMode="auto">
                <a:xfrm flipH="1" flipV="1">
                  <a:off x="2184879" y="1722222"/>
                  <a:ext cx="3783" cy="121077"/>
                </a:xfrm>
                <a:prstGeom prst="line">
                  <a:avLst/>
                </a:prstGeom>
                <a:ln w="6350" cmpd="sng">
                  <a:solidFill>
                    <a:schemeClr val="tx1"/>
                  </a:solidFill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05" name="Straight Connector 604"/>
                <p:cNvCxnSpPr/>
                <p:nvPr/>
              </p:nvCxnSpPr>
              <p:spPr bwMode="auto">
                <a:xfrm flipH="1" flipV="1">
                  <a:off x="3379845" y="1727853"/>
                  <a:ext cx="3783" cy="121077"/>
                </a:xfrm>
                <a:prstGeom prst="line">
                  <a:avLst/>
                </a:prstGeom>
                <a:ln w="6350" cmpd="sng">
                  <a:solidFill>
                    <a:schemeClr val="tx1"/>
                  </a:solidFill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48259" name="Group 48258"/>
            <p:cNvGrpSpPr/>
            <p:nvPr/>
          </p:nvGrpSpPr>
          <p:grpSpPr>
            <a:xfrm>
              <a:off x="6547479" y="3836935"/>
              <a:ext cx="514350" cy="1671638"/>
              <a:chOff x="6547479" y="3836935"/>
              <a:chExt cx="514350" cy="1671638"/>
            </a:xfrm>
          </p:grpSpPr>
          <p:sp>
            <p:nvSpPr>
              <p:cNvPr id="633" name="Rectangle 632"/>
              <p:cNvSpPr/>
              <p:nvPr/>
            </p:nvSpPr>
            <p:spPr bwMode="auto">
              <a:xfrm rot="10800000">
                <a:off x="6550526" y="3920772"/>
                <a:ext cx="498084" cy="629245"/>
              </a:xfrm>
              <a:prstGeom prst="rect">
                <a:avLst/>
              </a:prstGeom>
              <a:gradFill>
                <a:gsLst>
                  <a:gs pos="1000">
                    <a:schemeClr val="accent2">
                      <a:lumMod val="75000"/>
                      <a:alpha val="62000"/>
                    </a:schemeClr>
                  </a:gs>
                  <a:gs pos="5400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bg1"/>
                  </a:gs>
                </a:gsLst>
              </a:gra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cxnSp>
            <p:nvCxnSpPr>
              <p:cNvPr id="634" name="Straight Connector 633"/>
              <p:cNvCxnSpPr/>
              <p:nvPr/>
            </p:nvCxnSpPr>
            <p:spPr bwMode="auto">
              <a:xfrm flipH="1">
                <a:off x="7060241" y="3994098"/>
                <a:ext cx="1588" cy="136683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ash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8187" name="Group 634"/>
              <p:cNvGrpSpPr>
                <a:grpSpLocks/>
              </p:cNvGrpSpPr>
              <p:nvPr/>
            </p:nvGrpSpPr>
            <p:grpSpPr bwMode="auto">
              <a:xfrm>
                <a:off x="6552627" y="5286665"/>
                <a:ext cx="507588" cy="221908"/>
                <a:chOff x="4128636" y="3606589"/>
                <a:chExt cx="568145" cy="338667"/>
              </a:xfrm>
            </p:grpSpPr>
            <p:sp>
              <p:nvSpPr>
                <p:cNvPr id="643" name="Oval 642"/>
                <p:cNvSpPr/>
                <p:nvPr/>
              </p:nvSpPr>
              <p:spPr>
                <a:xfrm>
                  <a:off x="4128204" y="3719937"/>
                  <a:ext cx="568606" cy="225319"/>
                </a:xfrm>
                <a:prstGeom prst="ellipse">
                  <a:avLst/>
                </a:prstGeom>
                <a:solidFill>
                  <a:schemeClr val="accent2">
                    <a:lumMod val="75000"/>
                  </a:schemeClr>
                </a:solidFill>
                <a:ln w="635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644" name="Rectangle 643"/>
                <p:cNvSpPr/>
                <p:nvPr/>
              </p:nvSpPr>
              <p:spPr>
                <a:xfrm>
                  <a:off x="4128204" y="3719937"/>
                  <a:ext cx="568606" cy="111448"/>
                </a:xfrm>
                <a:prstGeom prst="rect">
                  <a:avLst/>
                </a:pr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645" name="Oval 644"/>
                <p:cNvSpPr/>
                <p:nvPr/>
              </p:nvSpPr>
              <p:spPr>
                <a:xfrm>
                  <a:off x="4128204" y="3606067"/>
                  <a:ext cx="568606" cy="225318"/>
                </a:xfrm>
                <a:prstGeom prst="ellipse">
                  <a:avLst/>
                </a:prstGeom>
                <a:solidFill>
                  <a:schemeClr val="accent2">
                    <a:lumMod val="40000"/>
                    <a:lumOff val="60000"/>
                    <a:alpha val="55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cxnSp>
              <p:nvCxnSpPr>
                <p:cNvPr id="646" name="Straight Connector 645"/>
                <p:cNvCxnSpPr/>
                <p:nvPr/>
              </p:nvCxnSpPr>
              <p:spPr>
                <a:xfrm>
                  <a:off x="4696810" y="3719937"/>
                  <a:ext cx="0" cy="111448"/>
                </a:xfrm>
                <a:prstGeom prst="line">
                  <a:avLst/>
                </a:prstGeom>
                <a:ln w="635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47" name="Straight Connector 646"/>
                <p:cNvCxnSpPr/>
                <p:nvPr/>
              </p:nvCxnSpPr>
              <p:spPr>
                <a:xfrm>
                  <a:off x="4128204" y="3719937"/>
                  <a:ext cx="0" cy="111448"/>
                </a:xfrm>
                <a:prstGeom prst="line">
                  <a:avLst/>
                </a:prstGeom>
                <a:ln w="635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636" name="Rectangle 635"/>
              <p:cNvSpPr/>
              <p:nvPr/>
            </p:nvSpPr>
            <p:spPr bwMode="auto">
              <a:xfrm>
                <a:off x="6553829" y="4551310"/>
                <a:ext cx="496887" cy="812800"/>
              </a:xfrm>
              <a:prstGeom prst="rect">
                <a:avLst/>
              </a:prstGeom>
              <a:gradFill>
                <a:gsLst>
                  <a:gs pos="0">
                    <a:schemeClr val="accent2">
                      <a:lumMod val="75000"/>
                      <a:alpha val="62000"/>
                    </a:schemeClr>
                  </a:gs>
                  <a:gs pos="5400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bg1"/>
                  </a:gs>
                </a:gsLst>
              </a:gra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cxnSp>
            <p:nvCxnSpPr>
              <p:cNvPr id="638" name="Straight Connector 637"/>
              <p:cNvCxnSpPr/>
              <p:nvPr/>
            </p:nvCxnSpPr>
            <p:spPr bwMode="auto">
              <a:xfrm flipH="1">
                <a:off x="6547479" y="4002035"/>
                <a:ext cx="3175" cy="1452563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ash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8173" name="Group 622"/>
              <p:cNvGrpSpPr>
                <a:grpSpLocks/>
              </p:cNvGrpSpPr>
              <p:nvPr/>
            </p:nvGrpSpPr>
            <p:grpSpPr bwMode="auto">
              <a:xfrm>
                <a:off x="6549992" y="3836935"/>
                <a:ext cx="503828" cy="248485"/>
                <a:chOff x="2183302" y="1564542"/>
                <a:chExt cx="1200154" cy="440314"/>
              </a:xfrm>
            </p:grpSpPr>
            <p:sp>
              <p:nvSpPr>
                <p:cNvPr id="624" name="Oval 623"/>
                <p:cNvSpPr/>
                <p:nvPr/>
              </p:nvSpPr>
              <p:spPr bwMode="auto">
                <a:xfrm flipV="1">
                  <a:off x="2188659" y="1691130"/>
                  <a:ext cx="1194966" cy="315061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accent2">
                        <a:lumMod val="75000"/>
                      </a:schemeClr>
                    </a:gs>
                    <a:gs pos="31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bg1"/>
                    </a:gs>
                  </a:gsLst>
                  <a:lin ang="16200000" scaled="0"/>
                  <a:tileRect/>
                </a:gradFill>
                <a:ln w="6350" cmpd="sng"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dirty="0">
                    <a:ln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625" name="Rectangle 624"/>
                <p:cNvSpPr/>
                <p:nvPr/>
              </p:nvSpPr>
              <p:spPr bwMode="auto">
                <a:xfrm>
                  <a:off x="2184879" y="1736138"/>
                  <a:ext cx="1198746" cy="112522"/>
                </a:xfrm>
                <a:prstGeom prst="rect">
                  <a:avLst/>
                </a:prstGeom>
                <a:gradFill>
                  <a:gsLst>
                    <a:gs pos="0">
                      <a:schemeClr val="accent2">
                        <a:lumMod val="40000"/>
                        <a:lumOff val="60000"/>
                      </a:schemeClr>
                    </a:gs>
                    <a:gs pos="54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16200000" scaled="0"/>
                </a:gradFill>
                <a:ln w="25400"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626" name="Oval 625"/>
                <p:cNvSpPr/>
                <p:nvPr/>
              </p:nvSpPr>
              <p:spPr bwMode="auto">
                <a:xfrm flipV="1">
                  <a:off x="2184879" y="1564542"/>
                  <a:ext cx="1194966" cy="315061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 w="6350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dirty="0">
                    <a:ln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627" name="Freeform 626"/>
                <p:cNvSpPr/>
                <p:nvPr/>
              </p:nvSpPr>
              <p:spPr bwMode="auto">
                <a:xfrm>
                  <a:off x="2491182" y="1671438"/>
                  <a:ext cx="582357" cy="157530"/>
                </a:xfrm>
                <a:custGeom>
                  <a:avLst/>
                  <a:gdLst>
                    <a:gd name="connsiteX0" fmla="*/ 1486231 w 2944854"/>
                    <a:gd name="connsiteY0" fmla="*/ 727041 h 1302232"/>
                    <a:gd name="connsiteX1" fmla="*/ 257675 w 2944854"/>
                    <a:gd name="connsiteY1" fmla="*/ 1302232 h 1302232"/>
                    <a:gd name="connsiteX2" fmla="*/ 0 w 2944854"/>
                    <a:gd name="connsiteY2" fmla="*/ 1228607 h 1302232"/>
                    <a:gd name="connsiteX3" fmla="*/ 911064 w 2944854"/>
                    <a:gd name="connsiteY3" fmla="*/ 837478 h 1302232"/>
                    <a:gd name="connsiteX4" fmla="*/ 883456 w 2944854"/>
                    <a:gd name="connsiteY4" fmla="*/ 450949 h 1302232"/>
                    <a:gd name="connsiteX5" fmla="*/ 161047 w 2944854"/>
                    <a:gd name="connsiteY5" fmla="*/ 119640 h 1302232"/>
                    <a:gd name="connsiteX6" fmla="*/ 404917 w 2944854"/>
                    <a:gd name="connsiteY6" fmla="*/ 50617 h 1302232"/>
                    <a:gd name="connsiteX7" fmla="*/ 1477028 w 2944854"/>
                    <a:gd name="connsiteY7" fmla="*/ 501566 h 1302232"/>
                    <a:gd name="connsiteX8" fmla="*/ 2572146 w 2944854"/>
                    <a:gd name="connsiteY8" fmla="*/ 0 h 1302232"/>
                    <a:gd name="connsiteX9" fmla="*/ 2875834 w 2944854"/>
                    <a:gd name="connsiteY9" fmla="*/ 96632 h 1302232"/>
                    <a:gd name="connsiteX10" fmla="*/ 2079803 w 2944854"/>
                    <a:gd name="connsiteY10" fmla="*/ 432543 h 1302232"/>
                    <a:gd name="connsiteX11" fmla="*/ 2240850 w 2944854"/>
                    <a:gd name="connsiteY11" fmla="*/ 920305 h 1302232"/>
                    <a:gd name="connsiteX12" fmla="*/ 2944854 w 2944854"/>
                    <a:gd name="connsiteY12" fmla="*/ 1228607 h 1302232"/>
                    <a:gd name="connsiteX13" fmla="*/ 2733192 w 2944854"/>
                    <a:gd name="connsiteY13" fmla="*/ 1297630 h 1302232"/>
                    <a:gd name="connsiteX14" fmla="*/ 1486231 w 2944854"/>
                    <a:gd name="connsiteY14" fmla="*/ 727041 h 1302232"/>
                    <a:gd name="connsiteX0" fmla="*/ 1486231 w 2944854"/>
                    <a:gd name="connsiteY0" fmla="*/ 727041 h 1316375"/>
                    <a:gd name="connsiteX1" fmla="*/ 257675 w 2944854"/>
                    <a:gd name="connsiteY1" fmla="*/ 1302232 h 1316375"/>
                    <a:gd name="connsiteX2" fmla="*/ 0 w 2944854"/>
                    <a:gd name="connsiteY2" fmla="*/ 1228607 h 1316375"/>
                    <a:gd name="connsiteX3" fmla="*/ 911064 w 2944854"/>
                    <a:gd name="connsiteY3" fmla="*/ 837478 h 1316375"/>
                    <a:gd name="connsiteX4" fmla="*/ 883456 w 2944854"/>
                    <a:gd name="connsiteY4" fmla="*/ 450949 h 1316375"/>
                    <a:gd name="connsiteX5" fmla="*/ 161047 w 2944854"/>
                    <a:gd name="connsiteY5" fmla="*/ 119640 h 1316375"/>
                    <a:gd name="connsiteX6" fmla="*/ 404917 w 2944854"/>
                    <a:gd name="connsiteY6" fmla="*/ 50617 h 1316375"/>
                    <a:gd name="connsiteX7" fmla="*/ 1477028 w 2944854"/>
                    <a:gd name="connsiteY7" fmla="*/ 501566 h 1316375"/>
                    <a:gd name="connsiteX8" fmla="*/ 2572146 w 2944854"/>
                    <a:gd name="connsiteY8" fmla="*/ 0 h 1316375"/>
                    <a:gd name="connsiteX9" fmla="*/ 2875834 w 2944854"/>
                    <a:gd name="connsiteY9" fmla="*/ 96632 h 1316375"/>
                    <a:gd name="connsiteX10" fmla="*/ 2079803 w 2944854"/>
                    <a:gd name="connsiteY10" fmla="*/ 432543 h 1316375"/>
                    <a:gd name="connsiteX11" fmla="*/ 2240850 w 2944854"/>
                    <a:gd name="connsiteY11" fmla="*/ 920305 h 1316375"/>
                    <a:gd name="connsiteX12" fmla="*/ 2944854 w 2944854"/>
                    <a:gd name="connsiteY12" fmla="*/ 1228607 h 1316375"/>
                    <a:gd name="connsiteX13" fmla="*/ 2756623 w 2944854"/>
                    <a:gd name="connsiteY13" fmla="*/ 1316375 h 1316375"/>
                    <a:gd name="connsiteX14" fmla="*/ 1486231 w 2944854"/>
                    <a:gd name="connsiteY14" fmla="*/ 727041 h 1316375"/>
                    <a:gd name="connsiteX0" fmla="*/ 1486231 w 3024520"/>
                    <a:gd name="connsiteY0" fmla="*/ 727041 h 1316375"/>
                    <a:gd name="connsiteX1" fmla="*/ 257675 w 3024520"/>
                    <a:gd name="connsiteY1" fmla="*/ 1302232 h 1316375"/>
                    <a:gd name="connsiteX2" fmla="*/ 0 w 3024520"/>
                    <a:gd name="connsiteY2" fmla="*/ 1228607 h 1316375"/>
                    <a:gd name="connsiteX3" fmla="*/ 911064 w 3024520"/>
                    <a:gd name="connsiteY3" fmla="*/ 837478 h 1316375"/>
                    <a:gd name="connsiteX4" fmla="*/ 883456 w 3024520"/>
                    <a:gd name="connsiteY4" fmla="*/ 450949 h 1316375"/>
                    <a:gd name="connsiteX5" fmla="*/ 161047 w 3024520"/>
                    <a:gd name="connsiteY5" fmla="*/ 119640 h 1316375"/>
                    <a:gd name="connsiteX6" fmla="*/ 404917 w 3024520"/>
                    <a:gd name="connsiteY6" fmla="*/ 50617 h 1316375"/>
                    <a:gd name="connsiteX7" fmla="*/ 1477028 w 3024520"/>
                    <a:gd name="connsiteY7" fmla="*/ 501566 h 1316375"/>
                    <a:gd name="connsiteX8" fmla="*/ 2572146 w 3024520"/>
                    <a:gd name="connsiteY8" fmla="*/ 0 h 1316375"/>
                    <a:gd name="connsiteX9" fmla="*/ 2875834 w 3024520"/>
                    <a:gd name="connsiteY9" fmla="*/ 96632 h 1316375"/>
                    <a:gd name="connsiteX10" fmla="*/ 2079803 w 3024520"/>
                    <a:gd name="connsiteY10" fmla="*/ 432543 h 1316375"/>
                    <a:gd name="connsiteX11" fmla="*/ 2240850 w 3024520"/>
                    <a:gd name="connsiteY11" fmla="*/ 920305 h 1316375"/>
                    <a:gd name="connsiteX12" fmla="*/ 3024520 w 3024520"/>
                    <a:gd name="connsiteY12" fmla="*/ 1228607 h 1316375"/>
                    <a:gd name="connsiteX13" fmla="*/ 2756623 w 3024520"/>
                    <a:gd name="connsiteY13" fmla="*/ 1316375 h 1316375"/>
                    <a:gd name="connsiteX14" fmla="*/ 1486231 w 3024520"/>
                    <a:gd name="connsiteY14" fmla="*/ 727041 h 1316375"/>
                    <a:gd name="connsiteX0" fmla="*/ 1537780 w 3076069"/>
                    <a:gd name="connsiteY0" fmla="*/ 727041 h 1316375"/>
                    <a:gd name="connsiteX1" fmla="*/ 309224 w 3076069"/>
                    <a:gd name="connsiteY1" fmla="*/ 1302232 h 1316375"/>
                    <a:gd name="connsiteX2" fmla="*/ 0 w 3076069"/>
                    <a:gd name="connsiteY2" fmla="*/ 1228607 h 1316375"/>
                    <a:gd name="connsiteX3" fmla="*/ 962613 w 3076069"/>
                    <a:gd name="connsiteY3" fmla="*/ 837478 h 1316375"/>
                    <a:gd name="connsiteX4" fmla="*/ 935005 w 3076069"/>
                    <a:gd name="connsiteY4" fmla="*/ 450949 h 1316375"/>
                    <a:gd name="connsiteX5" fmla="*/ 212596 w 3076069"/>
                    <a:gd name="connsiteY5" fmla="*/ 119640 h 1316375"/>
                    <a:gd name="connsiteX6" fmla="*/ 456466 w 3076069"/>
                    <a:gd name="connsiteY6" fmla="*/ 50617 h 1316375"/>
                    <a:gd name="connsiteX7" fmla="*/ 1528577 w 3076069"/>
                    <a:gd name="connsiteY7" fmla="*/ 501566 h 1316375"/>
                    <a:gd name="connsiteX8" fmla="*/ 2623695 w 3076069"/>
                    <a:gd name="connsiteY8" fmla="*/ 0 h 1316375"/>
                    <a:gd name="connsiteX9" fmla="*/ 2927383 w 3076069"/>
                    <a:gd name="connsiteY9" fmla="*/ 96632 h 1316375"/>
                    <a:gd name="connsiteX10" fmla="*/ 2131352 w 3076069"/>
                    <a:gd name="connsiteY10" fmla="*/ 432543 h 1316375"/>
                    <a:gd name="connsiteX11" fmla="*/ 2292399 w 3076069"/>
                    <a:gd name="connsiteY11" fmla="*/ 920305 h 1316375"/>
                    <a:gd name="connsiteX12" fmla="*/ 3076069 w 3076069"/>
                    <a:gd name="connsiteY12" fmla="*/ 1228607 h 1316375"/>
                    <a:gd name="connsiteX13" fmla="*/ 2808172 w 3076069"/>
                    <a:gd name="connsiteY13" fmla="*/ 1316375 h 1316375"/>
                    <a:gd name="connsiteX14" fmla="*/ 1537780 w 3076069"/>
                    <a:gd name="connsiteY14" fmla="*/ 727041 h 1316375"/>
                    <a:gd name="connsiteX0" fmla="*/ 1537780 w 3076069"/>
                    <a:gd name="connsiteY0" fmla="*/ 727041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27041 h 1321259"/>
                    <a:gd name="connsiteX0" fmla="*/ 1537780 w 3076069"/>
                    <a:gd name="connsiteY0" fmla="*/ 750825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50825 h 13212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chemeClr val="accent2">
                    <a:lumMod val="60000"/>
                    <a:lumOff val="40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628" name="Freeform 627"/>
                <p:cNvSpPr/>
                <p:nvPr/>
              </p:nvSpPr>
              <p:spPr bwMode="auto">
                <a:xfrm>
                  <a:off x="2430678" y="1629243"/>
                  <a:ext cx="703366" cy="112522"/>
                </a:xfrm>
                <a:custGeom>
                  <a:avLst/>
                  <a:gdLst>
                    <a:gd name="connsiteX0" fmla="*/ 0 w 3645229"/>
                    <a:gd name="connsiteY0" fmla="*/ 214441 h 923747"/>
                    <a:gd name="connsiteX1" fmla="*/ 659770 w 3645229"/>
                    <a:gd name="connsiteY1" fmla="*/ 16495 h 923747"/>
                    <a:gd name="connsiteX2" fmla="*/ 1814367 w 3645229"/>
                    <a:gd name="connsiteY2" fmla="*/ 511360 h 923747"/>
                    <a:gd name="connsiteX3" fmla="*/ 2968965 w 3645229"/>
                    <a:gd name="connsiteY3" fmla="*/ 0 h 923747"/>
                    <a:gd name="connsiteX4" fmla="*/ 3645229 w 3645229"/>
                    <a:gd name="connsiteY4" fmla="*/ 197946 h 923747"/>
                    <a:gd name="connsiteX5" fmla="*/ 3199884 w 3645229"/>
                    <a:gd name="connsiteY5" fmla="*/ 461874 h 923747"/>
                    <a:gd name="connsiteX6" fmla="*/ 2985459 w 3645229"/>
                    <a:gd name="connsiteY6" fmla="*/ 379396 h 923747"/>
                    <a:gd name="connsiteX7" fmla="*/ 1830861 w 3645229"/>
                    <a:gd name="connsiteY7" fmla="*/ 923747 h 923747"/>
                    <a:gd name="connsiteX8" fmla="*/ 676264 w 3645229"/>
                    <a:gd name="connsiteY8" fmla="*/ 412387 h 923747"/>
                    <a:gd name="connsiteX9" fmla="*/ 527816 w 3645229"/>
                    <a:gd name="connsiteY9" fmla="*/ 478369 h 923747"/>
                    <a:gd name="connsiteX10" fmla="*/ 0 w 3645229"/>
                    <a:gd name="connsiteY10" fmla="*/ 21444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78369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90067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09765 w 3640627"/>
                    <a:gd name="connsiteY2" fmla="*/ 511360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3008465 w 3640627"/>
                    <a:gd name="connsiteY6" fmla="*/ 402404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723451"/>
                    <a:gd name="connsiteY0" fmla="*/ 242051 h 946755"/>
                    <a:gd name="connsiteX1" fmla="*/ 655168 w 3723451"/>
                    <a:gd name="connsiteY1" fmla="*/ 16495 h 946755"/>
                    <a:gd name="connsiteX2" fmla="*/ 1855778 w 3723451"/>
                    <a:gd name="connsiteY2" fmla="*/ 534367 h 946755"/>
                    <a:gd name="connsiteX3" fmla="*/ 2964363 w 3723451"/>
                    <a:gd name="connsiteY3" fmla="*/ 0 h 946755"/>
                    <a:gd name="connsiteX4" fmla="*/ 3723451 w 3723451"/>
                    <a:gd name="connsiteY4" fmla="*/ 220954 h 946755"/>
                    <a:gd name="connsiteX5" fmla="*/ 3195282 w 3723451"/>
                    <a:gd name="connsiteY5" fmla="*/ 461874 h 946755"/>
                    <a:gd name="connsiteX6" fmla="*/ 3008465 w 3723451"/>
                    <a:gd name="connsiteY6" fmla="*/ 402404 h 946755"/>
                    <a:gd name="connsiteX7" fmla="*/ 1876873 w 3723451"/>
                    <a:gd name="connsiteY7" fmla="*/ 946755 h 946755"/>
                    <a:gd name="connsiteX8" fmla="*/ 690067 w 3723451"/>
                    <a:gd name="connsiteY8" fmla="*/ 412387 h 946755"/>
                    <a:gd name="connsiteX9" fmla="*/ 523214 w 3723451"/>
                    <a:gd name="connsiteY9" fmla="*/ 482971 h 946755"/>
                    <a:gd name="connsiteX10" fmla="*/ 0 w 3723451"/>
                    <a:gd name="connsiteY10" fmla="*/ 242051 h 946755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08465 w 3723451"/>
                    <a:gd name="connsiteY6" fmla="*/ 388599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711613 w 3723451"/>
                    <a:gd name="connsiteY8" fmla="*/ 413055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629" name="Freeform 628"/>
                <p:cNvSpPr/>
                <p:nvPr/>
              </p:nvSpPr>
              <p:spPr bwMode="auto">
                <a:xfrm>
                  <a:off x="2892025" y="1724886"/>
                  <a:ext cx="260927" cy="95643"/>
                </a:xfrm>
                <a:custGeom>
                  <a:avLst/>
                  <a:gdLst>
                    <a:gd name="connsiteX0" fmla="*/ 55216 w 1421812"/>
                    <a:gd name="connsiteY0" fmla="*/ 0 h 800665"/>
                    <a:gd name="connsiteX1" fmla="*/ 1421812 w 1421812"/>
                    <a:gd name="connsiteY1" fmla="*/ 625807 h 800665"/>
                    <a:gd name="connsiteX2" fmla="*/ 947874 w 1421812"/>
                    <a:gd name="connsiteY2" fmla="*/ 800665 h 800665"/>
                    <a:gd name="connsiteX3" fmla="*/ 50614 w 1421812"/>
                    <a:gd name="connsiteY3" fmla="*/ 404934 h 800665"/>
                    <a:gd name="connsiteX4" fmla="*/ 0 w 1421812"/>
                    <a:gd name="connsiteY4" fmla="*/ 404934 h 800665"/>
                    <a:gd name="connsiteX5" fmla="*/ 55216 w 1421812"/>
                    <a:gd name="connsiteY5" fmla="*/ 0 h 800665"/>
                    <a:gd name="connsiteX0" fmla="*/ 4602 w 1371198"/>
                    <a:gd name="connsiteY0" fmla="*/ 0 h 800665"/>
                    <a:gd name="connsiteX1" fmla="*/ 1371198 w 1371198"/>
                    <a:gd name="connsiteY1" fmla="*/ 625807 h 800665"/>
                    <a:gd name="connsiteX2" fmla="*/ 897260 w 1371198"/>
                    <a:gd name="connsiteY2" fmla="*/ 800665 h 800665"/>
                    <a:gd name="connsiteX3" fmla="*/ 0 w 1371198"/>
                    <a:gd name="connsiteY3" fmla="*/ 404934 h 800665"/>
                    <a:gd name="connsiteX4" fmla="*/ 4602 w 1371198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9868"/>
                    <a:gd name="connsiteX1" fmla="*/ 1366596 w 1366596"/>
                    <a:gd name="connsiteY1" fmla="*/ 625807 h 809868"/>
                    <a:gd name="connsiteX2" fmla="*/ 865050 w 1366596"/>
                    <a:gd name="connsiteY2" fmla="*/ 809868 h 809868"/>
                    <a:gd name="connsiteX3" fmla="*/ 4601 w 1366596"/>
                    <a:gd name="connsiteY3" fmla="*/ 427942 h 809868"/>
                    <a:gd name="connsiteX4" fmla="*/ 0 w 1366596"/>
                    <a:gd name="connsiteY4" fmla="*/ 0 h 8098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630" name="Freeform 629"/>
                <p:cNvSpPr/>
                <p:nvPr/>
              </p:nvSpPr>
              <p:spPr bwMode="auto">
                <a:xfrm>
                  <a:off x="2419334" y="1727698"/>
                  <a:ext cx="253362" cy="92831"/>
                </a:xfrm>
                <a:custGeom>
                  <a:avLst/>
                  <a:gdLst>
                    <a:gd name="connsiteX0" fmla="*/ 1329786 w 1348191"/>
                    <a:gd name="connsiteY0" fmla="*/ 0 h 809869"/>
                    <a:gd name="connsiteX1" fmla="*/ 1348191 w 1348191"/>
                    <a:gd name="connsiteY1" fmla="*/ 400333 h 809869"/>
                    <a:gd name="connsiteX2" fmla="*/ 487742 w 1348191"/>
                    <a:gd name="connsiteY2" fmla="*/ 809869 h 809869"/>
                    <a:gd name="connsiteX3" fmla="*/ 0 w 1348191"/>
                    <a:gd name="connsiteY3" fmla="*/ 630409 h 809869"/>
                    <a:gd name="connsiteX4" fmla="*/ 1329786 w 1348191"/>
                    <a:gd name="connsiteY4" fmla="*/ 0 h 809869"/>
                    <a:gd name="connsiteX0" fmla="*/ 1329786 w 1348191"/>
                    <a:gd name="connsiteY0" fmla="*/ 0 h 791462"/>
                    <a:gd name="connsiteX1" fmla="*/ 1348191 w 1348191"/>
                    <a:gd name="connsiteY1" fmla="*/ 381926 h 791462"/>
                    <a:gd name="connsiteX2" fmla="*/ 487742 w 1348191"/>
                    <a:gd name="connsiteY2" fmla="*/ 791462 h 791462"/>
                    <a:gd name="connsiteX3" fmla="*/ 0 w 1348191"/>
                    <a:gd name="connsiteY3" fmla="*/ 612002 h 791462"/>
                    <a:gd name="connsiteX4" fmla="*/ 1329786 w 1348191"/>
                    <a:gd name="connsiteY4" fmla="*/ 0 h 7914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cxnSp>
              <p:nvCxnSpPr>
                <p:cNvPr id="631" name="Straight Connector 630"/>
                <p:cNvCxnSpPr>
                  <a:endCxn id="626" idx="2"/>
                </p:cNvCxnSpPr>
                <p:nvPr/>
              </p:nvCxnSpPr>
              <p:spPr bwMode="auto">
                <a:xfrm flipH="1" flipV="1">
                  <a:off x="2184879" y="1722072"/>
                  <a:ext cx="3780" cy="120962"/>
                </a:xfrm>
                <a:prstGeom prst="line">
                  <a:avLst/>
                </a:prstGeom>
                <a:ln w="6350" cmpd="sng">
                  <a:solidFill>
                    <a:schemeClr val="tx1"/>
                  </a:solidFill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32" name="Straight Connector 631"/>
                <p:cNvCxnSpPr/>
                <p:nvPr/>
              </p:nvCxnSpPr>
              <p:spPr bwMode="auto">
                <a:xfrm flipH="1" flipV="1">
                  <a:off x="3379845" y="1730512"/>
                  <a:ext cx="3780" cy="120960"/>
                </a:xfrm>
                <a:prstGeom prst="line">
                  <a:avLst/>
                </a:prstGeom>
                <a:ln w="6350" cmpd="sng">
                  <a:solidFill>
                    <a:schemeClr val="tx1"/>
                  </a:solidFill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grpSp>
        <p:nvGrpSpPr>
          <p:cNvPr id="28" name="Group 27"/>
          <p:cNvGrpSpPr/>
          <p:nvPr/>
        </p:nvGrpSpPr>
        <p:grpSpPr>
          <a:xfrm>
            <a:off x="2381956" y="2475925"/>
            <a:ext cx="4415330" cy="2315048"/>
            <a:chOff x="2381956" y="2435173"/>
            <a:chExt cx="4415330" cy="2315048"/>
          </a:xfrm>
        </p:grpSpPr>
        <p:sp>
          <p:nvSpPr>
            <p:cNvPr id="391" name="Freeform 390"/>
            <p:cNvSpPr/>
            <p:nvPr/>
          </p:nvSpPr>
          <p:spPr>
            <a:xfrm>
              <a:off x="2381956" y="2439629"/>
              <a:ext cx="297540" cy="1743187"/>
            </a:xfrm>
            <a:custGeom>
              <a:avLst/>
              <a:gdLst>
                <a:gd name="connsiteX0" fmla="*/ 307275 w 307275"/>
                <a:gd name="connsiteY0" fmla="*/ 0 h 1659441"/>
                <a:gd name="connsiteX1" fmla="*/ 0 w 307275"/>
                <a:gd name="connsiteY1" fmla="*/ 0 h 1659441"/>
                <a:gd name="connsiteX2" fmla="*/ 0 w 307275"/>
                <a:gd name="connsiteY2" fmla="*/ 1659441 h 1659441"/>
                <a:gd name="connsiteX0" fmla="*/ 307275 w 307275"/>
                <a:gd name="connsiteY0" fmla="*/ 0 h 2015941"/>
                <a:gd name="connsiteX1" fmla="*/ 0 w 307275"/>
                <a:gd name="connsiteY1" fmla="*/ 0 h 2015941"/>
                <a:gd name="connsiteX2" fmla="*/ 0 w 307275"/>
                <a:gd name="connsiteY2" fmla="*/ 2015941 h 2015941"/>
                <a:gd name="connsiteX0" fmla="*/ 228538 w 228538"/>
                <a:gd name="connsiteY0" fmla="*/ 0 h 2022548"/>
                <a:gd name="connsiteX1" fmla="*/ 0 w 228538"/>
                <a:gd name="connsiteY1" fmla="*/ 6607 h 2022548"/>
                <a:gd name="connsiteX2" fmla="*/ 0 w 228538"/>
                <a:gd name="connsiteY2" fmla="*/ 2022548 h 2022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28538" h="2022548">
                  <a:moveTo>
                    <a:pt x="228538" y="0"/>
                  </a:moveTo>
                  <a:lnTo>
                    <a:pt x="0" y="6607"/>
                  </a:lnTo>
                  <a:lnTo>
                    <a:pt x="0" y="2022548"/>
                  </a:lnTo>
                </a:path>
              </a:pathLst>
            </a:custGeom>
            <a:ln w="31750">
              <a:solidFill>
                <a:srgbClr val="CC0000"/>
              </a:solidFill>
              <a:headEnd type="triangle"/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>
                <a:solidFill>
                  <a:srgbClr val="CC0000"/>
                </a:solidFill>
              </a:endParaRPr>
            </a:p>
          </p:txBody>
        </p:sp>
        <p:sp>
          <p:nvSpPr>
            <p:cNvPr id="392" name="Freeform 391"/>
            <p:cNvSpPr/>
            <p:nvPr/>
          </p:nvSpPr>
          <p:spPr>
            <a:xfrm flipH="1">
              <a:off x="6411524" y="2435173"/>
              <a:ext cx="385762" cy="2300562"/>
            </a:xfrm>
            <a:custGeom>
              <a:avLst/>
              <a:gdLst>
                <a:gd name="connsiteX0" fmla="*/ 307275 w 307275"/>
                <a:gd name="connsiteY0" fmla="*/ 0 h 1659441"/>
                <a:gd name="connsiteX1" fmla="*/ 0 w 307275"/>
                <a:gd name="connsiteY1" fmla="*/ 0 h 1659441"/>
                <a:gd name="connsiteX2" fmla="*/ 0 w 307275"/>
                <a:gd name="connsiteY2" fmla="*/ 1659441 h 1659441"/>
                <a:gd name="connsiteX0" fmla="*/ 307275 w 307275"/>
                <a:gd name="connsiteY0" fmla="*/ 0 h 2117725"/>
                <a:gd name="connsiteX1" fmla="*/ 0 w 307275"/>
                <a:gd name="connsiteY1" fmla="*/ 0 h 2117725"/>
                <a:gd name="connsiteX2" fmla="*/ 0 w 307275"/>
                <a:gd name="connsiteY2" fmla="*/ 2117725 h 2117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275" h="2117725">
                  <a:moveTo>
                    <a:pt x="307275" y="0"/>
                  </a:moveTo>
                  <a:lnTo>
                    <a:pt x="0" y="0"/>
                  </a:lnTo>
                  <a:lnTo>
                    <a:pt x="0" y="2117725"/>
                  </a:lnTo>
                </a:path>
              </a:pathLst>
            </a:custGeom>
            <a:ln w="31750">
              <a:solidFill>
                <a:srgbClr val="CC0000"/>
              </a:solidFill>
              <a:headEnd type="triangle"/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cxnSp>
          <p:nvCxnSpPr>
            <p:cNvPr id="393" name="Straight Arrow Connector 392"/>
            <p:cNvCxnSpPr/>
            <p:nvPr/>
          </p:nvCxnSpPr>
          <p:spPr>
            <a:xfrm flipV="1">
              <a:off x="5791457" y="2687586"/>
              <a:ext cx="8309" cy="2062635"/>
            </a:xfrm>
            <a:prstGeom prst="straightConnector1">
              <a:avLst/>
            </a:prstGeom>
            <a:ln w="31750">
              <a:solidFill>
                <a:srgbClr val="CC0000"/>
              </a:solidFill>
              <a:headEnd type="triangle"/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4" name="Straight Arrow Connector 393"/>
            <p:cNvCxnSpPr/>
            <p:nvPr/>
          </p:nvCxnSpPr>
          <p:spPr>
            <a:xfrm flipV="1">
              <a:off x="4598735" y="2708225"/>
              <a:ext cx="18344" cy="2037167"/>
            </a:xfrm>
            <a:prstGeom prst="straightConnector1">
              <a:avLst/>
            </a:prstGeom>
            <a:ln w="31750">
              <a:solidFill>
                <a:srgbClr val="CC0000"/>
              </a:solidFill>
              <a:headEnd type="triangle"/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5" name="Straight Arrow Connector 394"/>
            <p:cNvCxnSpPr/>
            <p:nvPr/>
          </p:nvCxnSpPr>
          <p:spPr>
            <a:xfrm flipH="1" flipV="1">
              <a:off x="3807455" y="2762199"/>
              <a:ext cx="9009" cy="1983193"/>
            </a:xfrm>
            <a:prstGeom prst="straightConnector1">
              <a:avLst/>
            </a:prstGeom>
            <a:ln w="31750">
              <a:solidFill>
                <a:srgbClr val="CC0000"/>
              </a:solidFill>
              <a:headEnd type="triangle"/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8169" name="Text Box 167"/>
          <p:cNvSpPr txBox="1">
            <a:spLocks noChangeArrowheads="1"/>
          </p:cNvSpPr>
          <p:nvPr/>
        </p:nvSpPr>
        <p:spPr bwMode="auto">
          <a:xfrm>
            <a:off x="542925" y="236538"/>
            <a:ext cx="7821973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3600" dirty="0">
                <a:solidFill>
                  <a:srgbClr val="000099"/>
                </a:solidFill>
                <a:latin typeface="Gill Sans MT" charset="0"/>
              </a:rPr>
              <a:t>Recall: logically centralized control plane</a:t>
            </a:r>
          </a:p>
        </p:txBody>
      </p:sp>
      <p:sp>
        <p:nvSpPr>
          <p:cNvPr id="48171" name="TextBox 335"/>
          <p:cNvSpPr txBox="1">
            <a:spLocks noChangeArrowheads="1"/>
          </p:cNvSpPr>
          <p:nvPr/>
        </p:nvSpPr>
        <p:spPr bwMode="auto">
          <a:xfrm>
            <a:off x="394448" y="1039914"/>
            <a:ext cx="8456612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dirty="0"/>
              <a:t>A distinct (typically remote) controller interacts with local control agents (CAs) in routers to compute forwarding tables</a:t>
            </a:r>
          </a:p>
        </p:txBody>
      </p:sp>
      <p:grpSp>
        <p:nvGrpSpPr>
          <p:cNvPr id="24" name="Group 23"/>
          <p:cNvGrpSpPr/>
          <p:nvPr/>
        </p:nvGrpSpPr>
        <p:grpSpPr>
          <a:xfrm>
            <a:off x="2055910" y="4687854"/>
            <a:ext cx="4956877" cy="694339"/>
            <a:chOff x="2055070" y="4690247"/>
            <a:chExt cx="4956877" cy="694339"/>
          </a:xfrm>
        </p:grpSpPr>
        <p:grpSp>
          <p:nvGrpSpPr>
            <p:cNvPr id="48273" name="Group 554"/>
            <p:cNvGrpSpPr>
              <a:grpSpLocks/>
            </p:cNvGrpSpPr>
            <p:nvPr/>
          </p:nvGrpSpPr>
          <p:grpSpPr bwMode="auto">
            <a:xfrm>
              <a:off x="3605320" y="5055434"/>
              <a:ext cx="430131" cy="329152"/>
              <a:chOff x="2931664" y="3912603"/>
              <a:chExt cx="430450" cy="329314"/>
            </a:xfrm>
          </p:grpSpPr>
          <p:sp>
            <p:nvSpPr>
              <p:cNvPr id="558" name="Rectangle 557"/>
              <p:cNvSpPr/>
              <p:nvPr/>
            </p:nvSpPr>
            <p:spPr>
              <a:xfrm>
                <a:off x="2936952" y="3913304"/>
                <a:ext cx="425766" cy="328775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CC000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cxnSp>
            <p:nvCxnSpPr>
              <p:cNvPr id="559" name="Straight Connector 558"/>
              <p:cNvCxnSpPr/>
              <p:nvPr/>
            </p:nvCxnSpPr>
            <p:spPr>
              <a:xfrm>
                <a:off x="2932185" y="4005425"/>
                <a:ext cx="425766" cy="0"/>
              </a:xfrm>
              <a:prstGeom prst="line">
                <a:avLst/>
              </a:prstGeom>
              <a:ln w="3175">
                <a:solidFill>
                  <a:srgbClr val="CC0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0" name="Straight Connector 559"/>
              <p:cNvCxnSpPr/>
              <p:nvPr/>
            </p:nvCxnSpPr>
            <p:spPr>
              <a:xfrm>
                <a:off x="2932185" y="4068956"/>
                <a:ext cx="425766" cy="0"/>
              </a:xfrm>
              <a:prstGeom prst="line">
                <a:avLst/>
              </a:prstGeom>
              <a:ln w="3175">
                <a:solidFill>
                  <a:srgbClr val="CC0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1" name="Straight Connector 560"/>
              <p:cNvCxnSpPr>
                <a:stCxn id="558" idx="2"/>
              </p:cNvCxnSpPr>
              <p:nvPr/>
            </p:nvCxnSpPr>
            <p:spPr>
              <a:xfrm flipH="1" flipV="1">
                <a:off x="3148246" y="4005425"/>
                <a:ext cx="1589" cy="236654"/>
              </a:xfrm>
              <a:prstGeom prst="line">
                <a:avLst/>
              </a:prstGeom>
              <a:ln w="3175">
                <a:solidFill>
                  <a:srgbClr val="CC0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8245" name="Group 582"/>
            <p:cNvGrpSpPr>
              <a:grpSpLocks/>
            </p:cNvGrpSpPr>
            <p:nvPr/>
          </p:nvGrpSpPr>
          <p:grpSpPr bwMode="auto">
            <a:xfrm>
              <a:off x="4387957" y="5055368"/>
              <a:ext cx="430131" cy="329152"/>
              <a:chOff x="2931664" y="3912603"/>
              <a:chExt cx="430450" cy="329314"/>
            </a:xfrm>
          </p:grpSpPr>
          <p:sp>
            <p:nvSpPr>
              <p:cNvPr id="585" name="Rectangle 584"/>
              <p:cNvSpPr/>
              <p:nvPr/>
            </p:nvSpPr>
            <p:spPr>
              <a:xfrm>
                <a:off x="2936952" y="3913304"/>
                <a:ext cx="425766" cy="328774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CC000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cxnSp>
            <p:nvCxnSpPr>
              <p:cNvPr id="586" name="Straight Connector 585"/>
              <p:cNvCxnSpPr/>
              <p:nvPr/>
            </p:nvCxnSpPr>
            <p:spPr>
              <a:xfrm>
                <a:off x="2932186" y="4005425"/>
                <a:ext cx="425766" cy="0"/>
              </a:xfrm>
              <a:prstGeom prst="line">
                <a:avLst/>
              </a:prstGeom>
              <a:ln w="3175">
                <a:solidFill>
                  <a:srgbClr val="CC0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7" name="Straight Connector 586"/>
              <p:cNvCxnSpPr/>
              <p:nvPr/>
            </p:nvCxnSpPr>
            <p:spPr>
              <a:xfrm>
                <a:off x="2932186" y="4068956"/>
                <a:ext cx="425766" cy="0"/>
              </a:xfrm>
              <a:prstGeom prst="line">
                <a:avLst/>
              </a:prstGeom>
              <a:ln w="3175">
                <a:solidFill>
                  <a:srgbClr val="CC0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8" name="Straight Connector 587"/>
              <p:cNvCxnSpPr>
                <a:stCxn id="585" idx="2"/>
              </p:cNvCxnSpPr>
              <p:nvPr/>
            </p:nvCxnSpPr>
            <p:spPr>
              <a:xfrm flipH="1" flipV="1">
                <a:off x="3148247" y="4005425"/>
                <a:ext cx="1588" cy="236653"/>
              </a:xfrm>
              <a:prstGeom prst="line">
                <a:avLst/>
              </a:prstGeom>
              <a:ln w="3175">
                <a:solidFill>
                  <a:srgbClr val="CC0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8217" name="Group 609"/>
            <p:cNvGrpSpPr>
              <a:grpSpLocks/>
            </p:cNvGrpSpPr>
            <p:nvPr/>
          </p:nvGrpSpPr>
          <p:grpSpPr bwMode="auto">
            <a:xfrm>
              <a:off x="5591804" y="5053093"/>
              <a:ext cx="430212" cy="328614"/>
              <a:chOff x="2932186" y="3913304"/>
              <a:chExt cx="430531" cy="328775"/>
            </a:xfrm>
          </p:grpSpPr>
          <p:sp>
            <p:nvSpPr>
              <p:cNvPr id="612" name="Rectangle 611"/>
              <p:cNvSpPr/>
              <p:nvPr/>
            </p:nvSpPr>
            <p:spPr>
              <a:xfrm>
                <a:off x="2936952" y="3913304"/>
                <a:ext cx="425765" cy="328774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CC000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cxnSp>
            <p:nvCxnSpPr>
              <p:cNvPr id="613" name="Straight Connector 612"/>
              <p:cNvCxnSpPr/>
              <p:nvPr/>
            </p:nvCxnSpPr>
            <p:spPr>
              <a:xfrm>
                <a:off x="2932186" y="4005425"/>
                <a:ext cx="425766" cy="0"/>
              </a:xfrm>
              <a:prstGeom prst="line">
                <a:avLst/>
              </a:prstGeom>
              <a:ln w="3175">
                <a:solidFill>
                  <a:srgbClr val="CC0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4" name="Straight Connector 613"/>
              <p:cNvCxnSpPr/>
              <p:nvPr/>
            </p:nvCxnSpPr>
            <p:spPr>
              <a:xfrm>
                <a:off x="2932186" y="4068956"/>
                <a:ext cx="425766" cy="0"/>
              </a:xfrm>
              <a:prstGeom prst="line">
                <a:avLst/>
              </a:prstGeom>
              <a:ln w="3175">
                <a:solidFill>
                  <a:srgbClr val="CC0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5" name="Straight Connector 614"/>
              <p:cNvCxnSpPr>
                <a:stCxn id="612" idx="2"/>
              </p:cNvCxnSpPr>
              <p:nvPr/>
            </p:nvCxnSpPr>
            <p:spPr>
              <a:xfrm flipH="1" flipV="1">
                <a:off x="3148247" y="4005425"/>
                <a:ext cx="1588" cy="236654"/>
              </a:xfrm>
              <a:prstGeom prst="line">
                <a:avLst/>
              </a:prstGeom>
              <a:ln w="3175">
                <a:solidFill>
                  <a:srgbClr val="CC0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8189" name="Group 636"/>
            <p:cNvGrpSpPr>
              <a:grpSpLocks/>
            </p:cNvGrpSpPr>
            <p:nvPr/>
          </p:nvGrpSpPr>
          <p:grpSpPr bwMode="auto">
            <a:xfrm>
              <a:off x="6581816" y="5045656"/>
              <a:ext cx="430131" cy="329465"/>
              <a:chOff x="2931664" y="3912603"/>
              <a:chExt cx="430450" cy="329314"/>
            </a:xfrm>
          </p:grpSpPr>
          <p:sp>
            <p:nvSpPr>
              <p:cNvPr id="639" name="Rectangle 638"/>
              <p:cNvSpPr/>
              <p:nvPr/>
            </p:nvSpPr>
            <p:spPr>
              <a:xfrm>
                <a:off x="2936952" y="3912169"/>
                <a:ext cx="425766" cy="330049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CC000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cxnSp>
            <p:nvCxnSpPr>
              <p:cNvPr id="640" name="Straight Connector 639"/>
              <p:cNvCxnSpPr/>
              <p:nvPr/>
            </p:nvCxnSpPr>
            <p:spPr>
              <a:xfrm>
                <a:off x="2932185" y="4004202"/>
                <a:ext cx="425766" cy="0"/>
              </a:xfrm>
              <a:prstGeom prst="line">
                <a:avLst/>
              </a:prstGeom>
              <a:ln w="3175">
                <a:solidFill>
                  <a:srgbClr val="CC0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1" name="Straight Connector 640"/>
              <p:cNvCxnSpPr/>
              <p:nvPr/>
            </p:nvCxnSpPr>
            <p:spPr>
              <a:xfrm>
                <a:off x="2932185" y="4067673"/>
                <a:ext cx="425766" cy="0"/>
              </a:xfrm>
              <a:prstGeom prst="line">
                <a:avLst/>
              </a:prstGeom>
              <a:ln w="3175">
                <a:solidFill>
                  <a:srgbClr val="CC0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2" name="Straight Connector 641"/>
              <p:cNvCxnSpPr>
                <a:stCxn id="639" idx="2"/>
              </p:cNvCxnSpPr>
              <p:nvPr/>
            </p:nvCxnSpPr>
            <p:spPr>
              <a:xfrm flipH="1" flipV="1">
                <a:off x="3148246" y="4004202"/>
                <a:ext cx="1589" cy="238016"/>
              </a:xfrm>
              <a:prstGeom prst="line">
                <a:avLst/>
              </a:prstGeom>
              <a:ln w="3175">
                <a:solidFill>
                  <a:srgbClr val="CC0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57" name="Group 554"/>
            <p:cNvGrpSpPr>
              <a:grpSpLocks/>
            </p:cNvGrpSpPr>
            <p:nvPr/>
          </p:nvGrpSpPr>
          <p:grpSpPr bwMode="auto">
            <a:xfrm>
              <a:off x="2055070" y="4690247"/>
              <a:ext cx="675320" cy="521222"/>
              <a:chOff x="2931664" y="3912603"/>
              <a:chExt cx="430450" cy="329314"/>
            </a:xfrm>
          </p:grpSpPr>
          <p:sp>
            <p:nvSpPr>
              <p:cNvPr id="358" name="Rectangle 357"/>
              <p:cNvSpPr/>
              <p:nvPr/>
            </p:nvSpPr>
            <p:spPr>
              <a:xfrm>
                <a:off x="2936952" y="3913304"/>
                <a:ext cx="425766" cy="328775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CC000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cxnSp>
            <p:nvCxnSpPr>
              <p:cNvPr id="359" name="Straight Connector 358"/>
              <p:cNvCxnSpPr/>
              <p:nvPr/>
            </p:nvCxnSpPr>
            <p:spPr>
              <a:xfrm>
                <a:off x="2932185" y="4005425"/>
                <a:ext cx="425766" cy="0"/>
              </a:xfrm>
              <a:prstGeom prst="line">
                <a:avLst/>
              </a:prstGeom>
              <a:ln w="3175">
                <a:solidFill>
                  <a:srgbClr val="CC0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0" name="Straight Connector 359"/>
              <p:cNvCxnSpPr/>
              <p:nvPr/>
            </p:nvCxnSpPr>
            <p:spPr>
              <a:xfrm>
                <a:off x="2932185" y="4068956"/>
                <a:ext cx="425766" cy="0"/>
              </a:xfrm>
              <a:prstGeom prst="line">
                <a:avLst/>
              </a:prstGeom>
              <a:ln w="3175">
                <a:solidFill>
                  <a:srgbClr val="CC0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1" name="Straight Connector 360"/>
              <p:cNvCxnSpPr>
                <a:stCxn id="358" idx="2"/>
              </p:cNvCxnSpPr>
              <p:nvPr/>
            </p:nvCxnSpPr>
            <p:spPr>
              <a:xfrm flipH="1" flipV="1">
                <a:off x="3148246" y="4005425"/>
                <a:ext cx="1589" cy="236654"/>
              </a:xfrm>
              <a:prstGeom prst="line">
                <a:avLst/>
              </a:prstGeom>
              <a:ln w="3175">
                <a:solidFill>
                  <a:srgbClr val="CC0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362" name="Group 347"/>
          <p:cNvGrpSpPr>
            <a:grpSpLocks/>
          </p:cNvGrpSpPr>
          <p:nvPr/>
        </p:nvGrpSpPr>
        <p:grpSpPr bwMode="auto">
          <a:xfrm>
            <a:off x="5856401" y="5944266"/>
            <a:ext cx="588970" cy="242608"/>
            <a:chOff x="1871277" y="1576300"/>
            <a:chExt cx="1128371" cy="437861"/>
          </a:xfrm>
        </p:grpSpPr>
        <p:sp>
          <p:nvSpPr>
            <p:cNvPr id="363" name="Oval 362"/>
            <p:cNvSpPr/>
            <p:nvPr/>
          </p:nvSpPr>
          <p:spPr bwMode="auto">
            <a:xfrm flipV="1">
              <a:off x="1874446" y="1694641"/>
              <a:ext cx="1125202" cy="319520"/>
            </a:xfrm>
            <a:prstGeom prst="ellipse">
              <a:avLst/>
            </a:prstGeom>
            <a:gradFill flip="none" rotWithShape="1">
              <a:gsLst>
                <a:gs pos="0">
                  <a:schemeClr val="accent2">
                    <a:lumMod val="75000"/>
                  </a:schemeClr>
                </a:gs>
                <a:gs pos="53000">
                  <a:schemeClr val="accent2">
                    <a:lumMod val="60000"/>
                    <a:lumOff val="40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0" scaled="1"/>
              <a:tileRect/>
            </a:gradFill>
            <a:ln w="635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>
                <a:ln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364" name="Rectangle 363"/>
            <p:cNvSpPr/>
            <p:nvPr/>
          </p:nvSpPr>
          <p:spPr bwMode="auto">
            <a:xfrm>
              <a:off x="1871277" y="1739611"/>
              <a:ext cx="1128371" cy="115973"/>
            </a:xfrm>
            <a:prstGeom prst="rect">
              <a:avLst/>
            </a:prstGeom>
            <a:gradFill>
              <a:gsLst>
                <a:gs pos="0">
                  <a:schemeClr val="accent2">
                    <a:lumMod val="75000"/>
                  </a:schemeClr>
                </a:gs>
                <a:gs pos="53000">
                  <a:schemeClr val="accent2">
                    <a:lumMod val="60000"/>
                    <a:lumOff val="40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10800000" scaled="0"/>
            </a:gradFill>
            <a:ln w="254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365" name="Oval 364"/>
            <p:cNvSpPr/>
            <p:nvPr/>
          </p:nvSpPr>
          <p:spPr bwMode="auto">
            <a:xfrm flipV="1">
              <a:off x="1871277" y="1576300"/>
              <a:ext cx="1125200" cy="31952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635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>
                <a:ln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366" name="Freeform 365"/>
            <p:cNvSpPr/>
            <p:nvPr/>
          </p:nvSpPr>
          <p:spPr bwMode="auto">
            <a:xfrm>
              <a:off x="2159708" y="1673340"/>
              <a:ext cx="548339" cy="160943"/>
            </a:xfrm>
            <a:custGeom>
              <a:avLst/>
              <a:gdLst>
                <a:gd name="connsiteX0" fmla="*/ 1486231 w 2944854"/>
                <a:gd name="connsiteY0" fmla="*/ 727041 h 1302232"/>
                <a:gd name="connsiteX1" fmla="*/ 257675 w 2944854"/>
                <a:gd name="connsiteY1" fmla="*/ 1302232 h 1302232"/>
                <a:gd name="connsiteX2" fmla="*/ 0 w 2944854"/>
                <a:gd name="connsiteY2" fmla="*/ 1228607 h 1302232"/>
                <a:gd name="connsiteX3" fmla="*/ 911064 w 2944854"/>
                <a:gd name="connsiteY3" fmla="*/ 837478 h 1302232"/>
                <a:gd name="connsiteX4" fmla="*/ 883456 w 2944854"/>
                <a:gd name="connsiteY4" fmla="*/ 450949 h 1302232"/>
                <a:gd name="connsiteX5" fmla="*/ 161047 w 2944854"/>
                <a:gd name="connsiteY5" fmla="*/ 119640 h 1302232"/>
                <a:gd name="connsiteX6" fmla="*/ 404917 w 2944854"/>
                <a:gd name="connsiteY6" fmla="*/ 50617 h 1302232"/>
                <a:gd name="connsiteX7" fmla="*/ 1477028 w 2944854"/>
                <a:gd name="connsiteY7" fmla="*/ 501566 h 1302232"/>
                <a:gd name="connsiteX8" fmla="*/ 2572146 w 2944854"/>
                <a:gd name="connsiteY8" fmla="*/ 0 h 1302232"/>
                <a:gd name="connsiteX9" fmla="*/ 2875834 w 2944854"/>
                <a:gd name="connsiteY9" fmla="*/ 96632 h 1302232"/>
                <a:gd name="connsiteX10" fmla="*/ 2079803 w 2944854"/>
                <a:gd name="connsiteY10" fmla="*/ 432543 h 1302232"/>
                <a:gd name="connsiteX11" fmla="*/ 2240850 w 2944854"/>
                <a:gd name="connsiteY11" fmla="*/ 920305 h 1302232"/>
                <a:gd name="connsiteX12" fmla="*/ 2944854 w 2944854"/>
                <a:gd name="connsiteY12" fmla="*/ 1228607 h 1302232"/>
                <a:gd name="connsiteX13" fmla="*/ 2733192 w 2944854"/>
                <a:gd name="connsiteY13" fmla="*/ 1297630 h 1302232"/>
                <a:gd name="connsiteX14" fmla="*/ 1486231 w 2944854"/>
                <a:gd name="connsiteY14" fmla="*/ 727041 h 1302232"/>
                <a:gd name="connsiteX0" fmla="*/ 1486231 w 2944854"/>
                <a:gd name="connsiteY0" fmla="*/ 727041 h 1316375"/>
                <a:gd name="connsiteX1" fmla="*/ 257675 w 2944854"/>
                <a:gd name="connsiteY1" fmla="*/ 1302232 h 1316375"/>
                <a:gd name="connsiteX2" fmla="*/ 0 w 2944854"/>
                <a:gd name="connsiteY2" fmla="*/ 1228607 h 1316375"/>
                <a:gd name="connsiteX3" fmla="*/ 911064 w 2944854"/>
                <a:gd name="connsiteY3" fmla="*/ 837478 h 1316375"/>
                <a:gd name="connsiteX4" fmla="*/ 883456 w 2944854"/>
                <a:gd name="connsiteY4" fmla="*/ 450949 h 1316375"/>
                <a:gd name="connsiteX5" fmla="*/ 161047 w 2944854"/>
                <a:gd name="connsiteY5" fmla="*/ 119640 h 1316375"/>
                <a:gd name="connsiteX6" fmla="*/ 404917 w 2944854"/>
                <a:gd name="connsiteY6" fmla="*/ 50617 h 1316375"/>
                <a:gd name="connsiteX7" fmla="*/ 1477028 w 2944854"/>
                <a:gd name="connsiteY7" fmla="*/ 501566 h 1316375"/>
                <a:gd name="connsiteX8" fmla="*/ 2572146 w 2944854"/>
                <a:gd name="connsiteY8" fmla="*/ 0 h 1316375"/>
                <a:gd name="connsiteX9" fmla="*/ 2875834 w 2944854"/>
                <a:gd name="connsiteY9" fmla="*/ 96632 h 1316375"/>
                <a:gd name="connsiteX10" fmla="*/ 2079803 w 2944854"/>
                <a:gd name="connsiteY10" fmla="*/ 432543 h 1316375"/>
                <a:gd name="connsiteX11" fmla="*/ 2240850 w 2944854"/>
                <a:gd name="connsiteY11" fmla="*/ 920305 h 1316375"/>
                <a:gd name="connsiteX12" fmla="*/ 2944854 w 2944854"/>
                <a:gd name="connsiteY12" fmla="*/ 1228607 h 1316375"/>
                <a:gd name="connsiteX13" fmla="*/ 2756623 w 2944854"/>
                <a:gd name="connsiteY13" fmla="*/ 1316375 h 1316375"/>
                <a:gd name="connsiteX14" fmla="*/ 1486231 w 2944854"/>
                <a:gd name="connsiteY14" fmla="*/ 727041 h 1316375"/>
                <a:gd name="connsiteX0" fmla="*/ 1486231 w 3024520"/>
                <a:gd name="connsiteY0" fmla="*/ 727041 h 1316375"/>
                <a:gd name="connsiteX1" fmla="*/ 257675 w 3024520"/>
                <a:gd name="connsiteY1" fmla="*/ 1302232 h 1316375"/>
                <a:gd name="connsiteX2" fmla="*/ 0 w 3024520"/>
                <a:gd name="connsiteY2" fmla="*/ 1228607 h 1316375"/>
                <a:gd name="connsiteX3" fmla="*/ 911064 w 3024520"/>
                <a:gd name="connsiteY3" fmla="*/ 837478 h 1316375"/>
                <a:gd name="connsiteX4" fmla="*/ 883456 w 3024520"/>
                <a:gd name="connsiteY4" fmla="*/ 450949 h 1316375"/>
                <a:gd name="connsiteX5" fmla="*/ 161047 w 3024520"/>
                <a:gd name="connsiteY5" fmla="*/ 119640 h 1316375"/>
                <a:gd name="connsiteX6" fmla="*/ 404917 w 3024520"/>
                <a:gd name="connsiteY6" fmla="*/ 50617 h 1316375"/>
                <a:gd name="connsiteX7" fmla="*/ 1477028 w 3024520"/>
                <a:gd name="connsiteY7" fmla="*/ 501566 h 1316375"/>
                <a:gd name="connsiteX8" fmla="*/ 2572146 w 3024520"/>
                <a:gd name="connsiteY8" fmla="*/ 0 h 1316375"/>
                <a:gd name="connsiteX9" fmla="*/ 2875834 w 3024520"/>
                <a:gd name="connsiteY9" fmla="*/ 96632 h 1316375"/>
                <a:gd name="connsiteX10" fmla="*/ 2079803 w 3024520"/>
                <a:gd name="connsiteY10" fmla="*/ 432543 h 1316375"/>
                <a:gd name="connsiteX11" fmla="*/ 2240850 w 3024520"/>
                <a:gd name="connsiteY11" fmla="*/ 920305 h 1316375"/>
                <a:gd name="connsiteX12" fmla="*/ 3024520 w 3024520"/>
                <a:gd name="connsiteY12" fmla="*/ 1228607 h 1316375"/>
                <a:gd name="connsiteX13" fmla="*/ 2756623 w 3024520"/>
                <a:gd name="connsiteY13" fmla="*/ 1316375 h 1316375"/>
                <a:gd name="connsiteX14" fmla="*/ 1486231 w 3024520"/>
                <a:gd name="connsiteY14" fmla="*/ 727041 h 1316375"/>
                <a:gd name="connsiteX0" fmla="*/ 1537780 w 3076069"/>
                <a:gd name="connsiteY0" fmla="*/ 727041 h 1316375"/>
                <a:gd name="connsiteX1" fmla="*/ 309224 w 3076069"/>
                <a:gd name="connsiteY1" fmla="*/ 1302232 h 1316375"/>
                <a:gd name="connsiteX2" fmla="*/ 0 w 3076069"/>
                <a:gd name="connsiteY2" fmla="*/ 1228607 h 1316375"/>
                <a:gd name="connsiteX3" fmla="*/ 962613 w 3076069"/>
                <a:gd name="connsiteY3" fmla="*/ 837478 h 1316375"/>
                <a:gd name="connsiteX4" fmla="*/ 935005 w 3076069"/>
                <a:gd name="connsiteY4" fmla="*/ 450949 h 1316375"/>
                <a:gd name="connsiteX5" fmla="*/ 212596 w 3076069"/>
                <a:gd name="connsiteY5" fmla="*/ 119640 h 1316375"/>
                <a:gd name="connsiteX6" fmla="*/ 456466 w 3076069"/>
                <a:gd name="connsiteY6" fmla="*/ 50617 h 1316375"/>
                <a:gd name="connsiteX7" fmla="*/ 1528577 w 3076069"/>
                <a:gd name="connsiteY7" fmla="*/ 501566 h 1316375"/>
                <a:gd name="connsiteX8" fmla="*/ 2623695 w 3076069"/>
                <a:gd name="connsiteY8" fmla="*/ 0 h 1316375"/>
                <a:gd name="connsiteX9" fmla="*/ 2927383 w 3076069"/>
                <a:gd name="connsiteY9" fmla="*/ 96632 h 1316375"/>
                <a:gd name="connsiteX10" fmla="*/ 2131352 w 3076069"/>
                <a:gd name="connsiteY10" fmla="*/ 432543 h 1316375"/>
                <a:gd name="connsiteX11" fmla="*/ 2292399 w 3076069"/>
                <a:gd name="connsiteY11" fmla="*/ 920305 h 1316375"/>
                <a:gd name="connsiteX12" fmla="*/ 3076069 w 3076069"/>
                <a:gd name="connsiteY12" fmla="*/ 1228607 h 1316375"/>
                <a:gd name="connsiteX13" fmla="*/ 2808172 w 3076069"/>
                <a:gd name="connsiteY13" fmla="*/ 1316375 h 1316375"/>
                <a:gd name="connsiteX14" fmla="*/ 1537780 w 3076069"/>
                <a:gd name="connsiteY14" fmla="*/ 727041 h 1316375"/>
                <a:gd name="connsiteX0" fmla="*/ 1537780 w 3076069"/>
                <a:gd name="connsiteY0" fmla="*/ 727041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27041 h 1321259"/>
                <a:gd name="connsiteX0" fmla="*/ 1537780 w 3076069"/>
                <a:gd name="connsiteY0" fmla="*/ 750825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50825 h 1321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076069" h="132125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367" name="Freeform 366"/>
            <p:cNvSpPr/>
            <p:nvPr/>
          </p:nvSpPr>
          <p:spPr bwMode="auto">
            <a:xfrm>
              <a:off x="2102655" y="1633103"/>
              <a:ext cx="662444" cy="111241"/>
            </a:xfrm>
            <a:custGeom>
              <a:avLst/>
              <a:gdLst>
                <a:gd name="connsiteX0" fmla="*/ 0 w 3645229"/>
                <a:gd name="connsiteY0" fmla="*/ 214441 h 923747"/>
                <a:gd name="connsiteX1" fmla="*/ 659770 w 3645229"/>
                <a:gd name="connsiteY1" fmla="*/ 16495 h 923747"/>
                <a:gd name="connsiteX2" fmla="*/ 1814367 w 3645229"/>
                <a:gd name="connsiteY2" fmla="*/ 511360 h 923747"/>
                <a:gd name="connsiteX3" fmla="*/ 2968965 w 3645229"/>
                <a:gd name="connsiteY3" fmla="*/ 0 h 923747"/>
                <a:gd name="connsiteX4" fmla="*/ 3645229 w 3645229"/>
                <a:gd name="connsiteY4" fmla="*/ 197946 h 923747"/>
                <a:gd name="connsiteX5" fmla="*/ 3199884 w 3645229"/>
                <a:gd name="connsiteY5" fmla="*/ 461874 h 923747"/>
                <a:gd name="connsiteX6" fmla="*/ 2985459 w 3645229"/>
                <a:gd name="connsiteY6" fmla="*/ 379396 h 923747"/>
                <a:gd name="connsiteX7" fmla="*/ 1830861 w 3645229"/>
                <a:gd name="connsiteY7" fmla="*/ 923747 h 923747"/>
                <a:gd name="connsiteX8" fmla="*/ 676264 w 3645229"/>
                <a:gd name="connsiteY8" fmla="*/ 412387 h 923747"/>
                <a:gd name="connsiteX9" fmla="*/ 527816 w 3645229"/>
                <a:gd name="connsiteY9" fmla="*/ 478369 h 923747"/>
                <a:gd name="connsiteX10" fmla="*/ 0 w 3645229"/>
                <a:gd name="connsiteY10" fmla="*/ 21444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71662 w 3640627"/>
                <a:gd name="connsiteY8" fmla="*/ 412387 h 923747"/>
                <a:gd name="connsiteX9" fmla="*/ 523214 w 3640627"/>
                <a:gd name="connsiteY9" fmla="*/ 478369 h 923747"/>
                <a:gd name="connsiteX10" fmla="*/ 0 w 3640627"/>
                <a:gd name="connsiteY10" fmla="*/ 24205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71662 w 3640627"/>
                <a:gd name="connsiteY8" fmla="*/ 412387 h 923747"/>
                <a:gd name="connsiteX9" fmla="*/ 523214 w 3640627"/>
                <a:gd name="connsiteY9" fmla="*/ 482971 h 923747"/>
                <a:gd name="connsiteX10" fmla="*/ 0 w 3640627"/>
                <a:gd name="connsiteY10" fmla="*/ 24205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90067 w 3640627"/>
                <a:gd name="connsiteY8" fmla="*/ 412387 h 923747"/>
                <a:gd name="connsiteX9" fmla="*/ 523214 w 3640627"/>
                <a:gd name="connsiteY9" fmla="*/ 482971 h 923747"/>
                <a:gd name="connsiteX10" fmla="*/ 0 w 3640627"/>
                <a:gd name="connsiteY10" fmla="*/ 242051 h 923747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09765 w 3640627"/>
                <a:gd name="connsiteY2" fmla="*/ 511360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2980857 w 3640627"/>
                <a:gd name="connsiteY6" fmla="*/ 379396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55778 w 3640627"/>
                <a:gd name="connsiteY2" fmla="*/ 534367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2980857 w 3640627"/>
                <a:gd name="connsiteY6" fmla="*/ 379396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55778 w 3640627"/>
                <a:gd name="connsiteY2" fmla="*/ 534367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3008465 w 3640627"/>
                <a:gd name="connsiteY6" fmla="*/ 402404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723451"/>
                <a:gd name="connsiteY0" fmla="*/ 242051 h 946755"/>
                <a:gd name="connsiteX1" fmla="*/ 655168 w 3723451"/>
                <a:gd name="connsiteY1" fmla="*/ 16495 h 946755"/>
                <a:gd name="connsiteX2" fmla="*/ 1855778 w 3723451"/>
                <a:gd name="connsiteY2" fmla="*/ 534367 h 946755"/>
                <a:gd name="connsiteX3" fmla="*/ 2964363 w 3723451"/>
                <a:gd name="connsiteY3" fmla="*/ 0 h 946755"/>
                <a:gd name="connsiteX4" fmla="*/ 3723451 w 3723451"/>
                <a:gd name="connsiteY4" fmla="*/ 220954 h 946755"/>
                <a:gd name="connsiteX5" fmla="*/ 3195282 w 3723451"/>
                <a:gd name="connsiteY5" fmla="*/ 461874 h 946755"/>
                <a:gd name="connsiteX6" fmla="*/ 3008465 w 3723451"/>
                <a:gd name="connsiteY6" fmla="*/ 402404 h 946755"/>
                <a:gd name="connsiteX7" fmla="*/ 1876873 w 3723451"/>
                <a:gd name="connsiteY7" fmla="*/ 946755 h 946755"/>
                <a:gd name="connsiteX8" fmla="*/ 690067 w 3723451"/>
                <a:gd name="connsiteY8" fmla="*/ 412387 h 946755"/>
                <a:gd name="connsiteX9" fmla="*/ 523214 w 3723451"/>
                <a:gd name="connsiteY9" fmla="*/ 482971 h 946755"/>
                <a:gd name="connsiteX10" fmla="*/ 0 w 3723451"/>
                <a:gd name="connsiteY10" fmla="*/ 242051 h 946755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95282 w 3723451"/>
                <a:gd name="connsiteY5" fmla="*/ 448069 h 932950"/>
                <a:gd name="connsiteX6" fmla="*/ 3008465 w 3723451"/>
                <a:gd name="connsiteY6" fmla="*/ 388599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95282 w 3723451"/>
                <a:gd name="connsiteY5" fmla="*/ 448069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86079 w 3723451"/>
                <a:gd name="connsiteY5" fmla="*/ 461874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86079 w 3723451"/>
                <a:gd name="connsiteY5" fmla="*/ 461874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711613 w 3723451"/>
                <a:gd name="connsiteY8" fmla="*/ 413055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723451" h="932950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368" name="Freeform 367"/>
            <p:cNvSpPr/>
            <p:nvPr/>
          </p:nvSpPr>
          <p:spPr bwMode="auto">
            <a:xfrm>
              <a:off x="2536889" y="1727776"/>
              <a:ext cx="244057" cy="97040"/>
            </a:xfrm>
            <a:custGeom>
              <a:avLst/>
              <a:gdLst>
                <a:gd name="connsiteX0" fmla="*/ 55216 w 1421812"/>
                <a:gd name="connsiteY0" fmla="*/ 0 h 800665"/>
                <a:gd name="connsiteX1" fmla="*/ 1421812 w 1421812"/>
                <a:gd name="connsiteY1" fmla="*/ 625807 h 800665"/>
                <a:gd name="connsiteX2" fmla="*/ 947874 w 1421812"/>
                <a:gd name="connsiteY2" fmla="*/ 800665 h 800665"/>
                <a:gd name="connsiteX3" fmla="*/ 50614 w 1421812"/>
                <a:gd name="connsiteY3" fmla="*/ 404934 h 800665"/>
                <a:gd name="connsiteX4" fmla="*/ 0 w 1421812"/>
                <a:gd name="connsiteY4" fmla="*/ 404934 h 800665"/>
                <a:gd name="connsiteX5" fmla="*/ 55216 w 1421812"/>
                <a:gd name="connsiteY5" fmla="*/ 0 h 800665"/>
                <a:gd name="connsiteX0" fmla="*/ 4602 w 1371198"/>
                <a:gd name="connsiteY0" fmla="*/ 0 h 800665"/>
                <a:gd name="connsiteX1" fmla="*/ 1371198 w 1371198"/>
                <a:gd name="connsiteY1" fmla="*/ 625807 h 800665"/>
                <a:gd name="connsiteX2" fmla="*/ 897260 w 1371198"/>
                <a:gd name="connsiteY2" fmla="*/ 800665 h 800665"/>
                <a:gd name="connsiteX3" fmla="*/ 0 w 1371198"/>
                <a:gd name="connsiteY3" fmla="*/ 404934 h 800665"/>
                <a:gd name="connsiteX4" fmla="*/ 4602 w 1371198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9868"/>
                <a:gd name="connsiteX1" fmla="*/ 1366596 w 1366596"/>
                <a:gd name="connsiteY1" fmla="*/ 625807 h 809868"/>
                <a:gd name="connsiteX2" fmla="*/ 865050 w 1366596"/>
                <a:gd name="connsiteY2" fmla="*/ 809868 h 809868"/>
                <a:gd name="connsiteX3" fmla="*/ 4601 w 1366596"/>
                <a:gd name="connsiteY3" fmla="*/ 427942 h 809868"/>
                <a:gd name="connsiteX4" fmla="*/ 0 w 1366596"/>
                <a:gd name="connsiteY4" fmla="*/ 0 h 809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66596" h="809868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369" name="Freeform 368"/>
            <p:cNvSpPr/>
            <p:nvPr/>
          </p:nvSpPr>
          <p:spPr bwMode="auto">
            <a:xfrm>
              <a:off x="2089977" y="1730144"/>
              <a:ext cx="240888" cy="97039"/>
            </a:xfrm>
            <a:custGeom>
              <a:avLst/>
              <a:gdLst>
                <a:gd name="connsiteX0" fmla="*/ 1329786 w 1348191"/>
                <a:gd name="connsiteY0" fmla="*/ 0 h 809869"/>
                <a:gd name="connsiteX1" fmla="*/ 1348191 w 1348191"/>
                <a:gd name="connsiteY1" fmla="*/ 400333 h 809869"/>
                <a:gd name="connsiteX2" fmla="*/ 487742 w 1348191"/>
                <a:gd name="connsiteY2" fmla="*/ 809869 h 809869"/>
                <a:gd name="connsiteX3" fmla="*/ 0 w 1348191"/>
                <a:gd name="connsiteY3" fmla="*/ 630409 h 809869"/>
                <a:gd name="connsiteX4" fmla="*/ 1329786 w 1348191"/>
                <a:gd name="connsiteY4" fmla="*/ 0 h 809869"/>
                <a:gd name="connsiteX0" fmla="*/ 1329786 w 1348191"/>
                <a:gd name="connsiteY0" fmla="*/ 0 h 791462"/>
                <a:gd name="connsiteX1" fmla="*/ 1348191 w 1348191"/>
                <a:gd name="connsiteY1" fmla="*/ 381926 h 791462"/>
                <a:gd name="connsiteX2" fmla="*/ 487742 w 1348191"/>
                <a:gd name="connsiteY2" fmla="*/ 791462 h 791462"/>
                <a:gd name="connsiteX3" fmla="*/ 0 w 1348191"/>
                <a:gd name="connsiteY3" fmla="*/ 612002 h 791462"/>
                <a:gd name="connsiteX4" fmla="*/ 1329786 w 1348191"/>
                <a:gd name="connsiteY4" fmla="*/ 0 h 7914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8191" h="791462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cxnSp>
          <p:nvCxnSpPr>
            <p:cNvPr id="370" name="Straight Connector 369"/>
            <p:cNvCxnSpPr>
              <a:endCxn id="365" idx="2"/>
            </p:cNvCxnSpPr>
            <p:nvPr/>
          </p:nvCxnSpPr>
          <p:spPr bwMode="auto">
            <a:xfrm flipH="1" flipV="1">
              <a:off x="1871277" y="1737243"/>
              <a:ext cx="3169" cy="123074"/>
            </a:xfrm>
            <a:prstGeom prst="line">
              <a:avLst/>
            </a:prstGeom>
            <a:ln w="6350" cmpd="sng">
              <a:solidFill>
                <a:schemeClr val="tx1"/>
              </a:solidFill>
            </a:ln>
            <a:effectLst>
              <a:outerShdw blurRad="40005" dist="19939" dir="5400000" algn="tl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1" name="Straight Connector 370"/>
            <p:cNvCxnSpPr/>
            <p:nvPr/>
          </p:nvCxnSpPr>
          <p:spPr bwMode="auto">
            <a:xfrm flipH="1" flipV="1">
              <a:off x="2996477" y="1734877"/>
              <a:ext cx="3171" cy="123074"/>
            </a:xfrm>
            <a:prstGeom prst="line">
              <a:avLst/>
            </a:prstGeom>
            <a:ln w="6350" cmpd="sng">
              <a:solidFill>
                <a:schemeClr val="tx1"/>
              </a:solidFill>
            </a:ln>
            <a:effectLst>
              <a:outerShdw blurRad="40005" dist="19939" dir="5400000" algn="tl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2" name="Group 347"/>
          <p:cNvGrpSpPr>
            <a:grpSpLocks/>
          </p:cNvGrpSpPr>
          <p:nvPr/>
        </p:nvGrpSpPr>
        <p:grpSpPr bwMode="auto">
          <a:xfrm>
            <a:off x="4375328" y="5802169"/>
            <a:ext cx="588970" cy="242608"/>
            <a:chOff x="1871277" y="1576300"/>
            <a:chExt cx="1128371" cy="437861"/>
          </a:xfrm>
        </p:grpSpPr>
        <p:sp>
          <p:nvSpPr>
            <p:cNvPr id="373" name="Oval 372"/>
            <p:cNvSpPr/>
            <p:nvPr/>
          </p:nvSpPr>
          <p:spPr bwMode="auto">
            <a:xfrm flipV="1">
              <a:off x="1874446" y="1694641"/>
              <a:ext cx="1125202" cy="319520"/>
            </a:xfrm>
            <a:prstGeom prst="ellipse">
              <a:avLst/>
            </a:prstGeom>
            <a:gradFill flip="none" rotWithShape="1">
              <a:gsLst>
                <a:gs pos="0">
                  <a:schemeClr val="accent2">
                    <a:lumMod val="75000"/>
                  </a:schemeClr>
                </a:gs>
                <a:gs pos="53000">
                  <a:schemeClr val="accent2">
                    <a:lumMod val="60000"/>
                    <a:lumOff val="40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0" scaled="1"/>
              <a:tileRect/>
            </a:gradFill>
            <a:ln w="635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>
                <a:ln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374" name="Rectangle 373"/>
            <p:cNvSpPr/>
            <p:nvPr/>
          </p:nvSpPr>
          <p:spPr bwMode="auto">
            <a:xfrm>
              <a:off x="1871277" y="1739611"/>
              <a:ext cx="1128371" cy="115973"/>
            </a:xfrm>
            <a:prstGeom prst="rect">
              <a:avLst/>
            </a:prstGeom>
            <a:gradFill>
              <a:gsLst>
                <a:gs pos="0">
                  <a:schemeClr val="accent2">
                    <a:lumMod val="75000"/>
                  </a:schemeClr>
                </a:gs>
                <a:gs pos="53000">
                  <a:schemeClr val="accent2">
                    <a:lumMod val="60000"/>
                    <a:lumOff val="40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10800000" scaled="0"/>
            </a:gradFill>
            <a:ln w="254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375" name="Oval 374"/>
            <p:cNvSpPr/>
            <p:nvPr/>
          </p:nvSpPr>
          <p:spPr bwMode="auto">
            <a:xfrm flipV="1">
              <a:off x="1871277" y="1576300"/>
              <a:ext cx="1125200" cy="31952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635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>
                <a:ln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376" name="Freeform 375"/>
            <p:cNvSpPr/>
            <p:nvPr/>
          </p:nvSpPr>
          <p:spPr bwMode="auto">
            <a:xfrm>
              <a:off x="2159708" y="1673340"/>
              <a:ext cx="548339" cy="160943"/>
            </a:xfrm>
            <a:custGeom>
              <a:avLst/>
              <a:gdLst>
                <a:gd name="connsiteX0" fmla="*/ 1486231 w 2944854"/>
                <a:gd name="connsiteY0" fmla="*/ 727041 h 1302232"/>
                <a:gd name="connsiteX1" fmla="*/ 257675 w 2944854"/>
                <a:gd name="connsiteY1" fmla="*/ 1302232 h 1302232"/>
                <a:gd name="connsiteX2" fmla="*/ 0 w 2944854"/>
                <a:gd name="connsiteY2" fmla="*/ 1228607 h 1302232"/>
                <a:gd name="connsiteX3" fmla="*/ 911064 w 2944854"/>
                <a:gd name="connsiteY3" fmla="*/ 837478 h 1302232"/>
                <a:gd name="connsiteX4" fmla="*/ 883456 w 2944854"/>
                <a:gd name="connsiteY4" fmla="*/ 450949 h 1302232"/>
                <a:gd name="connsiteX5" fmla="*/ 161047 w 2944854"/>
                <a:gd name="connsiteY5" fmla="*/ 119640 h 1302232"/>
                <a:gd name="connsiteX6" fmla="*/ 404917 w 2944854"/>
                <a:gd name="connsiteY6" fmla="*/ 50617 h 1302232"/>
                <a:gd name="connsiteX7" fmla="*/ 1477028 w 2944854"/>
                <a:gd name="connsiteY7" fmla="*/ 501566 h 1302232"/>
                <a:gd name="connsiteX8" fmla="*/ 2572146 w 2944854"/>
                <a:gd name="connsiteY8" fmla="*/ 0 h 1302232"/>
                <a:gd name="connsiteX9" fmla="*/ 2875834 w 2944854"/>
                <a:gd name="connsiteY9" fmla="*/ 96632 h 1302232"/>
                <a:gd name="connsiteX10" fmla="*/ 2079803 w 2944854"/>
                <a:gd name="connsiteY10" fmla="*/ 432543 h 1302232"/>
                <a:gd name="connsiteX11" fmla="*/ 2240850 w 2944854"/>
                <a:gd name="connsiteY11" fmla="*/ 920305 h 1302232"/>
                <a:gd name="connsiteX12" fmla="*/ 2944854 w 2944854"/>
                <a:gd name="connsiteY12" fmla="*/ 1228607 h 1302232"/>
                <a:gd name="connsiteX13" fmla="*/ 2733192 w 2944854"/>
                <a:gd name="connsiteY13" fmla="*/ 1297630 h 1302232"/>
                <a:gd name="connsiteX14" fmla="*/ 1486231 w 2944854"/>
                <a:gd name="connsiteY14" fmla="*/ 727041 h 1302232"/>
                <a:gd name="connsiteX0" fmla="*/ 1486231 w 2944854"/>
                <a:gd name="connsiteY0" fmla="*/ 727041 h 1316375"/>
                <a:gd name="connsiteX1" fmla="*/ 257675 w 2944854"/>
                <a:gd name="connsiteY1" fmla="*/ 1302232 h 1316375"/>
                <a:gd name="connsiteX2" fmla="*/ 0 w 2944854"/>
                <a:gd name="connsiteY2" fmla="*/ 1228607 h 1316375"/>
                <a:gd name="connsiteX3" fmla="*/ 911064 w 2944854"/>
                <a:gd name="connsiteY3" fmla="*/ 837478 h 1316375"/>
                <a:gd name="connsiteX4" fmla="*/ 883456 w 2944854"/>
                <a:gd name="connsiteY4" fmla="*/ 450949 h 1316375"/>
                <a:gd name="connsiteX5" fmla="*/ 161047 w 2944854"/>
                <a:gd name="connsiteY5" fmla="*/ 119640 h 1316375"/>
                <a:gd name="connsiteX6" fmla="*/ 404917 w 2944854"/>
                <a:gd name="connsiteY6" fmla="*/ 50617 h 1316375"/>
                <a:gd name="connsiteX7" fmla="*/ 1477028 w 2944854"/>
                <a:gd name="connsiteY7" fmla="*/ 501566 h 1316375"/>
                <a:gd name="connsiteX8" fmla="*/ 2572146 w 2944854"/>
                <a:gd name="connsiteY8" fmla="*/ 0 h 1316375"/>
                <a:gd name="connsiteX9" fmla="*/ 2875834 w 2944854"/>
                <a:gd name="connsiteY9" fmla="*/ 96632 h 1316375"/>
                <a:gd name="connsiteX10" fmla="*/ 2079803 w 2944854"/>
                <a:gd name="connsiteY10" fmla="*/ 432543 h 1316375"/>
                <a:gd name="connsiteX11" fmla="*/ 2240850 w 2944854"/>
                <a:gd name="connsiteY11" fmla="*/ 920305 h 1316375"/>
                <a:gd name="connsiteX12" fmla="*/ 2944854 w 2944854"/>
                <a:gd name="connsiteY12" fmla="*/ 1228607 h 1316375"/>
                <a:gd name="connsiteX13" fmla="*/ 2756623 w 2944854"/>
                <a:gd name="connsiteY13" fmla="*/ 1316375 h 1316375"/>
                <a:gd name="connsiteX14" fmla="*/ 1486231 w 2944854"/>
                <a:gd name="connsiteY14" fmla="*/ 727041 h 1316375"/>
                <a:gd name="connsiteX0" fmla="*/ 1486231 w 3024520"/>
                <a:gd name="connsiteY0" fmla="*/ 727041 h 1316375"/>
                <a:gd name="connsiteX1" fmla="*/ 257675 w 3024520"/>
                <a:gd name="connsiteY1" fmla="*/ 1302232 h 1316375"/>
                <a:gd name="connsiteX2" fmla="*/ 0 w 3024520"/>
                <a:gd name="connsiteY2" fmla="*/ 1228607 h 1316375"/>
                <a:gd name="connsiteX3" fmla="*/ 911064 w 3024520"/>
                <a:gd name="connsiteY3" fmla="*/ 837478 h 1316375"/>
                <a:gd name="connsiteX4" fmla="*/ 883456 w 3024520"/>
                <a:gd name="connsiteY4" fmla="*/ 450949 h 1316375"/>
                <a:gd name="connsiteX5" fmla="*/ 161047 w 3024520"/>
                <a:gd name="connsiteY5" fmla="*/ 119640 h 1316375"/>
                <a:gd name="connsiteX6" fmla="*/ 404917 w 3024520"/>
                <a:gd name="connsiteY6" fmla="*/ 50617 h 1316375"/>
                <a:gd name="connsiteX7" fmla="*/ 1477028 w 3024520"/>
                <a:gd name="connsiteY7" fmla="*/ 501566 h 1316375"/>
                <a:gd name="connsiteX8" fmla="*/ 2572146 w 3024520"/>
                <a:gd name="connsiteY8" fmla="*/ 0 h 1316375"/>
                <a:gd name="connsiteX9" fmla="*/ 2875834 w 3024520"/>
                <a:gd name="connsiteY9" fmla="*/ 96632 h 1316375"/>
                <a:gd name="connsiteX10" fmla="*/ 2079803 w 3024520"/>
                <a:gd name="connsiteY10" fmla="*/ 432543 h 1316375"/>
                <a:gd name="connsiteX11" fmla="*/ 2240850 w 3024520"/>
                <a:gd name="connsiteY11" fmla="*/ 920305 h 1316375"/>
                <a:gd name="connsiteX12" fmla="*/ 3024520 w 3024520"/>
                <a:gd name="connsiteY12" fmla="*/ 1228607 h 1316375"/>
                <a:gd name="connsiteX13" fmla="*/ 2756623 w 3024520"/>
                <a:gd name="connsiteY13" fmla="*/ 1316375 h 1316375"/>
                <a:gd name="connsiteX14" fmla="*/ 1486231 w 3024520"/>
                <a:gd name="connsiteY14" fmla="*/ 727041 h 1316375"/>
                <a:gd name="connsiteX0" fmla="*/ 1537780 w 3076069"/>
                <a:gd name="connsiteY0" fmla="*/ 727041 h 1316375"/>
                <a:gd name="connsiteX1" fmla="*/ 309224 w 3076069"/>
                <a:gd name="connsiteY1" fmla="*/ 1302232 h 1316375"/>
                <a:gd name="connsiteX2" fmla="*/ 0 w 3076069"/>
                <a:gd name="connsiteY2" fmla="*/ 1228607 h 1316375"/>
                <a:gd name="connsiteX3" fmla="*/ 962613 w 3076069"/>
                <a:gd name="connsiteY3" fmla="*/ 837478 h 1316375"/>
                <a:gd name="connsiteX4" fmla="*/ 935005 w 3076069"/>
                <a:gd name="connsiteY4" fmla="*/ 450949 h 1316375"/>
                <a:gd name="connsiteX5" fmla="*/ 212596 w 3076069"/>
                <a:gd name="connsiteY5" fmla="*/ 119640 h 1316375"/>
                <a:gd name="connsiteX6" fmla="*/ 456466 w 3076069"/>
                <a:gd name="connsiteY6" fmla="*/ 50617 h 1316375"/>
                <a:gd name="connsiteX7" fmla="*/ 1528577 w 3076069"/>
                <a:gd name="connsiteY7" fmla="*/ 501566 h 1316375"/>
                <a:gd name="connsiteX8" fmla="*/ 2623695 w 3076069"/>
                <a:gd name="connsiteY8" fmla="*/ 0 h 1316375"/>
                <a:gd name="connsiteX9" fmla="*/ 2927383 w 3076069"/>
                <a:gd name="connsiteY9" fmla="*/ 96632 h 1316375"/>
                <a:gd name="connsiteX10" fmla="*/ 2131352 w 3076069"/>
                <a:gd name="connsiteY10" fmla="*/ 432543 h 1316375"/>
                <a:gd name="connsiteX11" fmla="*/ 2292399 w 3076069"/>
                <a:gd name="connsiteY11" fmla="*/ 920305 h 1316375"/>
                <a:gd name="connsiteX12" fmla="*/ 3076069 w 3076069"/>
                <a:gd name="connsiteY12" fmla="*/ 1228607 h 1316375"/>
                <a:gd name="connsiteX13" fmla="*/ 2808172 w 3076069"/>
                <a:gd name="connsiteY13" fmla="*/ 1316375 h 1316375"/>
                <a:gd name="connsiteX14" fmla="*/ 1537780 w 3076069"/>
                <a:gd name="connsiteY14" fmla="*/ 727041 h 1316375"/>
                <a:gd name="connsiteX0" fmla="*/ 1537780 w 3076069"/>
                <a:gd name="connsiteY0" fmla="*/ 727041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27041 h 1321259"/>
                <a:gd name="connsiteX0" fmla="*/ 1537780 w 3076069"/>
                <a:gd name="connsiteY0" fmla="*/ 750825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50825 h 1321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076069" h="132125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377" name="Freeform 376"/>
            <p:cNvSpPr/>
            <p:nvPr/>
          </p:nvSpPr>
          <p:spPr bwMode="auto">
            <a:xfrm>
              <a:off x="2102655" y="1633103"/>
              <a:ext cx="662444" cy="111241"/>
            </a:xfrm>
            <a:custGeom>
              <a:avLst/>
              <a:gdLst>
                <a:gd name="connsiteX0" fmla="*/ 0 w 3645229"/>
                <a:gd name="connsiteY0" fmla="*/ 214441 h 923747"/>
                <a:gd name="connsiteX1" fmla="*/ 659770 w 3645229"/>
                <a:gd name="connsiteY1" fmla="*/ 16495 h 923747"/>
                <a:gd name="connsiteX2" fmla="*/ 1814367 w 3645229"/>
                <a:gd name="connsiteY2" fmla="*/ 511360 h 923747"/>
                <a:gd name="connsiteX3" fmla="*/ 2968965 w 3645229"/>
                <a:gd name="connsiteY3" fmla="*/ 0 h 923747"/>
                <a:gd name="connsiteX4" fmla="*/ 3645229 w 3645229"/>
                <a:gd name="connsiteY4" fmla="*/ 197946 h 923747"/>
                <a:gd name="connsiteX5" fmla="*/ 3199884 w 3645229"/>
                <a:gd name="connsiteY5" fmla="*/ 461874 h 923747"/>
                <a:gd name="connsiteX6" fmla="*/ 2985459 w 3645229"/>
                <a:gd name="connsiteY6" fmla="*/ 379396 h 923747"/>
                <a:gd name="connsiteX7" fmla="*/ 1830861 w 3645229"/>
                <a:gd name="connsiteY7" fmla="*/ 923747 h 923747"/>
                <a:gd name="connsiteX8" fmla="*/ 676264 w 3645229"/>
                <a:gd name="connsiteY8" fmla="*/ 412387 h 923747"/>
                <a:gd name="connsiteX9" fmla="*/ 527816 w 3645229"/>
                <a:gd name="connsiteY9" fmla="*/ 478369 h 923747"/>
                <a:gd name="connsiteX10" fmla="*/ 0 w 3645229"/>
                <a:gd name="connsiteY10" fmla="*/ 21444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71662 w 3640627"/>
                <a:gd name="connsiteY8" fmla="*/ 412387 h 923747"/>
                <a:gd name="connsiteX9" fmla="*/ 523214 w 3640627"/>
                <a:gd name="connsiteY9" fmla="*/ 478369 h 923747"/>
                <a:gd name="connsiteX10" fmla="*/ 0 w 3640627"/>
                <a:gd name="connsiteY10" fmla="*/ 24205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71662 w 3640627"/>
                <a:gd name="connsiteY8" fmla="*/ 412387 h 923747"/>
                <a:gd name="connsiteX9" fmla="*/ 523214 w 3640627"/>
                <a:gd name="connsiteY9" fmla="*/ 482971 h 923747"/>
                <a:gd name="connsiteX10" fmla="*/ 0 w 3640627"/>
                <a:gd name="connsiteY10" fmla="*/ 24205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90067 w 3640627"/>
                <a:gd name="connsiteY8" fmla="*/ 412387 h 923747"/>
                <a:gd name="connsiteX9" fmla="*/ 523214 w 3640627"/>
                <a:gd name="connsiteY9" fmla="*/ 482971 h 923747"/>
                <a:gd name="connsiteX10" fmla="*/ 0 w 3640627"/>
                <a:gd name="connsiteY10" fmla="*/ 242051 h 923747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09765 w 3640627"/>
                <a:gd name="connsiteY2" fmla="*/ 511360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2980857 w 3640627"/>
                <a:gd name="connsiteY6" fmla="*/ 379396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55778 w 3640627"/>
                <a:gd name="connsiteY2" fmla="*/ 534367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2980857 w 3640627"/>
                <a:gd name="connsiteY6" fmla="*/ 379396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55778 w 3640627"/>
                <a:gd name="connsiteY2" fmla="*/ 534367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3008465 w 3640627"/>
                <a:gd name="connsiteY6" fmla="*/ 402404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723451"/>
                <a:gd name="connsiteY0" fmla="*/ 242051 h 946755"/>
                <a:gd name="connsiteX1" fmla="*/ 655168 w 3723451"/>
                <a:gd name="connsiteY1" fmla="*/ 16495 h 946755"/>
                <a:gd name="connsiteX2" fmla="*/ 1855778 w 3723451"/>
                <a:gd name="connsiteY2" fmla="*/ 534367 h 946755"/>
                <a:gd name="connsiteX3" fmla="*/ 2964363 w 3723451"/>
                <a:gd name="connsiteY3" fmla="*/ 0 h 946755"/>
                <a:gd name="connsiteX4" fmla="*/ 3723451 w 3723451"/>
                <a:gd name="connsiteY4" fmla="*/ 220954 h 946755"/>
                <a:gd name="connsiteX5" fmla="*/ 3195282 w 3723451"/>
                <a:gd name="connsiteY5" fmla="*/ 461874 h 946755"/>
                <a:gd name="connsiteX6" fmla="*/ 3008465 w 3723451"/>
                <a:gd name="connsiteY6" fmla="*/ 402404 h 946755"/>
                <a:gd name="connsiteX7" fmla="*/ 1876873 w 3723451"/>
                <a:gd name="connsiteY7" fmla="*/ 946755 h 946755"/>
                <a:gd name="connsiteX8" fmla="*/ 690067 w 3723451"/>
                <a:gd name="connsiteY8" fmla="*/ 412387 h 946755"/>
                <a:gd name="connsiteX9" fmla="*/ 523214 w 3723451"/>
                <a:gd name="connsiteY9" fmla="*/ 482971 h 946755"/>
                <a:gd name="connsiteX10" fmla="*/ 0 w 3723451"/>
                <a:gd name="connsiteY10" fmla="*/ 242051 h 946755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95282 w 3723451"/>
                <a:gd name="connsiteY5" fmla="*/ 448069 h 932950"/>
                <a:gd name="connsiteX6" fmla="*/ 3008465 w 3723451"/>
                <a:gd name="connsiteY6" fmla="*/ 388599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95282 w 3723451"/>
                <a:gd name="connsiteY5" fmla="*/ 448069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86079 w 3723451"/>
                <a:gd name="connsiteY5" fmla="*/ 461874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86079 w 3723451"/>
                <a:gd name="connsiteY5" fmla="*/ 461874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711613 w 3723451"/>
                <a:gd name="connsiteY8" fmla="*/ 413055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723451" h="932950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378" name="Freeform 377"/>
            <p:cNvSpPr/>
            <p:nvPr/>
          </p:nvSpPr>
          <p:spPr bwMode="auto">
            <a:xfrm>
              <a:off x="2536889" y="1727776"/>
              <a:ext cx="244057" cy="97040"/>
            </a:xfrm>
            <a:custGeom>
              <a:avLst/>
              <a:gdLst>
                <a:gd name="connsiteX0" fmla="*/ 55216 w 1421812"/>
                <a:gd name="connsiteY0" fmla="*/ 0 h 800665"/>
                <a:gd name="connsiteX1" fmla="*/ 1421812 w 1421812"/>
                <a:gd name="connsiteY1" fmla="*/ 625807 h 800665"/>
                <a:gd name="connsiteX2" fmla="*/ 947874 w 1421812"/>
                <a:gd name="connsiteY2" fmla="*/ 800665 h 800665"/>
                <a:gd name="connsiteX3" fmla="*/ 50614 w 1421812"/>
                <a:gd name="connsiteY3" fmla="*/ 404934 h 800665"/>
                <a:gd name="connsiteX4" fmla="*/ 0 w 1421812"/>
                <a:gd name="connsiteY4" fmla="*/ 404934 h 800665"/>
                <a:gd name="connsiteX5" fmla="*/ 55216 w 1421812"/>
                <a:gd name="connsiteY5" fmla="*/ 0 h 800665"/>
                <a:gd name="connsiteX0" fmla="*/ 4602 w 1371198"/>
                <a:gd name="connsiteY0" fmla="*/ 0 h 800665"/>
                <a:gd name="connsiteX1" fmla="*/ 1371198 w 1371198"/>
                <a:gd name="connsiteY1" fmla="*/ 625807 h 800665"/>
                <a:gd name="connsiteX2" fmla="*/ 897260 w 1371198"/>
                <a:gd name="connsiteY2" fmla="*/ 800665 h 800665"/>
                <a:gd name="connsiteX3" fmla="*/ 0 w 1371198"/>
                <a:gd name="connsiteY3" fmla="*/ 404934 h 800665"/>
                <a:gd name="connsiteX4" fmla="*/ 4602 w 1371198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9868"/>
                <a:gd name="connsiteX1" fmla="*/ 1366596 w 1366596"/>
                <a:gd name="connsiteY1" fmla="*/ 625807 h 809868"/>
                <a:gd name="connsiteX2" fmla="*/ 865050 w 1366596"/>
                <a:gd name="connsiteY2" fmla="*/ 809868 h 809868"/>
                <a:gd name="connsiteX3" fmla="*/ 4601 w 1366596"/>
                <a:gd name="connsiteY3" fmla="*/ 427942 h 809868"/>
                <a:gd name="connsiteX4" fmla="*/ 0 w 1366596"/>
                <a:gd name="connsiteY4" fmla="*/ 0 h 809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66596" h="809868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379" name="Freeform 378"/>
            <p:cNvSpPr/>
            <p:nvPr/>
          </p:nvSpPr>
          <p:spPr bwMode="auto">
            <a:xfrm>
              <a:off x="2089977" y="1730144"/>
              <a:ext cx="240888" cy="97039"/>
            </a:xfrm>
            <a:custGeom>
              <a:avLst/>
              <a:gdLst>
                <a:gd name="connsiteX0" fmla="*/ 1329786 w 1348191"/>
                <a:gd name="connsiteY0" fmla="*/ 0 h 809869"/>
                <a:gd name="connsiteX1" fmla="*/ 1348191 w 1348191"/>
                <a:gd name="connsiteY1" fmla="*/ 400333 h 809869"/>
                <a:gd name="connsiteX2" fmla="*/ 487742 w 1348191"/>
                <a:gd name="connsiteY2" fmla="*/ 809869 h 809869"/>
                <a:gd name="connsiteX3" fmla="*/ 0 w 1348191"/>
                <a:gd name="connsiteY3" fmla="*/ 630409 h 809869"/>
                <a:gd name="connsiteX4" fmla="*/ 1329786 w 1348191"/>
                <a:gd name="connsiteY4" fmla="*/ 0 h 809869"/>
                <a:gd name="connsiteX0" fmla="*/ 1329786 w 1348191"/>
                <a:gd name="connsiteY0" fmla="*/ 0 h 791462"/>
                <a:gd name="connsiteX1" fmla="*/ 1348191 w 1348191"/>
                <a:gd name="connsiteY1" fmla="*/ 381926 h 791462"/>
                <a:gd name="connsiteX2" fmla="*/ 487742 w 1348191"/>
                <a:gd name="connsiteY2" fmla="*/ 791462 h 791462"/>
                <a:gd name="connsiteX3" fmla="*/ 0 w 1348191"/>
                <a:gd name="connsiteY3" fmla="*/ 612002 h 791462"/>
                <a:gd name="connsiteX4" fmla="*/ 1329786 w 1348191"/>
                <a:gd name="connsiteY4" fmla="*/ 0 h 7914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8191" h="791462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cxnSp>
          <p:nvCxnSpPr>
            <p:cNvPr id="380" name="Straight Connector 379"/>
            <p:cNvCxnSpPr>
              <a:endCxn id="375" idx="2"/>
            </p:cNvCxnSpPr>
            <p:nvPr/>
          </p:nvCxnSpPr>
          <p:spPr bwMode="auto">
            <a:xfrm flipH="1" flipV="1">
              <a:off x="1871277" y="1737243"/>
              <a:ext cx="3169" cy="123074"/>
            </a:xfrm>
            <a:prstGeom prst="line">
              <a:avLst/>
            </a:prstGeom>
            <a:ln w="6350" cmpd="sng">
              <a:solidFill>
                <a:schemeClr val="tx1"/>
              </a:solidFill>
            </a:ln>
            <a:effectLst>
              <a:outerShdw blurRad="40005" dist="19939" dir="5400000" algn="tl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1" name="Straight Connector 380"/>
            <p:cNvCxnSpPr/>
            <p:nvPr/>
          </p:nvCxnSpPr>
          <p:spPr bwMode="auto">
            <a:xfrm flipH="1" flipV="1">
              <a:off x="2996477" y="1734877"/>
              <a:ext cx="3171" cy="123074"/>
            </a:xfrm>
            <a:prstGeom prst="line">
              <a:avLst/>
            </a:prstGeom>
            <a:ln w="6350" cmpd="sng">
              <a:solidFill>
                <a:schemeClr val="tx1"/>
              </a:solidFill>
            </a:ln>
            <a:effectLst>
              <a:outerShdw blurRad="40005" dist="19939" dir="5400000" algn="tl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82" name="Group 347"/>
          <p:cNvGrpSpPr>
            <a:grpSpLocks/>
          </p:cNvGrpSpPr>
          <p:nvPr/>
        </p:nvGrpSpPr>
        <p:grpSpPr bwMode="auto">
          <a:xfrm>
            <a:off x="2848241" y="5995982"/>
            <a:ext cx="588970" cy="242608"/>
            <a:chOff x="1871277" y="1576300"/>
            <a:chExt cx="1128371" cy="437861"/>
          </a:xfrm>
        </p:grpSpPr>
        <p:sp>
          <p:nvSpPr>
            <p:cNvPr id="383" name="Oval 382"/>
            <p:cNvSpPr/>
            <p:nvPr/>
          </p:nvSpPr>
          <p:spPr bwMode="auto">
            <a:xfrm flipV="1">
              <a:off x="1874446" y="1694641"/>
              <a:ext cx="1125202" cy="319520"/>
            </a:xfrm>
            <a:prstGeom prst="ellipse">
              <a:avLst/>
            </a:prstGeom>
            <a:gradFill flip="none" rotWithShape="1">
              <a:gsLst>
                <a:gs pos="0">
                  <a:schemeClr val="accent2">
                    <a:lumMod val="75000"/>
                  </a:schemeClr>
                </a:gs>
                <a:gs pos="53000">
                  <a:schemeClr val="accent2">
                    <a:lumMod val="60000"/>
                    <a:lumOff val="40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0" scaled="1"/>
              <a:tileRect/>
            </a:gradFill>
            <a:ln w="635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>
                <a:ln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384" name="Rectangle 383"/>
            <p:cNvSpPr/>
            <p:nvPr/>
          </p:nvSpPr>
          <p:spPr bwMode="auto">
            <a:xfrm>
              <a:off x="1871277" y="1739611"/>
              <a:ext cx="1128371" cy="115973"/>
            </a:xfrm>
            <a:prstGeom prst="rect">
              <a:avLst/>
            </a:prstGeom>
            <a:gradFill>
              <a:gsLst>
                <a:gs pos="0">
                  <a:schemeClr val="accent2">
                    <a:lumMod val="75000"/>
                  </a:schemeClr>
                </a:gs>
                <a:gs pos="53000">
                  <a:schemeClr val="accent2">
                    <a:lumMod val="60000"/>
                    <a:lumOff val="40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10800000" scaled="0"/>
            </a:gradFill>
            <a:ln w="254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385" name="Oval 384"/>
            <p:cNvSpPr/>
            <p:nvPr/>
          </p:nvSpPr>
          <p:spPr bwMode="auto">
            <a:xfrm flipV="1">
              <a:off x="1871277" y="1576300"/>
              <a:ext cx="1125200" cy="31952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635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>
                <a:ln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386" name="Freeform 385"/>
            <p:cNvSpPr/>
            <p:nvPr/>
          </p:nvSpPr>
          <p:spPr bwMode="auto">
            <a:xfrm>
              <a:off x="2159708" y="1673340"/>
              <a:ext cx="548339" cy="160943"/>
            </a:xfrm>
            <a:custGeom>
              <a:avLst/>
              <a:gdLst>
                <a:gd name="connsiteX0" fmla="*/ 1486231 w 2944854"/>
                <a:gd name="connsiteY0" fmla="*/ 727041 h 1302232"/>
                <a:gd name="connsiteX1" fmla="*/ 257675 w 2944854"/>
                <a:gd name="connsiteY1" fmla="*/ 1302232 h 1302232"/>
                <a:gd name="connsiteX2" fmla="*/ 0 w 2944854"/>
                <a:gd name="connsiteY2" fmla="*/ 1228607 h 1302232"/>
                <a:gd name="connsiteX3" fmla="*/ 911064 w 2944854"/>
                <a:gd name="connsiteY3" fmla="*/ 837478 h 1302232"/>
                <a:gd name="connsiteX4" fmla="*/ 883456 w 2944854"/>
                <a:gd name="connsiteY4" fmla="*/ 450949 h 1302232"/>
                <a:gd name="connsiteX5" fmla="*/ 161047 w 2944854"/>
                <a:gd name="connsiteY5" fmla="*/ 119640 h 1302232"/>
                <a:gd name="connsiteX6" fmla="*/ 404917 w 2944854"/>
                <a:gd name="connsiteY6" fmla="*/ 50617 h 1302232"/>
                <a:gd name="connsiteX7" fmla="*/ 1477028 w 2944854"/>
                <a:gd name="connsiteY7" fmla="*/ 501566 h 1302232"/>
                <a:gd name="connsiteX8" fmla="*/ 2572146 w 2944854"/>
                <a:gd name="connsiteY8" fmla="*/ 0 h 1302232"/>
                <a:gd name="connsiteX9" fmla="*/ 2875834 w 2944854"/>
                <a:gd name="connsiteY9" fmla="*/ 96632 h 1302232"/>
                <a:gd name="connsiteX10" fmla="*/ 2079803 w 2944854"/>
                <a:gd name="connsiteY10" fmla="*/ 432543 h 1302232"/>
                <a:gd name="connsiteX11" fmla="*/ 2240850 w 2944854"/>
                <a:gd name="connsiteY11" fmla="*/ 920305 h 1302232"/>
                <a:gd name="connsiteX12" fmla="*/ 2944854 w 2944854"/>
                <a:gd name="connsiteY12" fmla="*/ 1228607 h 1302232"/>
                <a:gd name="connsiteX13" fmla="*/ 2733192 w 2944854"/>
                <a:gd name="connsiteY13" fmla="*/ 1297630 h 1302232"/>
                <a:gd name="connsiteX14" fmla="*/ 1486231 w 2944854"/>
                <a:gd name="connsiteY14" fmla="*/ 727041 h 1302232"/>
                <a:gd name="connsiteX0" fmla="*/ 1486231 w 2944854"/>
                <a:gd name="connsiteY0" fmla="*/ 727041 h 1316375"/>
                <a:gd name="connsiteX1" fmla="*/ 257675 w 2944854"/>
                <a:gd name="connsiteY1" fmla="*/ 1302232 h 1316375"/>
                <a:gd name="connsiteX2" fmla="*/ 0 w 2944854"/>
                <a:gd name="connsiteY2" fmla="*/ 1228607 h 1316375"/>
                <a:gd name="connsiteX3" fmla="*/ 911064 w 2944854"/>
                <a:gd name="connsiteY3" fmla="*/ 837478 h 1316375"/>
                <a:gd name="connsiteX4" fmla="*/ 883456 w 2944854"/>
                <a:gd name="connsiteY4" fmla="*/ 450949 h 1316375"/>
                <a:gd name="connsiteX5" fmla="*/ 161047 w 2944854"/>
                <a:gd name="connsiteY5" fmla="*/ 119640 h 1316375"/>
                <a:gd name="connsiteX6" fmla="*/ 404917 w 2944854"/>
                <a:gd name="connsiteY6" fmla="*/ 50617 h 1316375"/>
                <a:gd name="connsiteX7" fmla="*/ 1477028 w 2944854"/>
                <a:gd name="connsiteY7" fmla="*/ 501566 h 1316375"/>
                <a:gd name="connsiteX8" fmla="*/ 2572146 w 2944854"/>
                <a:gd name="connsiteY8" fmla="*/ 0 h 1316375"/>
                <a:gd name="connsiteX9" fmla="*/ 2875834 w 2944854"/>
                <a:gd name="connsiteY9" fmla="*/ 96632 h 1316375"/>
                <a:gd name="connsiteX10" fmla="*/ 2079803 w 2944854"/>
                <a:gd name="connsiteY10" fmla="*/ 432543 h 1316375"/>
                <a:gd name="connsiteX11" fmla="*/ 2240850 w 2944854"/>
                <a:gd name="connsiteY11" fmla="*/ 920305 h 1316375"/>
                <a:gd name="connsiteX12" fmla="*/ 2944854 w 2944854"/>
                <a:gd name="connsiteY12" fmla="*/ 1228607 h 1316375"/>
                <a:gd name="connsiteX13" fmla="*/ 2756623 w 2944854"/>
                <a:gd name="connsiteY13" fmla="*/ 1316375 h 1316375"/>
                <a:gd name="connsiteX14" fmla="*/ 1486231 w 2944854"/>
                <a:gd name="connsiteY14" fmla="*/ 727041 h 1316375"/>
                <a:gd name="connsiteX0" fmla="*/ 1486231 w 3024520"/>
                <a:gd name="connsiteY0" fmla="*/ 727041 h 1316375"/>
                <a:gd name="connsiteX1" fmla="*/ 257675 w 3024520"/>
                <a:gd name="connsiteY1" fmla="*/ 1302232 h 1316375"/>
                <a:gd name="connsiteX2" fmla="*/ 0 w 3024520"/>
                <a:gd name="connsiteY2" fmla="*/ 1228607 h 1316375"/>
                <a:gd name="connsiteX3" fmla="*/ 911064 w 3024520"/>
                <a:gd name="connsiteY3" fmla="*/ 837478 h 1316375"/>
                <a:gd name="connsiteX4" fmla="*/ 883456 w 3024520"/>
                <a:gd name="connsiteY4" fmla="*/ 450949 h 1316375"/>
                <a:gd name="connsiteX5" fmla="*/ 161047 w 3024520"/>
                <a:gd name="connsiteY5" fmla="*/ 119640 h 1316375"/>
                <a:gd name="connsiteX6" fmla="*/ 404917 w 3024520"/>
                <a:gd name="connsiteY6" fmla="*/ 50617 h 1316375"/>
                <a:gd name="connsiteX7" fmla="*/ 1477028 w 3024520"/>
                <a:gd name="connsiteY7" fmla="*/ 501566 h 1316375"/>
                <a:gd name="connsiteX8" fmla="*/ 2572146 w 3024520"/>
                <a:gd name="connsiteY8" fmla="*/ 0 h 1316375"/>
                <a:gd name="connsiteX9" fmla="*/ 2875834 w 3024520"/>
                <a:gd name="connsiteY9" fmla="*/ 96632 h 1316375"/>
                <a:gd name="connsiteX10" fmla="*/ 2079803 w 3024520"/>
                <a:gd name="connsiteY10" fmla="*/ 432543 h 1316375"/>
                <a:gd name="connsiteX11" fmla="*/ 2240850 w 3024520"/>
                <a:gd name="connsiteY11" fmla="*/ 920305 h 1316375"/>
                <a:gd name="connsiteX12" fmla="*/ 3024520 w 3024520"/>
                <a:gd name="connsiteY12" fmla="*/ 1228607 h 1316375"/>
                <a:gd name="connsiteX13" fmla="*/ 2756623 w 3024520"/>
                <a:gd name="connsiteY13" fmla="*/ 1316375 h 1316375"/>
                <a:gd name="connsiteX14" fmla="*/ 1486231 w 3024520"/>
                <a:gd name="connsiteY14" fmla="*/ 727041 h 1316375"/>
                <a:gd name="connsiteX0" fmla="*/ 1537780 w 3076069"/>
                <a:gd name="connsiteY0" fmla="*/ 727041 h 1316375"/>
                <a:gd name="connsiteX1" fmla="*/ 309224 w 3076069"/>
                <a:gd name="connsiteY1" fmla="*/ 1302232 h 1316375"/>
                <a:gd name="connsiteX2" fmla="*/ 0 w 3076069"/>
                <a:gd name="connsiteY2" fmla="*/ 1228607 h 1316375"/>
                <a:gd name="connsiteX3" fmla="*/ 962613 w 3076069"/>
                <a:gd name="connsiteY3" fmla="*/ 837478 h 1316375"/>
                <a:gd name="connsiteX4" fmla="*/ 935005 w 3076069"/>
                <a:gd name="connsiteY4" fmla="*/ 450949 h 1316375"/>
                <a:gd name="connsiteX5" fmla="*/ 212596 w 3076069"/>
                <a:gd name="connsiteY5" fmla="*/ 119640 h 1316375"/>
                <a:gd name="connsiteX6" fmla="*/ 456466 w 3076069"/>
                <a:gd name="connsiteY6" fmla="*/ 50617 h 1316375"/>
                <a:gd name="connsiteX7" fmla="*/ 1528577 w 3076069"/>
                <a:gd name="connsiteY7" fmla="*/ 501566 h 1316375"/>
                <a:gd name="connsiteX8" fmla="*/ 2623695 w 3076069"/>
                <a:gd name="connsiteY8" fmla="*/ 0 h 1316375"/>
                <a:gd name="connsiteX9" fmla="*/ 2927383 w 3076069"/>
                <a:gd name="connsiteY9" fmla="*/ 96632 h 1316375"/>
                <a:gd name="connsiteX10" fmla="*/ 2131352 w 3076069"/>
                <a:gd name="connsiteY10" fmla="*/ 432543 h 1316375"/>
                <a:gd name="connsiteX11" fmla="*/ 2292399 w 3076069"/>
                <a:gd name="connsiteY11" fmla="*/ 920305 h 1316375"/>
                <a:gd name="connsiteX12" fmla="*/ 3076069 w 3076069"/>
                <a:gd name="connsiteY12" fmla="*/ 1228607 h 1316375"/>
                <a:gd name="connsiteX13" fmla="*/ 2808172 w 3076069"/>
                <a:gd name="connsiteY13" fmla="*/ 1316375 h 1316375"/>
                <a:gd name="connsiteX14" fmla="*/ 1537780 w 3076069"/>
                <a:gd name="connsiteY14" fmla="*/ 727041 h 1316375"/>
                <a:gd name="connsiteX0" fmla="*/ 1537780 w 3076069"/>
                <a:gd name="connsiteY0" fmla="*/ 727041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27041 h 1321259"/>
                <a:gd name="connsiteX0" fmla="*/ 1537780 w 3076069"/>
                <a:gd name="connsiteY0" fmla="*/ 750825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50825 h 1321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076069" h="132125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387" name="Freeform 386"/>
            <p:cNvSpPr/>
            <p:nvPr/>
          </p:nvSpPr>
          <p:spPr bwMode="auto">
            <a:xfrm>
              <a:off x="2102655" y="1633103"/>
              <a:ext cx="662444" cy="111241"/>
            </a:xfrm>
            <a:custGeom>
              <a:avLst/>
              <a:gdLst>
                <a:gd name="connsiteX0" fmla="*/ 0 w 3645229"/>
                <a:gd name="connsiteY0" fmla="*/ 214441 h 923747"/>
                <a:gd name="connsiteX1" fmla="*/ 659770 w 3645229"/>
                <a:gd name="connsiteY1" fmla="*/ 16495 h 923747"/>
                <a:gd name="connsiteX2" fmla="*/ 1814367 w 3645229"/>
                <a:gd name="connsiteY2" fmla="*/ 511360 h 923747"/>
                <a:gd name="connsiteX3" fmla="*/ 2968965 w 3645229"/>
                <a:gd name="connsiteY3" fmla="*/ 0 h 923747"/>
                <a:gd name="connsiteX4" fmla="*/ 3645229 w 3645229"/>
                <a:gd name="connsiteY4" fmla="*/ 197946 h 923747"/>
                <a:gd name="connsiteX5" fmla="*/ 3199884 w 3645229"/>
                <a:gd name="connsiteY5" fmla="*/ 461874 h 923747"/>
                <a:gd name="connsiteX6" fmla="*/ 2985459 w 3645229"/>
                <a:gd name="connsiteY6" fmla="*/ 379396 h 923747"/>
                <a:gd name="connsiteX7" fmla="*/ 1830861 w 3645229"/>
                <a:gd name="connsiteY7" fmla="*/ 923747 h 923747"/>
                <a:gd name="connsiteX8" fmla="*/ 676264 w 3645229"/>
                <a:gd name="connsiteY8" fmla="*/ 412387 h 923747"/>
                <a:gd name="connsiteX9" fmla="*/ 527816 w 3645229"/>
                <a:gd name="connsiteY9" fmla="*/ 478369 h 923747"/>
                <a:gd name="connsiteX10" fmla="*/ 0 w 3645229"/>
                <a:gd name="connsiteY10" fmla="*/ 21444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71662 w 3640627"/>
                <a:gd name="connsiteY8" fmla="*/ 412387 h 923747"/>
                <a:gd name="connsiteX9" fmla="*/ 523214 w 3640627"/>
                <a:gd name="connsiteY9" fmla="*/ 478369 h 923747"/>
                <a:gd name="connsiteX10" fmla="*/ 0 w 3640627"/>
                <a:gd name="connsiteY10" fmla="*/ 24205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71662 w 3640627"/>
                <a:gd name="connsiteY8" fmla="*/ 412387 h 923747"/>
                <a:gd name="connsiteX9" fmla="*/ 523214 w 3640627"/>
                <a:gd name="connsiteY9" fmla="*/ 482971 h 923747"/>
                <a:gd name="connsiteX10" fmla="*/ 0 w 3640627"/>
                <a:gd name="connsiteY10" fmla="*/ 24205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90067 w 3640627"/>
                <a:gd name="connsiteY8" fmla="*/ 412387 h 923747"/>
                <a:gd name="connsiteX9" fmla="*/ 523214 w 3640627"/>
                <a:gd name="connsiteY9" fmla="*/ 482971 h 923747"/>
                <a:gd name="connsiteX10" fmla="*/ 0 w 3640627"/>
                <a:gd name="connsiteY10" fmla="*/ 242051 h 923747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09765 w 3640627"/>
                <a:gd name="connsiteY2" fmla="*/ 511360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2980857 w 3640627"/>
                <a:gd name="connsiteY6" fmla="*/ 379396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55778 w 3640627"/>
                <a:gd name="connsiteY2" fmla="*/ 534367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2980857 w 3640627"/>
                <a:gd name="connsiteY6" fmla="*/ 379396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55778 w 3640627"/>
                <a:gd name="connsiteY2" fmla="*/ 534367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3008465 w 3640627"/>
                <a:gd name="connsiteY6" fmla="*/ 402404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723451"/>
                <a:gd name="connsiteY0" fmla="*/ 242051 h 946755"/>
                <a:gd name="connsiteX1" fmla="*/ 655168 w 3723451"/>
                <a:gd name="connsiteY1" fmla="*/ 16495 h 946755"/>
                <a:gd name="connsiteX2" fmla="*/ 1855778 w 3723451"/>
                <a:gd name="connsiteY2" fmla="*/ 534367 h 946755"/>
                <a:gd name="connsiteX3" fmla="*/ 2964363 w 3723451"/>
                <a:gd name="connsiteY3" fmla="*/ 0 h 946755"/>
                <a:gd name="connsiteX4" fmla="*/ 3723451 w 3723451"/>
                <a:gd name="connsiteY4" fmla="*/ 220954 h 946755"/>
                <a:gd name="connsiteX5" fmla="*/ 3195282 w 3723451"/>
                <a:gd name="connsiteY5" fmla="*/ 461874 h 946755"/>
                <a:gd name="connsiteX6" fmla="*/ 3008465 w 3723451"/>
                <a:gd name="connsiteY6" fmla="*/ 402404 h 946755"/>
                <a:gd name="connsiteX7" fmla="*/ 1876873 w 3723451"/>
                <a:gd name="connsiteY7" fmla="*/ 946755 h 946755"/>
                <a:gd name="connsiteX8" fmla="*/ 690067 w 3723451"/>
                <a:gd name="connsiteY8" fmla="*/ 412387 h 946755"/>
                <a:gd name="connsiteX9" fmla="*/ 523214 w 3723451"/>
                <a:gd name="connsiteY9" fmla="*/ 482971 h 946755"/>
                <a:gd name="connsiteX10" fmla="*/ 0 w 3723451"/>
                <a:gd name="connsiteY10" fmla="*/ 242051 h 946755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95282 w 3723451"/>
                <a:gd name="connsiteY5" fmla="*/ 448069 h 932950"/>
                <a:gd name="connsiteX6" fmla="*/ 3008465 w 3723451"/>
                <a:gd name="connsiteY6" fmla="*/ 388599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95282 w 3723451"/>
                <a:gd name="connsiteY5" fmla="*/ 448069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86079 w 3723451"/>
                <a:gd name="connsiteY5" fmla="*/ 461874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86079 w 3723451"/>
                <a:gd name="connsiteY5" fmla="*/ 461874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711613 w 3723451"/>
                <a:gd name="connsiteY8" fmla="*/ 413055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723451" h="932950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390" name="Freeform 389"/>
            <p:cNvSpPr/>
            <p:nvPr/>
          </p:nvSpPr>
          <p:spPr bwMode="auto">
            <a:xfrm>
              <a:off x="2536889" y="1727776"/>
              <a:ext cx="244057" cy="97040"/>
            </a:xfrm>
            <a:custGeom>
              <a:avLst/>
              <a:gdLst>
                <a:gd name="connsiteX0" fmla="*/ 55216 w 1421812"/>
                <a:gd name="connsiteY0" fmla="*/ 0 h 800665"/>
                <a:gd name="connsiteX1" fmla="*/ 1421812 w 1421812"/>
                <a:gd name="connsiteY1" fmla="*/ 625807 h 800665"/>
                <a:gd name="connsiteX2" fmla="*/ 947874 w 1421812"/>
                <a:gd name="connsiteY2" fmla="*/ 800665 h 800665"/>
                <a:gd name="connsiteX3" fmla="*/ 50614 w 1421812"/>
                <a:gd name="connsiteY3" fmla="*/ 404934 h 800665"/>
                <a:gd name="connsiteX4" fmla="*/ 0 w 1421812"/>
                <a:gd name="connsiteY4" fmla="*/ 404934 h 800665"/>
                <a:gd name="connsiteX5" fmla="*/ 55216 w 1421812"/>
                <a:gd name="connsiteY5" fmla="*/ 0 h 800665"/>
                <a:gd name="connsiteX0" fmla="*/ 4602 w 1371198"/>
                <a:gd name="connsiteY0" fmla="*/ 0 h 800665"/>
                <a:gd name="connsiteX1" fmla="*/ 1371198 w 1371198"/>
                <a:gd name="connsiteY1" fmla="*/ 625807 h 800665"/>
                <a:gd name="connsiteX2" fmla="*/ 897260 w 1371198"/>
                <a:gd name="connsiteY2" fmla="*/ 800665 h 800665"/>
                <a:gd name="connsiteX3" fmla="*/ 0 w 1371198"/>
                <a:gd name="connsiteY3" fmla="*/ 404934 h 800665"/>
                <a:gd name="connsiteX4" fmla="*/ 4602 w 1371198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9868"/>
                <a:gd name="connsiteX1" fmla="*/ 1366596 w 1366596"/>
                <a:gd name="connsiteY1" fmla="*/ 625807 h 809868"/>
                <a:gd name="connsiteX2" fmla="*/ 865050 w 1366596"/>
                <a:gd name="connsiteY2" fmla="*/ 809868 h 809868"/>
                <a:gd name="connsiteX3" fmla="*/ 4601 w 1366596"/>
                <a:gd name="connsiteY3" fmla="*/ 427942 h 809868"/>
                <a:gd name="connsiteX4" fmla="*/ 0 w 1366596"/>
                <a:gd name="connsiteY4" fmla="*/ 0 h 809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66596" h="809868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397" name="Freeform 396"/>
            <p:cNvSpPr/>
            <p:nvPr/>
          </p:nvSpPr>
          <p:spPr bwMode="auto">
            <a:xfrm>
              <a:off x="2089977" y="1730144"/>
              <a:ext cx="240888" cy="97039"/>
            </a:xfrm>
            <a:custGeom>
              <a:avLst/>
              <a:gdLst>
                <a:gd name="connsiteX0" fmla="*/ 1329786 w 1348191"/>
                <a:gd name="connsiteY0" fmla="*/ 0 h 809869"/>
                <a:gd name="connsiteX1" fmla="*/ 1348191 w 1348191"/>
                <a:gd name="connsiteY1" fmla="*/ 400333 h 809869"/>
                <a:gd name="connsiteX2" fmla="*/ 487742 w 1348191"/>
                <a:gd name="connsiteY2" fmla="*/ 809869 h 809869"/>
                <a:gd name="connsiteX3" fmla="*/ 0 w 1348191"/>
                <a:gd name="connsiteY3" fmla="*/ 630409 h 809869"/>
                <a:gd name="connsiteX4" fmla="*/ 1329786 w 1348191"/>
                <a:gd name="connsiteY4" fmla="*/ 0 h 809869"/>
                <a:gd name="connsiteX0" fmla="*/ 1329786 w 1348191"/>
                <a:gd name="connsiteY0" fmla="*/ 0 h 791462"/>
                <a:gd name="connsiteX1" fmla="*/ 1348191 w 1348191"/>
                <a:gd name="connsiteY1" fmla="*/ 381926 h 791462"/>
                <a:gd name="connsiteX2" fmla="*/ 487742 w 1348191"/>
                <a:gd name="connsiteY2" fmla="*/ 791462 h 791462"/>
                <a:gd name="connsiteX3" fmla="*/ 0 w 1348191"/>
                <a:gd name="connsiteY3" fmla="*/ 612002 h 791462"/>
                <a:gd name="connsiteX4" fmla="*/ 1329786 w 1348191"/>
                <a:gd name="connsiteY4" fmla="*/ 0 h 7914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8191" h="791462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cxnSp>
          <p:nvCxnSpPr>
            <p:cNvPr id="399" name="Straight Connector 398"/>
            <p:cNvCxnSpPr>
              <a:endCxn id="385" idx="2"/>
            </p:cNvCxnSpPr>
            <p:nvPr/>
          </p:nvCxnSpPr>
          <p:spPr bwMode="auto">
            <a:xfrm flipH="1" flipV="1">
              <a:off x="1871277" y="1737243"/>
              <a:ext cx="3169" cy="123074"/>
            </a:xfrm>
            <a:prstGeom prst="line">
              <a:avLst/>
            </a:prstGeom>
            <a:ln w="6350" cmpd="sng">
              <a:solidFill>
                <a:schemeClr val="tx1"/>
              </a:solidFill>
            </a:ln>
            <a:effectLst>
              <a:outerShdw blurRad="40005" dist="19939" dir="5400000" algn="tl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0" name="Straight Connector 399"/>
            <p:cNvCxnSpPr/>
            <p:nvPr/>
          </p:nvCxnSpPr>
          <p:spPr bwMode="auto">
            <a:xfrm flipH="1" flipV="1">
              <a:off x="2996477" y="1734877"/>
              <a:ext cx="3171" cy="123074"/>
            </a:xfrm>
            <a:prstGeom prst="line">
              <a:avLst/>
            </a:prstGeom>
            <a:ln w="6350" cmpd="sng">
              <a:solidFill>
                <a:schemeClr val="tx1"/>
              </a:solidFill>
            </a:ln>
            <a:effectLst>
              <a:outerShdw blurRad="40005" dist="19939" dir="5400000" algn="tl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01" name="Group 347"/>
          <p:cNvGrpSpPr>
            <a:grpSpLocks/>
          </p:cNvGrpSpPr>
          <p:nvPr/>
        </p:nvGrpSpPr>
        <p:grpSpPr bwMode="auto">
          <a:xfrm>
            <a:off x="5166757" y="6262321"/>
            <a:ext cx="588970" cy="242608"/>
            <a:chOff x="1871277" y="1576300"/>
            <a:chExt cx="1128371" cy="437861"/>
          </a:xfrm>
        </p:grpSpPr>
        <p:sp>
          <p:nvSpPr>
            <p:cNvPr id="402" name="Oval 401"/>
            <p:cNvSpPr/>
            <p:nvPr/>
          </p:nvSpPr>
          <p:spPr bwMode="auto">
            <a:xfrm flipV="1">
              <a:off x="1874446" y="1694641"/>
              <a:ext cx="1125202" cy="319520"/>
            </a:xfrm>
            <a:prstGeom prst="ellipse">
              <a:avLst/>
            </a:prstGeom>
            <a:gradFill flip="none" rotWithShape="1">
              <a:gsLst>
                <a:gs pos="0">
                  <a:schemeClr val="accent2">
                    <a:lumMod val="75000"/>
                  </a:schemeClr>
                </a:gs>
                <a:gs pos="53000">
                  <a:schemeClr val="accent2">
                    <a:lumMod val="60000"/>
                    <a:lumOff val="40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0" scaled="1"/>
              <a:tileRect/>
            </a:gradFill>
            <a:ln w="635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>
                <a:ln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407" name="Rectangle 406"/>
            <p:cNvSpPr/>
            <p:nvPr/>
          </p:nvSpPr>
          <p:spPr bwMode="auto">
            <a:xfrm>
              <a:off x="1871277" y="1739611"/>
              <a:ext cx="1128371" cy="115973"/>
            </a:xfrm>
            <a:prstGeom prst="rect">
              <a:avLst/>
            </a:prstGeom>
            <a:gradFill>
              <a:gsLst>
                <a:gs pos="0">
                  <a:schemeClr val="accent2">
                    <a:lumMod val="75000"/>
                  </a:schemeClr>
                </a:gs>
                <a:gs pos="53000">
                  <a:schemeClr val="accent2">
                    <a:lumMod val="60000"/>
                    <a:lumOff val="40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10800000" scaled="0"/>
            </a:gradFill>
            <a:ln w="254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412" name="Oval 411"/>
            <p:cNvSpPr/>
            <p:nvPr/>
          </p:nvSpPr>
          <p:spPr bwMode="auto">
            <a:xfrm flipV="1">
              <a:off x="1871277" y="1576300"/>
              <a:ext cx="1125200" cy="31952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635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>
                <a:ln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417" name="Freeform 416"/>
            <p:cNvSpPr/>
            <p:nvPr/>
          </p:nvSpPr>
          <p:spPr bwMode="auto">
            <a:xfrm>
              <a:off x="2159708" y="1673340"/>
              <a:ext cx="548339" cy="160943"/>
            </a:xfrm>
            <a:custGeom>
              <a:avLst/>
              <a:gdLst>
                <a:gd name="connsiteX0" fmla="*/ 1486231 w 2944854"/>
                <a:gd name="connsiteY0" fmla="*/ 727041 h 1302232"/>
                <a:gd name="connsiteX1" fmla="*/ 257675 w 2944854"/>
                <a:gd name="connsiteY1" fmla="*/ 1302232 h 1302232"/>
                <a:gd name="connsiteX2" fmla="*/ 0 w 2944854"/>
                <a:gd name="connsiteY2" fmla="*/ 1228607 h 1302232"/>
                <a:gd name="connsiteX3" fmla="*/ 911064 w 2944854"/>
                <a:gd name="connsiteY3" fmla="*/ 837478 h 1302232"/>
                <a:gd name="connsiteX4" fmla="*/ 883456 w 2944854"/>
                <a:gd name="connsiteY4" fmla="*/ 450949 h 1302232"/>
                <a:gd name="connsiteX5" fmla="*/ 161047 w 2944854"/>
                <a:gd name="connsiteY5" fmla="*/ 119640 h 1302232"/>
                <a:gd name="connsiteX6" fmla="*/ 404917 w 2944854"/>
                <a:gd name="connsiteY6" fmla="*/ 50617 h 1302232"/>
                <a:gd name="connsiteX7" fmla="*/ 1477028 w 2944854"/>
                <a:gd name="connsiteY7" fmla="*/ 501566 h 1302232"/>
                <a:gd name="connsiteX8" fmla="*/ 2572146 w 2944854"/>
                <a:gd name="connsiteY8" fmla="*/ 0 h 1302232"/>
                <a:gd name="connsiteX9" fmla="*/ 2875834 w 2944854"/>
                <a:gd name="connsiteY9" fmla="*/ 96632 h 1302232"/>
                <a:gd name="connsiteX10" fmla="*/ 2079803 w 2944854"/>
                <a:gd name="connsiteY10" fmla="*/ 432543 h 1302232"/>
                <a:gd name="connsiteX11" fmla="*/ 2240850 w 2944854"/>
                <a:gd name="connsiteY11" fmla="*/ 920305 h 1302232"/>
                <a:gd name="connsiteX12" fmla="*/ 2944854 w 2944854"/>
                <a:gd name="connsiteY12" fmla="*/ 1228607 h 1302232"/>
                <a:gd name="connsiteX13" fmla="*/ 2733192 w 2944854"/>
                <a:gd name="connsiteY13" fmla="*/ 1297630 h 1302232"/>
                <a:gd name="connsiteX14" fmla="*/ 1486231 w 2944854"/>
                <a:gd name="connsiteY14" fmla="*/ 727041 h 1302232"/>
                <a:gd name="connsiteX0" fmla="*/ 1486231 w 2944854"/>
                <a:gd name="connsiteY0" fmla="*/ 727041 h 1316375"/>
                <a:gd name="connsiteX1" fmla="*/ 257675 w 2944854"/>
                <a:gd name="connsiteY1" fmla="*/ 1302232 h 1316375"/>
                <a:gd name="connsiteX2" fmla="*/ 0 w 2944854"/>
                <a:gd name="connsiteY2" fmla="*/ 1228607 h 1316375"/>
                <a:gd name="connsiteX3" fmla="*/ 911064 w 2944854"/>
                <a:gd name="connsiteY3" fmla="*/ 837478 h 1316375"/>
                <a:gd name="connsiteX4" fmla="*/ 883456 w 2944854"/>
                <a:gd name="connsiteY4" fmla="*/ 450949 h 1316375"/>
                <a:gd name="connsiteX5" fmla="*/ 161047 w 2944854"/>
                <a:gd name="connsiteY5" fmla="*/ 119640 h 1316375"/>
                <a:gd name="connsiteX6" fmla="*/ 404917 w 2944854"/>
                <a:gd name="connsiteY6" fmla="*/ 50617 h 1316375"/>
                <a:gd name="connsiteX7" fmla="*/ 1477028 w 2944854"/>
                <a:gd name="connsiteY7" fmla="*/ 501566 h 1316375"/>
                <a:gd name="connsiteX8" fmla="*/ 2572146 w 2944854"/>
                <a:gd name="connsiteY8" fmla="*/ 0 h 1316375"/>
                <a:gd name="connsiteX9" fmla="*/ 2875834 w 2944854"/>
                <a:gd name="connsiteY9" fmla="*/ 96632 h 1316375"/>
                <a:gd name="connsiteX10" fmla="*/ 2079803 w 2944854"/>
                <a:gd name="connsiteY10" fmla="*/ 432543 h 1316375"/>
                <a:gd name="connsiteX11" fmla="*/ 2240850 w 2944854"/>
                <a:gd name="connsiteY11" fmla="*/ 920305 h 1316375"/>
                <a:gd name="connsiteX12" fmla="*/ 2944854 w 2944854"/>
                <a:gd name="connsiteY12" fmla="*/ 1228607 h 1316375"/>
                <a:gd name="connsiteX13" fmla="*/ 2756623 w 2944854"/>
                <a:gd name="connsiteY13" fmla="*/ 1316375 h 1316375"/>
                <a:gd name="connsiteX14" fmla="*/ 1486231 w 2944854"/>
                <a:gd name="connsiteY14" fmla="*/ 727041 h 1316375"/>
                <a:gd name="connsiteX0" fmla="*/ 1486231 w 3024520"/>
                <a:gd name="connsiteY0" fmla="*/ 727041 h 1316375"/>
                <a:gd name="connsiteX1" fmla="*/ 257675 w 3024520"/>
                <a:gd name="connsiteY1" fmla="*/ 1302232 h 1316375"/>
                <a:gd name="connsiteX2" fmla="*/ 0 w 3024520"/>
                <a:gd name="connsiteY2" fmla="*/ 1228607 h 1316375"/>
                <a:gd name="connsiteX3" fmla="*/ 911064 w 3024520"/>
                <a:gd name="connsiteY3" fmla="*/ 837478 h 1316375"/>
                <a:gd name="connsiteX4" fmla="*/ 883456 w 3024520"/>
                <a:gd name="connsiteY4" fmla="*/ 450949 h 1316375"/>
                <a:gd name="connsiteX5" fmla="*/ 161047 w 3024520"/>
                <a:gd name="connsiteY5" fmla="*/ 119640 h 1316375"/>
                <a:gd name="connsiteX6" fmla="*/ 404917 w 3024520"/>
                <a:gd name="connsiteY6" fmla="*/ 50617 h 1316375"/>
                <a:gd name="connsiteX7" fmla="*/ 1477028 w 3024520"/>
                <a:gd name="connsiteY7" fmla="*/ 501566 h 1316375"/>
                <a:gd name="connsiteX8" fmla="*/ 2572146 w 3024520"/>
                <a:gd name="connsiteY8" fmla="*/ 0 h 1316375"/>
                <a:gd name="connsiteX9" fmla="*/ 2875834 w 3024520"/>
                <a:gd name="connsiteY9" fmla="*/ 96632 h 1316375"/>
                <a:gd name="connsiteX10" fmla="*/ 2079803 w 3024520"/>
                <a:gd name="connsiteY10" fmla="*/ 432543 h 1316375"/>
                <a:gd name="connsiteX11" fmla="*/ 2240850 w 3024520"/>
                <a:gd name="connsiteY11" fmla="*/ 920305 h 1316375"/>
                <a:gd name="connsiteX12" fmla="*/ 3024520 w 3024520"/>
                <a:gd name="connsiteY12" fmla="*/ 1228607 h 1316375"/>
                <a:gd name="connsiteX13" fmla="*/ 2756623 w 3024520"/>
                <a:gd name="connsiteY13" fmla="*/ 1316375 h 1316375"/>
                <a:gd name="connsiteX14" fmla="*/ 1486231 w 3024520"/>
                <a:gd name="connsiteY14" fmla="*/ 727041 h 1316375"/>
                <a:gd name="connsiteX0" fmla="*/ 1537780 w 3076069"/>
                <a:gd name="connsiteY0" fmla="*/ 727041 h 1316375"/>
                <a:gd name="connsiteX1" fmla="*/ 309224 w 3076069"/>
                <a:gd name="connsiteY1" fmla="*/ 1302232 h 1316375"/>
                <a:gd name="connsiteX2" fmla="*/ 0 w 3076069"/>
                <a:gd name="connsiteY2" fmla="*/ 1228607 h 1316375"/>
                <a:gd name="connsiteX3" fmla="*/ 962613 w 3076069"/>
                <a:gd name="connsiteY3" fmla="*/ 837478 h 1316375"/>
                <a:gd name="connsiteX4" fmla="*/ 935005 w 3076069"/>
                <a:gd name="connsiteY4" fmla="*/ 450949 h 1316375"/>
                <a:gd name="connsiteX5" fmla="*/ 212596 w 3076069"/>
                <a:gd name="connsiteY5" fmla="*/ 119640 h 1316375"/>
                <a:gd name="connsiteX6" fmla="*/ 456466 w 3076069"/>
                <a:gd name="connsiteY6" fmla="*/ 50617 h 1316375"/>
                <a:gd name="connsiteX7" fmla="*/ 1528577 w 3076069"/>
                <a:gd name="connsiteY7" fmla="*/ 501566 h 1316375"/>
                <a:gd name="connsiteX8" fmla="*/ 2623695 w 3076069"/>
                <a:gd name="connsiteY8" fmla="*/ 0 h 1316375"/>
                <a:gd name="connsiteX9" fmla="*/ 2927383 w 3076069"/>
                <a:gd name="connsiteY9" fmla="*/ 96632 h 1316375"/>
                <a:gd name="connsiteX10" fmla="*/ 2131352 w 3076069"/>
                <a:gd name="connsiteY10" fmla="*/ 432543 h 1316375"/>
                <a:gd name="connsiteX11" fmla="*/ 2292399 w 3076069"/>
                <a:gd name="connsiteY11" fmla="*/ 920305 h 1316375"/>
                <a:gd name="connsiteX12" fmla="*/ 3076069 w 3076069"/>
                <a:gd name="connsiteY12" fmla="*/ 1228607 h 1316375"/>
                <a:gd name="connsiteX13" fmla="*/ 2808172 w 3076069"/>
                <a:gd name="connsiteY13" fmla="*/ 1316375 h 1316375"/>
                <a:gd name="connsiteX14" fmla="*/ 1537780 w 3076069"/>
                <a:gd name="connsiteY14" fmla="*/ 727041 h 1316375"/>
                <a:gd name="connsiteX0" fmla="*/ 1537780 w 3076069"/>
                <a:gd name="connsiteY0" fmla="*/ 727041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27041 h 1321259"/>
                <a:gd name="connsiteX0" fmla="*/ 1537780 w 3076069"/>
                <a:gd name="connsiteY0" fmla="*/ 750825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50825 h 1321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076069" h="132125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422" name="Freeform 421"/>
            <p:cNvSpPr/>
            <p:nvPr/>
          </p:nvSpPr>
          <p:spPr bwMode="auto">
            <a:xfrm>
              <a:off x="2102655" y="1633103"/>
              <a:ext cx="662444" cy="111241"/>
            </a:xfrm>
            <a:custGeom>
              <a:avLst/>
              <a:gdLst>
                <a:gd name="connsiteX0" fmla="*/ 0 w 3645229"/>
                <a:gd name="connsiteY0" fmla="*/ 214441 h 923747"/>
                <a:gd name="connsiteX1" fmla="*/ 659770 w 3645229"/>
                <a:gd name="connsiteY1" fmla="*/ 16495 h 923747"/>
                <a:gd name="connsiteX2" fmla="*/ 1814367 w 3645229"/>
                <a:gd name="connsiteY2" fmla="*/ 511360 h 923747"/>
                <a:gd name="connsiteX3" fmla="*/ 2968965 w 3645229"/>
                <a:gd name="connsiteY3" fmla="*/ 0 h 923747"/>
                <a:gd name="connsiteX4" fmla="*/ 3645229 w 3645229"/>
                <a:gd name="connsiteY4" fmla="*/ 197946 h 923747"/>
                <a:gd name="connsiteX5" fmla="*/ 3199884 w 3645229"/>
                <a:gd name="connsiteY5" fmla="*/ 461874 h 923747"/>
                <a:gd name="connsiteX6" fmla="*/ 2985459 w 3645229"/>
                <a:gd name="connsiteY6" fmla="*/ 379396 h 923747"/>
                <a:gd name="connsiteX7" fmla="*/ 1830861 w 3645229"/>
                <a:gd name="connsiteY7" fmla="*/ 923747 h 923747"/>
                <a:gd name="connsiteX8" fmla="*/ 676264 w 3645229"/>
                <a:gd name="connsiteY8" fmla="*/ 412387 h 923747"/>
                <a:gd name="connsiteX9" fmla="*/ 527816 w 3645229"/>
                <a:gd name="connsiteY9" fmla="*/ 478369 h 923747"/>
                <a:gd name="connsiteX10" fmla="*/ 0 w 3645229"/>
                <a:gd name="connsiteY10" fmla="*/ 21444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71662 w 3640627"/>
                <a:gd name="connsiteY8" fmla="*/ 412387 h 923747"/>
                <a:gd name="connsiteX9" fmla="*/ 523214 w 3640627"/>
                <a:gd name="connsiteY9" fmla="*/ 478369 h 923747"/>
                <a:gd name="connsiteX10" fmla="*/ 0 w 3640627"/>
                <a:gd name="connsiteY10" fmla="*/ 24205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71662 w 3640627"/>
                <a:gd name="connsiteY8" fmla="*/ 412387 h 923747"/>
                <a:gd name="connsiteX9" fmla="*/ 523214 w 3640627"/>
                <a:gd name="connsiteY9" fmla="*/ 482971 h 923747"/>
                <a:gd name="connsiteX10" fmla="*/ 0 w 3640627"/>
                <a:gd name="connsiteY10" fmla="*/ 24205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90067 w 3640627"/>
                <a:gd name="connsiteY8" fmla="*/ 412387 h 923747"/>
                <a:gd name="connsiteX9" fmla="*/ 523214 w 3640627"/>
                <a:gd name="connsiteY9" fmla="*/ 482971 h 923747"/>
                <a:gd name="connsiteX10" fmla="*/ 0 w 3640627"/>
                <a:gd name="connsiteY10" fmla="*/ 242051 h 923747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09765 w 3640627"/>
                <a:gd name="connsiteY2" fmla="*/ 511360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2980857 w 3640627"/>
                <a:gd name="connsiteY6" fmla="*/ 379396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55778 w 3640627"/>
                <a:gd name="connsiteY2" fmla="*/ 534367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2980857 w 3640627"/>
                <a:gd name="connsiteY6" fmla="*/ 379396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55778 w 3640627"/>
                <a:gd name="connsiteY2" fmla="*/ 534367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3008465 w 3640627"/>
                <a:gd name="connsiteY6" fmla="*/ 402404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723451"/>
                <a:gd name="connsiteY0" fmla="*/ 242051 h 946755"/>
                <a:gd name="connsiteX1" fmla="*/ 655168 w 3723451"/>
                <a:gd name="connsiteY1" fmla="*/ 16495 h 946755"/>
                <a:gd name="connsiteX2" fmla="*/ 1855778 w 3723451"/>
                <a:gd name="connsiteY2" fmla="*/ 534367 h 946755"/>
                <a:gd name="connsiteX3" fmla="*/ 2964363 w 3723451"/>
                <a:gd name="connsiteY3" fmla="*/ 0 h 946755"/>
                <a:gd name="connsiteX4" fmla="*/ 3723451 w 3723451"/>
                <a:gd name="connsiteY4" fmla="*/ 220954 h 946755"/>
                <a:gd name="connsiteX5" fmla="*/ 3195282 w 3723451"/>
                <a:gd name="connsiteY5" fmla="*/ 461874 h 946755"/>
                <a:gd name="connsiteX6" fmla="*/ 3008465 w 3723451"/>
                <a:gd name="connsiteY6" fmla="*/ 402404 h 946755"/>
                <a:gd name="connsiteX7" fmla="*/ 1876873 w 3723451"/>
                <a:gd name="connsiteY7" fmla="*/ 946755 h 946755"/>
                <a:gd name="connsiteX8" fmla="*/ 690067 w 3723451"/>
                <a:gd name="connsiteY8" fmla="*/ 412387 h 946755"/>
                <a:gd name="connsiteX9" fmla="*/ 523214 w 3723451"/>
                <a:gd name="connsiteY9" fmla="*/ 482971 h 946755"/>
                <a:gd name="connsiteX10" fmla="*/ 0 w 3723451"/>
                <a:gd name="connsiteY10" fmla="*/ 242051 h 946755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95282 w 3723451"/>
                <a:gd name="connsiteY5" fmla="*/ 448069 h 932950"/>
                <a:gd name="connsiteX6" fmla="*/ 3008465 w 3723451"/>
                <a:gd name="connsiteY6" fmla="*/ 388599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95282 w 3723451"/>
                <a:gd name="connsiteY5" fmla="*/ 448069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86079 w 3723451"/>
                <a:gd name="connsiteY5" fmla="*/ 461874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86079 w 3723451"/>
                <a:gd name="connsiteY5" fmla="*/ 461874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711613 w 3723451"/>
                <a:gd name="connsiteY8" fmla="*/ 413055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723451" h="932950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427" name="Freeform 426"/>
            <p:cNvSpPr/>
            <p:nvPr/>
          </p:nvSpPr>
          <p:spPr bwMode="auto">
            <a:xfrm>
              <a:off x="2536889" y="1727776"/>
              <a:ext cx="244057" cy="97040"/>
            </a:xfrm>
            <a:custGeom>
              <a:avLst/>
              <a:gdLst>
                <a:gd name="connsiteX0" fmla="*/ 55216 w 1421812"/>
                <a:gd name="connsiteY0" fmla="*/ 0 h 800665"/>
                <a:gd name="connsiteX1" fmla="*/ 1421812 w 1421812"/>
                <a:gd name="connsiteY1" fmla="*/ 625807 h 800665"/>
                <a:gd name="connsiteX2" fmla="*/ 947874 w 1421812"/>
                <a:gd name="connsiteY2" fmla="*/ 800665 h 800665"/>
                <a:gd name="connsiteX3" fmla="*/ 50614 w 1421812"/>
                <a:gd name="connsiteY3" fmla="*/ 404934 h 800665"/>
                <a:gd name="connsiteX4" fmla="*/ 0 w 1421812"/>
                <a:gd name="connsiteY4" fmla="*/ 404934 h 800665"/>
                <a:gd name="connsiteX5" fmla="*/ 55216 w 1421812"/>
                <a:gd name="connsiteY5" fmla="*/ 0 h 800665"/>
                <a:gd name="connsiteX0" fmla="*/ 4602 w 1371198"/>
                <a:gd name="connsiteY0" fmla="*/ 0 h 800665"/>
                <a:gd name="connsiteX1" fmla="*/ 1371198 w 1371198"/>
                <a:gd name="connsiteY1" fmla="*/ 625807 h 800665"/>
                <a:gd name="connsiteX2" fmla="*/ 897260 w 1371198"/>
                <a:gd name="connsiteY2" fmla="*/ 800665 h 800665"/>
                <a:gd name="connsiteX3" fmla="*/ 0 w 1371198"/>
                <a:gd name="connsiteY3" fmla="*/ 404934 h 800665"/>
                <a:gd name="connsiteX4" fmla="*/ 4602 w 1371198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9868"/>
                <a:gd name="connsiteX1" fmla="*/ 1366596 w 1366596"/>
                <a:gd name="connsiteY1" fmla="*/ 625807 h 809868"/>
                <a:gd name="connsiteX2" fmla="*/ 865050 w 1366596"/>
                <a:gd name="connsiteY2" fmla="*/ 809868 h 809868"/>
                <a:gd name="connsiteX3" fmla="*/ 4601 w 1366596"/>
                <a:gd name="connsiteY3" fmla="*/ 427942 h 809868"/>
                <a:gd name="connsiteX4" fmla="*/ 0 w 1366596"/>
                <a:gd name="connsiteY4" fmla="*/ 0 h 809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66596" h="809868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428" name="Freeform 427"/>
            <p:cNvSpPr/>
            <p:nvPr/>
          </p:nvSpPr>
          <p:spPr bwMode="auto">
            <a:xfrm>
              <a:off x="2089977" y="1730144"/>
              <a:ext cx="240888" cy="97039"/>
            </a:xfrm>
            <a:custGeom>
              <a:avLst/>
              <a:gdLst>
                <a:gd name="connsiteX0" fmla="*/ 1329786 w 1348191"/>
                <a:gd name="connsiteY0" fmla="*/ 0 h 809869"/>
                <a:gd name="connsiteX1" fmla="*/ 1348191 w 1348191"/>
                <a:gd name="connsiteY1" fmla="*/ 400333 h 809869"/>
                <a:gd name="connsiteX2" fmla="*/ 487742 w 1348191"/>
                <a:gd name="connsiteY2" fmla="*/ 809869 h 809869"/>
                <a:gd name="connsiteX3" fmla="*/ 0 w 1348191"/>
                <a:gd name="connsiteY3" fmla="*/ 630409 h 809869"/>
                <a:gd name="connsiteX4" fmla="*/ 1329786 w 1348191"/>
                <a:gd name="connsiteY4" fmla="*/ 0 h 809869"/>
                <a:gd name="connsiteX0" fmla="*/ 1329786 w 1348191"/>
                <a:gd name="connsiteY0" fmla="*/ 0 h 791462"/>
                <a:gd name="connsiteX1" fmla="*/ 1348191 w 1348191"/>
                <a:gd name="connsiteY1" fmla="*/ 381926 h 791462"/>
                <a:gd name="connsiteX2" fmla="*/ 487742 w 1348191"/>
                <a:gd name="connsiteY2" fmla="*/ 791462 h 791462"/>
                <a:gd name="connsiteX3" fmla="*/ 0 w 1348191"/>
                <a:gd name="connsiteY3" fmla="*/ 612002 h 791462"/>
                <a:gd name="connsiteX4" fmla="*/ 1329786 w 1348191"/>
                <a:gd name="connsiteY4" fmla="*/ 0 h 7914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8191" h="791462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cxnSp>
          <p:nvCxnSpPr>
            <p:cNvPr id="429" name="Straight Connector 428"/>
            <p:cNvCxnSpPr>
              <a:endCxn id="412" idx="2"/>
            </p:cNvCxnSpPr>
            <p:nvPr/>
          </p:nvCxnSpPr>
          <p:spPr bwMode="auto">
            <a:xfrm flipH="1" flipV="1">
              <a:off x="1871277" y="1737243"/>
              <a:ext cx="3169" cy="123074"/>
            </a:xfrm>
            <a:prstGeom prst="line">
              <a:avLst/>
            </a:prstGeom>
            <a:ln w="6350" cmpd="sng">
              <a:solidFill>
                <a:schemeClr val="tx1"/>
              </a:solidFill>
            </a:ln>
            <a:effectLst>
              <a:outerShdw blurRad="40005" dist="19939" dir="5400000" algn="tl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0" name="Straight Connector 429"/>
            <p:cNvCxnSpPr/>
            <p:nvPr/>
          </p:nvCxnSpPr>
          <p:spPr bwMode="auto">
            <a:xfrm flipH="1" flipV="1">
              <a:off x="2996477" y="1734877"/>
              <a:ext cx="3171" cy="123074"/>
            </a:xfrm>
            <a:prstGeom prst="line">
              <a:avLst/>
            </a:prstGeom>
            <a:ln w="6350" cmpd="sng">
              <a:solidFill>
                <a:schemeClr val="tx1"/>
              </a:solidFill>
            </a:ln>
            <a:effectLst>
              <a:outerShdw blurRad="40005" dist="19939" dir="5400000" algn="tl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31" name="Group 347"/>
          <p:cNvGrpSpPr>
            <a:grpSpLocks/>
          </p:cNvGrpSpPr>
          <p:nvPr/>
        </p:nvGrpSpPr>
        <p:grpSpPr bwMode="auto">
          <a:xfrm>
            <a:off x="3704088" y="6354901"/>
            <a:ext cx="588970" cy="242608"/>
            <a:chOff x="1871277" y="1576300"/>
            <a:chExt cx="1128371" cy="437861"/>
          </a:xfrm>
        </p:grpSpPr>
        <p:sp>
          <p:nvSpPr>
            <p:cNvPr id="432" name="Oval 431"/>
            <p:cNvSpPr/>
            <p:nvPr/>
          </p:nvSpPr>
          <p:spPr bwMode="auto">
            <a:xfrm flipV="1">
              <a:off x="1874446" y="1694641"/>
              <a:ext cx="1125202" cy="319520"/>
            </a:xfrm>
            <a:prstGeom prst="ellipse">
              <a:avLst/>
            </a:prstGeom>
            <a:gradFill flip="none" rotWithShape="1">
              <a:gsLst>
                <a:gs pos="0">
                  <a:schemeClr val="accent2">
                    <a:lumMod val="75000"/>
                  </a:schemeClr>
                </a:gs>
                <a:gs pos="53000">
                  <a:schemeClr val="accent2">
                    <a:lumMod val="60000"/>
                    <a:lumOff val="40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0" scaled="1"/>
              <a:tileRect/>
            </a:gradFill>
            <a:ln w="635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>
                <a:ln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433" name="Rectangle 432"/>
            <p:cNvSpPr/>
            <p:nvPr/>
          </p:nvSpPr>
          <p:spPr bwMode="auto">
            <a:xfrm>
              <a:off x="1871277" y="1739611"/>
              <a:ext cx="1128371" cy="115973"/>
            </a:xfrm>
            <a:prstGeom prst="rect">
              <a:avLst/>
            </a:prstGeom>
            <a:gradFill>
              <a:gsLst>
                <a:gs pos="0">
                  <a:schemeClr val="accent2">
                    <a:lumMod val="75000"/>
                  </a:schemeClr>
                </a:gs>
                <a:gs pos="53000">
                  <a:schemeClr val="accent2">
                    <a:lumMod val="60000"/>
                    <a:lumOff val="40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10800000" scaled="0"/>
            </a:gradFill>
            <a:ln w="254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434" name="Oval 433"/>
            <p:cNvSpPr/>
            <p:nvPr/>
          </p:nvSpPr>
          <p:spPr bwMode="auto">
            <a:xfrm flipV="1">
              <a:off x="1871277" y="1576300"/>
              <a:ext cx="1125200" cy="31952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635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>
                <a:ln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435" name="Freeform 434"/>
            <p:cNvSpPr/>
            <p:nvPr/>
          </p:nvSpPr>
          <p:spPr bwMode="auto">
            <a:xfrm>
              <a:off x="2159708" y="1673340"/>
              <a:ext cx="548339" cy="160943"/>
            </a:xfrm>
            <a:custGeom>
              <a:avLst/>
              <a:gdLst>
                <a:gd name="connsiteX0" fmla="*/ 1486231 w 2944854"/>
                <a:gd name="connsiteY0" fmla="*/ 727041 h 1302232"/>
                <a:gd name="connsiteX1" fmla="*/ 257675 w 2944854"/>
                <a:gd name="connsiteY1" fmla="*/ 1302232 h 1302232"/>
                <a:gd name="connsiteX2" fmla="*/ 0 w 2944854"/>
                <a:gd name="connsiteY2" fmla="*/ 1228607 h 1302232"/>
                <a:gd name="connsiteX3" fmla="*/ 911064 w 2944854"/>
                <a:gd name="connsiteY3" fmla="*/ 837478 h 1302232"/>
                <a:gd name="connsiteX4" fmla="*/ 883456 w 2944854"/>
                <a:gd name="connsiteY4" fmla="*/ 450949 h 1302232"/>
                <a:gd name="connsiteX5" fmla="*/ 161047 w 2944854"/>
                <a:gd name="connsiteY5" fmla="*/ 119640 h 1302232"/>
                <a:gd name="connsiteX6" fmla="*/ 404917 w 2944854"/>
                <a:gd name="connsiteY6" fmla="*/ 50617 h 1302232"/>
                <a:gd name="connsiteX7" fmla="*/ 1477028 w 2944854"/>
                <a:gd name="connsiteY7" fmla="*/ 501566 h 1302232"/>
                <a:gd name="connsiteX8" fmla="*/ 2572146 w 2944854"/>
                <a:gd name="connsiteY8" fmla="*/ 0 h 1302232"/>
                <a:gd name="connsiteX9" fmla="*/ 2875834 w 2944854"/>
                <a:gd name="connsiteY9" fmla="*/ 96632 h 1302232"/>
                <a:gd name="connsiteX10" fmla="*/ 2079803 w 2944854"/>
                <a:gd name="connsiteY10" fmla="*/ 432543 h 1302232"/>
                <a:gd name="connsiteX11" fmla="*/ 2240850 w 2944854"/>
                <a:gd name="connsiteY11" fmla="*/ 920305 h 1302232"/>
                <a:gd name="connsiteX12" fmla="*/ 2944854 w 2944854"/>
                <a:gd name="connsiteY12" fmla="*/ 1228607 h 1302232"/>
                <a:gd name="connsiteX13" fmla="*/ 2733192 w 2944854"/>
                <a:gd name="connsiteY13" fmla="*/ 1297630 h 1302232"/>
                <a:gd name="connsiteX14" fmla="*/ 1486231 w 2944854"/>
                <a:gd name="connsiteY14" fmla="*/ 727041 h 1302232"/>
                <a:gd name="connsiteX0" fmla="*/ 1486231 w 2944854"/>
                <a:gd name="connsiteY0" fmla="*/ 727041 h 1316375"/>
                <a:gd name="connsiteX1" fmla="*/ 257675 w 2944854"/>
                <a:gd name="connsiteY1" fmla="*/ 1302232 h 1316375"/>
                <a:gd name="connsiteX2" fmla="*/ 0 w 2944854"/>
                <a:gd name="connsiteY2" fmla="*/ 1228607 h 1316375"/>
                <a:gd name="connsiteX3" fmla="*/ 911064 w 2944854"/>
                <a:gd name="connsiteY3" fmla="*/ 837478 h 1316375"/>
                <a:gd name="connsiteX4" fmla="*/ 883456 w 2944854"/>
                <a:gd name="connsiteY4" fmla="*/ 450949 h 1316375"/>
                <a:gd name="connsiteX5" fmla="*/ 161047 w 2944854"/>
                <a:gd name="connsiteY5" fmla="*/ 119640 h 1316375"/>
                <a:gd name="connsiteX6" fmla="*/ 404917 w 2944854"/>
                <a:gd name="connsiteY6" fmla="*/ 50617 h 1316375"/>
                <a:gd name="connsiteX7" fmla="*/ 1477028 w 2944854"/>
                <a:gd name="connsiteY7" fmla="*/ 501566 h 1316375"/>
                <a:gd name="connsiteX8" fmla="*/ 2572146 w 2944854"/>
                <a:gd name="connsiteY8" fmla="*/ 0 h 1316375"/>
                <a:gd name="connsiteX9" fmla="*/ 2875834 w 2944854"/>
                <a:gd name="connsiteY9" fmla="*/ 96632 h 1316375"/>
                <a:gd name="connsiteX10" fmla="*/ 2079803 w 2944854"/>
                <a:gd name="connsiteY10" fmla="*/ 432543 h 1316375"/>
                <a:gd name="connsiteX11" fmla="*/ 2240850 w 2944854"/>
                <a:gd name="connsiteY11" fmla="*/ 920305 h 1316375"/>
                <a:gd name="connsiteX12" fmla="*/ 2944854 w 2944854"/>
                <a:gd name="connsiteY12" fmla="*/ 1228607 h 1316375"/>
                <a:gd name="connsiteX13" fmla="*/ 2756623 w 2944854"/>
                <a:gd name="connsiteY13" fmla="*/ 1316375 h 1316375"/>
                <a:gd name="connsiteX14" fmla="*/ 1486231 w 2944854"/>
                <a:gd name="connsiteY14" fmla="*/ 727041 h 1316375"/>
                <a:gd name="connsiteX0" fmla="*/ 1486231 w 3024520"/>
                <a:gd name="connsiteY0" fmla="*/ 727041 h 1316375"/>
                <a:gd name="connsiteX1" fmla="*/ 257675 w 3024520"/>
                <a:gd name="connsiteY1" fmla="*/ 1302232 h 1316375"/>
                <a:gd name="connsiteX2" fmla="*/ 0 w 3024520"/>
                <a:gd name="connsiteY2" fmla="*/ 1228607 h 1316375"/>
                <a:gd name="connsiteX3" fmla="*/ 911064 w 3024520"/>
                <a:gd name="connsiteY3" fmla="*/ 837478 h 1316375"/>
                <a:gd name="connsiteX4" fmla="*/ 883456 w 3024520"/>
                <a:gd name="connsiteY4" fmla="*/ 450949 h 1316375"/>
                <a:gd name="connsiteX5" fmla="*/ 161047 w 3024520"/>
                <a:gd name="connsiteY5" fmla="*/ 119640 h 1316375"/>
                <a:gd name="connsiteX6" fmla="*/ 404917 w 3024520"/>
                <a:gd name="connsiteY6" fmla="*/ 50617 h 1316375"/>
                <a:gd name="connsiteX7" fmla="*/ 1477028 w 3024520"/>
                <a:gd name="connsiteY7" fmla="*/ 501566 h 1316375"/>
                <a:gd name="connsiteX8" fmla="*/ 2572146 w 3024520"/>
                <a:gd name="connsiteY8" fmla="*/ 0 h 1316375"/>
                <a:gd name="connsiteX9" fmla="*/ 2875834 w 3024520"/>
                <a:gd name="connsiteY9" fmla="*/ 96632 h 1316375"/>
                <a:gd name="connsiteX10" fmla="*/ 2079803 w 3024520"/>
                <a:gd name="connsiteY10" fmla="*/ 432543 h 1316375"/>
                <a:gd name="connsiteX11" fmla="*/ 2240850 w 3024520"/>
                <a:gd name="connsiteY11" fmla="*/ 920305 h 1316375"/>
                <a:gd name="connsiteX12" fmla="*/ 3024520 w 3024520"/>
                <a:gd name="connsiteY12" fmla="*/ 1228607 h 1316375"/>
                <a:gd name="connsiteX13" fmla="*/ 2756623 w 3024520"/>
                <a:gd name="connsiteY13" fmla="*/ 1316375 h 1316375"/>
                <a:gd name="connsiteX14" fmla="*/ 1486231 w 3024520"/>
                <a:gd name="connsiteY14" fmla="*/ 727041 h 1316375"/>
                <a:gd name="connsiteX0" fmla="*/ 1537780 w 3076069"/>
                <a:gd name="connsiteY0" fmla="*/ 727041 h 1316375"/>
                <a:gd name="connsiteX1" fmla="*/ 309224 w 3076069"/>
                <a:gd name="connsiteY1" fmla="*/ 1302232 h 1316375"/>
                <a:gd name="connsiteX2" fmla="*/ 0 w 3076069"/>
                <a:gd name="connsiteY2" fmla="*/ 1228607 h 1316375"/>
                <a:gd name="connsiteX3" fmla="*/ 962613 w 3076069"/>
                <a:gd name="connsiteY3" fmla="*/ 837478 h 1316375"/>
                <a:gd name="connsiteX4" fmla="*/ 935005 w 3076069"/>
                <a:gd name="connsiteY4" fmla="*/ 450949 h 1316375"/>
                <a:gd name="connsiteX5" fmla="*/ 212596 w 3076069"/>
                <a:gd name="connsiteY5" fmla="*/ 119640 h 1316375"/>
                <a:gd name="connsiteX6" fmla="*/ 456466 w 3076069"/>
                <a:gd name="connsiteY6" fmla="*/ 50617 h 1316375"/>
                <a:gd name="connsiteX7" fmla="*/ 1528577 w 3076069"/>
                <a:gd name="connsiteY7" fmla="*/ 501566 h 1316375"/>
                <a:gd name="connsiteX8" fmla="*/ 2623695 w 3076069"/>
                <a:gd name="connsiteY8" fmla="*/ 0 h 1316375"/>
                <a:gd name="connsiteX9" fmla="*/ 2927383 w 3076069"/>
                <a:gd name="connsiteY9" fmla="*/ 96632 h 1316375"/>
                <a:gd name="connsiteX10" fmla="*/ 2131352 w 3076069"/>
                <a:gd name="connsiteY10" fmla="*/ 432543 h 1316375"/>
                <a:gd name="connsiteX11" fmla="*/ 2292399 w 3076069"/>
                <a:gd name="connsiteY11" fmla="*/ 920305 h 1316375"/>
                <a:gd name="connsiteX12" fmla="*/ 3076069 w 3076069"/>
                <a:gd name="connsiteY12" fmla="*/ 1228607 h 1316375"/>
                <a:gd name="connsiteX13" fmla="*/ 2808172 w 3076069"/>
                <a:gd name="connsiteY13" fmla="*/ 1316375 h 1316375"/>
                <a:gd name="connsiteX14" fmla="*/ 1537780 w 3076069"/>
                <a:gd name="connsiteY14" fmla="*/ 727041 h 1316375"/>
                <a:gd name="connsiteX0" fmla="*/ 1537780 w 3076069"/>
                <a:gd name="connsiteY0" fmla="*/ 727041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27041 h 1321259"/>
                <a:gd name="connsiteX0" fmla="*/ 1537780 w 3076069"/>
                <a:gd name="connsiteY0" fmla="*/ 750825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50825 h 1321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076069" h="132125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436" name="Freeform 435"/>
            <p:cNvSpPr/>
            <p:nvPr/>
          </p:nvSpPr>
          <p:spPr bwMode="auto">
            <a:xfrm>
              <a:off x="2102655" y="1633103"/>
              <a:ext cx="662444" cy="111241"/>
            </a:xfrm>
            <a:custGeom>
              <a:avLst/>
              <a:gdLst>
                <a:gd name="connsiteX0" fmla="*/ 0 w 3645229"/>
                <a:gd name="connsiteY0" fmla="*/ 214441 h 923747"/>
                <a:gd name="connsiteX1" fmla="*/ 659770 w 3645229"/>
                <a:gd name="connsiteY1" fmla="*/ 16495 h 923747"/>
                <a:gd name="connsiteX2" fmla="*/ 1814367 w 3645229"/>
                <a:gd name="connsiteY2" fmla="*/ 511360 h 923747"/>
                <a:gd name="connsiteX3" fmla="*/ 2968965 w 3645229"/>
                <a:gd name="connsiteY3" fmla="*/ 0 h 923747"/>
                <a:gd name="connsiteX4" fmla="*/ 3645229 w 3645229"/>
                <a:gd name="connsiteY4" fmla="*/ 197946 h 923747"/>
                <a:gd name="connsiteX5" fmla="*/ 3199884 w 3645229"/>
                <a:gd name="connsiteY5" fmla="*/ 461874 h 923747"/>
                <a:gd name="connsiteX6" fmla="*/ 2985459 w 3645229"/>
                <a:gd name="connsiteY6" fmla="*/ 379396 h 923747"/>
                <a:gd name="connsiteX7" fmla="*/ 1830861 w 3645229"/>
                <a:gd name="connsiteY7" fmla="*/ 923747 h 923747"/>
                <a:gd name="connsiteX8" fmla="*/ 676264 w 3645229"/>
                <a:gd name="connsiteY8" fmla="*/ 412387 h 923747"/>
                <a:gd name="connsiteX9" fmla="*/ 527816 w 3645229"/>
                <a:gd name="connsiteY9" fmla="*/ 478369 h 923747"/>
                <a:gd name="connsiteX10" fmla="*/ 0 w 3645229"/>
                <a:gd name="connsiteY10" fmla="*/ 21444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71662 w 3640627"/>
                <a:gd name="connsiteY8" fmla="*/ 412387 h 923747"/>
                <a:gd name="connsiteX9" fmla="*/ 523214 w 3640627"/>
                <a:gd name="connsiteY9" fmla="*/ 478369 h 923747"/>
                <a:gd name="connsiteX10" fmla="*/ 0 w 3640627"/>
                <a:gd name="connsiteY10" fmla="*/ 24205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71662 w 3640627"/>
                <a:gd name="connsiteY8" fmla="*/ 412387 h 923747"/>
                <a:gd name="connsiteX9" fmla="*/ 523214 w 3640627"/>
                <a:gd name="connsiteY9" fmla="*/ 482971 h 923747"/>
                <a:gd name="connsiteX10" fmla="*/ 0 w 3640627"/>
                <a:gd name="connsiteY10" fmla="*/ 24205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90067 w 3640627"/>
                <a:gd name="connsiteY8" fmla="*/ 412387 h 923747"/>
                <a:gd name="connsiteX9" fmla="*/ 523214 w 3640627"/>
                <a:gd name="connsiteY9" fmla="*/ 482971 h 923747"/>
                <a:gd name="connsiteX10" fmla="*/ 0 w 3640627"/>
                <a:gd name="connsiteY10" fmla="*/ 242051 h 923747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09765 w 3640627"/>
                <a:gd name="connsiteY2" fmla="*/ 511360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2980857 w 3640627"/>
                <a:gd name="connsiteY6" fmla="*/ 379396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55778 w 3640627"/>
                <a:gd name="connsiteY2" fmla="*/ 534367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2980857 w 3640627"/>
                <a:gd name="connsiteY6" fmla="*/ 379396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55778 w 3640627"/>
                <a:gd name="connsiteY2" fmla="*/ 534367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3008465 w 3640627"/>
                <a:gd name="connsiteY6" fmla="*/ 402404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723451"/>
                <a:gd name="connsiteY0" fmla="*/ 242051 h 946755"/>
                <a:gd name="connsiteX1" fmla="*/ 655168 w 3723451"/>
                <a:gd name="connsiteY1" fmla="*/ 16495 h 946755"/>
                <a:gd name="connsiteX2" fmla="*/ 1855778 w 3723451"/>
                <a:gd name="connsiteY2" fmla="*/ 534367 h 946755"/>
                <a:gd name="connsiteX3" fmla="*/ 2964363 w 3723451"/>
                <a:gd name="connsiteY3" fmla="*/ 0 h 946755"/>
                <a:gd name="connsiteX4" fmla="*/ 3723451 w 3723451"/>
                <a:gd name="connsiteY4" fmla="*/ 220954 h 946755"/>
                <a:gd name="connsiteX5" fmla="*/ 3195282 w 3723451"/>
                <a:gd name="connsiteY5" fmla="*/ 461874 h 946755"/>
                <a:gd name="connsiteX6" fmla="*/ 3008465 w 3723451"/>
                <a:gd name="connsiteY6" fmla="*/ 402404 h 946755"/>
                <a:gd name="connsiteX7" fmla="*/ 1876873 w 3723451"/>
                <a:gd name="connsiteY7" fmla="*/ 946755 h 946755"/>
                <a:gd name="connsiteX8" fmla="*/ 690067 w 3723451"/>
                <a:gd name="connsiteY8" fmla="*/ 412387 h 946755"/>
                <a:gd name="connsiteX9" fmla="*/ 523214 w 3723451"/>
                <a:gd name="connsiteY9" fmla="*/ 482971 h 946755"/>
                <a:gd name="connsiteX10" fmla="*/ 0 w 3723451"/>
                <a:gd name="connsiteY10" fmla="*/ 242051 h 946755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95282 w 3723451"/>
                <a:gd name="connsiteY5" fmla="*/ 448069 h 932950"/>
                <a:gd name="connsiteX6" fmla="*/ 3008465 w 3723451"/>
                <a:gd name="connsiteY6" fmla="*/ 388599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95282 w 3723451"/>
                <a:gd name="connsiteY5" fmla="*/ 448069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86079 w 3723451"/>
                <a:gd name="connsiteY5" fmla="*/ 461874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86079 w 3723451"/>
                <a:gd name="connsiteY5" fmla="*/ 461874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711613 w 3723451"/>
                <a:gd name="connsiteY8" fmla="*/ 413055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723451" h="932950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437" name="Freeform 436"/>
            <p:cNvSpPr/>
            <p:nvPr/>
          </p:nvSpPr>
          <p:spPr bwMode="auto">
            <a:xfrm>
              <a:off x="2536889" y="1727776"/>
              <a:ext cx="244057" cy="97040"/>
            </a:xfrm>
            <a:custGeom>
              <a:avLst/>
              <a:gdLst>
                <a:gd name="connsiteX0" fmla="*/ 55216 w 1421812"/>
                <a:gd name="connsiteY0" fmla="*/ 0 h 800665"/>
                <a:gd name="connsiteX1" fmla="*/ 1421812 w 1421812"/>
                <a:gd name="connsiteY1" fmla="*/ 625807 h 800665"/>
                <a:gd name="connsiteX2" fmla="*/ 947874 w 1421812"/>
                <a:gd name="connsiteY2" fmla="*/ 800665 h 800665"/>
                <a:gd name="connsiteX3" fmla="*/ 50614 w 1421812"/>
                <a:gd name="connsiteY3" fmla="*/ 404934 h 800665"/>
                <a:gd name="connsiteX4" fmla="*/ 0 w 1421812"/>
                <a:gd name="connsiteY4" fmla="*/ 404934 h 800665"/>
                <a:gd name="connsiteX5" fmla="*/ 55216 w 1421812"/>
                <a:gd name="connsiteY5" fmla="*/ 0 h 800665"/>
                <a:gd name="connsiteX0" fmla="*/ 4602 w 1371198"/>
                <a:gd name="connsiteY0" fmla="*/ 0 h 800665"/>
                <a:gd name="connsiteX1" fmla="*/ 1371198 w 1371198"/>
                <a:gd name="connsiteY1" fmla="*/ 625807 h 800665"/>
                <a:gd name="connsiteX2" fmla="*/ 897260 w 1371198"/>
                <a:gd name="connsiteY2" fmla="*/ 800665 h 800665"/>
                <a:gd name="connsiteX3" fmla="*/ 0 w 1371198"/>
                <a:gd name="connsiteY3" fmla="*/ 404934 h 800665"/>
                <a:gd name="connsiteX4" fmla="*/ 4602 w 1371198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9868"/>
                <a:gd name="connsiteX1" fmla="*/ 1366596 w 1366596"/>
                <a:gd name="connsiteY1" fmla="*/ 625807 h 809868"/>
                <a:gd name="connsiteX2" fmla="*/ 865050 w 1366596"/>
                <a:gd name="connsiteY2" fmla="*/ 809868 h 809868"/>
                <a:gd name="connsiteX3" fmla="*/ 4601 w 1366596"/>
                <a:gd name="connsiteY3" fmla="*/ 427942 h 809868"/>
                <a:gd name="connsiteX4" fmla="*/ 0 w 1366596"/>
                <a:gd name="connsiteY4" fmla="*/ 0 h 809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66596" h="809868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438" name="Freeform 437"/>
            <p:cNvSpPr/>
            <p:nvPr/>
          </p:nvSpPr>
          <p:spPr bwMode="auto">
            <a:xfrm>
              <a:off x="2089977" y="1730144"/>
              <a:ext cx="240888" cy="97039"/>
            </a:xfrm>
            <a:custGeom>
              <a:avLst/>
              <a:gdLst>
                <a:gd name="connsiteX0" fmla="*/ 1329786 w 1348191"/>
                <a:gd name="connsiteY0" fmla="*/ 0 h 809869"/>
                <a:gd name="connsiteX1" fmla="*/ 1348191 w 1348191"/>
                <a:gd name="connsiteY1" fmla="*/ 400333 h 809869"/>
                <a:gd name="connsiteX2" fmla="*/ 487742 w 1348191"/>
                <a:gd name="connsiteY2" fmla="*/ 809869 h 809869"/>
                <a:gd name="connsiteX3" fmla="*/ 0 w 1348191"/>
                <a:gd name="connsiteY3" fmla="*/ 630409 h 809869"/>
                <a:gd name="connsiteX4" fmla="*/ 1329786 w 1348191"/>
                <a:gd name="connsiteY4" fmla="*/ 0 h 809869"/>
                <a:gd name="connsiteX0" fmla="*/ 1329786 w 1348191"/>
                <a:gd name="connsiteY0" fmla="*/ 0 h 791462"/>
                <a:gd name="connsiteX1" fmla="*/ 1348191 w 1348191"/>
                <a:gd name="connsiteY1" fmla="*/ 381926 h 791462"/>
                <a:gd name="connsiteX2" fmla="*/ 487742 w 1348191"/>
                <a:gd name="connsiteY2" fmla="*/ 791462 h 791462"/>
                <a:gd name="connsiteX3" fmla="*/ 0 w 1348191"/>
                <a:gd name="connsiteY3" fmla="*/ 612002 h 791462"/>
                <a:gd name="connsiteX4" fmla="*/ 1329786 w 1348191"/>
                <a:gd name="connsiteY4" fmla="*/ 0 h 7914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8191" h="791462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cxnSp>
          <p:nvCxnSpPr>
            <p:cNvPr id="439" name="Straight Connector 438"/>
            <p:cNvCxnSpPr>
              <a:endCxn id="434" idx="2"/>
            </p:cNvCxnSpPr>
            <p:nvPr/>
          </p:nvCxnSpPr>
          <p:spPr bwMode="auto">
            <a:xfrm flipH="1" flipV="1">
              <a:off x="1871277" y="1737243"/>
              <a:ext cx="3169" cy="123074"/>
            </a:xfrm>
            <a:prstGeom prst="line">
              <a:avLst/>
            </a:prstGeom>
            <a:ln w="6350" cmpd="sng">
              <a:solidFill>
                <a:schemeClr val="tx1"/>
              </a:solidFill>
            </a:ln>
            <a:effectLst>
              <a:outerShdw blurRad="40005" dist="19939" dir="5400000" algn="tl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0" name="Straight Connector 439"/>
            <p:cNvCxnSpPr/>
            <p:nvPr/>
          </p:nvCxnSpPr>
          <p:spPr bwMode="auto">
            <a:xfrm flipH="1" flipV="1">
              <a:off x="2996477" y="1734877"/>
              <a:ext cx="3171" cy="123074"/>
            </a:xfrm>
            <a:prstGeom prst="line">
              <a:avLst/>
            </a:prstGeom>
            <a:ln w="6350" cmpd="sng">
              <a:solidFill>
                <a:schemeClr val="tx1"/>
              </a:solidFill>
            </a:ln>
            <a:effectLst>
              <a:outerShdw blurRad="40005" dist="19939" dir="5400000" algn="tl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Group 25"/>
          <p:cNvGrpSpPr/>
          <p:nvPr/>
        </p:nvGrpSpPr>
        <p:grpSpPr>
          <a:xfrm>
            <a:off x="1925875" y="2220187"/>
            <a:ext cx="5095391" cy="2833288"/>
            <a:chOff x="1925876" y="2212958"/>
            <a:chExt cx="5095391" cy="2833288"/>
          </a:xfrm>
        </p:grpSpPr>
        <p:grpSp>
          <p:nvGrpSpPr>
            <p:cNvPr id="12" name="Group 11"/>
            <p:cNvGrpSpPr/>
            <p:nvPr/>
          </p:nvGrpSpPr>
          <p:grpSpPr>
            <a:xfrm>
              <a:off x="2745416" y="2212958"/>
              <a:ext cx="3597533" cy="493677"/>
              <a:chOff x="2705100" y="2011398"/>
              <a:chExt cx="3597533" cy="493677"/>
            </a:xfrm>
          </p:grpSpPr>
          <p:sp>
            <p:nvSpPr>
              <p:cNvPr id="342" name="Oval 341"/>
              <p:cNvSpPr/>
              <p:nvPr/>
            </p:nvSpPr>
            <p:spPr bwMode="auto">
              <a:xfrm>
                <a:off x="2722820" y="2011398"/>
                <a:ext cx="3579813" cy="492125"/>
              </a:xfrm>
              <a:prstGeom prst="ellipse">
                <a:avLst/>
              </a:prstGeom>
              <a:solidFill>
                <a:schemeClr val="bg1">
                  <a:alpha val="42000"/>
                </a:schemeClr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389" name="Oval 388"/>
              <p:cNvSpPr/>
              <p:nvPr/>
            </p:nvSpPr>
            <p:spPr bwMode="auto">
              <a:xfrm>
                <a:off x="2705100" y="2012950"/>
                <a:ext cx="3579813" cy="492125"/>
              </a:xfrm>
              <a:prstGeom prst="ellipse">
                <a:avLst/>
              </a:prstGeom>
              <a:solidFill>
                <a:srgbClr val="CC0000">
                  <a:alpha val="42000"/>
                </a:srgbClr>
              </a:solidFill>
              <a:ln w="3175">
                <a:solidFill>
                  <a:srgbClr val="CC000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48308" name="TextBox 389"/>
              <p:cNvSpPr txBox="1">
                <a:spLocks noChangeArrowheads="1"/>
              </p:cNvSpPr>
              <p:nvPr/>
            </p:nvSpPr>
            <p:spPr bwMode="auto">
              <a:xfrm>
                <a:off x="3452664" y="2127167"/>
                <a:ext cx="2057700" cy="296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algn="ctr">
                  <a:lnSpc>
                    <a:spcPts val="1475"/>
                  </a:lnSpc>
                </a:pPr>
                <a:r>
                  <a:rPr lang="en-US" sz="1800" dirty="0">
                    <a:solidFill>
                      <a:schemeClr val="bg1"/>
                    </a:solidFill>
                  </a:rPr>
                  <a:t>Remote Controller</a:t>
                </a:r>
              </a:p>
            </p:txBody>
          </p:sp>
        </p:grpSp>
        <p:grpSp>
          <p:nvGrpSpPr>
            <p:cNvPr id="442" name="Group 441"/>
            <p:cNvGrpSpPr/>
            <p:nvPr/>
          </p:nvGrpSpPr>
          <p:grpSpPr>
            <a:xfrm>
              <a:off x="1925876" y="4223509"/>
              <a:ext cx="923540" cy="405953"/>
              <a:chOff x="2705100" y="2011398"/>
              <a:chExt cx="3597533" cy="493677"/>
            </a:xfrm>
          </p:grpSpPr>
          <p:sp>
            <p:nvSpPr>
              <p:cNvPr id="443" name="Oval 442"/>
              <p:cNvSpPr/>
              <p:nvPr/>
            </p:nvSpPr>
            <p:spPr bwMode="auto">
              <a:xfrm>
                <a:off x="2722820" y="2011398"/>
                <a:ext cx="3579813" cy="492125"/>
              </a:xfrm>
              <a:prstGeom prst="ellipse">
                <a:avLst/>
              </a:prstGeom>
              <a:solidFill>
                <a:schemeClr val="bg1">
                  <a:alpha val="42000"/>
                </a:schemeClr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444" name="Oval 443"/>
              <p:cNvSpPr/>
              <p:nvPr/>
            </p:nvSpPr>
            <p:spPr bwMode="auto">
              <a:xfrm>
                <a:off x="2705100" y="2012950"/>
                <a:ext cx="3579813" cy="492125"/>
              </a:xfrm>
              <a:prstGeom prst="ellipse">
                <a:avLst/>
              </a:prstGeom>
              <a:solidFill>
                <a:srgbClr val="CC0000">
                  <a:alpha val="42000"/>
                </a:srgbClr>
              </a:solidFill>
              <a:ln w="3175">
                <a:solidFill>
                  <a:srgbClr val="CC000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445" name="TextBox 389"/>
              <p:cNvSpPr txBox="1">
                <a:spLocks noChangeArrowheads="1"/>
              </p:cNvSpPr>
              <p:nvPr/>
            </p:nvSpPr>
            <p:spPr bwMode="auto">
              <a:xfrm>
                <a:off x="3901810" y="2127167"/>
                <a:ext cx="1159411" cy="296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algn="ctr">
                  <a:lnSpc>
                    <a:spcPts val="1475"/>
                  </a:lnSpc>
                </a:pPr>
                <a:r>
                  <a:rPr lang="en-US" sz="1800" dirty="0">
                    <a:solidFill>
                      <a:schemeClr val="bg1"/>
                    </a:solidFill>
                  </a:rPr>
                  <a:t>CA</a:t>
                </a:r>
              </a:p>
            </p:txBody>
          </p:sp>
        </p:grpSp>
        <p:grpSp>
          <p:nvGrpSpPr>
            <p:cNvPr id="17" name="Group 16"/>
            <p:cNvGrpSpPr/>
            <p:nvPr/>
          </p:nvGrpSpPr>
          <p:grpSpPr>
            <a:xfrm>
              <a:off x="3589508" y="4760377"/>
              <a:ext cx="463568" cy="285869"/>
              <a:chOff x="3558850" y="4573304"/>
              <a:chExt cx="463568" cy="285869"/>
            </a:xfrm>
          </p:grpSpPr>
          <p:grpSp>
            <p:nvGrpSpPr>
              <p:cNvPr id="13" name="Group 12"/>
              <p:cNvGrpSpPr/>
              <p:nvPr/>
            </p:nvGrpSpPr>
            <p:grpSpPr>
              <a:xfrm>
                <a:off x="3558850" y="4577634"/>
                <a:ext cx="463568" cy="262710"/>
                <a:chOff x="3558850" y="4577634"/>
                <a:chExt cx="463568" cy="262710"/>
              </a:xfrm>
            </p:grpSpPr>
            <p:sp>
              <p:nvSpPr>
                <p:cNvPr id="447" name="Oval 446"/>
                <p:cNvSpPr/>
                <p:nvPr/>
              </p:nvSpPr>
              <p:spPr bwMode="auto">
                <a:xfrm>
                  <a:off x="3573337" y="4577634"/>
                  <a:ext cx="439424" cy="261732"/>
                </a:xfrm>
                <a:prstGeom prst="ellipse">
                  <a:avLst/>
                </a:prstGeom>
                <a:solidFill>
                  <a:schemeClr val="bg1">
                    <a:alpha val="42000"/>
                  </a:schemeClr>
                </a:solidFill>
                <a:ln w="3175"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448" name="Oval 447"/>
                <p:cNvSpPr/>
                <p:nvPr/>
              </p:nvSpPr>
              <p:spPr bwMode="auto">
                <a:xfrm>
                  <a:off x="3558850" y="4587291"/>
                  <a:ext cx="463568" cy="253053"/>
                </a:xfrm>
                <a:prstGeom prst="ellipse">
                  <a:avLst/>
                </a:prstGeom>
                <a:solidFill>
                  <a:srgbClr val="CC0000">
                    <a:alpha val="42000"/>
                  </a:srgbClr>
                </a:solidFill>
                <a:ln w="3175">
                  <a:solidFill>
                    <a:srgbClr val="CC0000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</p:grpSp>
          <p:sp>
            <p:nvSpPr>
              <p:cNvPr id="449" name="TextBox 389"/>
              <p:cNvSpPr txBox="1">
                <a:spLocks noChangeArrowheads="1"/>
              </p:cNvSpPr>
              <p:nvPr/>
            </p:nvSpPr>
            <p:spPr bwMode="auto">
              <a:xfrm>
                <a:off x="3565935" y="4573304"/>
                <a:ext cx="434071" cy="2858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algn="ctr">
                  <a:lnSpc>
                    <a:spcPts val="1475"/>
                  </a:lnSpc>
                </a:pPr>
                <a:r>
                  <a:rPr lang="en-US" sz="1400" dirty="0">
                    <a:solidFill>
                      <a:schemeClr val="bg1"/>
                    </a:solidFill>
                  </a:rPr>
                  <a:t>CA</a:t>
                </a:r>
                <a:endParaRPr lang="en-US" sz="1800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451" name="Group 450"/>
            <p:cNvGrpSpPr/>
            <p:nvPr/>
          </p:nvGrpSpPr>
          <p:grpSpPr>
            <a:xfrm>
              <a:off x="4369656" y="4758258"/>
              <a:ext cx="463568" cy="285869"/>
              <a:chOff x="3558850" y="4573304"/>
              <a:chExt cx="463568" cy="285869"/>
            </a:xfrm>
          </p:grpSpPr>
          <p:grpSp>
            <p:nvGrpSpPr>
              <p:cNvPr id="452" name="Group 451"/>
              <p:cNvGrpSpPr/>
              <p:nvPr/>
            </p:nvGrpSpPr>
            <p:grpSpPr>
              <a:xfrm>
                <a:off x="3558850" y="4577634"/>
                <a:ext cx="463568" cy="262710"/>
                <a:chOff x="3558850" y="4577634"/>
                <a:chExt cx="463568" cy="262710"/>
              </a:xfrm>
            </p:grpSpPr>
            <p:sp>
              <p:nvSpPr>
                <p:cNvPr id="454" name="Oval 453"/>
                <p:cNvSpPr/>
                <p:nvPr/>
              </p:nvSpPr>
              <p:spPr bwMode="auto">
                <a:xfrm>
                  <a:off x="3573337" y="4577634"/>
                  <a:ext cx="439424" cy="261732"/>
                </a:xfrm>
                <a:prstGeom prst="ellipse">
                  <a:avLst/>
                </a:prstGeom>
                <a:solidFill>
                  <a:schemeClr val="bg1">
                    <a:alpha val="42000"/>
                  </a:schemeClr>
                </a:solidFill>
                <a:ln w="3175"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455" name="Oval 454"/>
                <p:cNvSpPr/>
                <p:nvPr/>
              </p:nvSpPr>
              <p:spPr bwMode="auto">
                <a:xfrm>
                  <a:off x="3558850" y="4587291"/>
                  <a:ext cx="463568" cy="253053"/>
                </a:xfrm>
                <a:prstGeom prst="ellipse">
                  <a:avLst/>
                </a:prstGeom>
                <a:solidFill>
                  <a:srgbClr val="CC0000">
                    <a:alpha val="42000"/>
                  </a:srgbClr>
                </a:solidFill>
                <a:ln w="3175">
                  <a:solidFill>
                    <a:srgbClr val="CC0000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</p:grpSp>
          <p:sp>
            <p:nvSpPr>
              <p:cNvPr id="453" name="TextBox 389"/>
              <p:cNvSpPr txBox="1">
                <a:spLocks noChangeArrowheads="1"/>
              </p:cNvSpPr>
              <p:nvPr/>
            </p:nvSpPr>
            <p:spPr bwMode="auto">
              <a:xfrm>
                <a:off x="3565935" y="4573304"/>
                <a:ext cx="434071" cy="2858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algn="ctr">
                  <a:lnSpc>
                    <a:spcPts val="1475"/>
                  </a:lnSpc>
                </a:pPr>
                <a:r>
                  <a:rPr lang="en-US" sz="1400" dirty="0">
                    <a:solidFill>
                      <a:schemeClr val="bg1"/>
                    </a:solidFill>
                  </a:rPr>
                  <a:t>CA</a:t>
                </a:r>
                <a:endParaRPr lang="en-US" sz="1800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456" name="Group 455"/>
            <p:cNvGrpSpPr/>
            <p:nvPr/>
          </p:nvGrpSpPr>
          <p:grpSpPr>
            <a:xfrm>
              <a:off x="5569912" y="4756140"/>
              <a:ext cx="463568" cy="285869"/>
              <a:chOff x="3558850" y="4573304"/>
              <a:chExt cx="463568" cy="285869"/>
            </a:xfrm>
          </p:grpSpPr>
          <p:grpSp>
            <p:nvGrpSpPr>
              <p:cNvPr id="457" name="Group 456"/>
              <p:cNvGrpSpPr/>
              <p:nvPr/>
            </p:nvGrpSpPr>
            <p:grpSpPr>
              <a:xfrm>
                <a:off x="3558850" y="4577634"/>
                <a:ext cx="463568" cy="262710"/>
                <a:chOff x="3558850" y="4577634"/>
                <a:chExt cx="463568" cy="262710"/>
              </a:xfrm>
            </p:grpSpPr>
            <p:sp>
              <p:nvSpPr>
                <p:cNvPr id="459" name="Oval 458"/>
                <p:cNvSpPr/>
                <p:nvPr/>
              </p:nvSpPr>
              <p:spPr bwMode="auto">
                <a:xfrm>
                  <a:off x="3573337" y="4577634"/>
                  <a:ext cx="439424" cy="261732"/>
                </a:xfrm>
                <a:prstGeom prst="ellipse">
                  <a:avLst/>
                </a:prstGeom>
                <a:solidFill>
                  <a:schemeClr val="bg1">
                    <a:alpha val="42000"/>
                  </a:schemeClr>
                </a:solidFill>
                <a:ln w="3175"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460" name="Oval 459"/>
                <p:cNvSpPr/>
                <p:nvPr/>
              </p:nvSpPr>
              <p:spPr bwMode="auto">
                <a:xfrm>
                  <a:off x="3558850" y="4587291"/>
                  <a:ext cx="463568" cy="253053"/>
                </a:xfrm>
                <a:prstGeom prst="ellipse">
                  <a:avLst/>
                </a:prstGeom>
                <a:solidFill>
                  <a:srgbClr val="CC0000">
                    <a:alpha val="42000"/>
                  </a:srgbClr>
                </a:solidFill>
                <a:ln w="3175">
                  <a:solidFill>
                    <a:srgbClr val="CC0000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</p:grpSp>
          <p:sp>
            <p:nvSpPr>
              <p:cNvPr id="458" name="TextBox 389"/>
              <p:cNvSpPr txBox="1">
                <a:spLocks noChangeArrowheads="1"/>
              </p:cNvSpPr>
              <p:nvPr/>
            </p:nvSpPr>
            <p:spPr bwMode="auto">
              <a:xfrm>
                <a:off x="3565935" y="4573304"/>
                <a:ext cx="434071" cy="2858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algn="ctr">
                  <a:lnSpc>
                    <a:spcPts val="1475"/>
                  </a:lnSpc>
                </a:pPr>
                <a:r>
                  <a:rPr lang="en-US" sz="1400" dirty="0">
                    <a:solidFill>
                      <a:schemeClr val="bg1"/>
                    </a:solidFill>
                  </a:rPr>
                  <a:t>CA</a:t>
                </a:r>
                <a:endParaRPr lang="en-US" sz="1800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461" name="Group 460"/>
            <p:cNvGrpSpPr/>
            <p:nvPr/>
          </p:nvGrpSpPr>
          <p:grpSpPr>
            <a:xfrm>
              <a:off x="6557699" y="4754022"/>
              <a:ext cx="463568" cy="285869"/>
              <a:chOff x="3558850" y="4573304"/>
              <a:chExt cx="463568" cy="285869"/>
            </a:xfrm>
          </p:grpSpPr>
          <p:grpSp>
            <p:nvGrpSpPr>
              <p:cNvPr id="462" name="Group 461"/>
              <p:cNvGrpSpPr/>
              <p:nvPr/>
            </p:nvGrpSpPr>
            <p:grpSpPr>
              <a:xfrm>
                <a:off x="3558850" y="4577634"/>
                <a:ext cx="463568" cy="262710"/>
                <a:chOff x="3558850" y="4577634"/>
                <a:chExt cx="463568" cy="262710"/>
              </a:xfrm>
            </p:grpSpPr>
            <p:sp>
              <p:nvSpPr>
                <p:cNvPr id="464" name="Oval 463"/>
                <p:cNvSpPr/>
                <p:nvPr/>
              </p:nvSpPr>
              <p:spPr bwMode="auto">
                <a:xfrm>
                  <a:off x="3573337" y="4577634"/>
                  <a:ext cx="439424" cy="261732"/>
                </a:xfrm>
                <a:prstGeom prst="ellipse">
                  <a:avLst/>
                </a:prstGeom>
                <a:solidFill>
                  <a:schemeClr val="bg1">
                    <a:alpha val="42000"/>
                  </a:schemeClr>
                </a:solidFill>
                <a:ln w="3175"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465" name="Oval 464"/>
                <p:cNvSpPr/>
                <p:nvPr/>
              </p:nvSpPr>
              <p:spPr bwMode="auto">
                <a:xfrm>
                  <a:off x="3558850" y="4587291"/>
                  <a:ext cx="463568" cy="253053"/>
                </a:xfrm>
                <a:prstGeom prst="ellipse">
                  <a:avLst/>
                </a:prstGeom>
                <a:solidFill>
                  <a:srgbClr val="CC0000">
                    <a:alpha val="42000"/>
                  </a:srgbClr>
                </a:solidFill>
                <a:ln w="3175">
                  <a:solidFill>
                    <a:srgbClr val="CC0000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</p:grpSp>
          <p:sp>
            <p:nvSpPr>
              <p:cNvPr id="463" name="TextBox 389"/>
              <p:cNvSpPr txBox="1">
                <a:spLocks noChangeArrowheads="1"/>
              </p:cNvSpPr>
              <p:nvPr/>
            </p:nvSpPr>
            <p:spPr bwMode="auto">
              <a:xfrm>
                <a:off x="3565935" y="4573304"/>
                <a:ext cx="434071" cy="2858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algn="ctr">
                  <a:lnSpc>
                    <a:spcPts val="1475"/>
                  </a:lnSpc>
                </a:pPr>
                <a:r>
                  <a:rPr lang="en-US" sz="1400" dirty="0">
                    <a:solidFill>
                      <a:schemeClr val="bg1"/>
                    </a:solidFill>
                  </a:rPr>
                  <a:t>CA</a:t>
                </a:r>
                <a:endParaRPr lang="en-US" sz="1800" dirty="0">
                  <a:solidFill>
                    <a:schemeClr val="bg1"/>
                  </a:solidFill>
                </a:endParaRPr>
              </a:p>
            </p:txBody>
          </p:sp>
        </p:grpSp>
      </p:grpSp>
      <p:grpSp>
        <p:nvGrpSpPr>
          <p:cNvPr id="10" name="Group 9"/>
          <p:cNvGrpSpPr/>
          <p:nvPr/>
        </p:nvGrpSpPr>
        <p:grpSpPr>
          <a:xfrm>
            <a:off x="2651760" y="3017520"/>
            <a:ext cx="3972560" cy="2032000"/>
            <a:chOff x="2651760" y="3017520"/>
            <a:chExt cx="3972560" cy="2032000"/>
          </a:xfrm>
        </p:grpSpPr>
        <p:cxnSp>
          <p:nvCxnSpPr>
            <p:cNvPr id="338" name="Straight Arrow Connector 337"/>
            <p:cNvCxnSpPr/>
            <p:nvPr/>
          </p:nvCxnSpPr>
          <p:spPr bwMode="auto">
            <a:xfrm>
              <a:off x="2651760" y="3017520"/>
              <a:ext cx="0" cy="1666240"/>
            </a:xfrm>
            <a:prstGeom prst="straightConnector1">
              <a:avLst/>
            </a:prstGeom>
            <a:ln w="12700">
              <a:solidFill>
                <a:srgbClr val="CC0000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3" name="Straight Arrow Connector 342"/>
            <p:cNvCxnSpPr/>
            <p:nvPr/>
          </p:nvCxnSpPr>
          <p:spPr bwMode="auto">
            <a:xfrm>
              <a:off x="3647440" y="3017520"/>
              <a:ext cx="0" cy="2032000"/>
            </a:xfrm>
            <a:prstGeom prst="straightConnector1">
              <a:avLst/>
            </a:prstGeom>
            <a:ln w="12700">
              <a:solidFill>
                <a:srgbClr val="CC0000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7" name="Straight Arrow Connector 346"/>
            <p:cNvCxnSpPr/>
            <p:nvPr/>
          </p:nvCxnSpPr>
          <p:spPr bwMode="auto">
            <a:xfrm>
              <a:off x="4460240" y="3017520"/>
              <a:ext cx="0" cy="2032000"/>
            </a:xfrm>
            <a:prstGeom prst="straightConnector1">
              <a:avLst/>
            </a:prstGeom>
            <a:ln w="12700">
              <a:solidFill>
                <a:srgbClr val="CC0000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8" name="Straight Arrow Connector 347"/>
            <p:cNvCxnSpPr/>
            <p:nvPr/>
          </p:nvCxnSpPr>
          <p:spPr bwMode="auto">
            <a:xfrm>
              <a:off x="5659120" y="3017520"/>
              <a:ext cx="0" cy="2032000"/>
            </a:xfrm>
            <a:prstGeom prst="straightConnector1">
              <a:avLst/>
            </a:prstGeom>
            <a:ln w="12700">
              <a:solidFill>
                <a:srgbClr val="CC0000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9" name="Straight Arrow Connector 348"/>
            <p:cNvCxnSpPr/>
            <p:nvPr/>
          </p:nvCxnSpPr>
          <p:spPr bwMode="auto">
            <a:xfrm>
              <a:off x="6624320" y="3017520"/>
              <a:ext cx="0" cy="2032000"/>
            </a:xfrm>
            <a:prstGeom prst="straightConnector1">
              <a:avLst/>
            </a:prstGeom>
            <a:ln w="12700">
              <a:solidFill>
                <a:srgbClr val="CC0000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2619304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69" name="Text Box 167"/>
          <p:cNvSpPr txBox="1">
            <a:spLocks noChangeArrowheads="1"/>
          </p:cNvSpPr>
          <p:nvPr/>
        </p:nvSpPr>
        <p:spPr bwMode="auto">
          <a:xfrm>
            <a:off x="542925" y="236538"/>
            <a:ext cx="6921862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3600" dirty="0">
                <a:solidFill>
                  <a:srgbClr val="000099"/>
                </a:solidFill>
                <a:latin typeface="Gill Sans MT" charset="0"/>
              </a:rPr>
              <a:t>Software defined networking (SDN)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601426" y="1145754"/>
            <a:ext cx="8148587" cy="4785124"/>
          </a:xfrm>
        </p:spPr>
        <p:txBody>
          <a:bodyPr/>
          <a:lstStyle/>
          <a:p>
            <a:pPr marL="0" indent="0">
              <a:lnSpc>
                <a:spcPct val="90000"/>
              </a:lnSpc>
              <a:buNone/>
            </a:pPr>
            <a:r>
              <a:rPr lang="en-US" i="1" dirty="0">
                <a:solidFill>
                  <a:srgbClr val="CC0000"/>
                </a:solidFill>
              </a:rPr>
              <a:t>Why</a:t>
            </a:r>
            <a:r>
              <a:rPr lang="en-US" dirty="0">
                <a:solidFill>
                  <a:srgbClr val="CC0000"/>
                </a:solidFill>
              </a:rPr>
              <a:t> </a:t>
            </a:r>
            <a:r>
              <a:rPr lang="en-US" dirty="0"/>
              <a:t>a</a:t>
            </a:r>
            <a:r>
              <a:rPr lang="en-US" dirty="0">
                <a:solidFill>
                  <a:srgbClr val="CC0000"/>
                </a:solidFill>
              </a:rPr>
              <a:t> </a:t>
            </a:r>
            <a:r>
              <a:rPr lang="en-US" i="1" dirty="0">
                <a:solidFill>
                  <a:srgbClr val="CC0000"/>
                </a:solidFill>
              </a:rPr>
              <a:t>logically centralized </a:t>
            </a:r>
            <a:r>
              <a:rPr lang="en-US" dirty="0">
                <a:solidFill>
                  <a:srgbClr val="000000"/>
                </a:solidFill>
              </a:rPr>
              <a:t>control plane?</a:t>
            </a:r>
          </a:p>
          <a:p>
            <a:pPr marL="635000" indent="-400050"/>
            <a:r>
              <a:rPr lang="en-US" dirty="0"/>
              <a:t>easier network management: avoid router misconfigurations, greater flexibility of traffic flows</a:t>
            </a:r>
          </a:p>
          <a:p>
            <a:pPr marL="635000" indent="-400050"/>
            <a:r>
              <a:rPr lang="en-US" dirty="0"/>
              <a:t>table-based forwarding (OpenFlow API) allows “programming” routers</a:t>
            </a:r>
          </a:p>
          <a:p>
            <a:pPr marL="1035050" lvl="1" indent="-400050"/>
            <a:r>
              <a:rPr lang="en-US" dirty="0"/>
              <a:t>centralized “programming” easier: compute tables centrally and distribute</a:t>
            </a:r>
          </a:p>
          <a:p>
            <a:pPr marL="1035050" lvl="1" indent="-400050"/>
            <a:r>
              <a:rPr lang="en-US" dirty="0"/>
              <a:t>distributed “programming” more difficult: compute tables as result of distributed algorithm (protocol) implemented in each and every router </a:t>
            </a:r>
          </a:p>
          <a:p>
            <a:pPr marL="635000" indent="-400050"/>
            <a:r>
              <a:rPr lang="en-US" dirty="0"/>
              <a:t>open (non-proprietary) implementation of control plane</a:t>
            </a:r>
          </a:p>
          <a:p>
            <a:pPr marL="635000" indent="-40005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85311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Box 27"/>
          <p:cNvSpPr txBox="1">
            <a:spLocks noChangeArrowheads="1"/>
          </p:cNvSpPr>
          <p:nvPr/>
        </p:nvSpPr>
        <p:spPr bwMode="auto">
          <a:xfrm>
            <a:off x="152400" y="4859886"/>
            <a:ext cx="3276600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Helvetica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9pPr>
          </a:lstStyle>
          <a:p>
            <a:pPr algn="ctr" defTabSz="914400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2400" b="0" dirty="0">
                <a:solidFill>
                  <a:prstClr val="black"/>
                </a:solidFill>
                <a:latin typeface="+mn-lt"/>
              </a:rPr>
              <a:t>Vertically integrated</a:t>
            </a:r>
          </a:p>
          <a:p>
            <a:pPr algn="ctr" defTabSz="914400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2400" b="0" dirty="0">
                <a:solidFill>
                  <a:prstClr val="black"/>
                </a:solidFill>
                <a:latin typeface="+mn-lt"/>
              </a:rPr>
              <a:t>Closed, proprietary</a:t>
            </a:r>
          </a:p>
          <a:p>
            <a:pPr algn="ctr" defTabSz="914400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2400" b="0" dirty="0">
                <a:solidFill>
                  <a:prstClr val="black"/>
                </a:solidFill>
                <a:latin typeface="+mn-lt"/>
              </a:rPr>
              <a:t>Slow innovation</a:t>
            </a:r>
          </a:p>
          <a:p>
            <a:pPr algn="ctr" defTabSz="914400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2400" b="0" dirty="0">
                <a:solidFill>
                  <a:prstClr val="black"/>
                </a:solidFill>
                <a:latin typeface="+mn-lt"/>
              </a:rPr>
              <a:t>Small industry</a:t>
            </a: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49" t="1500" r="3650" b="5499"/>
          <a:stretch>
            <a:fillRect/>
          </a:stretch>
        </p:blipFill>
        <p:spPr bwMode="auto">
          <a:xfrm>
            <a:off x="367763" y="1300457"/>
            <a:ext cx="2496173" cy="35173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ounded Rectangle 4"/>
          <p:cNvSpPr/>
          <p:nvPr/>
        </p:nvSpPr>
        <p:spPr>
          <a:xfrm>
            <a:off x="609600" y="2496799"/>
            <a:ext cx="1905000" cy="965200"/>
          </a:xfrm>
          <a:prstGeom prst="roundRect">
            <a:avLst/>
          </a:prstGeom>
          <a:solidFill>
            <a:srgbClr val="000090"/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000" b="1">
                <a:solidFill>
                  <a:prstClr val="white"/>
                </a:solidFill>
                <a:latin typeface="+mj-lt"/>
                <a:ea typeface="ＭＳ Ｐゴシック" charset="-128"/>
                <a:cs typeface="ＭＳ Ｐゴシック" charset="-128"/>
              </a:rPr>
              <a:t>Specialized</a:t>
            </a:r>
          </a:p>
          <a:p>
            <a:pPr algn="ctr"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000" b="1">
                <a:solidFill>
                  <a:prstClr val="white"/>
                </a:solidFill>
                <a:latin typeface="+mj-lt"/>
                <a:ea typeface="ＭＳ Ｐゴシック" charset="-128"/>
                <a:cs typeface="ＭＳ Ｐゴシック" charset="-128"/>
              </a:rPr>
              <a:t>Operating</a:t>
            </a:r>
          </a:p>
          <a:p>
            <a:pPr algn="ctr"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000" b="1">
                <a:solidFill>
                  <a:prstClr val="white"/>
                </a:solidFill>
                <a:latin typeface="+mj-lt"/>
                <a:ea typeface="ＭＳ Ｐゴシック" charset="-128"/>
                <a:cs typeface="ＭＳ Ｐゴシック" charset="-128"/>
              </a:rPr>
              <a:t>System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600" y="3538199"/>
            <a:ext cx="1905000" cy="838200"/>
          </a:xfrm>
          <a:prstGeom prst="roundRect">
            <a:avLst/>
          </a:prstGeom>
          <a:solidFill>
            <a:srgbClr val="000090"/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000" b="1">
                <a:solidFill>
                  <a:prstClr val="white"/>
                </a:solidFill>
                <a:latin typeface="+mj-lt"/>
                <a:ea typeface="ＭＳ Ｐゴシック" charset="-128"/>
                <a:cs typeface="ＭＳ Ｐゴシック" charset="-128"/>
              </a:rPr>
              <a:t>Specialized</a:t>
            </a:r>
          </a:p>
          <a:p>
            <a:pPr algn="ctr"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000" b="1">
                <a:solidFill>
                  <a:prstClr val="white"/>
                </a:solidFill>
                <a:latin typeface="+mj-lt"/>
                <a:ea typeface="ＭＳ Ｐゴシック" charset="-128"/>
                <a:cs typeface="ＭＳ Ｐゴシック" charset="-128"/>
              </a:rPr>
              <a:t>Hardware</a:t>
            </a:r>
          </a:p>
        </p:txBody>
      </p:sp>
      <p:grpSp>
        <p:nvGrpSpPr>
          <p:cNvPr id="2" name="Group 47"/>
          <p:cNvGrpSpPr>
            <a:grpSpLocks/>
          </p:cNvGrpSpPr>
          <p:nvPr/>
        </p:nvGrpSpPr>
        <p:grpSpPr bwMode="auto">
          <a:xfrm>
            <a:off x="5440815" y="1480745"/>
            <a:ext cx="3048000" cy="417900"/>
            <a:chOff x="5334000" y="1371600"/>
            <a:chExt cx="3657600" cy="685800"/>
          </a:xfrm>
        </p:grpSpPr>
        <p:sp>
          <p:nvSpPr>
            <p:cNvPr id="46" name="Rounded Rectangle 45"/>
            <p:cNvSpPr/>
            <p:nvPr/>
          </p:nvSpPr>
          <p:spPr bwMode="auto">
            <a:xfrm>
              <a:off x="8382000" y="1371600"/>
              <a:ext cx="609600" cy="685800"/>
            </a:xfrm>
            <a:prstGeom prst="roundRect">
              <a:avLst/>
            </a:prstGeom>
            <a:solidFill>
              <a:srgbClr val="FFCC66"/>
            </a:solidFill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400">
                <a:defRPr/>
              </a:pPr>
              <a:r>
                <a:rPr lang="en-US" sz="1600" b="1" dirty="0">
                  <a:solidFill>
                    <a:srgbClr val="FFCC66"/>
                  </a:solidFill>
                  <a:latin typeface="Calibri"/>
                </a:rPr>
                <a:t>App</a:t>
              </a:r>
            </a:p>
          </p:txBody>
        </p:sp>
        <p:sp>
          <p:nvSpPr>
            <p:cNvPr id="45" name="Rounded Rectangle 44"/>
            <p:cNvSpPr/>
            <p:nvPr/>
          </p:nvSpPr>
          <p:spPr bwMode="auto">
            <a:xfrm>
              <a:off x="8077200" y="1371600"/>
              <a:ext cx="609600" cy="685800"/>
            </a:xfrm>
            <a:prstGeom prst="roundRect">
              <a:avLst/>
            </a:prstGeom>
            <a:solidFill>
              <a:srgbClr val="FFCC66"/>
            </a:solidFill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400">
                <a:defRPr/>
              </a:pPr>
              <a:r>
                <a:rPr lang="en-US" sz="1600" b="1" dirty="0">
                  <a:solidFill>
                    <a:srgbClr val="FFCC66"/>
                  </a:solidFill>
                  <a:latin typeface="Calibri"/>
                </a:rPr>
                <a:t>App</a:t>
              </a:r>
            </a:p>
          </p:txBody>
        </p:sp>
        <p:sp>
          <p:nvSpPr>
            <p:cNvPr id="44" name="Rounded Rectangle 43"/>
            <p:cNvSpPr/>
            <p:nvPr/>
          </p:nvSpPr>
          <p:spPr bwMode="auto">
            <a:xfrm>
              <a:off x="7772400" y="1371600"/>
              <a:ext cx="609600" cy="685800"/>
            </a:xfrm>
            <a:prstGeom prst="roundRect">
              <a:avLst/>
            </a:prstGeom>
            <a:solidFill>
              <a:srgbClr val="FFCC66"/>
            </a:solidFill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400">
                <a:defRPr/>
              </a:pPr>
              <a:r>
                <a:rPr lang="en-US" sz="1600" b="1" dirty="0">
                  <a:solidFill>
                    <a:srgbClr val="FFCC66"/>
                  </a:solidFill>
                  <a:latin typeface="Calibri"/>
                </a:rPr>
                <a:t>App</a:t>
              </a:r>
            </a:p>
          </p:txBody>
        </p:sp>
        <p:sp>
          <p:nvSpPr>
            <p:cNvPr id="43" name="Rounded Rectangle 42"/>
            <p:cNvSpPr/>
            <p:nvPr/>
          </p:nvSpPr>
          <p:spPr bwMode="auto">
            <a:xfrm>
              <a:off x="7467600" y="1371600"/>
              <a:ext cx="609600" cy="685800"/>
            </a:xfrm>
            <a:prstGeom prst="roundRect">
              <a:avLst/>
            </a:prstGeom>
            <a:solidFill>
              <a:srgbClr val="FFCC66"/>
            </a:solidFill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400">
                <a:defRPr/>
              </a:pPr>
              <a:r>
                <a:rPr lang="en-US" sz="1600" b="1" dirty="0">
                  <a:solidFill>
                    <a:srgbClr val="FFCC66"/>
                  </a:solidFill>
                  <a:latin typeface="Calibri"/>
                </a:rPr>
                <a:t>App</a:t>
              </a:r>
            </a:p>
          </p:txBody>
        </p:sp>
        <p:sp>
          <p:nvSpPr>
            <p:cNvPr id="42" name="Rounded Rectangle 41"/>
            <p:cNvSpPr/>
            <p:nvPr/>
          </p:nvSpPr>
          <p:spPr bwMode="auto">
            <a:xfrm>
              <a:off x="7162800" y="1371600"/>
              <a:ext cx="609600" cy="685800"/>
            </a:xfrm>
            <a:prstGeom prst="roundRect">
              <a:avLst/>
            </a:prstGeom>
            <a:solidFill>
              <a:srgbClr val="FFCC66"/>
            </a:solidFill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400">
                <a:defRPr/>
              </a:pPr>
              <a:r>
                <a:rPr lang="en-US" sz="1600" b="1" dirty="0">
                  <a:solidFill>
                    <a:srgbClr val="FFCC66"/>
                  </a:solidFill>
                  <a:latin typeface="Calibri"/>
                </a:rPr>
                <a:t>App</a:t>
              </a:r>
            </a:p>
          </p:txBody>
        </p:sp>
        <p:sp>
          <p:nvSpPr>
            <p:cNvPr id="41" name="Rounded Rectangle 40"/>
            <p:cNvSpPr/>
            <p:nvPr/>
          </p:nvSpPr>
          <p:spPr bwMode="auto">
            <a:xfrm>
              <a:off x="6858000" y="1371600"/>
              <a:ext cx="609600" cy="685800"/>
            </a:xfrm>
            <a:prstGeom prst="roundRect">
              <a:avLst/>
            </a:prstGeom>
            <a:solidFill>
              <a:srgbClr val="FFCC66"/>
            </a:solidFill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400">
                <a:defRPr/>
              </a:pPr>
              <a:r>
                <a:rPr lang="en-US" sz="1600" b="1" dirty="0">
                  <a:solidFill>
                    <a:srgbClr val="FFCC66"/>
                  </a:solidFill>
                  <a:latin typeface="Calibri"/>
                </a:rPr>
                <a:t>App</a:t>
              </a:r>
            </a:p>
          </p:txBody>
        </p:sp>
        <p:sp>
          <p:nvSpPr>
            <p:cNvPr id="40" name="Rounded Rectangle 39"/>
            <p:cNvSpPr/>
            <p:nvPr/>
          </p:nvSpPr>
          <p:spPr bwMode="auto">
            <a:xfrm>
              <a:off x="6553200" y="1371600"/>
              <a:ext cx="609600" cy="685800"/>
            </a:xfrm>
            <a:prstGeom prst="roundRect">
              <a:avLst/>
            </a:prstGeom>
            <a:solidFill>
              <a:srgbClr val="FFCC66"/>
            </a:solidFill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400">
                <a:defRPr/>
              </a:pPr>
              <a:r>
                <a:rPr lang="en-US" sz="1600" b="1" dirty="0">
                  <a:solidFill>
                    <a:srgbClr val="FFCC66"/>
                  </a:solidFill>
                  <a:latin typeface="Calibri"/>
                </a:rPr>
                <a:t>App</a:t>
              </a:r>
            </a:p>
          </p:txBody>
        </p:sp>
        <p:sp>
          <p:nvSpPr>
            <p:cNvPr id="39" name="Rounded Rectangle 38"/>
            <p:cNvSpPr/>
            <p:nvPr/>
          </p:nvSpPr>
          <p:spPr bwMode="auto">
            <a:xfrm>
              <a:off x="6248400" y="1371600"/>
              <a:ext cx="609600" cy="685800"/>
            </a:xfrm>
            <a:prstGeom prst="roundRect">
              <a:avLst/>
            </a:prstGeom>
            <a:solidFill>
              <a:srgbClr val="FFCC66"/>
            </a:solidFill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400">
                <a:defRPr/>
              </a:pPr>
              <a:r>
                <a:rPr lang="en-US" sz="1600" b="1" dirty="0">
                  <a:solidFill>
                    <a:srgbClr val="FFCC66"/>
                  </a:solidFill>
                  <a:latin typeface="Calibri"/>
                </a:rPr>
                <a:t>App</a:t>
              </a:r>
            </a:p>
          </p:txBody>
        </p:sp>
        <p:sp>
          <p:nvSpPr>
            <p:cNvPr id="38" name="Rounded Rectangle 37"/>
            <p:cNvSpPr/>
            <p:nvPr/>
          </p:nvSpPr>
          <p:spPr bwMode="auto">
            <a:xfrm>
              <a:off x="5943600" y="1371600"/>
              <a:ext cx="609600" cy="685800"/>
            </a:xfrm>
            <a:prstGeom prst="roundRect">
              <a:avLst/>
            </a:prstGeom>
            <a:solidFill>
              <a:srgbClr val="FFCC66"/>
            </a:solidFill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400">
                <a:defRPr/>
              </a:pPr>
              <a:r>
                <a:rPr lang="en-US" sz="1600" b="1" dirty="0">
                  <a:solidFill>
                    <a:srgbClr val="FFCC66"/>
                  </a:solidFill>
                  <a:latin typeface="Calibri"/>
                </a:rPr>
                <a:t>App</a:t>
              </a:r>
            </a:p>
          </p:txBody>
        </p:sp>
        <p:sp>
          <p:nvSpPr>
            <p:cNvPr id="37" name="Rounded Rectangle 36"/>
            <p:cNvSpPr/>
            <p:nvPr/>
          </p:nvSpPr>
          <p:spPr bwMode="auto">
            <a:xfrm>
              <a:off x="5638800" y="1371600"/>
              <a:ext cx="609600" cy="685800"/>
            </a:xfrm>
            <a:prstGeom prst="roundRect">
              <a:avLst/>
            </a:prstGeom>
            <a:solidFill>
              <a:srgbClr val="FFCC66"/>
            </a:solidFill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400">
                <a:defRPr/>
              </a:pPr>
              <a:r>
                <a:rPr lang="en-US" sz="1600" b="1" dirty="0">
                  <a:solidFill>
                    <a:srgbClr val="FFCC66"/>
                  </a:solidFill>
                  <a:latin typeface="Calibri"/>
                </a:rPr>
                <a:t>App</a:t>
              </a:r>
            </a:p>
          </p:txBody>
        </p:sp>
        <p:sp>
          <p:nvSpPr>
            <p:cNvPr id="31" name="Rounded Rectangle 30"/>
            <p:cNvSpPr/>
            <p:nvPr/>
          </p:nvSpPr>
          <p:spPr bwMode="auto">
            <a:xfrm>
              <a:off x="5334000" y="1371600"/>
              <a:ext cx="914400" cy="685800"/>
            </a:xfrm>
            <a:prstGeom prst="roundRect">
              <a:avLst/>
            </a:prstGeom>
            <a:solidFill>
              <a:srgbClr val="FFCC66"/>
            </a:solidFill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400">
                <a:defRPr/>
              </a:pPr>
              <a:r>
                <a:rPr lang="en-US" sz="1400" b="1" dirty="0">
                  <a:solidFill>
                    <a:prstClr val="black"/>
                  </a:solidFill>
                  <a:latin typeface="Calibri"/>
                </a:rPr>
                <a:t>App</a:t>
              </a:r>
            </a:p>
          </p:txBody>
        </p:sp>
      </p:grpSp>
      <p:sp>
        <p:nvSpPr>
          <p:cNvPr id="35" name="Rounded Rectangle 34"/>
          <p:cNvSpPr/>
          <p:nvPr/>
        </p:nvSpPr>
        <p:spPr>
          <a:xfrm>
            <a:off x="609600" y="1658599"/>
            <a:ext cx="1905000" cy="736600"/>
          </a:xfrm>
          <a:prstGeom prst="roundRect">
            <a:avLst/>
          </a:prstGeom>
          <a:solidFill>
            <a:srgbClr val="000090"/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000" b="1" dirty="0">
                <a:solidFill>
                  <a:prstClr val="white"/>
                </a:solidFill>
                <a:latin typeface="+mj-lt"/>
                <a:ea typeface="ＭＳ Ｐゴシック" charset="-128"/>
                <a:cs typeface="ＭＳ Ｐゴシック" charset="-128"/>
              </a:rPr>
              <a:t>Specialized</a:t>
            </a:r>
          </a:p>
          <a:p>
            <a:pPr algn="ctr"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000" b="1" dirty="0">
                <a:solidFill>
                  <a:prstClr val="white"/>
                </a:solidFill>
                <a:latin typeface="+mj-lt"/>
                <a:ea typeface="ＭＳ Ｐゴシック" charset="-128"/>
                <a:cs typeface="ＭＳ Ｐゴシック" charset="-128"/>
              </a:rPr>
              <a:t>Applications</a:t>
            </a:r>
          </a:p>
        </p:txBody>
      </p:sp>
      <p:sp>
        <p:nvSpPr>
          <p:cNvPr id="36" name="TextBox 35"/>
          <p:cNvSpPr txBox="1">
            <a:spLocks noChangeArrowheads="1"/>
          </p:cNvSpPr>
          <p:nvPr/>
        </p:nvSpPr>
        <p:spPr bwMode="auto">
          <a:xfrm>
            <a:off x="5410200" y="4875620"/>
            <a:ext cx="3200400" cy="1570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Helvetica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9pPr>
          </a:lstStyle>
          <a:p>
            <a:pPr algn="ctr" defTabSz="914400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2400" b="0" dirty="0">
                <a:solidFill>
                  <a:prstClr val="black"/>
                </a:solidFill>
                <a:latin typeface="+mj-lt"/>
              </a:rPr>
              <a:t>Horizontal</a:t>
            </a:r>
          </a:p>
          <a:p>
            <a:pPr algn="ctr" defTabSz="914400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2400" b="0" dirty="0">
                <a:solidFill>
                  <a:prstClr val="black"/>
                </a:solidFill>
                <a:latin typeface="+mj-lt"/>
              </a:rPr>
              <a:t>Open interfaces</a:t>
            </a:r>
          </a:p>
          <a:p>
            <a:pPr algn="ctr" defTabSz="914400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2400" b="0" dirty="0">
                <a:solidFill>
                  <a:prstClr val="black"/>
                </a:solidFill>
                <a:latin typeface="+mj-lt"/>
              </a:rPr>
              <a:t>Rapid innovation</a:t>
            </a:r>
          </a:p>
          <a:p>
            <a:pPr algn="ctr" defTabSz="914400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2400" b="0" dirty="0">
                <a:solidFill>
                  <a:prstClr val="black"/>
                </a:solidFill>
                <a:latin typeface="+mj-lt"/>
              </a:rPr>
              <a:t>Huge industry</a:t>
            </a:r>
          </a:p>
        </p:txBody>
      </p:sp>
      <p:sp>
        <p:nvSpPr>
          <p:cNvPr id="47" name="Right Arrow 46"/>
          <p:cNvSpPr/>
          <p:nvPr/>
        </p:nvSpPr>
        <p:spPr>
          <a:xfrm>
            <a:off x="3733800" y="2437515"/>
            <a:ext cx="1143000" cy="762000"/>
          </a:xfrm>
          <a:prstGeom prst="rightArrow">
            <a:avLst>
              <a:gd name="adj1" fmla="val 50000"/>
              <a:gd name="adj2" fmla="val 68658"/>
            </a:avLst>
          </a:prstGeom>
          <a:solidFill>
            <a:srgbClr val="FF6600"/>
          </a:solidFill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defTabSz="914400">
              <a:defRPr/>
            </a:pPr>
            <a:endParaRPr lang="en-US" sz="2000" b="1">
              <a:solidFill>
                <a:prstClr val="white"/>
              </a:solidFill>
              <a:latin typeface="Calibri"/>
            </a:endParaRPr>
          </a:p>
        </p:txBody>
      </p:sp>
      <p:grpSp>
        <p:nvGrpSpPr>
          <p:cNvPr id="3" name="Group 56"/>
          <p:cNvGrpSpPr>
            <a:grpSpLocks/>
          </p:cNvGrpSpPr>
          <p:nvPr/>
        </p:nvGrpSpPr>
        <p:grpSpPr bwMode="auto">
          <a:xfrm>
            <a:off x="5737719" y="3484470"/>
            <a:ext cx="2721609" cy="1396073"/>
            <a:chOff x="5105400" y="3212068"/>
            <a:chExt cx="3451510" cy="1817132"/>
          </a:xfrm>
        </p:grpSpPr>
        <p:sp>
          <p:nvSpPr>
            <p:cNvPr id="23" name="Rounded Rectangle 22"/>
            <p:cNvSpPr/>
            <p:nvPr/>
          </p:nvSpPr>
          <p:spPr bwMode="auto">
            <a:xfrm>
              <a:off x="6096000" y="3874196"/>
              <a:ext cx="2424501" cy="697803"/>
            </a:xfrm>
            <a:prstGeom prst="roundRect">
              <a:avLst/>
            </a:prstGeom>
            <a:solidFill>
              <a:srgbClr val="000090"/>
            </a:solidFill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600" b="1" dirty="0">
                  <a:solidFill>
                    <a:prstClr val="white"/>
                  </a:solidFill>
                  <a:latin typeface="Arial" charset="0"/>
                  <a:ea typeface="ＭＳ Ｐゴシック" charset="-128"/>
                  <a:cs typeface="ＭＳ Ｐゴシック" charset="-128"/>
                </a:rPr>
                <a:t>Microprocessor</a:t>
              </a:r>
            </a:p>
          </p:txBody>
        </p:sp>
        <p:pic>
          <p:nvPicPr>
            <p:cNvPr id="45094" name="Picture 33"/>
            <p:cNvPicPr>
              <a:picLocks noChangeAspect="1"/>
            </p:cNvPicPr>
            <p:nvPr/>
          </p:nvPicPr>
          <p:blipFill>
            <a:blip r:embed="rId4" cstate="email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05400" y="3951732"/>
              <a:ext cx="1202196" cy="10774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45095" name="Group 51"/>
            <p:cNvGrpSpPr>
              <a:grpSpLocks/>
            </p:cNvGrpSpPr>
            <p:nvPr/>
          </p:nvGrpSpPr>
          <p:grpSpPr bwMode="auto">
            <a:xfrm>
              <a:off x="5435270" y="3212068"/>
              <a:ext cx="3121640" cy="440663"/>
              <a:chOff x="5511470" y="3200400"/>
              <a:chExt cx="3121640" cy="440663"/>
            </a:xfrm>
          </p:grpSpPr>
          <p:cxnSp>
            <p:nvCxnSpPr>
              <p:cNvPr id="51" name="Straight Connector 50"/>
              <p:cNvCxnSpPr/>
              <p:nvPr/>
            </p:nvCxnSpPr>
            <p:spPr>
              <a:xfrm>
                <a:off x="5511470" y="3424423"/>
                <a:ext cx="3121640" cy="450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5097" name="TextBox 23"/>
              <p:cNvSpPr txBox="1">
                <a:spLocks noChangeArrowheads="1"/>
              </p:cNvSpPr>
              <p:nvPr/>
            </p:nvSpPr>
            <p:spPr bwMode="auto">
              <a:xfrm>
                <a:off x="5841339" y="3200400"/>
                <a:ext cx="2465881" cy="44066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Helvetica" charset="0"/>
                    <a:ea typeface="ＭＳ Ｐゴシック" charset="0"/>
                    <a:cs typeface="ＭＳ Ｐゴシック" charset="0"/>
                  </a:defRPr>
                </a:lvl1pPr>
                <a:lvl2pPr marL="37931725" indent="-37474525" eaLnBrk="0" hangingPunct="0">
                  <a:defRPr sz="2000" b="1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2pPr>
                <a:lvl3pPr eaLnBrk="0" hangingPunct="0">
                  <a:defRPr sz="2000" b="1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3pPr>
                <a:lvl4pPr eaLnBrk="0" hangingPunct="0">
                  <a:defRPr sz="2000" b="1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4pPr>
                <a:lvl5pPr eaLnBrk="0" hangingPunct="0">
                  <a:defRPr sz="2000" b="1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9pPr>
              </a:lstStyle>
              <a:p>
                <a:pPr algn="ctr" defTabSz="914400" eaLnBrk="1" fontAlgn="base" hangingPunct="1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600" dirty="0">
                    <a:solidFill>
                      <a:prstClr val="black"/>
                    </a:solidFill>
                    <a:latin typeface="Arial" charset="0"/>
                  </a:rPr>
                  <a:t>Open Interface</a:t>
                </a:r>
              </a:p>
            </p:txBody>
          </p:sp>
        </p:grpSp>
      </p:grpSp>
      <p:grpSp>
        <p:nvGrpSpPr>
          <p:cNvPr id="6" name="Group 57"/>
          <p:cNvGrpSpPr>
            <a:grpSpLocks/>
          </p:cNvGrpSpPr>
          <p:nvPr/>
        </p:nvGrpSpPr>
        <p:grpSpPr bwMode="auto">
          <a:xfrm>
            <a:off x="5183490" y="2081201"/>
            <a:ext cx="3575710" cy="1234932"/>
            <a:chOff x="5263490" y="1889268"/>
            <a:chExt cx="3575710" cy="1234932"/>
          </a:xfrm>
        </p:grpSpPr>
        <p:sp>
          <p:nvSpPr>
            <p:cNvPr id="20" name="Rounded Rectangle 19"/>
            <p:cNvSpPr/>
            <p:nvPr/>
          </p:nvSpPr>
          <p:spPr bwMode="auto">
            <a:xfrm>
              <a:off x="6934200" y="2286000"/>
              <a:ext cx="762000" cy="838200"/>
            </a:xfrm>
            <a:prstGeom prst="roundRect">
              <a:avLst/>
            </a:prstGeom>
            <a:gradFill>
              <a:gsLst>
                <a:gs pos="0">
                  <a:srgbClr val="008000"/>
                </a:gs>
                <a:gs pos="100000">
                  <a:srgbClr val="00C362"/>
                </a:gs>
              </a:gsLst>
            </a:gradFill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400">
                <a:defRPr/>
              </a:pPr>
              <a:r>
                <a:rPr lang="en-US" sz="1600" b="1">
                  <a:solidFill>
                    <a:srgbClr val="FFFFFF"/>
                  </a:solidFill>
                  <a:latin typeface="Calibri"/>
                </a:rPr>
                <a:t>Linux</a:t>
              </a:r>
            </a:p>
          </p:txBody>
        </p:sp>
        <p:sp>
          <p:nvSpPr>
            <p:cNvPr id="22" name="Rounded Rectangle 21"/>
            <p:cNvSpPr/>
            <p:nvPr/>
          </p:nvSpPr>
          <p:spPr bwMode="auto">
            <a:xfrm>
              <a:off x="8077200" y="2286000"/>
              <a:ext cx="762000" cy="838200"/>
            </a:xfrm>
            <a:prstGeom prst="roundRect">
              <a:avLst/>
            </a:prstGeom>
            <a:gradFill>
              <a:gsLst>
                <a:gs pos="0">
                  <a:srgbClr val="FF00FF"/>
                </a:gs>
                <a:gs pos="100000">
                  <a:srgbClr val="FF99CC"/>
                </a:gs>
              </a:gsLst>
            </a:gradFill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400">
                <a:defRPr/>
              </a:pPr>
              <a:r>
                <a:rPr lang="en-US" sz="1600" b="1">
                  <a:solidFill>
                    <a:srgbClr val="FFFFFF"/>
                  </a:solidFill>
                  <a:latin typeface="Calibri"/>
                </a:rPr>
                <a:t>Mac</a:t>
              </a:r>
            </a:p>
            <a:p>
              <a:pPr algn="ctr" defTabSz="914400">
                <a:defRPr/>
              </a:pPr>
              <a:r>
                <a:rPr lang="en-US" sz="1600" b="1">
                  <a:solidFill>
                    <a:srgbClr val="FFFFFF"/>
                  </a:solidFill>
                  <a:latin typeface="Calibri"/>
                </a:rPr>
                <a:t>OS</a:t>
              </a:r>
            </a:p>
          </p:txBody>
        </p:sp>
        <p:sp>
          <p:nvSpPr>
            <p:cNvPr id="24" name="Rounded Rectangle 23"/>
            <p:cNvSpPr/>
            <p:nvPr/>
          </p:nvSpPr>
          <p:spPr bwMode="auto">
            <a:xfrm>
              <a:off x="5263490" y="2286000"/>
              <a:ext cx="1289710" cy="838200"/>
            </a:xfrm>
            <a:prstGeom prst="roundRect">
              <a:avLst/>
            </a:prstGeom>
            <a:gradFill>
              <a:gsLst>
                <a:gs pos="0">
                  <a:srgbClr val="FF0000"/>
                </a:gs>
                <a:gs pos="100000">
                  <a:srgbClr val="F7545C"/>
                </a:gs>
              </a:gsLst>
            </a:gradFill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400">
                <a:defRPr/>
              </a:pPr>
              <a:r>
                <a:rPr lang="en-US" sz="2000" b="1" dirty="0">
                  <a:solidFill>
                    <a:srgbClr val="FFFFFF"/>
                  </a:solidFill>
                  <a:latin typeface="Calibri"/>
                </a:rPr>
                <a:t>Windows</a:t>
              </a:r>
            </a:p>
            <a:p>
              <a:pPr algn="ctr" defTabSz="914400">
                <a:defRPr/>
              </a:pPr>
              <a:r>
                <a:rPr lang="en-US" sz="1800" b="1" dirty="0">
                  <a:solidFill>
                    <a:srgbClr val="FFFFFF"/>
                  </a:solidFill>
                  <a:latin typeface="Calibri"/>
                </a:rPr>
                <a:t>(OS)</a:t>
              </a:r>
            </a:p>
          </p:txBody>
        </p:sp>
        <p:sp>
          <p:nvSpPr>
            <p:cNvPr id="45086" name="TextBox 23"/>
            <p:cNvSpPr txBox="1">
              <a:spLocks noChangeArrowheads="1"/>
            </p:cNvSpPr>
            <p:nvPr/>
          </p:nvSpPr>
          <p:spPr bwMode="auto">
            <a:xfrm>
              <a:off x="6553200" y="2526268"/>
              <a:ext cx="389913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Helvetica" charset="0"/>
                  <a:ea typeface="ＭＳ Ｐゴシック" charset="0"/>
                  <a:cs typeface="ＭＳ Ｐゴシック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9pPr>
            </a:lstStyle>
            <a:p>
              <a:pPr algn="ctr" defTabSz="914400"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n-US">
                  <a:solidFill>
                    <a:prstClr val="black"/>
                  </a:solidFill>
                  <a:latin typeface="Arial" charset="0"/>
                </a:rPr>
                <a:t>or</a:t>
              </a:r>
            </a:p>
          </p:txBody>
        </p:sp>
        <p:sp>
          <p:nvSpPr>
            <p:cNvPr id="45087" name="TextBox 24"/>
            <p:cNvSpPr txBox="1">
              <a:spLocks noChangeArrowheads="1"/>
            </p:cNvSpPr>
            <p:nvPr/>
          </p:nvSpPr>
          <p:spPr bwMode="auto">
            <a:xfrm>
              <a:off x="7696200" y="2514600"/>
              <a:ext cx="389913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Helvetica" charset="0"/>
                  <a:ea typeface="ＭＳ Ｐゴシック" charset="0"/>
                  <a:cs typeface="ＭＳ Ｐゴシック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9pPr>
            </a:lstStyle>
            <a:p>
              <a:pPr algn="ctr" defTabSz="914400"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n-US">
                  <a:solidFill>
                    <a:prstClr val="black"/>
                  </a:solidFill>
                  <a:latin typeface="Arial" charset="0"/>
                </a:rPr>
                <a:t>or</a:t>
              </a:r>
            </a:p>
          </p:txBody>
        </p:sp>
        <p:grpSp>
          <p:nvGrpSpPr>
            <p:cNvPr id="45088" name="Group 52"/>
            <p:cNvGrpSpPr>
              <a:grpSpLocks/>
            </p:cNvGrpSpPr>
            <p:nvPr/>
          </p:nvGrpSpPr>
          <p:grpSpPr bwMode="auto">
            <a:xfrm>
              <a:off x="5943600" y="1889268"/>
              <a:ext cx="2590800" cy="338554"/>
              <a:chOff x="6019800" y="3260868"/>
              <a:chExt cx="2590800" cy="338554"/>
            </a:xfrm>
          </p:grpSpPr>
          <p:cxnSp>
            <p:nvCxnSpPr>
              <p:cNvPr id="54" name="Straight Connector 53"/>
              <p:cNvCxnSpPr/>
              <p:nvPr/>
            </p:nvCxnSpPr>
            <p:spPr>
              <a:xfrm>
                <a:off x="6019800" y="3427413"/>
                <a:ext cx="2590800" cy="158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5090" name="TextBox 23"/>
              <p:cNvSpPr txBox="1">
                <a:spLocks noChangeArrowheads="1"/>
              </p:cNvSpPr>
              <p:nvPr/>
            </p:nvSpPr>
            <p:spPr bwMode="auto">
              <a:xfrm>
                <a:off x="6450385" y="3260868"/>
                <a:ext cx="1621357" cy="338554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Helvetica" charset="0"/>
                    <a:ea typeface="ＭＳ Ｐゴシック" charset="0"/>
                    <a:cs typeface="ＭＳ Ｐゴシック" charset="0"/>
                  </a:defRPr>
                </a:lvl1pPr>
                <a:lvl2pPr marL="37931725" indent="-37474525" eaLnBrk="0" hangingPunct="0">
                  <a:defRPr sz="2000" b="1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2pPr>
                <a:lvl3pPr eaLnBrk="0" hangingPunct="0">
                  <a:defRPr sz="2000" b="1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3pPr>
                <a:lvl4pPr eaLnBrk="0" hangingPunct="0">
                  <a:defRPr sz="2000" b="1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4pPr>
                <a:lvl5pPr eaLnBrk="0" hangingPunct="0">
                  <a:defRPr sz="2000" b="1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9pPr>
              </a:lstStyle>
              <a:p>
                <a:pPr algn="ctr" defTabSz="914400" eaLnBrk="1" fontAlgn="base" hangingPunct="1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600" dirty="0">
                    <a:solidFill>
                      <a:prstClr val="black"/>
                    </a:solidFill>
                    <a:latin typeface="Arial" charset="0"/>
                  </a:rPr>
                  <a:t>Open Interface</a:t>
                </a:r>
              </a:p>
            </p:txBody>
          </p:sp>
        </p:grpSp>
      </p:grpSp>
      <p:sp>
        <p:nvSpPr>
          <p:cNvPr id="56" name="Right Arrow 55"/>
          <p:cNvSpPr/>
          <p:nvPr/>
        </p:nvSpPr>
        <p:spPr>
          <a:xfrm>
            <a:off x="3868480" y="5210723"/>
            <a:ext cx="1143000" cy="762000"/>
          </a:xfrm>
          <a:prstGeom prst="rightArrow">
            <a:avLst>
              <a:gd name="adj1" fmla="val 50000"/>
              <a:gd name="adj2" fmla="val 68658"/>
            </a:avLst>
          </a:prstGeom>
          <a:solidFill>
            <a:srgbClr val="FF6600"/>
          </a:solidFill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defTabSz="914400">
              <a:defRPr/>
            </a:pPr>
            <a:endParaRPr lang="en-US" sz="2000" b="1">
              <a:solidFill>
                <a:prstClr val="white"/>
              </a:solidFill>
              <a:latin typeface="Calibri"/>
            </a:endParaRPr>
          </a:p>
        </p:txBody>
      </p:sp>
      <p:sp>
        <p:nvSpPr>
          <p:cNvPr id="45076" name="Title 47"/>
          <p:cNvSpPr>
            <a:spLocks noGrp="1"/>
          </p:cNvSpPr>
          <p:nvPr>
            <p:ph type="title"/>
          </p:nvPr>
        </p:nvSpPr>
        <p:spPr>
          <a:xfrm>
            <a:off x="535402" y="0"/>
            <a:ext cx="8534400" cy="1143000"/>
          </a:xfrm>
        </p:spPr>
        <p:txBody>
          <a:bodyPr/>
          <a:lstStyle/>
          <a:p>
            <a:pPr algn="l"/>
            <a:r>
              <a:rPr lang="en-US" sz="4000" dirty="0">
                <a:solidFill>
                  <a:srgbClr val="000090"/>
                </a:solidFill>
                <a:latin typeface="Calibri" charset="0"/>
                <a:ea typeface="ＭＳ Ｐゴシック" charset="0"/>
                <a:cs typeface="ＭＳ Ｐゴシック" charset="0"/>
              </a:rPr>
              <a:t>Analogy: mainframe to PC evolution</a:t>
            </a:r>
            <a:r>
              <a:rPr lang="en-US" sz="2400" baseline="30000" dirty="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rPr>
              <a:t>*</a:t>
            </a:r>
            <a:endParaRPr lang="en-US" sz="4000" baseline="30000" dirty="0">
              <a:solidFill>
                <a:schemeClr val="tx1"/>
              </a:solidFill>
              <a:latin typeface="Calibri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52871" y="6550399"/>
            <a:ext cx="22544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* Slide  courtesy: N. McKeown</a:t>
            </a:r>
          </a:p>
        </p:txBody>
      </p:sp>
    </p:spTree>
    <p:extLst>
      <p:ext uri="{BB962C8B-B14F-4D97-AF65-F5344CB8AC3E}">
        <p14:creationId xmlns:p14="http://schemas.microsoft.com/office/powerpoint/2010/main" val="29122710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mph" presetSubtype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6" dur="indefinite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7" dur="indefinite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36" grpId="0"/>
      <p:bldP spid="47" grpId="0" animBg="1"/>
      <p:bldP spid="5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83" name="Rectangle 73"/>
          <p:cNvSpPr>
            <a:spLocks noGrp="1" noChangeArrowheads="1"/>
          </p:cNvSpPr>
          <p:nvPr>
            <p:ph type="title"/>
          </p:nvPr>
        </p:nvSpPr>
        <p:spPr>
          <a:xfrm>
            <a:off x="211698" y="170272"/>
            <a:ext cx="8679450" cy="796925"/>
          </a:xfrm>
        </p:spPr>
        <p:txBody>
          <a:bodyPr/>
          <a:lstStyle/>
          <a:p>
            <a:pPr>
              <a:lnSpc>
                <a:spcPct val="85000"/>
              </a:lnSpc>
              <a:defRPr/>
            </a:pPr>
            <a:r>
              <a:rPr lang="en-US" sz="3600" dirty="0">
                <a:cs typeface="+mj-cs"/>
              </a:rPr>
              <a:t>Traffic engineering: difficult traditional routing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5390" y="4128444"/>
            <a:ext cx="8408298" cy="17235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i="1" u="sng" dirty="0">
                <a:solidFill>
                  <a:srgbClr val="000090"/>
                </a:solidFill>
              </a:rPr>
              <a:t>Q: </a:t>
            </a:r>
            <a:r>
              <a:rPr lang="en-US" sz="2400" dirty="0"/>
              <a:t>what if network operator wants u-to-z traffic to flow along </a:t>
            </a:r>
            <a:r>
              <a:rPr lang="en-US" sz="2400" i="1" dirty="0" err="1"/>
              <a:t>uvw</a:t>
            </a:r>
            <a:r>
              <a:rPr lang="en-US" sz="2400" dirty="0" err="1"/>
              <a:t>z</a:t>
            </a:r>
            <a:r>
              <a:rPr lang="en-US" sz="2400" dirty="0"/>
              <a:t>, x-to-z traffic to flow </a:t>
            </a:r>
            <a:r>
              <a:rPr lang="en-US" sz="2400" i="1" dirty="0" err="1"/>
              <a:t>xwyz</a:t>
            </a:r>
            <a:r>
              <a:rPr lang="en-US" sz="2400" dirty="0"/>
              <a:t>?</a:t>
            </a:r>
          </a:p>
          <a:p>
            <a:pPr algn="ctr">
              <a:spcBef>
                <a:spcPts val="1200"/>
              </a:spcBef>
            </a:pPr>
            <a:r>
              <a:rPr lang="en-US" sz="2400" i="1" u="sng" dirty="0">
                <a:solidFill>
                  <a:srgbClr val="000090"/>
                </a:solidFill>
              </a:rPr>
              <a:t>A: </a:t>
            </a:r>
            <a:r>
              <a:rPr lang="en-US" sz="2400" dirty="0"/>
              <a:t>need to define link weights so traffic routing algorithm computes routes accordingly </a:t>
            </a:r>
            <a:r>
              <a:rPr lang="en-US" sz="2000" dirty="0"/>
              <a:t>(or need a new routing algorithm)!</a:t>
            </a:r>
          </a:p>
        </p:txBody>
      </p:sp>
      <p:grpSp>
        <p:nvGrpSpPr>
          <p:cNvPr id="118" name="Group 1612"/>
          <p:cNvGrpSpPr>
            <a:grpSpLocks/>
          </p:cNvGrpSpPr>
          <p:nvPr/>
        </p:nvGrpSpPr>
        <p:grpSpPr bwMode="auto">
          <a:xfrm flipH="1">
            <a:off x="943464" y="2441244"/>
            <a:ext cx="855053" cy="655887"/>
            <a:chOff x="2839" y="3501"/>
            <a:chExt cx="755" cy="803"/>
          </a:xfrm>
        </p:grpSpPr>
        <p:pic>
          <p:nvPicPr>
            <p:cNvPr id="119" name="Picture 1613" descr="desktop_computer_stylized_medium"/>
            <p:cNvPicPr>
              <a:picLocks noChangeAspect="1" noChangeArrowheads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0" name="Freeform 1614"/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xmlns="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sp>
        <p:nvSpPr>
          <p:cNvPr id="120840" name="Freeform 3"/>
          <p:cNvSpPr>
            <a:spLocks/>
          </p:cNvSpPr>
          <p:nvPr/>
        </p:nvSpPr>
        <p:spPr bwMode="auto">
          <a:xfrm>
            <a:off x="2059747" y="1363093"/>
            <a:ext cx="5142041" cy="2404002"/>
          </a:xfrm>
          <a:custGeom>
            <a:avLst/>
            <a:gdLst>
              <a:gd name="T0" fmla="*/ 0 w 2250"/>
              <a:gd name="T1" fmla="*/ 624 h 1409"/>
              <a:gd name="T2" fmla="*/ 219 w 2250"/>
              <a:gd name="T3" fmla="*/ 321 h 1409"/>
              <a:gd name="T4" fmla="*/ 529 w 2250"/>
              <a:gd name="T5" fmla="*/ 35 h 1409"/>
              <a:gd name="T6" fmla="*/ 1551 w 2250"/>
              <a:gd name="T7" fmla="*/ 111 h 1409"/>
              <a:gd name="T8" fmla="*/ 1968 w 2250"/>
              <a:gd name="T9" fmla="*/ 483 h 1409"/>
              <a:gd name="T10" fmla="*/ 2199 w 2250"/>
              <a:gd name="T11" fmla="*/ 906 h 1409"/>
              <a:gd name="T12" fmla="*/ 1659 w 2250"/>
              <a:gd name="T13" fmla="*/ 1314 h 1409"/>
              <a:gd name="T14" fmla="*/ 993 w 2250"/>
              <a:gd name="T15" fmla="*/ 1386 h 1409"/>
              <a:gd name="T16" fmla="*/ 465 w 2250"/>
              <a:gd name="T17" fmla="*/ 1356 h 1409"/>
              <a:gd name="T18" fmla="*/ 102 w 2250"/>
              <a:gd name="T19" fmla="*/ 1068 h 1409"/>
              <a:gd name="T20" fmla="*/ 0 w 2250"/>
              <a:gd name="T21" fmla="*/ 624 h 1409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2250"/>
              <a:gd name="T34" fmla="*/ 0 h 1409"/>
              <a:gd name="T35" fmla="*/ 2250 w 2250"/>
              <a:gd name="T36" fmla="*/ 1409 h 1409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2250" h="1409">
                <a:moveTo>
                  <a:pt x="0" y="624"/>
                </a:moveTo>
                <a:cubicBezTo>
                  <a:pt x="5" y="506"/>
                  <a:pt x="131" y="419"/>
                  <a:pt x="219" y="321"/>
                </a:cubicBezTo>
                <a:cubicBezTo>
                  <a:pt x="307" y="223"/>
                  <a:pt x="307" y="70"/>
                  <a:pt x="529" y="35"/>
                </a:cubicBezTo>
                <a:cubicBezTo>
                  <a:pt x="751" y="0"/>
                  <a:pt x="1311" y="36"/>
                  <a:pt x="1551" y="111"/>
                </a:cubicBezTo>
                <a:cubicBezTo>
                  <a:pt x="1791" y="186"/>
                  <a:pt x="1860" y="351"/>
                  <a:pt x="1968" y="483"/>
                </a:cubicBezTo>
                <a:cubicBezTo>
                  <a:pt x="2076" y="615"/>
                  <a:pt x="2250" y="767"/>
                  <a:pt x="2199" y="906"/>
                </a:cubicBezTo>
                <a:cubicBezTo>
                  <a:pt x="2148" y="1045"/>
                  <a:pt x="1860" y="1234"/>
                  <a:pt x="1659" y="1314"/>
                </a:cubicBezTo>
                <a:cubicBezTo>
                  <a:pt x="1458" y="1394"/>
                  <a:pt x="1192" y="1379"/>
                  <a:pt x="993" y="1386"/>
                </a:cubicBezTo>
                <a:cubicBezTo>
                  <a:pt x="794" y="1393"/>
                  <a:pt x="613" y="1409"/>
                  <a:pt x="465" y="1356"/>
                </a:cubicBezTo>
                <a:cubicBezTo>
                  <a:pt x="317" y="1303"/>
                  <a:pt x="180" y="1190"/>
                  <a:pt x="102" y="1068"/>
                </a:cubicBezTo>
                <a:cubicBezTo>
                  <a:pt x="24" y="946"/>
                  <a:pt x="21" y="716"/>
                  <a:pt x="0" y="624"/>
                </a:cubicBezTo>
                <a:close/>
              </a:path>
            </a:pathLst>
          </a:custGeom>
          <a:solidFill>
            <a:srgbClr val="99CCF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0841" name="Freeform 4"/>
          <p:cNvSpPr>
            <a:spLocks/>
          </p:cNvSpPr>
          <p:nvPr/>
        </p:nvSpPr>
        <p:spPr bwMode="auto">
          <a:xfrm>
            <a:off x="2834105" y="2267385"/>
            <a:ext cx="781590" cy="317349"/>
          </a:xfrm>
          <a:custGeom>
            <a:avLst/>
            <a:gdLst>
              <a:gd name="T0" fmla="*/ 0 w 342"/>
              <a:gd name="T1" fmla="*/ 186 h 186"/>
              <a:gd name="T2" fmla="*/ 342 w 342"/>
              <a:gd name="T3" fmla="*/ 0 h 186"/>
              <a:gd name="T4" fmla="*/ 0 60000 65536"/>
              <a:gd name="T5" fmla="*/ 0 60000 65536"/>
              <a:gd name="T6" fmla="*/ 0 w 342"/>
              <a:gd name="T7" fmla="*/ 0 h 186"/>
              <a:gd name="T8" fmla="*/ 342 w 342"/>
              <a:gd name="T9" fmla="*/ 186 h 18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42" h="186">
                <a:moveTo>
                  <a:pt x="0" y="186"/>
                </a:moveTo>
                <a:lnTo>
                  <a:pt x="342" y="0"/>
                </a:lnTo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0872" name="Freeform 35"/>
          <p:cNvSpPr>
            <a:spLocks/>
          </p:cNvSpPr>
          <p:nvPr/>
        </p:nvSpPr>
        <p:spPr bwMode="auto">
          <a:xfrm>
            <a:off x="5254292" y="2313451"/>
            <a:ext cx="2285" cy="890624"/>
          </a:xfrm>
          <a:custGeom>
            <a:avLst/>
            <a:gdLst>
              <a:gd name="T0" fmla="*/ 0 w 1"/>
              <a:gd name="T1" fmla="*/ 0 h 522"/>
              <a:gd name="T2" fmla="*/ 0 w 1"/>
              <a:gd name="T3" fmla="*/ 522 h 522"/>
              <a:gd name="T4" fmla="*/ 0 60000 65536"/>
              <a:gd name="T5" fmla="*/ 0 60000 65536"/>
              <a:gd name="T6" fmla="*/ 0 w 1"/>
              <a:gd name="T7" fmla="*/ 0 h 522"/>
              <a:gd name="T8" fmla="*/ 1 w 1"/>
              <a:gd name="T9" fmla="*/ 522 h 522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" h="522">
                <a:moveTo>
                  <a:pt x="0" y="0"/>
                </a:moveTo>
                <a:lnTo>
                  <a:pt x="0" y="522"/>
                </a:lnTo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0873" name="Freeform 36"/>
          <p:cNvSpPr>
            <a:spLocks/>
          </p:cNvSpPr>
          <p:nvPr/>
        </p:nvSpPr>
        <p:spPr bwMode="auto">
          <a:xfrm>
            <a:off x="3670544" y="2323688"/>
            <a:ext cx="2285" cy="916217"/>
          </a:xfrm>
          <a:custGeom>
            <a:avLst/>
            <a:gdLst>
              <a:gd name="T0" fmla="*/ 0 w 1"/>
              <a:gd name="T1" fmla="*/ 0 h 537"/>
              <a:gd name="T2" fmla="*/ 0 w 1"/>
              <a:gd name="T3" fmla="*/ 537 h 537"/>
              <a:gd name="T4" fmla="*/ 0 60000 65536"/>
              <a:gd name="T5" fmla="*/ 0 60000 65536"/>
              <a:gd name="T6" fmla="*/ 0 w 1"/>
              <a:gd name="T7" fmla="*/ 0 h 537"/>
              <a:gd name="T8" fmla="*/ 1 w 1"/>
              <a:gd name="T9" fmla="*/ 537 h 537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" h="537">
                <a:moveTo>
                  <a:pt x="0" y="0"/>
                </a:moveTo>
                <a:lnTo>
                  <a:pt x="0" y="537"/>
                </a:lnTo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0874" name="Freeform 37"/>
          <p:cNvSpPr>
            <a:spLocks/>
          </p:cNvSpPr>
          <p:nvPr/>
        </p:nvSpPr>
        <p:spPr bwMode="auto">
          <a:xfrm>
            <a:off x="4017205" y="2298095"/>
            <a:ext cx="1182239" cy="1038973"/>
          </a:xfrm>
          <a:custGeom>
            <a:avLst/>
            <a:gdLst>
              <a:gd name="T0" fmla="*/ 0 w 378"/>
              <a:gd name="T1" fmla="*/ 142610238 h 174"/>
              <a:gd name="T2" fmla="*/ 8951 w 378"/>
              <a:gd name="T3" fmla="*/ 0 h 174"/>
              <a:gd name="T4" fmla="*/ 0 60000 65536"/>
              <a:gd name="T5" fmla="*/ 0 60000 65536"/>
              <a:gd name="T6" fmla="*/ 0 w 378"/>
              <a:gd name="T7" fmla="*/ 0 h 174"/>
              <a:gd name="T8" fmla="*/ 378 w 378"/>
              <a:gd name="T9" fmla="*/ 174 h 174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78" h="174">
                <a:moveTo>
                  <a:pt x="0" y="174"/>
                </a:moveTo>
                <a:lnTo>
                  <a:pt x="378" y="0"/>
                </a:lnTo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0875" name="Freeform 38"/>
          <p:cNvSpPr>
            <a:spLocks/>
          </p:cNvSpPr>
          <p:nvPr/>
        </p:nvSpPr>
        <p:spPr bwMode="auto">
          <a:xfrm>
            <a:off x="5617663" y="2891845"/>
            <a:ext cx="836439" cy="460668"/>
          </a:xfrm>
          <a:custGeom>
            <a:avLst/>
            <a:gdLst>
              <a:gd name="T0" fmla="*/ 0 w 366"/>
              <a:gd name="T1" fmla="*/ 270 h 270"/>
              <a:gd name="T2" fmla="*/ 366 w 366"/>
              <a:gd name="T3" fmla="*/ 0 h 270"/>
              <a:gd name="T4" fmla="*/ 0 60000 65536"/>
              <a:gd name="T5" fmla="*/ 0 60000 65536"/>
              <a:gd name="T6" fmla="*/ 0 w 366"/>
              <a:gd name="T7" fmla="*/ 0 h 270"/>
              <a:gd name="T8" fmla="*/ 366 w 366"/>
              <a:gd name="T9" fmla="*/ 270 h 270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66" h="270">
                <a:moveTo>
                  <a:pt x="0" y="270"/>
                </a:moveTo>
                <a:lnTo>
                  <a:pt x="366" y="0"/>
                </a:lnTo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0876" name="Freeform 39"/>
          <p:cNvSpPr>
            <a:spLocks/>
          </p:cNvSpPr>
          <p:nvPr/>
        </p:nvSpPr>
        <p:spPr bwMode="auto">
          <a:xfrm flipV="1">
            <a:off x="4022465" y="3327268"/>
            <a:ext cx="908330" cy="45719"/>
          </a:xfrm>
          <a:custGeom>
            <a:avLst/>
            <a:gdLst>
              <a:gd name="T0" fmla="*/ 366 w 366"/>
              <a:gd name="T1" fmla="*/ 0 h 1"/>
              <a:gd name="T2" fmla="*/ 0 w 366"/>
              <a:gd name="T3" fmla="*/ 0 h 1"/>
              <a:gd name="T4" fmla="*/ 0 60000 65536"/>
              <a:gd name="T5" fmla="*/ 0 60000 65536"/>
              <a:gd name="T6" fmla="*/ 0 w 366"/>
              <a:gd name="T7" fmla="*/ 0 h 1"/>
              <a:gd name="T8" fmla="*/ 366 w 366"/>
              <a:gd name="T9" fmla="*/ 1 h 1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66" h="1">
                <a:moveTo>
                  <a:pt x="366" y="0"/>
                </a:moveTo>
                <a:lnTo>
                  <a:pt x="0" y="0"/>
                </a:lnTo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0877" name="Freeform 40"/>
          <p:cNvSpPr>
            <a:spLocks/>
          </p:cNvSpPr>
          <p:nvPr/>
        </p:nvSpPr>
        <p:spPr bwMode="auto">
          <a:xfrm>
            <a:off x="2710696" y="2820186"/>
            <a:ext cx="630757" cy="450430"/>
          </a:xfrm>
          <a:custGeom>
            <a:avLst/>
            <a:gdLst>
              <a:gd name="T0" fmla="*/ 276 w 276"/>
              <a:gd name="T1" fmla="*/ 264 h 264"/>
              <a:gd name="T2" fmla="*/ 0 w 276"/>
              <a:gd name="T3" fmla="*/ 0 h 264"/>
              <a:gd name="T4" fmla="*/ 0 60000 65536"/>
              <a:gd name="T5" fmla="*/ 0 60000 65536"/>
              <a:gd name="T6" fmla="*/ 0 w 276"/>
              <a:gd name="T7" fmla="*/ 0 h 264"/>
              <a:gd name="T8" fmla="*/ 276 w 276"/>
              <a:gd name="T9" fmla="*/ 264 h 264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276" h="264">
                <a:moveTo>
                  <a:pt x="276" y="264"/>
                </a:moveTo>
                <a:lnTo>
                  <a:pt x="0" y="0"/>
                </a:lnTo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0878" name="Freeform 41"/>
          <p:cNvSpPr>
            <a:spLocks/>
          </p:cNvSpPr>
          <p:nvPr/>
        </p:nvSpPr>
        <p:spPr bwMode="auto">
          <a:xfrm>
            <a:off x="4047627" y="2195725"/>
            <a:ext cx="836439" cy="1706"/>
          </a:xfrm>
          <a:custGeom>
            <a:avLst/>
            <a:gdLst>
              <a:gd name="T0" fmla="*/ 366 w 366"/>
              <a:gd name="T1" fmla="*/ 0 h 1"/>
              <a:gd name="T2" fmla="*/ 0 w 366"/>
              <a:gd name="T3" fmla="*/ 0 h 1"/>
              <a:gd name="T4" fmla="*/ 0 60000 65536"/>
              <a:gd name="T5" fmla="*/ 0 60000 65536"/>
              <a:gd name="T6" fmla="*/ 0 w 366"/>
              <a:gd name="T7" fmla="*/ 0 h 1"/>
              <a:gd name="T8" fmla="*/ 366 w 366"/>
              <a:gd name="T9" fmla="*/ 1 h 1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66" h="1">
                <a:moveTo>
                  <a:pt x="366" y="0"/>
                </a:moveTo>
                <a:lnTo>
                  <a:pt x="0" y="0"/>
                </a:lnTo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0879" name="Freeform 42"/>
          <p:cNvSpPr>
            <a:spLocks/>
          </p:cNvSpPr>
          <p:nvPr/>
        </p:nvSpPr>
        <p:spPr bwMode="auto">
          <a:xfrm>
            <a:off x="5572253" y="2248471"/>
            <a:ext cx="922986" cy="397685"/>
          </a:xfrm>
          <a:custGeom>
            <a:avLst/>
            <a:gdLst>
              <a:gd name="T0" fmla="*/ 396 w 396"/>
              <a:gd name="T1" fmla="*/ 267 h 267"/>
              <a:gd name="T2" fmla="*/ 0 w 396"/>
              <a:gd name="T3" fmla="*/ 0 h 267"/>
              <a:gd name="T4" fmla="*/ 0 60000 65536"/>
              <a:gd name="T5" fmla="*/ 0 60000 65536"/>
              <a:gd name="T6" fmla="*/ 0 w 396"/>
              <a:gd name="T7" fmla="*/ 0 h 267"/>
              <a:gd name="T8" fmla="*/ 396 w 396"/>
              <a:gd name="T9" fmla="*/ 267 h 267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96" h="267">
                <a:moveTo>
                  <a:pt x="396" y="267"/>
                </a:moveTo>
                <a:lnTo>
                  <a:pt x="0" y="0"/>
                </a:lnTo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0880" name="Freeform 43"/>
          <p:cNvSpPr>
            <a:spLocks/>
          </p:cNvSpPr>
          <p:nvPr/>
        </p:nvSpPr>
        <p:spPr bwMode="auto">
          <a:xfrm>
            <a:off x="2580431" y="1458657"/>
            <a:ext cx="2536740" cy="1100484"/>
          </a:xfrm>
          <a:custGeom>
            <a:avLst/>
            <a:gdLst>
              <a:gd name="T0" fmla="*/ 1110 w 1110"/>
              <a:gd name="T1" fmla="*/ 342 h 645"/>
              <a:gd name="T2" fmla="*/ 0 w 1110"/>
              <a:gd name="T3" fmla="*/ 645 h 645"/>
              <a:gd name="T4" fmla="*/ 0 60000 65536"/>
              <a:gd name="T5" fmla="*/ 0 60000 65536"/>
              <a:gd name="T6" fmla="*/ 0 w 1110"/>
              <a:gd name="T7" fmla="*/ 0 h 645"/>
              <a:gd name="T8" fmla="*/ 1110 w 1110"/>
              <a:gd name="T9" fmla="*/ 645 h 645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110" h="645">
                <a:moveTo>
                  <a:pt x="1110" y="342"/>
                </a:moveTo>
                <a:cubicBezTo>
                  <a:pt x="1104" y="0"/>
                  <a:pt x="21" y="63"/>
                  <a:pt x="0" y="645"/>
                </a:cubicBezTo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0887" name="Text Box 62"/>
          <p:cNvSpPr txBox="1">
            <a:spLocks noChangeArrowheads="1"/>
          </p:cNvSpPr>
          <p:nvPr/>
        </p:nvSpPr>
        <p:spPr bwMode="auto">
          <a:xfrm>
            <a:off x="2822678" y="2178663"/>
            <a:ext cx="447929" cy="3941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/>
            <a:r>
              <a:rPr lang="en-US" sz="1800"/>
              <a:t>2</a:t>
            </a:r>
            <a:endParaRPr lang="en-US"/>
          </a:p>
        </p:txBody>
      </p:sp>
      <p:sp>
        <p:nvSpPr>
          <p:cNvPr id="120888" name="Text Box 63"/>
          <p:cNvSpPr txBox="1">
            <a:spLocks noChangeArrowheads="1"/>
          </p:cNvSpPr>
          <p:nvPr/>
        </p:nvSpPr>
        <p:spPr bwMode="auto">
          <a:xfrm>
            <a:off x="3617981" y="2552316"/>
            <a:ext cx="447929" cy="3941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/>
            <a:r>
              <a:rPr lang="en-US" sz="1800"/>
              <a:t>2</a:t>
            </a:r>
            <a:endParaRPr lang="en-US"/>
          </a:p>
        </p:txBody>
      </p:sp>
      <p:sp>
        <p:nvSpPr>
          <p:cNvPr id="120889" name="Text Box 64"/>
          <p:cNvSpPr txBox="1">
            <a:spLocks noChangeArrowheads="1"/>
          </p:cNvSpPr>
          <p:nvPr/>
        </p:nvSpPr>
        <p:spPr bwMode="auto">
          <a:xfrm>
            <a:off x="2623853" y="2915732"/>
            <a:ext cx="447929" cy="3941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/>
            <a:r>
              <a:rPr lang="en-US" sz="1800"/>
              <a:t>1</a:t>
            </a:r>
            <a:endParaRPr lang="en-US"/>
          </a:p>
        </p:txBody>
      </p:sp>
      <p:sp>
        <p:nvSpPr>
          <p:cNvPr id="120890" name="Text Box 65"/>
          <p:cNvSpPr txBox="1">
            <a:spLocks noChangeArrowheads="1"/>
          </p:cNvSpPr>
          <p:nvPr/>
        </p:nvSpPr>
        <p:spPr bwMode="auto">
          <a:xfrm>
            <a:off x="4495556" y="2710990"/>
            <a:ext cx="447929" cy="3941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/>
            <a:r>
              <a:rPr lang="en-US" sz="1800"/>
              <a:t>3</a:t>
            </a:r>
            <a:endParaRPr lang="en-US"/>
          </a:p>
        </p:txBody>
      </p:sp>
      <p:sp>
        <p:nvSpPr>
          <p:cNvPr id="120891" name="Text Box 66"/>
          <p:cNvSpPr txBox="1">
            <a:spLocks noChangeArrowheads="1"/>
          </p:cNvSpPr>
          <p:nvPr/>
        </p:nvSpPr>
        <p:spPr bwMode="auto">
          <a:xfrm>
            <a:off x="4351579" y="3314977"/>
            <a:ext cx="447929" cy="3941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/>
            <a:r>
              <a:rPr lang="en-US" sz="1800"/>
              <a:t>1</a:t>
            </a:r>
            <a:endParaRPr lang="en-US"/>
          </a:p>
        </p:txBody>
      </p:sp>
      <p:sp>
        <p:nvSpPr>
          <p:cNvPr id="120892" name="Text Box 67"/>
          <p:cNvSpPr txBox="1">
            <a:spLocks noChangeArrowheads="1"/>
          </p:cNvSpPr>
          <p:nvPr/>
        </p:nvSpPr>
        <p:spPr bwMode="auto">
          <a:xfrm>
            <a:off x="5174305" y="2583027"/>
            <a:ext cx="447929" cy="3941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/>
            <a:r>
              <a:rPr lang="en-US" sz="1800"/>
              <a:t>1</a:t>
            </a:r>
            <a:endParaRPr lang="en-US"/>
          </a:p>
        </p:txBody>
      </p:sp>
      <p:sp>
        <p:nvSpPr>
          <p:cNvPr id="120893" name="Text Box 68"/>
          <p:cNvSpPr txBox="1">
            <a:spLocks noChangeArrowheads="1"/>
          </p:cNvSpPr>
          <p:nvPr/>
        </p:nvSpPr>
        <p:spPr bwMode="auto">
          <a:xfrm>
            <a:off x="5997032" y="3033458"/>
            <a:ext cx="447929" cy="3941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/>
            <a:r>
              <a:rPr lang="en-US" sz="1800"/>
              <a:t>2</a:t>
            </a:r>
            <a:endParaRPr lang="en-US"/>
          </a:p>
        </p:txBody>
      </p:sp>
      <p:sp>
        <p:nvSpPr>
          <p:cNvPr id="120894" name="Text Box 69"/>
          <p:cNvSpPr txBox="1">
            <a:spLocks noChangeArrowheads="1"/>
          </p:cNvSpPr>
          <p:nvPr/>
        </p:nvSpPr>
        <p:spPr bwMode="auto">
          <a:xfrm>
            <a:off x="5935327" y="2117241"/>
            <a:ext cx="447929" cy="3941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/>
            <a:r>
              <a:rPr lang="en-US" sz="1800"/>
              <a:t>5</a:t>
            </a:r>
            <a:endParaRPr lang="en-US"/>
          </a:p>
        </p:txBody>
      </p:sp>
      <p:sp>
        <p:nvSpPr>
          <p:cNvPr id="120895" name="Text Box 70"/>
          <p:cNvSpPr txBox="1">
            <a:spLocks noChangeArrowheads="1"/>
          </p:cNvSpPr>
          <p:nvPr/>
        </p:nvSpPr>
        <p:spPr bwMode="auto">
          <a:xfrm>
            <a:off x="4255594" y="1861315"/>
            <a:ext cx="447929" cy="3941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/>
            <a:r>
              <a:rPr lang="en-US" sz="1800"/>
              <a:t>3</a:t>
            </a:r>
            <a:endParaRPr lang="en-US"/>
          </a:p>
        </p:txBody>
      </p:sp>
      <p:sp>
        <p:nvSpPr>
          <p:cNvPr id="120896" name="Text Box 71"/>
          <p:cNvSpPr txBox="1">
            <a:spLocks noChangeArrowheads="1"/>
          </p:cNvSpPr>
          <p:nvPr/>
        </p:nvSpPr>
        <p:spPr bwMode="auto">
          <a:xfrm>
            <a:off x="3453435" y="1405766"/>
            <a:ext cx="447929" cy="3941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/>
            <a:r>
              <a:rPr lang="en-US" sz="1800"/>
              <a:t>5</a:t>
            </a:r>
            <a:endParaRPr lang="en-US"/>
          </a:p>
        </p:txBody>
      </p:sp>
      <p:grpSp>
        <p:nvGrpSpPr>
          <p:cNvPr id="121" name="Group 1507"/>
          <p:cNvGrpSpPr>
            <a:grpSpLocks/>
          </p:cNvGrpSpPr>
          <p:nvPr/>
        </p:nvGrpSpPr>
        <p:grpSpPr bwMode="auto">
          <a:xfrm>
            <a:off x="7391175" y="2426604"/>
            <a:ext cx="427480" cy="711995"/>
            <a:chOff x="4140" y="429"/>
            <a:chExt cx="1425" cy="2396"/>
          </a:xfrm>
        </p:grpSpPr>
        <p:sp>
          <p:nvSpPr>
            <p:cNvPr id="122" name="Freeform 1508"/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6 w 354"/>
                <a:gd name="T1" fmla="*/ 0 h 2742"/>
                <a:gd name="T2" fmla="*/ 30 w 354"/>
                <a:gd name="T3" fmla="*/ 46 h 2742"/>
                <a:gd name="T4" fmla="*/ 30 w 354"/>
                <a:gd name="T5" fmla="*/ 354 h 2742"/>
                <a:gd name="T6" fmla="*/ 0 w 354"/>
                <a:gd name="T7" fmla="*/ 371 h 2742"/>
                <a:gd name="T8" fmla="*/ 6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" name="Rectangle 1509"/>
            <p:cNvSpPr>
              <a:spLocks noChangeArrowheads="1"/>
            </p:cNvSpPr>
            <p:nvPr/>
          </p:nvSpPr>
          <p:spPr bwMode="auto">
            <a:xfrm>
              <a:off x="4210" y="429"/>
              <a:ext cx="1046" cy="2285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4" name="Freeform 1510"/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18 w 211"/>
                <a:gd name="T3" fmla="*/ 30 h 2537"/>
                <a:gd name="T4" fmla="*/ 2 w 211"/>
                <a:gd name="T5" fmla="*/ 338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5" name="Freeform 1511"/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29 w 328"/>
                <a:gd name="T3" fmla="*/ 18 h 226"/>
                <a:gd name="T4" fmla="*/ 29 w 328"/>
                <a:gd name="T5" fmla="*/ 32 h 226"/>
                <a:gd name="T6" fmla="*/ 0 w 328"/>
                <a:gd name="T7" fmla="*/ 13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6" name="Rectangle 1512"/>
            <p:cNvSpPr>
              <a:spLocks noChangeArrowheads="1"/>
            </p:cNvSpPr>
            <p:nvPr/>
          </p:nvSpPr>
          <p:spPr bwMode="auto">
            <a:xfrm>
              <a:off x="4210" y="690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127" name="Group 1513"/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152" name="AutoShape 1514"/>
              <p:cNvSpPr>
                <a:spLocks noChangeArrowheads="1"/>
              </p:cNvSpPr>
              <p:nvPr/>
            </p:nvSpPr>
            <p:spPr bwMode="auto">
              <a:xfrm>
                <a:off x="613" y="2566"/>
                <a:ext cx="721" cy="14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53" name="AutoShape 1515"/>
              <p:cNvSpPr>
                <a:spLocks noChangeArrowheads="1"/>
              </p:cNvSpPr>
              <p:nvPr/>
            </p:nvSpPr>
            <p:spPr bwMode="auto">
              <a:xfrm>
                <a:off x="625" y="2581"/>
                <a:ext cx="696" cy="11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28" name="Rectangle 1516"/>
            <p:cNvSpPr>
              <a:spLocks noChangeArrowheads="1"/>
            </p:cNvSpPr>
            <p:nvPr/>
          </p:nvSpPr>
          <p:spPr bwMode="auto">
            <a:xfrm>
              <a:off x="4220" y="1022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129" name="Group 1517"/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150" name="AutoShape 1518"/>
              <p:cNvSpPr>
                <a:spLocks noChangeArrowheads="1"/>
              </p:cNvSpPr>
              <p:nvPr/>
            </p:nvSpPr>
            <p:spPr bwMode="auto">
              <a:xfrm>
                <a:off x="615" y="2564"/>
                <a:ext cx="721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51" name="AutoShape 1519"/>
              <p:cNvSpPr>
                <a:spLocks noChangeArrowheads="1"/>
              </p:cNvSpPr>
              <p:nvPr/>
            </p:nvSpPr>
            <p:spPr bwMode="auto">
              <a:xfrm>
                <a:off x="628" y="2581"/>
                <a:ext cx="696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30" name="Rectangle 1520"/>
            <p:cNvSpPr>
              <a:spLocks noChangeArrowheads="1"/>
            </p:cNvSpPr>
            <p:nvPr/>
          </p:nvSpPr>
          <p:spPr bwMode="auto">
            <a:xfrm>
              <a:off x="4220" y="1354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1" name="Rectangle 1521"/>
            <p:cNvSpPr>
              <a:spLocks noChangeArrowheads="1"/>
            </p:cNvSpPr>
            <p:nvPr/>
          </p:nvSpPr>
          <p:spPr bwMode="auto">
            <a:xfrm>
              <a:off x="4230" y="1655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132" name="Group 1522"/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148" name="AutoShape 1523"/>
              <p:cNvSpPr>
                <a:spLocks noChangeArrowheads="1"/>
              </p:cNvSpPr>
              <p:nvPr/>
            </p:nvSpPr>
            <p:spPr bwMode="auto">
              <a:xfrm>
                <a:off x="618" y="2579"/>
                <a:ext cx="720" cy="131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49" name="AutoShape 1524"/>
              <p:cNvSpPr>
                <a:spLocks noChangeArrowheads="1"/>
              </p:cNvSpPr>
              <p:nvPr/>
            </p:nvSpPr>
            <p:spPr bwMode="auto">
              <a:xfrm>
                <a:off x="630" y="2586"/>
                <a:ext cx="695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33" name="Freeform 1525"/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29 w 328"/>
                <a:gd name="T3" fmla="*/ 17 h 226"/>
                <a:gd name="T4" fmla="*/ 29 w 328"/>
                <a:gd name="T5" fmla="*/ 30 h 226"/>
                <a:gd name="T6" fmla="*/ 0 w 328"/>
                <a:gd name="T7" fmla="*/ 12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134" name="Group 1526"/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146" name="AutoShape 1527"/>
              <p:cNvSpPr>
                <a:spLocks noChangeArrowheads="1"/>
              </p:cNvSpPr>
              <p:nvPr/>
            </p:nvSpPr>
            <p:spPr bwMode="auto">
              <a:xfrm>
                <a:off x="613" y="2571"/>
                <a:ext cx="732" cy="13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47" name="AutoShape 1528"/>
              <p:cNvSpPr>
                <a:spLocks noChangeArrowheads="1"/>
              </p:cNvSpPr>
              <p:nvPr/>
            </p:nvSpPr>
            <p:spPr bwMode="auto">
              <a:xfrm>
                <a:off x="625" y="2587"/>
                <a:ext cx="720" cy="10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35" name="Rectangle 1529"/>
            <p:cNvSpPr>
              <a:spLocks noChangeArrowheads="1"/>
            </p:cNvSpPr>
            <p:nvPr/>
          </p:nvSpPr>
          <p:spPr bwMode="auto">
            <a:xfrm>
              <a:off x="5246" y="429"/>
              <a:ext cx="70" cy="2285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6" name="Freeform 1530"/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26 w 296"/>
                <a:gd name="T3" fmla="*/ 18 h 256"/>
                <a:gd name="T4" fmla="*/ 26 w 296"/>
                <a:gd name="T5" fmla="*/ 34 h 256"/>
                <a:gd name="T6" fmla="*/ 0 w 296"/>
                <a:gd name="T7" fmla="*/ 12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" name="Freeform 1531"/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27 w 304"/>
                <a:gd name="T3" fmla="*/ 23 h 288"/>
                <a:gd name="T4" fmla="*/ 25 w 304"/>
                <a:gd name="T5" fmla="*/ 40 h 288"/>
                <a:gd name="T6" fmla="*/ 2 w 304"/>
                <a:gd name="T7" fmla="*/ 17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8" name="Oval 1532"/>
            <p:cNvSpPr>
              <a:spLocks noChangeArrowheads="1"/>
            </p:cNvSpPr>
            <p:nvPr/>
          </p:nvSpPr>
          <p:spPr bwMode="auto">
            <a:xfrm>
              <a:off x="5515" y="2611"/>
              <a:ext cx="50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9" name="Freeform 1533"/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5 h 240"/>
                <a:gd name="T2" fmla="*/ 2 w 306"/>
                <a:gd name="T3" fmla="*/ 33 h 240"/>
                <a:gd name="T4" fmla="*/ 27 w 306"/>
                <a:gd name="T5" fmla="*/ 15 h 240"/>
                <a:gd name="T6" fmla="*/ 26 w 306"/>
                <a:gd name="T7" fmla="*/ 0 h 240"/>
                <a:gd name="T8" fmla="*/ 0 w 306"/>
                <a:gd name="T9" fmla="*/ 15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0" name="AutoShape 1534"/>
            <p:cNvSpPr>
              <a:spLocks noChangeArrowheads="1"/>
            </p:cNvSpPr>
            <p:nvPr/>
          </p:nvSpPr>
          <p:spPr bwMode="auto">
            <a:xfrm>
              <a:off x="4140" y="2675"/>
              <a:ext cx="1196" cy="150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1" name="AutoShape 1535"/>
            <p:cNvSpPr>
              <a:spLocks noChangeArrowheads="1"/>
            </p:cNvSpPr>
            <p:nvPr/>
          </p:nvSpPr>
          <p:spPr bwMode="auto">
            <a:xfrm>
              <a:off x="4210" y="2714"/>
              <a:ext cx="1066" cy="7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2" name="Oval 1536"/>
            <p:cNvSpPr>
              <a:spLocks noChangeArrowheads="1"/>
            </p:cNvSpPr>
            <p:nvPr/>
          </p:nvSpPr>
          <p:spPr bwMode="auto">
            <a:xfrm>
              <a:off x="4309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3" name="Oval 1537"/>
            <p:cNvSpPr>
              <a:spLocks noChangeArrowheads="1"/>
            </p:cNvSpPr>
            <p:nvPr/>
          </p:nvSpPr>
          <p:spPr bwMode="auto">
            <a:xfrm>
              <a:off x="4489" y="2382"/>
              <a:ext cx="159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 eaLnBrk="1" hangingPunct="1"/>
              <a:endParaRPr lang="en-US">
                <a:solidFill>
                  <a:srgbClr val="FF0000"/>
                </a:solidFill>
                <a:cs typeface="Arial" charset="0"/>
              </a:endParaRPr>
            </a:p>
          </p:txBody>
        </p:sp>
        <p:sp>
          <p:nvSpPr>
            <p:cNvPr id="144" name="Oval 1538"/>
            <p:cNvSpPr>
              <a:spLocks noChangeArrowheads="1"/>
            </p:cNvSpPr>
            <p:nvPr/>
          </p:nvSpPr>
          <p:spPr bwMode="auto">
            <a:xfrm>
              <a:off x="4658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5" name="Rectangle 1539"/>
            <p:cNvSpPr>
              <a:spLocks noChangeArrowheads="1"/>
            </p:cNvSpPr>
            <p:nvPr/>
          </p:nvSpPr>
          <p:spPr bwMode="auto">
            <a:xfrm>
              <a:off x="5067" y="1837"/>
              <a:ext cx="80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cxnSp>
        <p:nvCxnSpPr>
          <p:cNvPr id="10" name="Straight Connector 9"/>
          <p:cNvCxnSpPr/>
          <p:nvPr/>
        </p:nvCxnSpPr>
        <p:spPr bwMode="auto">
          <a:xfrm>
            <a:off x="1682405" y="2744686"/>
            <a:ext cx="526774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63" name="Straight Connector 162"/>
          <p:cNvCxnSpPr/>
          <p:nvPr/>
        </p:nvCxnSpPr>
        <p:spPr bwMode="auto">
          <a:xfrm>
            <a:off x="6895267" y="2779855"/>
            <a:ext cx="526774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56" name="Group 155"/>
          <p:cNvGrpSpPr/>
          <p:nvPr/>
        </p:nvGrpSpPr>
        <p:grpSpPr>
          <a:xfrm>
            <a:off x="3414626" y="1982945"/>
            <a:ext cx="687402" cy="571677"/>
            <a:chOff x="1736090" y="2893762"/>
            <a:chExt cx="565150" cy="413310"/>
          </a:xfrm>
        </p:grpSpPr>
        <p:grpSp>
          <p:nvGrpSpPr>
            <p:cNvPr id="157" name="Group 327"/>
            <p:cNvGrpSpPr>
              <a:grpSpLocks/>
            </p:cNvGrpSpPr>
            <p:nvPr/>
          </p:nvGrpSpPr>
          <p:grpSpPr bwMode="auto">
            <a:xfrm>
              <a:off x="1736090" y="2893762"/>
              <a:ext cx="565150" cy="292100"/>
              <a:chOff x="1871277" y="1576300"/>
              <a:chExt cx="1128371" cy="437861"/>
            </a:xfrm>
          </p:grpSpPr>
          <p:sp>
            <p:nvSpPr>
              <p:cNvPr id="161" name="Oval 160"/>
              <p:cNvSpPr/>
              <p:nvPr/>
            </p:nvSpPr>
            <p:spPr bwMode="auto">
              <a:xfrm flipV="1">
                <a:off x="1874446" y="1692905"/>
                <a:ext cx="1125202" cy="321256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2">
                      <a:lumMod val="75000"/>
                    </a:schemeClr>
                  </a:gs>
                  <a:gs pos="5300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accent2">
                      <a:lumMod val="75000"/>
                    </a:schemeClr>
                  </a:gs>
                </a:gsLst>
                <a:lin ang="0" scaled="1"/>
                <a:tileRect/>
              </a:gradFill>
              <a:ln w="6350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>
                  <a:ln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162" name="Rectangle 161"/>
              <p:cNvSpPr/>
              <p:nvPr/>
            </p:nvSpPr>
            <p:spPr bwMode="auto">
              <a:xfrm>
                <a:off x="1871277" y="1740499"/>
                <a:ext cx="1128371" cy="114225"/>
              </a:xfrm>
              <a:prstGeom prst="rect">
                <a:avLst/>
              </a:prstGeom>
              <a:gradFill>
                <a:gsLst>
                  <a:gs pos="0">
                    <a:schemeClr val="accent2">
                      <a:lumMod val="75000"/>
                    </a:schemeClr>
                  </a:gs>
                  <a:gs pos="5300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accent2">
                      <a:lumMod val="75000"/>
                    </a:schemeClr>
                  </a:gs>
                </a:gsLst>
                <a:lin ang="10800000" scaled="0"/>
              </a:gradFill>
              <a:ln w="25400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164" name="Oval 163"/>
              <p:cNvSpPr/>
              <p:nvPr/>
            </p:nvSpPr>
            <p:spPr bwMode="auto">
              <a:xfrm flipV="1">
                <a:off x="1871277" y="1576300"/>
                <a:ext cx="1125200" cy="321257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 w="6350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>
                  <a:ln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165" name="Freeform 164"/>
              <p:cNvSpPr/>
              <p:nvPr/>
            </p:nvSpPr>
            <p:spPr bwMode="auto">
              <a:xfrm>
                <a:off x="2159708" y="1673868"/>
                <a:ext cx="548339" cy="159438"/>
              </a:xfrm>
              <a:custGeom>
                <a:avLst/>
                <a:gdLst>
                  <a:gd name="connsiteX0" fmla="*/ 1486231 w 2944854"/>
                  <a:gd name="connsiteY0" fmla="*/ 727041 h 1302232"/>
                  <a:gd name="connsiteX1" fmla="*/ 257675 w 2944854"/>
                  <a:gd name="connsiteY1" fmla="*/ 1302232 h 1302232"/>
                  <a:gd name="connsiteX2" fmla="*/ 0 w 2944854"/>
                  <a:gd name="connsiteY2" fmla="*/ 1228607 h 1302232"/>
                  <a:gd name="connsiteX3" fmla="*/ 911064 w 2944854"/>
                  <a:gd name="connsiteY3" fmla="*/ 837478 h 1302232"/>
                  <a:gd name="connsiteX4" fmla="*/ 883456 w 2944854"/>
                  <a:gd name="connsiteY4" fmla="*/ 450949 h 1302232"/>
                  <a:gd name="connsiteX5" fmla="*/ 161047 w 2944854"/>
                  <a:gd name="connsiteY5" fmla="*/ 119640 h 1302232"/>
                  <a:gd name="connsiteX6" fmla="*/ 404917 w 2944854"/>
                  <a:gd name="connsiteY6" fmla="*/ 50617 h 1302232"/>
                  <a:gd name="connsiteX7" fmla="*/ 1477028 w 2944854"/>
                  <a:gd name="connsiteY7" fmla="*/ 501566 h 1302232"/>
                  <a:gd name="connsiteX8" fmla="*/ 2572146 w 2944854"/>
                  <a:gd name="connsiteY8" fmla="*/ 0 h 1302232"/>
                  <a:gd name="connsiteX9" fmla="*/ 2875834 w 2944854"/>
                  <a:gd name="connsiteY9" fmla="*/ 96632 h 1302232"/>
                  <a:gd name="connsiteX10" fmla="*/ 2079803 w 2944854"/>
                  <a:gd name="connsiteY10" fmla="*/ 432543 h 1302232"/>
                  <a:gd name="connsiteX11" fmla="*/ 2240850 w 2944854"/>
                  <a:gd name="connsiteY11" fmla="*/ 920305 h 1302232"/>
                  <a:gd name="connsiteX12" fmla="*/ 2944854 w 2944854"/>
                  <a:gd name="connsiteY12" fmla="*/ 1228607 h 1302232"/>
                  <a:gd name="connsiteX13" fmla="*/ 2733192 w 2944854"/>
                  <a:gd name="connsiteY13" fmla="*/ 1297630 h 1302232"/>
                  <a:gd name="connsiteX14" fmla="*/ 1486231 w 2944854"/>
                  <a:gd name="connsiteY14" fmla="*/ 727041 h 1302232"/>
                  <a:gd name="connsiteX0" fmla="*/ 1486231 w 2944854"/>
                  <a:gd name="connsiteY0" fmla="*/ 727041 h 1316375"/>
                  <a:gd name="connsiteX1" fmla="*/ 257675 w 2944854"/>
                  <a:gd name="connsiteY1" fmla="*/ 1302232 h 1316375"/>
                  <a:gd name="connsiteX2" fmla="*/ 0 w 2944854"/>
                  <a:gd name="connsiteY2" fmla="*/ 1228607 h 1316375"/>
                  <a:gd name="connsiteX3" fmla="*/ 911064 w 2944854"/>
                  <a:gd name="connsiteY3" fmla="*/ 837478 h 1316375"/>
                  <a:gd name="connsiteX4" fmla="*/ 883456 w 2944854"/>
                  <a:gd name="connsiteY4" fmla="*/ 450949 h 1316375"/>
                  <a:gd name="connsiteX5" fmla="*/ 161047 w 2944854"/>
                  <a:gd name="connsiteY5" fmla="*/ 119640 h 1316375"/>
                  <a:gd name="connsiteX6" fmla="*/ 404917 w 2944854"/>
                  <a:gd name="connsiteY6" fmla="*/ 50617 h 1316375"/>
                  <a:gd name="connsiteX7" fmla="*/ 1477028 w 2944854"/>
                  <a:gd name="connsiteY7" fmla="*/ 501566 h 1316375"/>
                  <a:gd name="connsiteX8" fmla="*/ 2572146 w 2944854"/>
                  <a:gd name="connsiteY8" fmla="*/ 0 h 1316375"/>
                  <a:gd name="connsiteX9" fmla="*/ 2875834 w 2944854"/>
                  <a:gd name="connsiteY9" fmla="*/ 96632 h 1316375"/>
                  <a:gd name="connsiteX10" fmla="*/ 2079803 w 2944854"/>
                  <a:gd name="connsiteY10" fmla="*/ 432543 h 1316375"/>
                  <a:gd name="connsiteX11" fmla="*/ 2240850 w 2944854"/>
                  <a:gd name="connsiteY11" fmla="*/ 920305 h 1316375"/>
                  <a:gd name="connsiteX12" fmla="*/ 2944854 w 2944854"/>
                  <a:gd name="connsiteY12" fmla="*/ 1228607 h 1316375"/>
                  <a:gd name="connsiteX13" fmla="*/ 2756623 w 2944854"/>
                  <a:gd name="connsiteY13" fmla="*/ 1316375 h 1316375"/>
                  <a:gd name="connsiteX14" fmla="*/ 1486231 w 2944854"/>
                  <a:gd name="connsiteY14" fmla="*/ 727041 h 1316375"/>
                  <a:gd name="connsiteX0" fmla="*/ 1486231 w 3024520"/>
                  <a:gd name="connsiteY0" fmla="*/ 727041 h 1316375"/>
                  <a:gd name="connsiteX1" fmla="*/ 257675 w 3024520"/>
                  <a:gd name="connsiteY1" fmla="*/ 1302232 h 1316375"/>
                  <a:gd name="connsiteX2" fmla="*/ 0 w 3024520"/>
                  <a:gd name="connsiteY2" fmla="*/ 1228607 h 1316375"/>
                  <a:gd name="connsiteX3" fmla="*/ 911064 w 3024520"/>
                  <a:gd name="connsiteY3" fmla="*/ 837478 h 1316375"/>
                  <a:gd name="connsiteX4" fmla="*/ 883456 w 3024520"/>
                  <a:gd name="connsiteY4" fmla="*/ 450949 h 1316375"/>
                  <a:gd name="connsiteX5" fmla="*/ 161047 w 3024520"/>
                  <a:gd name="connsiteY5" fmla="*/ 119640 h 1316375"/>
                  <a:gd name="connsiteX6" fmla="*/ 404917 w 3024520"/>
                  <a:gd name="connsiteY6" fmla="*/ 50617 h 1316375"/>
                  <a:gd name="connsiteX7" fmla="*/ 1477028 w 3024520"/>
                  <a:gd name="connsiteY7" fmla="*/ 501566 h 1316375"/>
                  <a:gd name="connsiteX8" fmla="*/ 2572146 w 3024520"/>
                  <a:gd name="connsiteY8" fmla="*/ 0 h 1316375"/>
                  <a:gd name="connsiteX9" fmla="*/ 2875834 w 3024520"/>
                  <a:gd name="connsiteY9" fmla="*/ 96632 h 1316375"/>
                  <a:gd name="connsiteX10" fmla="*/ 2079803 w 3024520"/>
                  <a:gd name="connsiteY10" fmla="*/ 432543 h 1316375"/>
                  <a:gd name="connsiteX11" fmla="*/ 2240850 w 3024520"/>
                  <a:gd name="connsiteY11" fmla="*/ 920305 h 1316375"/>
                  <a:gd name="connsiteX12" fmla="*/ 3024520 w 3024520"/>
                  <a:gd name="connsiteY12" fmla="*/ 1228607 h 1316375"/>
                  <a:gd name="connsiteX13" fmla="*/ 2756623 w 3024520"/>
                  <a:gd name="connsiteY13" fmla="*/ 1316375 h 1316375"/>
                  <a:gd name="connsiteX14" fmla="*/ 1486231 w 3024520"/>
                  <a:gd name="connsiteY14" fmla="*/ 727041 h 1316375"/>
                  <a:gd name="connsiteX0" fmla="*/ 1537780 w 3076069"/>
                  <a:gd name="connsiteY0" fmla="*/ 727041 h 1316375"/>
                  <a:gd name="connsiteX1" fmla="*/ 309224 w 3076069"/>
                  <a:gd name="connsiteY1" fmla="*/ 1302232 h 1316375"/>
                  <a:gd name="connsiteX2" fmla="*/ 0 w 3076069"/>
                  <a:gd name="connsiteY2" fmla="*/ 1228607 h 1316375"/>
                  <a:gd name="connsiteX3" fmla="*/ 962613 w 3076069"/>
                  <a:gd name="connsiteY3" fmla="*/ 837478 h 1316375"/>
                  <a:gd name="connsiteX4" fmla="*/ 935005 w 3076069"/>
                  <a:gd name="connsiteY4" fmla="*/ 450949 h 1316375"/>
                  <a:gd name="connsiteX5" fmla="*/ 212596 w 3076069"/>
                  <a:gd name="connsiteY5" fmla="*/ 119640 h 1316375"/>
                  <a:gd name="connsiteX6" fmla="*/ 456466 w 3076069"/>
                  <a:gd name="connsiteY6" fmla="*/ 50617 h 1316375"/>
                  <a:gd name="connsiteX7" fmla="*/ 1528577 w 3076069"/>
                  <a:gd name="connsiteY7" fmla="*/ 501566 h 1316375"/>
                  <a:gd name="connsiteX8" fmla="*/ 2623695 w 3076069"/>
                  <a:gd name="connsiteY8" fmla="*/ 0 h 1316375"/>
                  <a:gd name="connsiteX9" fmla="*/ 2927383 w 3076069"/>
                  <a:gd name="connsiteY9" fmla="*/ 96632 h 1316375"/>
                  <a:gd name="connsiteX10" fmla="*/ 2131352 w 3076069"/>
                  <a:gd name="connsiteY10" fmla="*/ 432543 h 1316375"/>
                  <a:gd name="connsiteX11" fmla="*/ 2292399 w 3076069"/>
                  <a:gd name="connsiteY11" fmla="*/ 920305 h 1316375"/>
                  <a:gd name="connsiteX12" fmla="*/ 3076069 w 3076069"/>
                  <a:gd name="connsiteY12" fmla="*/ 1228607 h 1316375"/>
                  <a:gd name="connsiteX13" fmla="*/ 2808172 w 3076069"/>
                  <a:gd name="connsiteY13" fmla="*/ 1316375 h 1316375"/>
                  <a:gd name="connsiteX14" fmla="*/ 1537780 w 3076069"/>
                  <a:gd name="connsiteY14" fmla="*/ 727041 h 1316375"/>
                  <a:gd name="connsiteX0" fmla="*/ 1537780 w 3076069"/>
                  <a:gd name="connsiteY0" fmla="*/ 727041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27041 h 1321259"/>
                  <a:gd name="connsiteX0" fmla="*/ 1537780 w 3076069"/>
                  <a:gd name="connsiteY0" fmla="*/ 750825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50825 h 13212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3076069" h="132125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166" name="Freeform 165"/>
              <p:cNvSpPr/>
              <p:nvPr/>
            </p:nvSpPr>
            <p:spPr bwMode="auto">
              <a:xfrm>
                <a:off x="2102655" y="1633412"/>
                <a:ext cx="662444" cy="111846"/>
              </a:xfrm>
              <a:custGeom>
                <a:avLst/>
                <a:gdLst>
                  <a:gd name="connsiteX0" fmla="*/ 0 w 3645229"/>
                  <a:gd name="connsiteY0" fmla="*/ 214441 h 923747"/>
                  <a:gd name="connsiteX1" fmla="*/ 659770 w 3645229"/>
                  <a:gd name="connsiteY1" fmla="*/ 16495 h 923747"/>
                  <a:gd name="connsiteX2" fmla="*/ 1814367 w 3645229"/>
                  <a:gd name="connsiteY2" fmla="*/ 511360 h 923747"/>
                  <a:gd name="connsiteX3" fmla="*/ 2968965 w 3645229"/>
                  <a:gd name="connsiteY3" fmla="*/ 0 h 923747"/>
                  <a:gd name="connsiteX4" fmla="*/ 3645229 w 3645229"/>
                  <a:gd name="connsiteY4" fmla="*/ 197946 h 923747"/>
                  <a:gd name="connsiteX5" fmla="*/ 3199884 w 3645229"/>
                  <a:gd name="connsiteY5" fmla="*/ 461874 h 923747"/>
                  <a:gd name="connsiteX6" fmla="*/ 2985459 w 3645229"/>
                  <a:gd name="connsiteY6" fmla="*/ 379396 h 923747"/>
                  <a:gd name="connsiteX7" fmla="*/ 1830861 w 3645229"/>
                  <a:gd name="connsiteY7" fmla="*/ 923747 h 923747"/>
                  <a:gd name="connsiteX8" fmla="*/ 676264 w 3645229"/>
                  <a:gd name="connsiteY8" fmla="*/ 412387 h 923747"/>
                  <a:gd name="connsiteX9" fmla="*/ 527816 w 3645229"/>
                  <a:gd name="connsiteY9" fmla="*/ 478369 h 923747"/>
                  <a:gd name="connsiteX10" fmla="*/ 0 w 3645229"/>
                  <a:gd name="connsiteY10" fmla="*/ 21444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71662 w 3640627"/>
                  <a:gd name="connsiteY8" fmla="*/ 412387 h 923747"/>
                  <a:gd name="connsiteX9" fmla="*/ 523214 w 3640627"/>
                  <a:gd name="connsiteY9" fmla="*/ 478369 h 923747"/>
                  <a:gd name="connsiteX10" fmla="*/ 0 w 3640627"/>
                  <a:gd name="connsiteY10" fmla="*/ 24205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71662 w 3640627"/>
                  <a:gd name="connsiteY8" fmla="*/ 412387 h 923747"/>
                  <a:gd name="connsiteX9" fmla="*/ 523214 w 3640627"/>
                  <a:gd name="connsiteY9" fmla="*/ 482971 h 923747"/>
                  <a:gd name="connsiteX10" fmla="*/ 0 w 3640627"/>
                  <a:gd name="connsiteY10" fmla="*/ 24205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90067 w 3640627"/>
                  <a:gd name="connsiteY8" fmla="*/ 412387 h 923747"/>
                  <a:gd name="connsiteX9" fmla="*/ 523214 w 3640627"/>
                  <a:gd name="connsiteY9" fmla="*/ 482971 h 923747"/>
                  <a:gd name="connsiteX10" fmla="*/ 0 w 3640627"/>
                  <a:gd name="connsiteY10" fmla="*/ 242051 h 923747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09765 w 3640627"/>
                  <a:gd name="connsiteY2" fmla="*/ 511360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2980857 w 3640627"/>
                  <a:gd name="connsiteY6" fmla="*/ 379396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55778 w 3640627"/>
                  <a:gd name="connsiteY2" fmla="*/ 534367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2980857 w 3640627"/>
                  <a:gd name="connsiteY6" fmla="*/ 379396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55778 w 3640627"/>
                  <a:gd name="connsiteY2" fmla="*/ 534367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3008465 w 3640627"/>
                  <a:gd name="connsiteY6" fmla="*/ 402404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723451"/>
                  <a:gd name="connsiteY0" fmla="*/ 242051 h 946755"/>
                  <a:gd name="connsiteX1" fmla="*/ 655168 w 3723451"/>
                  <a:gd name="connsiteY1" fmla="*/ 16495 h 946755"/>
                  <a:gd name="connsiteX2" fmla="*/ 1855778 w 3723451"/>
                  <a:gd name="connsiteY2" fmla="*/ 534367 h 946755"/>
                  <a:gd name="connsiteX3" fmla="*/ 2964363 w 3723451"/>
                  <a:gd name="connsiteY3" fmla="*/ 0 h 946755"/>
                  <a:gd name="connsiteX4" fmla="*/ 3723451 w 3723451"/>
                  <a:gd name="connsiteY4" fmla="*/ 220954 h 946755"/>
                  <a:gd name="connsiteX5" fmla="*/ 3195282 w 3723451"/>
                  <a:gd name="connsiteY5" fmla="*/ 461874 h 946755"/>
                  <a:gd name="connsiteX6" fmla="*/ 3008465 w 3723451"/>
                  <a:gd name="connsiteY6" fmla="*/ 402404 h 946755"/>
                  <a:gd name="connsiteX7" fmla="*/ 1876873 w 3723451"/>
                  <a:gd name="connsiteY7" fmla="*/ 946755 h 946755"/>
                  <a:gd name="connsiteX8" fmla="*/ 690067 w 3723451"/>
                  <a:gd name="connsiteY8" fmla="*/ 412387 h 946755"/>
                  <a:gd name="connsiteX9" fmla="*/ 523214 w 3723451"/>
                  <a:gd name="connsiteY9" fmla="*/ 482971 h 946755"/>
                  <a:gd name="connsiteX10" fmla="*/ 0 w 3723451"/>
                  <a:gd name="connsiteY10" fmla="*/ 242051 h 946755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95282 w 3723451"/>
                  <a:gd name="connsiteY5" fmla="*/ 448069 h 932950"/>
                  <a:gd name="connsiteX6" fmla="*/ 3008465 w 3723451"/>
                  <a:gd name="connsiteY6" fmla="*/ 388599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95282 w 3723451"/>
                  <a:gd name="connsiteY5" fmla="*/ 448069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86079 w 3723451"/>
                  <a:gd name="connsiteY5" fmla="*/ 461874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86079 w 3723451"/>
                  <a:gd name="connsiteY5" fmla="*/ 461874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711613 w 3723451"/>
                  <a:gd name="connsiteY8" fmla="*/ 413055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723451" h="932950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167" name="Freeform 166"/>
              <p:cNvSpPr/>
              <p:nvPr/>
            </p:nvSpPr>
            <p:spPr bwMode="auto">
              <a:xfrm>
                <a:off x="2536889" y="1728599"/>
                <a:ext cx="244057" cy="97568"/>
              </a:xfrm>
              <a:custGeom>
                <a:avLst/>
                <a:gdLst>
                  <a:gd name="connsiteX0" fmla="*/ 55216 w 1421812"/>
                  <a:gd name="connsiteY0" fmla="*/ 0 h 800665"/>
                  <a:gd name="connsiteX1" fmla="*/ 1421812 w 1421812"/>
                  <a:gd name="connsiteY1" fmla="*/ 625807 h 800665"/>
                  <a:gd name="connsiteX2" fmla="*/ 947874 w 1421812"/>
                  <a:gd name="connsiteY2" fmla="*/ 800665 h 800665"/>
                  <a:gd name="connsiteX3" fmla="*/ 50614 w 1421812"/>
                  <a:gd name="connsiteY3" fmla="*/ 404934 h 800665"/>
                  <a:gd name="connsiteX4" fmla="*/ 0 w 1421812"/>
                  <a:gd name="connsiteY4" fmla="*/ 404934 h 800665"/>
                  <a:gd name="connsiteX5" fmla="*/ 55216 w 1421812"/>
                  <a:gd name="connsiteY5" fmla="*/ 0 h 800665"/>
                  <a:gd name="connsiteX0" fmla="*/ 4602 w 1371198"/>
                  <a:gd name="connsiteY0" fmla="*/ 0 h 800665"/>
                  <a:gd name="connsiteX1" fmla="*/ 1371198 w 1371198"/>
                  <a:gd name="connsiteY1" fmla="*/ 625807 h 800665"/>
                  <a:gd name="connsiteX2" fmla="*/ 897260 w 1371198"/>
                  <a:gd name="connsiteY2" fmla="*/ 800665 h 800665"/>
                  <a:gd name="connsiteX3" fmla="*/ 0 w 1371198"/>
                  <a:gd name="connsiteY3" fmla="*/ 404934 h 800665"/>
                  <a:gd name="connsiteX4" fmla="*/ 4602 w 1371198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9868"/>
                  <a:gd name="connsiteX1" fmla="*/ 1366596 w 1366596"/>
                  <a:gd name="connsiteY1" fmla="*/ 625807 h 809868"/>
                  <a:gd name="connsiteX2" fmla="*/ 865050 w 1366596"/>
                  <a:gd name="connsiteY2" fmla="*/ 809868 h 809868"/>
                  <a:gd name="connsiteX3" fmla="*/ 4601 w 1366596"/>
                  <a:gd name="connsiteY3" fmla="*/ 427942 h 809868"/>
                  <a:gd name="connsiteX4" fmla="*/ 0 w 1366596"/>
                  <a:gd name="connsiteY4" fmla="*/ 0 h 8098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6596" h="809868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168" name="Freeform 167"/>
              <p:cNvSpPr/>
              <p:nvPr/>
            </p:nvSpPr>
            <p:spPr bwMode="auto">
              <a:xfrm>
                <a:off x="2089977" y="1730980"/>
                <a:ext cx="240888" cy="95187"/>
              </a:xfrm>
              <a:custGeom>
                <a:avLst/>
                <a:gdLst>
                  <a:gd name="connsiteX0" fmla="*/ 1329786 w 1348191"/>
                  <a:gd name="connsiteY0" fmla="*/ 0 h 809869"/>
                  <a:gd name="connsiteX1" fmla="*/ 1348191 w 1348191"/>
                  <a:gd name="connsiteY1" fmla="*/ 400333 h 809869"/>
                  <a:gd name="connsiteX2" fmla="*/ 487742 w 1348191"/>
                  <a:gd name="connsiteY2" fmla="*/ 809869 h 809869"/>
                  <a:gd name="connsiteX3" fmla="*/ 0 w 1348191"/>
                  <a:gd name="connsiteY3" fmla="*/ 630409 h 809869"/>
                  <a:gd name="connsiteX4" fmla="*/ 1329786 w 1348191"/>
                  <a:gd name="connsiteY4" fmla="*/ 0 h 809869"/>
                  <a:gd name="connsiteX0" fmla="*/ 1329786 w 1348191"/>
                  <a:gd name="connsiteY0" fmla="*/ 0 h 791462"/>
                  <a:gd name="connsiteX1" fmla="*/ 1348191 w 1348191"/>
                  <a:gd name="connsiteY1" fmla="*/ 381926 h 791462"/>
                  <a:gd name="connsiteX2" fmla="*/ 487742 w 1348191"/>
                  <a:gd name="connsiteY2" fmla="*/ 791462 h 791462"/>
                  <a:gd name="connsiteX3" fmla="*/ 0 w 1348191"/>
                  <a:gd name="connsiteY3" fmla="*/ 612002 h 791462"/>
                  <a:gd name="connsiteX4" fmla="*/ 1329786 w 1348191"/>
                  <a:gd name="connsiteY4" fmla="*/ 0 h 7914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48191" h="791462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cxnSp>
            <p:nvCxnSpPr>
              <p:cNvPr id="169" name="Straight Connector 168"/>
              <p:cNvCxnSpPr>
                <a:endCxn id="164" idx="2"/>
              </p:cNvCxnSpPr>
              <p:nvPr/>
            </p:nvCxnSpPr>
            <p:spPr bwMode="auto">
              <a:xfrm flipH="1" flipV="1">
                <a:off x="1871277" y="1735739"/>
                <a:ext cx="3169" cy="123743"/>
              </a:xfrm>
              <a:prstGeom prst="line">
                <a:avLst/>
              </a:prstGeom>
              <a:ln w="6350" cmpd="sng">
                <a:solidFill>
                  <a:schemeClr val="tx1"/>
                </a:solidFill>
              </a:ln>
              <a:effectLst>
                <a:outerShdw blurRad="40005" dist="19939" dir="5400000" algn="tl" rotWithShape="0">
                  <a:srgbClr val="000000">
                    <a:alpha val="38000"/>
                  </a:srgbClr>
                </a:outerShdw>
              </a:effectLst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0" name="Straight Connector 169"/>
              <p:cNvCxnSpPr/>
              <p:nvPr/>
            </p:nvCxnSpPr>
            <p:spPr bwMode="auto">
              <a:xfrm flipH="1" flipV="1">
                <a:off x="2996477" y="1733359"/>
                <a:ext cx="3171" cy="123743"/>
              </a:xfrm>
              <a:prstGeom prst="line">
                <a:avLst/>
              </a:prstGeom>
              <a:ln w="6350" cmpd="sng">
                <a:solidFill>
                  <a:schemeClr val="tx1"/>
                </a:solidFill>
              </a:ln>
              <a:effectLst>
                <a:outerShdw blurRad="40005" dist="19939" dir="5400000" algn="tl" rotWithShape="0">
                  <a:srgbClr val="000000">
                    <a:alpha val="38000"/>
                  </a:srgbClr>
                </a:outerShdw>
              </a:effectLst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58" name="Group 157"/>
            <p:cNvGrpSpPr/>
            <p:nvPr/>
          </p:nvGrpSpPr>
          <p:grpSpPr>
            <a:xfrm>
              <a:off x="1844715" y="2907714"/>
              <a:ext cx="356365" cy="399358"/>
              <a:chOff x="741398" y="1743005"/>
              <a:chExt cx="356365" cy="399358"/>
            </a:xfrm>
          </p:grpSpPr>
          <p:sp>
            <p:nvSpPr>
              <p:cNvPr id="159" name="Oval 158"/>
              <p:cNvSpPr/>
              <p:nvPr/>
            </p:nvSpPr>
            <p:spPr bwMode="auto">
              <a:xfrm>
                <a:off x="741398" y="1850752"/>
                <a:ext cx="356365" cy="168450"/>
              </a:xfrm>
              <a:prstGeom prst="ellipse">
                <a:avLst/>
              </a:prstGeom>
              <a:solidFill>
                <a:schemeClr val="bg1">
                  <a:alpha val="76000"/>
                </a:scheme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60" name="TextBox 159"/>
              <p:cNvSpPr txBox="1"/>
              <p:nvPr/>
            </p:nvSpPr>
            <p:spPr>
              <a:xfrm>
                <a:off x="783895" y="1743005"/>
                <a:ext cx="288887" cy="39935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/>
                  <a:t>v</a:t>
                </a:r>
              </a:p>
            </p:txBody>
          </p:sp>
        </p:grpSp>
      </p:grpSp>
      <p:grpSp>
        <p:nvGrpSpPr>
          <p:cNvPr id="173" name="Group 172"/>
          <p:cNvGrpSpPr/>
          <p:nvPr/>
        </p:nvGrpSpPr>
        <p:grpSpPr>
          <a:xfrm>
            <a:off x="4888811" y="1979830"/>
            <a:ext cx="687402" cy="480963"/>
            <a:chOff x="1736090" y="2893762"/>
            <a:chExt cx="565150" cy="347726"/>
          </a:xfrm>
        </p:grpSpPr>
        <p:grpSp>
          <p:nvGrpSpPr>
            <p:cNvPr id="174" name="Group 327"/>
            <p:cNvGrpSpPr>
              <a:grpSpLocks/>
            </p:cNvGrpSpPr>
            <p:nvPr/>
          </p:nvGrpSpPr>
          <p:grpSpPr bwMode="auto">
            <a:xfrm>
              <a:off x="1736090" y="2893762"/>
              <a:ext cx="565150" cy="292100"/>
              <a:chOff x="1871277" y="1576300"/>
              <a:chExt cx="1128371" cy="437861"/>
            </a:xfrm>
          </p:grpSpPr>
          <p:sp>
            <p:nvSpPr>
              <p:cNvPr id="178" name="Oval 177"/>
              <p:cNvSpPr/>
              <p:nvPr/>
            </p:nvSpPr>
            <p:spPr bwMode="auto">
              <a:xfrm flipV="1">
                <a:off x="1874446" y="1692905"/>
                <a:ext cx="1125202" cy="321256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2">
                      <a:lumMod val="75000"/>
                    </a:schemeClr>
                  </a:gs>
                  <a:gs pos="5300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accent2">
                      <a:lumMod val="75000"/>
                    </a:schemeClr>
                  </a:gs>
                </a:gsLst>
                <a:lin ang="0" scaled="1"/>
                <a:tileRect/>
              </a:gradFill>
              <a:ln w="6350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>
                  <a:ln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179" name="Rectangle 178"/>
              <p:cNvSpPr/>
              <p:nvPr/>
            </p:nvSpPr>
            <p:spPr bwMode="auto">
              <a:xfrm>
                <a:off x="1871277" y="1740499"/>
                <a:ext cx="1128371" cy="114225"/>
              </a:xfrm>
              <a:prstGeom prst="rect">
                <a:avLst/>
              </a:prstGeom>
              <a:gradFill>
                <a:gsLst>
                  <a:gs pos="0">
                    <a:schemeClr val="accent2">
                      <a:lumMod val="75000"/>
                    </a:schemeClr>
                  </a:gs>
                  <a:gs pos="5300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accent2">
                      <a:lumMod val="75000"/>
                    </a:schemeClr>
                  </a:gs>
                </a:gsLst>
                <a:lin ang="10800000" scaled="0"/>
              </a:gradFill>
              <a:ln w="25400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180" name="Oval 179"/>
              <p:cNvSpPr/>
              <p:nvPr/>
            </p:nvSpPr>
            <p:spPr bwMode="auto">
              <a:xfrm flipV="1">
                <a:off x="1871277" y="1576300"/>
                <a:ext cx="1125200" cy="321257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 w="6350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>
                  <a:ln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181" name="Freeform 180"/>
              <p:cNvSpPr/>
              <p:nvPr/>
            </p:nvSpPr>
            <p:spPr bwMode="auto">
              <a:xfrm>
                <a:off x="2159708" y="1673868"/>
                <a:ext cx="548339" cy="159438"/>
              </a:xfrm>
              <a:custGeom>
                <a:avLst/>
                <a:gdLst>
                  <a:gd name="connsiteX0" fmla="*/ 1486231 w 2944854"/>
                  <a:gd name="connsiteY0" fmla="*/ 727041 h 1302232"/>
                  <a:gd name="connsiteX1" fmla="*/ 257675 w 2944854"/>
                  <a:gd name="connsiteY1" fmla="*/ 1302232 h 1302232"/>
                  <a:gd name="connsiteX2" fmla="*/ 0 w 2944854"/>
                  <a:gd name="connsiteY2" fmla="*/ 1228607 h 1302232"/>
                  <a:gd name="connsiteX3" fmla="*/ 911064 w 2944854"/>
                  <a:gd name="connsiteY3" fmla="*/ 837478 h 1302232"/>
                  <a:gd name="connsiteX4" fmla="*/ 883456 w 2944854"/>
                  <a:gd name="connsiteY4" fmla="*/ 450949 h 1302232"/>
                  <a:gd name="connsiteX5" fmla="*/ 161047 w 2944854"/>
                  <a:gd name="connsiteY5" fmla="*/ 119640 h 1302232"/>
                  <a:gd name="connsiteX6" fmla="*/ 404917 w 2944854"/>
                  <a:gd name="connsiteY6" fmla="*/ 50617 h 1302232"/>
                  <a:gd name="connsiteX7" fmla="*/ 1477028 w 2944854"/>
                  <a:gd name="connsiteY7" fmla="*/ 501566 h 1302232"/>
                  <a:gd name="connsiteX8" fmla="*/ 2572146 w 2944854"/>
                  <a:gd name="connsiteY8" fmla="*/ 0 h 1302232"/>
                  <a:gd name="connsiteX9" fmla="*/ 2875834 w 2944854"/>
                  <a:gd name="connsiteY9" fmla="*/ 96632 h 1302232"/>
                  <a:gd name="connsiteX10" fmla="*/ 2079803 w 2944854"/>
                  <a:gd name="connsiteY10" fmla="*/ 432543 h 1302232"/>
                  <a:gd name="connsiteX11" fmla="*/ 2240850 w 2944854"/>
                  <a:gd name="connsiteY11" fmla="*/ 920305 h 1302232"/>
                  <a:gd name="connsiteX12" fmla="*/ 2944854 w 2944854"/>
                  <a:gd name="connsiteY12" fmla="*/ 1228607 h 1302232"/>
                  <a:gd name="connsiteX13" fmla="*/ 2733192 w 2944854"/>
                  <a:gd name="connsiteY13" fmla="*/ 1297630 h 1302232"/>
                  <a:gd name="connsiteX14" fmla="*/ 1486231 w 2944854"/>
                  <a:gd name="connsiteY14" fmla="*/ 727041 h 1302232"/>
                  <a:gd name="connsiteX0" fmla="*/ 1486231 w 2944854"/>
                  <a:gd name="connsiteY0" fmla="*/ 727041 h 1316375"/>
                  <a:gd name="connsiteX1" fmla="*/ 257675 w 2944854"/>
                  <a:gd name="connsiteY1" fmla="*/ 1302232 h 1316375"/>
                  <a:gd name="connsiteX2" fmla="*/ 0 w 2944854"/>
                  <a:gd name="connsiteY2" fmla="*/ 1228607 h 1316375"/>
                  <a:gd name="connsiteX3" fmla="*/ 911064 w 2944854"/>
                  <a:gd name="connsiteY3" fmla="*/ 837478 h 1316375"/>
                  <a:gd name="connsiteX4" fmla="*/ 883456 w 2944854"/>
                  <a:gd name="connsiteY4" fmla="*/ 450949 h 1316375"/>
                  <a:gd name="connsiteX5" fmla="*/ 161047 w 2944854"/>
                  <a:gd name="connsiteY5" fmla="*/ 119640 h 1316375"/>
                  <a:gd name="connsiteX6" fmla="*/ 404917 w 2944854"/>
                  <a:gd name="connsiteY6" fmla="*/ 50617 h 1316375"/>
                  <a:gd name="connsiteX7" fmla="*/ 1477028 w 2944854"/>
                  <a:gd name="connsiteY7" fmla="*/ 501566 h 1316375"/>
                  <a:gd name="connsiteX8" fmla="*/ 2572146 w 2944854"/>
                  <a:gd name="connsiteY8" fmla="*/ 0 h 1316375"/>
                  <a:gd name="connsiteX9" fmla="*/ 2875834 w 2944854"/>
                  <a:gd name="connsiteY9" fmla="*/ 96632 h 1316375"/>
                  <a:gd name="connsiteX10" fmla="*/ 2079803 w 2944854"/>
                  <a:gd name="connsiteY10" fmla="*/ 432543 h 1316375"/>
                  <a:gd name="connsiteX11" fmla="*/ 2240850 w 2944854"/>
                  <a:gd name="connsiteY11" fmla="*/ 920305 h 1316375"/>
                  <a:gd name="connsiteX12" fmla="*/ 2944854 w 2944854"/>
                  <a:gd name="connsiteY12" fmla="*/ 1228607 h 1316375"/>
                  <a:gd name="connsiteX13" fmla="*/ 2756623 w 2944854"/>
                  <a:gd name="connsiteY13" fmla="*/ 1316375 h 1316375"/>
                  <a:gd name="connsiteX14" fmla="*/ 1486231 w 2944854"/>
                  <a:gd name="connsiteY14" fmla="*/ 727041 h 1316375"/>
                  <a:gd name="connsiteX0" fmla="*/ 1486231 w 3024520"/>
                  <a:gd name="connsiteY0" fmla="*/ 727041 h 1316375"/>
                  <a:gd name="connsiteX1" fmla="*/ 257675 w 3024520"/>
                  <a:gd name="connsiteY1" fmla="*/ 1302232 h 1316375"/>
                  <a:gd name="connsiteX2" fmla="*/ 0 w 3024520"/>
                  <a:gd name="connsiteY2" fmla="*/ 1228607 h 1316375"/>
                  <a:gd name="connsiteX3" fmla="*/ 911064 w 3024520"/>
                  <a:gd name="connsiteY3" fmla="*/ 837478 h 1316375"/>
                  <a:gd name="connsiteX4" fmla="*/ 883456 w 3024520"/>
                  <a:gd name="connsiteY4" fmla="*/ 450949 h 1316375"/>
                  <a:gd name="connsiteX5" fmla="*/ 161047 w 3024520"/>
                  <a:gd name="connsiteY5" fmla="*/ 119640 h 1316375"/>
                  <a:gd name="connsiteX6" fmla="*/ 404917 w 3024520"/>
                  <a:gd name="connsiteY6" fmla="*/ 50617 h 1316375"/>
                  <a:gd name="connsiteX7" fmla="*/ 1477028 w 3024520"/>
                  <a:gd name="connsiteY7" fmla="*/ 501566 h 1316375"/>
                  <a:gd name="connsiteX8" fmla="*/ 2572146 w 3024520"/>
                  <a:gd name="connsiteY8" fmla="*/ 0 h 1316375"/>
                  <a:gd name="connsiteX9" fmla="*/ 2875834 w 3024520"/>
                  <a:gd name="connsiteY9" fmla="*/ 96632 h 1316375"/>
                  <a:gd name="connsiteX10" fmla="*/ 2079803 w 3024520"/>
                  <a:gd name="connsiteY10" fmla="*/ 432543 h 1316375"/>
                  <a:gd name="connsiteX11" fmla="*/ 2240850 w 3024520"/>
                  <a:gd name="connsiteY11" fmla="*/ 920305 h 1316375"/>
                  <a:gd name="connsiteX12" fmla="*/ 3024520 w 3024520"/>
                  <a:gd name="connsiteY12" fmla="*/ 1228607 h 1316375"/>
                  <a:gd name="connsiteX13" fmla="*/ 2756623 w 3024520"/>
                  <a:gd name="connsiteY13" fmla="*/ 1316375 h 1316375"/>
                  <a:gd name="connsiteX14" fmla="*/ 1486231 w 3024520"/>
                  <a:gd name="connsiteY14" fmla="*/ 727041 h 1316375"/>
                  <a:gd name="connsiteX0" fmla="*/ 1537780 w 3076069"/>
                  <a:gd name="connsiteY0" fmla="*/ 727041 h 1316375"/>
                  <a:gd name="connsiteX1" fmla="*/ 309224 w 3076069"/>
                  <a:gd name="connsiteY1" fmla="*/ 1302232 h 1316375"/>
                  <a:gd name="connsiteX2" fmla="*/ 0 w 3076069"/>
                  <a:gd name="connsiteY2" fmla="*/ 1228607 h 1316375"/>
                  <a:gd name="connsiteX3" fmla="*/ 962613 w 3076069"/>
                  <a:gd name="connsiteY3" fmla="*/ 837478 h 1316375"/>
                  <a:gd name="connsiteX4" fmla="*/ 935005 w 3076069"/>
                  <a:gd name="connsiteY4" fmla="*/ 450949 h 1316375"/>
                  <a:gd name="connsiteX5" fmla="*/ 212596 w 3076069"/>
                  <a:gd name="connsiteY5" fmla="*/ 119640 h 1316375"/>
                  <a:gd name="connsiteX6" fmla="*/ 456466 w 3076069"/>
                  <a:gd name="connsiteY6" fmla="*/ 50617 h 1316375"/>
                  <a:gd name="connsiteX7" fmla="*/ 1528577 w 3076069"/>
                  <a:gd name="connsiteY7" fmla="*/ 501566 h 1316375"/>
                  <a:gd name="connsiteX8" fmla="*/ 2623695 w 3076069"/>
                  <a:gd name="connsiteY8" fmla="*/ 0 h 1316375"/>
                  <a:gd name="connsiteX9" fmla="*/ 2927383 w 3076069"/>
                  <a:gd name="connsiteY9" fmla="*/ 96632 h 1316375"/>
                  <a:gd name="connsiteX10" fmla="*/ 2131352 w 3076069"/>
                  <a:gd name="connsiteY10" fmla="*/ 432543 h 1316375"/>
                  <a:gd name="connsiteX11" fmla="*/ 2292399 w 3076069"/>
                  <a:gd name="connsiteY11" fmla="*/ 920305 h 1316375"/>
                  <a:gd name="connsiteX12" fmla="*/ 3076069 w 3076069"/>
                  <a:gd name="connsiteY12" fmla="*/ 1228607 h 1316375"/>
                  <a:gd name="connsiteX13" fmla="*/ 2808172 w 3076069"/>
                  <a:gd name="connsiteY13" fmla="*/ 1316375 h 1316375"/>
                  <a:gd name="connsiteX14" fmla="*/ 1537780 w 3076069"/>
                  <a:gd name="connsiteY14" fmla="*/ 727041 h 1316375"/>
                  <a:gd name="connsiteX0" fmla="*/ 1537780 w 3076069"/>
                  <a:gd name="connsiteY0" fmla="*/ 727041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27041 h 1321259"/>
                  <a:gd name="connsiteX0" fmla="*/ 1537780 w 3076069"/>
                  <a:gd name="connsiteY0" fmla="*/ 750825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50825 h 13212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3076069" h="132125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182" name="Freeform 181"/>
              <p:cNvSpPr/>
              <p:nvPr/>
            </p:nvSpPr>
            <p:spPr bwMode="auto">
              <a:xfrm>
                <a:off x="2102655" y="1633412"/>
                <a:ext cx="662444" cy="111846"/>
              </a:xfrm>
              <a:custGeom>
                <a:avLst/>
                <a:gdLst>
                  <a:gd name="connsiteX0" fmla="*/ 0 w 3645229"/>
                  <a:gd name="connsiteY0" fmla="*/ 214441 h 923747"/>
                  <a:gd name="connsiteX1" fmla="*/ 659770 w 3645229"/>
                  <a:gd name="connsiteY1" fmla="*/ 16495 h 923747"/>
                  <a:gd name="connsiteX2" fmla="*/ 1814367 w 3645229"/>
                  <a:gd name="connsiteY2" fmla="*/ 511360 h 923747"/>
                  <a:gd name="connsiteX3" fmla="*/ 2968965 w 3645229"/>
                  <a:gd name="connsiteY3" fmla="*/ 0 h 923747"/>
                  <a:gd name="connsiteX4" fmla="*/ 3645229 w 3645229"/>
                  <a:gd name="connsiteY4" fmla="*/ 197946 h 923747"/>
                  <a:gd name="connsiteX5" fmla="*/ 3199884 w 3645229"/>
                  <a:gd name="connsiteY5" fmla="*/ 461874 h 923747"/>
                  <a:gd name="connsiteX6" fmla="*/ 2985459 w 3645229"/>
                  <a:gd name="connsiteY6" fmla="*/ 379396 h 923747"/>
                  <a:gd name="connsiteX7" fmla="*/ 1830861 w 3645229"/>
                  <a:gd name="connsiteY7" fmla="*/ 923747 h 923747"/>
                  <a:gd name="connsiteX8" fmla="*/ 676264 w 3645229"/>
                  <a:gd name="connsiteY8" fmla="*/ 412387 h 923747"/>
                  <a:gd name="connsiteX9" fmla="*/ 527816 w 3645229"/>
                  <a:gd name="connsiteY9" fmla="*/ 478369 h 923747"/>
                  <a:gd name="connsiteX10" fmla="*/ 0 w 3645229"/>
                  <a:gd name="connsiteY10" fmla="*/ 21444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71662 w 3640627"/>
                  <a:gd name="connsiteY8" fmla="*/ 412387 h 923747"/>
                  <a:gd name="connsiteX9" fmla="*/ 523214 w 3640627"/>
                  <a:gd name="connsiteY9" fmla="*/ 478369 h 923747"/>
                  <a:gd name="connsiteX10" fmla="*/ 0 w 3640627"/>
                  <a:gd name="connsiteY10" fmla="*/ 24205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71662 w 3640627"/>
                  <a:gd name="connsiteY8" fmla="*/ 412387 h 923747"/>
                  <a:gd name="connsiteX9" fmla="*/ 523214 w 3640627"/>
                  <a:gd name="connsiteY9" fmla="*/ 482971 h 923747"/>
                  <a:gd name="connsiteX10" fmla="*/ 0 w 3640627"/>
                  <a:gd name="connsiteY10" fmla="*/ 24205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90067 w 3640627"/>
                  <a:gd name="connsiteY8" fmla="*/ 412387 h 923747"/>
                  <a:gd name="connsiteX9" fmla="*/ 523214 w 3640627"/>
                  <a:gd name="connsiteY9" fmla="*/ 482971 h 923747"/>
                  <a:gd name="connsiteX10" fmla="*/ 0 w 3640627"/>
                  <a:gd name="connsiteY10" fmla="*/ 242051 h 923747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09765 w 3640627"/>
                  <a:gd name="connsiteY2" fmla="*/ 511360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2980857 w 3640627"/>
                  <a:gd name="connsiteY6" fmla="*/ 379396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55778 w 3640627"/>
                  <a:gd name="connsiteY2" fmla="*/ 534367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2980857 w 3640627"/>
                  <a:gd name="connsiteY6" fmla="*/ 379396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55778 w 3640627"/>
                  <a:gd name="connsiteY2" fmla="*/ 534367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3008465 w 3640627"/>
                  <a:gd name="connsiteY6" fmla="*/ 402404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723451"/>
                  <a:gd name="connsiteY0" fmla="*/ 242051 h 946755"/>
                  <a:gd name="connsiteX1" fmla="*/ 655168 w 3723451"/>
                  <a:gd name="connsiteY1" fmla="*/ 16495 h 946755"/>
                  <a:gd name="connsiteX2" fmla="*/ 1855778 w 3723451"/>
                  <a:gd name="connsiteY2" fmla="*/ 534367 h 946755"/>
                  <a:gd name="connsiteX3" fmla="*/ 2964363 w 3723451"/>
                  <a:gd name="connsiteY3" fmla="*/ 0 h 946755"/>
                  <a:gd name="connsiteX4" fmla="*/ 3723451 w 3723451"/>
                  <a:gd name="connsiteY4" fmla="*/ 220954 h 946755"/>
                  <a:gd name="connsiteX5" fmla="*/ 3195282 w 3723451"/>
                  <a:gd name="connsiteY5" fmla="*/ 461874 h 946755"/>
                  <a:gd name="connsiteX6" fmla="*/ 3008465 w 3723451"/>
                  <a:gd name="connsiteY6" fmla="*/ 402404 h 946755"/>
                  <a:gd name="connsiteX7" fmla="*/ 1876873 w 3723451"/>
                  <a:gd name="connsiteY7" fmla="*/ 946755 h 946755"/>
                  <a:gd name="connsiteX8" fmla="*/ 690067 w 3723451"/>
                  <a:gd name="connsiteY8" fmla="*/ 412387 h 946755"/>
                  <a:gd name="connsiteX9" fmla="*/ 523214 w 3723451"/>
                  <a:gd name="connsiteY9" fmla="*/ 482971 h 946755"/>
                  <a:gd name="connsiteX10" fmla="*/ 0 w 3723451"/>
                  <a:gd name="connsiteY10" fmla="*/ 242051 h 946755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95282 w 3723451"/>
                  <a:gd name="connsiteY5" fmla="*/ 448069 h 932950"/>
                  <a:gd name="connsiteX6" fmla="*/ 3008465 w 3723451"/>
                  <a:gd name="connsiteY6" fmla="*/ 388599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95282 w 3723451"/>
                  <a:gd name="connsiteY5" fmla="*/ 448069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86079 w 3723451"/>
                  <a:gd name="connsiteY5" fmla="*/ 461874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86079 w 3723451"/>
                  <a:gd name="connsiteY5" fmla="*/ 461874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711613 w 3723451"/>
                  <a:gd name="connsiteY8" fmla="*/ 413055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723451" h="932950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183" name="Freeform 182"/>
              <p:cNvSpPr/>
              <p:nvPr/>
            </p:nvSpPr>
            <p:spPr bwMode="auto">
              <a:xfrm>
                <a:off x="2536889" y="1728599"/>
                <a:ext cx="244057" cy="97568"/>
              </a:xfrm>
              <a:custGeom>
                <a:avLst/>
                <a:gdLst>
                  <a:gd name="connsiteX0" fmla="*/ 55216 w 1421812"/>
                  <a:gd name="connsiteY0" fmla="*/ 0 h 800665"/>
                  <a:gd name="connsiteX1" fmla="*/ 1421812 w 1421812"/>
                  <a:gd name="connsiteY1" fmla="*/ 625807 h 800665"/>
                  <a:gd name="connsiteX2" fmla="*/ 947874 w 1421812"/>
                  <a:gd name="connsiteY2" fmla="*/ 800665 h 800665"/>
                  <a:gd name="connsiteX3" fmla="*/ 50614 w 1421812"/>
                  <a:gd name="connsiteY3" fmla="*/ 404934 h 800665"/>
                  <a:gd name="connsiteX4" fmla="*/ 0 w 1421812"/>
                  <a:gd name="connsiteY4" fmla="*/ 404934 h 800665"/>
                  <a:gd name="connsiteX5" fmla="*/ 55216 w 1421812"/>
                  <a:gd name="connsiteY5" fmla="*/ 0 h 800665"/>
                  <a:gd name="connsiteX0" fmla="*/ 4602 w 1371198"/>
                  <a:gd name="connsiteY0" fmla="*/ 0 h 800665"/>
                  <a:gd name="connsiteX1" fmla="*/ 1371198 w 1371198"/>
                  <a:gd name="connsiteY1" fmla="*/ 625807 h 800665"/>
                  <a:gd name="connsiteX2" fmla="*/ 897260 w 1371198"/>
                  <a:gd name="connsiteY2" fmla="*/ 800665 h 800665"/>
                  <a:gd name="connsiteX3" fmla="*/ 0 w 1371198"/>
                  <a:gd name="connsiteY3" fmla="*/ 404934 h 800665"/>
                  <a:gd name="connsiteX4" fmla="*/ 4602 w 1371198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9868"/>
                  <a:gd name="connsiteX1" fmla="*/ 1366596 w 1366596"/>
                  <a:gd name="connsiteY1" fmla="*/ 625807 h 809868"/>
                  <a:gd name="connsiteX2" fmla="*/ 865050 w 1366596"/>
                  <a:gd name="connsiteY2" fmla="*/ 809868 h 809868"/>
                  <a:gd name="connsiteX3" fmla="*/ 4601 w 1366596"/>
                  <a:gd name="connsiteY3" fmla="*/ 427942 h 809868"/>
                  <a:gd name="connsiteX4" fmla="*/ 0 w 1366596"/>
                  <a:gd name="connsiteY4" fmla="*/ 0 h 8098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6596" h="809868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184" name="Freeform 183"/>
              <p:cNvSpPr/>
              <p:nvPr/>
            </p:nvSpPr>
            <p:spPr bwMode="auto">
              <a:xfrm>
                <a:off x="2089977" y="1730980"/>
                <a:ext cx="240888" cy="95187"/>
              </a:xfrm>
              <a:custGeom>
                <a:avLst/>
                <a:gdLst>
                  <a:gd name="connsiteX0" fmla="*/ 1329786 w 1348191"/>
                  <a:gd name="connsiteY0" fmla="*/ 0 h 809869"/>
                  <a:gd name="connsiteX1" fmla="*/ 1348191 w 1348191"/>
                  <a:gd name="connsiteY1" fmla="*/ 400333 h 809869"/>
                  <a:gd name="connsiteX2" fmla="*/ 487742 w 1348191"/>
                  <a:gd name="connsiteY2" fmla="*/ 809869 h 809869"/>
                  <a:gd name="connsiteX3" fmla="*/ 0 w 1348191"/>
                  <a:gd name="connsiteY3" fmla="*/ 630409 h 809869"/>
                  <a:gd name="connsiteX4" fmla="*/ 1329786 w 1348191"/>
                  <a:gd name="connsiteY4" fmla="*/ 0 h 809869"/>
                  <a:gd name="connsiteX0" fmla="*/ 1329786 w 1348191"/>
                  <a:gd name="connsiteY0" fmla="*/ 0 h 791462"/>
                  <a:gd name="connsiteX1" fmla="*/ 1348191 w 1348191"/>
                  <a:gd name="connsiteY1" fmla="*/ 381926 h 791462"/>
                  <a:gd name="connsiteX2" fmla="*/ 487742 w 1348191"/>
                  <a:gd name="connsiteY2" fmla="*/ 791462 h 791462"/>
                  <a:gd name="connsiteX3" fmla="*/ 0 w 1348191"/>
                  <a:gd name="connsiteY3" fmla="*/ 612002 h 791462"/>
                  <a:gd name="connsiteX4" fmla="*/ 1329786 w 1348191"/>
                  <a:gd name="connsiteY4" fmla="*/ 0 h 7914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48191" h="791462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cxnSp>
            <p:nvCxnSpPr>
              <p:cNvPr id="185" name="Straight Connector 184"/>
              <p:cNvCxnSpPr>
                <a:endCxn id="180" idx="2"/>
              </p:cNvCxnSpPr>
              <p:nvPr/>
            </p:nvCxnSpPr>
            <p:spPr bwMode="auto">
              <a:xfrm flipH="1" flipV="1">
                <a:off x="1871277" y="1735739"/>
                <a:ext cx="3169" cy="123743"/>
              </a:xfrm>
              <a:prstGeom prst="line">
                <a:avLst/>
              </a:prstGeom>
              <a:ln w="6350" cmpd="sng">
                <a:solidFill>
                  <a:schemeClr val="tx1"/>
                </a:solidFill>
              </a:ln>
              <a:effectLst>
                <a:outerShdw blurRad="40005" dist="19939" dir="5400000" algn="tl" rotWithShape="0">
                  <a:srgbClr val="000000">
                    <a:alpha val="38000"/>
                  </a:srgbClr>
                </a:outerShdw>
              </a:effectLst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6" name="Straight Connector 185"/>
              <p:cNvCxnSpPr/>
              <p:nvPr/>
            </p:nvCxnSpPr>
            <p:spPr bwMode="auto">
              <a:xfrm flipH="1" flipV="1">
                <a:off x="2996477" y="1733359"/>
                <a:ext cx="3171" cy="123743"/>
              </a:xfrm>
              <a:prstGeom prst="line">
                <a:avLst/>
              </a:prstGeom>
              <a:ln w="6350" cmpd="sng">
                <a:solidFill>
                  <a:schemeClr val="tx1"/>
                </a:solidFill>
              </a:ln>
              <a:effectLst>
                <a:outerShdw blurRad="40005" dist="19939" dir="5400000" algn="tl" rotWithShape="0">
                  <a:srgbClr val="000000">
                    <a:alpha val="38000"/>
                  </a:srgbClr>
                </a:outerShdw>
              </a:effectLst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5" name="Group 174"/>
            <p:cNvGrpSpPr/>
            <p:nvPr/>
          </p:nvGrpSpPr>
          <p:grpSpPr>
            <a:xfrm>
              <a:off x="1844715" y="2907714"/>
              <a:ext cx="378664" cy="333774"/>
              <a:chOff x="741398" y="1743005"/>
              <a:chExt cx="378664" cy="333774"/>
            </a:xfrm>
          </p:grpSpPr>
          <p:sp>
            <p:nvSpPr>
              <p:cNvPr id="176" name="Oval 175"/>
              <p:cNvSpPr/>
              <p:nvPr/>
            </p:nvSpPr>
            <p:spPr bwMode="auto">
              <a:xfrm>
                <a:off x="741398" y="1850752"/>
                <a:ext cx="356365" cy="168450"/>
              </a:xfrm>
              <a:prstGeom prst="ellipse">
                <a:avLst/>
              </a:prstGeom>
              <a:solidFill>
                <a:schemeClr val="bg1">
                  <a:alpha val="76000"/>
                </a:scheme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77" name="TextBox 176"/>
              <p:cNvSpPr txBox="1"/>
              <p:nvPr/>
            </p:nvSpPr>
            <p:spPr>
              <a:xfrm>
                <a:off x="767915" y="1743005"/>
                <a:ext cx="352147" cy="33377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/>
                  <a:t>w</a:t>
                </a:r>
              </a:p>
            </p:txBody>
          </p:sp>
        </p:grpSp>
      </p:grpSp>
      <p:grpSp>
        <p:nvGrpSpPr>
          <p:cNvPr id="187" name="Group 186"/>
          <p:cNvGrpSpPr/>
          <p:nvPr/>
        </p:nvGrpSpPr>
        <p:grpSpPr>
          <a:xfrm>
            <a:off x="2206359" y="2517647"/>
            <a:ext cx="687402" cy="480963"/>
            <a:chOff x="1736090" y="2893762"/>
            <a:chExt cx="565150" cy="347726"/>
          </a:xfrm>
        </p:grpSpPr>
        <p:grpSp>
          <p:nvGrpSpPr>
            <p:cNvPr id="188" name="Group 327"/>
            <p:cNvGrpSpPr>
              <a:grpSpLocks/>
            </p:cNvGrpSpPr>
            <p:nvPr/>
          </p:nvGrpSpPr>
          <p:grpSpPr bwMode="auto">
            <a:xfrm>
              <a:off x="1736090" y="2893762"/>
              <a:ext cx="565150" cy="292100"/>
              <a:chOff x="1871277" y="1576300"/>
              <a:chExt cx="1128371" cy="437861"/>
            </a:xfrm>
          </p:grpSpPr>
          <p:sp>
            <p:nvSpPr>
              <p:cNvPr id="192" name="Oval 191"/>
              <p:cNvSpPr/>
              <p:nvPr/>
            </p:nvSpPr>
            <p:spPr bwMode="auto">
              <a:xfrm flipV="1">
                <a:off x="1874446" y="1692905"/>
                <a:ext cx="1125202" cy="321256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2">
                      <a:lumMod val="75000"/>
                    </a:schemeClr>
                  </a:gs>
                  <a:gs pos="5300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accent2">
                      <a:lumMod val="75000"/>
                    </a:schemeClr>
                  </a:gs>
                </a:gsLst>
                <a:lin ang="0" scaled="1"/>
                <a:tileRect/>
              </a:gradFill>
              <a:ln w="6350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>
                  <a:ln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193" name="Rectangle 192"/>
              <p:cNvSpPr/>
              <p:nvPr/>
            </p:nvSpPr>
            <p:spPr bwMode="auto">
              <a:xfrm>
                <a:off x="1871277" y="1740499"/>
                <a:ext cx="1128371" cy="114225"/>
              </a:xfrm>
              <a:prstGeom prst="rect">
                <a:avLst/>
              </a:prstGeom>
              <a:gradFill>
                <a:gsLst>
                  <a:gs pos="0">
                    <a:schemeClr val="accent2">
                      <a:lumMod val="75000"/>
                    </a:schemeClr>
                  </a:gs>
                  <a:gs pos="5300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accent2">
                      <a:lumMod val="75000"/>
                    </a:schemeClr>
                  </a:gs>
                </a:gsLst>
                <a:lin ang="10800000" scaled="0"/>
              </a:gradFill>
              <a:ln w="25400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194" name="Oval 193"/>
              <p:cNvSpPr/>
              <p:nvPr/>
            </p:nvSpPr>
            <p:spPr bwMode="auto">
              <a:xfrm flipV="1">
                <a:off x="1871277" y="1576300"/>
                <a:ext cx="1125200" cy="321257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 w="6350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>
                  <a:ln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195" name="Freeform 194"/>
              <p:cNvSpPr/>
              <p:nvPr/>
            </p:nvSpPr>
            <p:spPr bwMode="auto">
              <a:xfrm>
                <a:off x="2159708" y="1673868"/>
                <a:ext cx="548339" cy="159438"/>
              </a:xfrm>
              <a:custGeom>
                <a:avLst/>
                <a:gdLst>
                  <a:gd name="connsiteX0" fmla="*/ 1486231 w 2944854"/>
                  <a:gd name="connsiteY0" fmla="*/ 727041 h 1302232"/>
                  <a:gd name="connsiteX1" fmla="*/ 257675 w 2944854"/>
                  <a:gd name="connsiteY1" fmla="*/ 1302232 h 1302232"/>
                  <a:gd name="connsiteX2" fmla="*/ 0 w 2944854"/>
                  <a:gd name="connsiteY2" fmla="*/ 1228607 h 1302232"/>
                  <a:gd name="connsiteX3" fmla="*/ 911064 w 2944854"/>
                  <a:gd name="connsiteY3" fmla="*/ 837478 h 1302232"/>
                  <a:gd name="connsiteX4" fmla="*/ 883456 w 2944854"/>
                  <a:gd name="connsiteY4" fmla="*/ 450949 h 1302232"/>
                  <a:gd name="connsiteX5" fmla="*/ 161047 w 2944854"/>
                  <a:gd name="connsiteY5" fmla="*/ 119640 h 1302232"/>
                  <a:gd name="connsiteX6" fmla="*/ 404917 w 2944854"/>
                  <a:gd name="connsiteY6" fmla="*/ 50617 h 1302232"/>
                  <a:gd name="connsiteX7" fmla="*/ 1477028 w 2944854"/>
                  <a:gd name="connsiteY7" fmla="*/ 501566 h 1302232"/>
                  <a:gd name="connsiteX8" fmla="*/ 2572146 w 2944854"/>
                  <a:gd name="connsiteY8" fmla="*/ 0 h 1302232"/>
                  <a:gd name="connsiteX9" fmla="*/ 2875834 w 2944854"/>
                  <a:gd name="connsiteY9" fmla="*/ 96632 h 1302232"/>
                  <a:gd name="connsiteX10" fmla="*/ 2079803 w 2944854"/>
                  <a:gd name="connsiteY10" fmla="*/ 432543 h 1302232"/>
                  <a:gd name="connsiteX11" fmla="*/ 2240850 w 2944854"/>
                  <a:gd name="connsiteY11" fmla="*/ 920305 h 1302232"/>
                  <a:gd name="connsiteX12" fmla="*/ 2944854 w 2944854"/>
                  <a:gd name="connsiteY12" fmla="*/ 1228607 h 1302232"/>
                  <a:gd name="connsiteX13" fmla="*/ 2733192 w 2944854"/>
                  <a:gd name="connsiteY13" fmla="*/ 1297630 h 1302232"/>
                  <a:gd name="connsiteX14" fmla="*/ 1486231 w 2944854"/>
                  <a:gd name="connsiteY14" fmla="*/ 727041 h 1302232"/>
                  <a:gd name="connsiteX0" fmla="*/ 1486231 w 2944854"/>
                  <a:gd name="connsiteY0" fmla="*/ 727041 h 1316375"/>
                  <a:gd name="connsiteX1" fmla="*/ 257675 w 2944854"/>
                  <a:gd name="connsiteY1" fmla="*/ 1302232 h 1316375"/>
                  <a:gd name="connsiteX2" fmla="*/ 0 w 2944854"/>
                  <a:gd name="connsiteY2" fmla="*/ 1228607 h 1316375"/>
                  <a:gd name="connsiteX3" fmla="*/ 911064 w 2944854"/>
                  <a:gd name="connsiteY3" fmla="*/ 837478 h 1316375"/>
                  <a:gd name="connsiteX4" fmla="*/ 883456 w 2944854"/>
                  <a:gd name="connsiteY4" fmla="*/ 450949 h 1316375"/>
                  <a:gd name="connsiteX5" fmla="*/ 161047 w 2944854"/>
                  <a:gd name="connsiteY5" fmla="*/ 119640 h 1316375"/>
                  <a:gd name="connsiteX6" fmla="*/ 404917 w 2944854"/>
                  <a:gd name="connsiteY6" fmla="*/ 50617 h 1316375"/>
                  <a:gd name="connsiteX7" fmla="*/ 1477028 w 2944854"/>
                  <a:gd name="connsiteY7" fmla="*/ 501566 h 1316375"/>
                  <a:gd name="connsiteX8" fmla="*/ 2572146 w 2944854"/>
                  <a:gd name="connsiteY8" fmla="*/ 0 h 1316375"/>
                  <a:gd name="connsiteX9" fmla="*/ 2875834 w 2944854"/>
                  <a:gd name="connsiteY9" fmla="*/ 96632 h 1316375"/>
                  <a:gd name="connsiteX10" fmla="*/ 2079803 w 2944854"/>
                  <a:gd name="connsiteY10" fmla="*/ 432543 h 1316375"/>
                  <a:gd name="connsiteX11" fmla="*/ 2240850 w 2944854"/>
                  <a:gd name="connsiteY11" fmla="*/ 920305 h 1316375"/>
                  <a:gd name="connsiteX12" fmla="*/ 2944854 w 2944854"/>
                  <a:gd name="connsiteY12" fmla="*/ 1228607 h 1316375"/>
                  <a:gd name="connsiteX13" fmla="*/ 2756623 w 2944854"/>
                  <a:gd name="connsiteY13" fmla="*/ 1316375 h 1316375"/>
                  <a:gd name="connsiteX14" fmla="*/ 1486231 w 2944854"/>
                  <a:gd name="connsiteY14" fmla="*/ 727041 h 1316375"/>
                  <a:gd name="connsiteX0" fmla="*/ 1486231 w 3024520"/>
                  <a:gd name="connsiteY0" fmla="*/ 727041 h 1316375"/>
                  <a:gd name="connsiteX1" fmla="*/ 257675 w 3024520"/>
                  <a:gd name="connsiteY1" fmla="*/ 1302232 h 1316375"/>
                  <a:gd name="connsiteX2" fmla="*/ 0 w 3024520"/>
                  <a:gd name="connsiteY2" fmla="*/ 1228607 h 1316375"/>
                  <a:gd name="connsiteX3" fmla="*/ 911064 w 3024520"/>
                  <a:gd name="connsiteY3" fmla="*/ 837478 h 1316375"/>
                  <a:gd name="connsiteX4" fmla="*/ 883456 w 3024520"/>
                  <a:gd name="connsiteY4" fmla="*/ 450949 h 1316375"/>
                  <a:gd name="connsiteX5" fmla="*/ 161047 w 3024520"/>
                  <a:gd name="connsiteY5" fmla="*/ 119640 h 1316375"/>
                  <a:gd name="connsiteX6" fmla="*/ 404917 w 3024520"/>
                  <a:gd name="connsiteY6" fmla="*/ 50617 h 1316375"/>
                  <a:gd name="connsiteX7" fmla="*/ 1477028 w 3024520"/>
                  <a:gd name="connsiteY7" fmla="*/ 501566 h 1316375"/>
                  <a:gd name="connsiteX8" fmla="*/ 2572146 w 3024520"/>
                  <a:gd name="connsiteY8" fmla="*/ 0 h 1316375"/>
                  <a:gd name="connsiteX9" fmla="*/ 2875834 w 3024520"/>
                  <a:gd name="connsiteY9" fmla="*/ 96632 h 1316375"/>
                  <a:gd name="connsiteX10" fmla="*/ 2079803 w 3024520"/>
                  <a:gd name="connsiteY10" fmla="*/ 432543 h 1316375"/>
                  <a:gd name="connsiteX11" fmla="*/ 2240850 w 3024520"/>
                  <a:gd name="connsiteY11" fmla="*/ 920305 h 1316375"/>
                  <a:gd name="connsiteX12" fmla="*/ 3024520 w 3024520"/>
                  <a:gd name="connsiteY12" fmla="*/ 1228607 h 1316375"/>
                  <a:gd name="connsiteX13" fmla="*/ 2756623 w 3024520"/>
                  <a:gd name="connsiteY13" fmla="*/ 1316375 h 1316375"/>
                  <a:gd name="connsiteX14" fmla="*/ 1486231 w 3024520"/>
                  <a:gd name="connsiteY14" fmla="*/ 727041 h 1316375"/>
                  <a:gd name="connsiteX0" fmla="*/ 1537780 w 3076069"/>
                  <a:gd name="connsiteY0" fmla="*/ 727041 h 1316375"/>
                  <a:gd name="connsiteX1" fmla="*/ 309224 w 3076069"/>
                  <a:gd name="connsiteY1" fmla="*/ 1302232 h 1316375"/>
                  <a:gd name="connsiteX2" fmla="*/ 0 w 3076069"/>
                  <a:gd name="connsiteY2" fmla="*/ 1228607 h 1316375"/>
                  <a:gd name="connsiteX3" fmla="*/ 962613 w 3076069"/>
                  <a:gd name="connsiteY3" fmla="*/ 837478 h 1316375"/>
                  <a:gd name="connsiteX4" fmla="*/ 935005 w 3076069"/>
                  <a:gd name="connsiteY4" fmla="*/ 450949 h 1316375"/>
                  <a:gd name="connsiteX5" fmla="*/ 212596 w 3076069"/>
                  <a:gd name="connsiteY5" fmla="*/ 119640 h 1316375"/>
                  <a:gd name="connsiteX6" fmla="*/ 456466 w 3076069"/>
                  <a:gd name="connsiteY6" fmla="*/ 50617 h 1316375"/>
                  <a:gd name="connsiteX7" fmla="*/ 1528577 w 3076069"/>
                  <a:gd name="connsiteY7" fmla="*/ 501566 h 1316375"/>
                  <a:gd name="connsiteX8" fmla="*/ 2623695 w 3076069"/>
                  <a:gd name="connsiteY8" fmla="*/ 0 h 1316375"/>
                  <a:gd name="connsiteX9" fmla="*/ 2927383 w 3076069"/>
                  <a:gd name="connsiteY9" fmla="*/ 96632 h 1316375"/>
                  <a:gd name="connsiteX10" fmla="*/ 2131352 w 3076069"/>
                  <a:gd name="connsiteY10" fmla="*/ 432543 h 1316375"/>
                  <a:gd name="connsiteX11" fmla="*/ 2292399 w 3076069"/>
                  <a:gd name="connsiteY11" fmla="*/ 920305 h 1316375"/>
                  <a:gd name="connsiteX12" fmla="*/ 3076069 w 3076069"/>
                  <a:gd name="connsiteY12" fmla="*/ 1228607 h 1316375"/>
                  <a:gd name="connsiteX13" fmla="*/ 2808172 w 3076069"/>
                  <a:gd name="connsiteY13" fmla="*/ 1316375 h 1316375"/>
                  <a:gd name="connsiteX14" fmla="*/ 1537780 w 3076069"/>
                  <a:gd name="connsiteY14" fmla="*/ 727041 h 1316375"/>
                  <a:gd name="connsiteX0" fmla="*/ 1537780 w 3076069"/>
                  <a:gd name="connsiteY0" fmla="*/ 727041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27041 h 1321259"/>
                  <a:gd name="connsiteX0" fmla="*/ 1537780 w 3076069"/>
                  <a:gd name="connsiteY0" fmla="*/ 750825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50825 h 13212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3076069" h="132125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196" name="Freeform 195"/>
              <p:cNvSpPr/>
              <p:nvPr/>
            </p:nvSpPr>
            <p:spPr bwMode="auto">
              <a:xfrm>
                <a:off x="2102655" y="1633412"/>
                <a:ext cx="662444" cy="111846"/>
              </a:xfrm>
              <a:custGeom>
                <a:avLst/>
                <a:gdLst>
                  <a:gd name="connsiteX0" fmla="*/ 0 w 3645229"/>
                  <a:gd name="connsiteY0" fmla="*/ 214441 h 923747"/>
                  <a:gd name="connsiteX1" fmla="*/ 659770 w 3645229"/>
                  <a:gd name="connsiteY1" fmla="*/ 16495 h 923747"/>
                  <a:gd name="connsiteX2" fmla="*/ 1814367 w 3645229"/>
                  <a:gd name="connsiteY2" fmla="*/ 511360 h 923747"/>
                  <a:gd name="connsiteX3" fmla="*/ 2968965 w 3645229"/>
                  <a:gd name="connsiteY3" fmla="*/ 0 h 923747"/>
                  <a:gd name="connsiteX4" fmla="*/ 3645229 w 3645229"/>
                  <a:gd name="connsiteY4" fmla="*/ 197946 h 923747"/>
                  <a:gd name="connsiteX5" fmla="*/ 3199884 w 3645229"/>
                  <a:gd name="connsiteY5" fmla="*/ 461874 h 923747"/>
                  <a:gd name="connsiteX6" fmla="*/ 2985459 w 3645229"/>
                  <a:gd name="connsiteY6" fmla="*/ 379396 h 923747"/>
                  <a:gd name="connsiteX7" fmla="*/ 1830861 w 3645229"/>
                  <a:gd name="connsiteY7" fmla="*/ 923747 h 923747"/>
                  <a:gd name="connsiteX8" fmla="*/ 676264 w 3645229"/>
                  <a:gd name="connsiteY8" fmla="*/ 412387 h 923747"/>
                  <a:gd name="connsiteX9" fmla="*/ 527816 w 3645229"/>
                  <a:gd name="connsiteY9" fmla="*/ 478369 h 923747"/>
                  <a:gd name="connsiteX10" fmla="*/ 0 w 3645229"/>
                  <a:gd name="connsiteY10" fmla="*/ 21444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71662 w 3640627"/>
                  <a:gd name="connsiteY8" fmla="*/ 412387 h 923747"/>
                  <a:gd name="connsiteX9" fmla="*/ 523214 w 3640627"/>
                  <a:gd name="connsiteY9" fmla="*/ 478369 h 923747"/>
                  <a:gd name="connsiteX10" fmla="*/ 0 w 3640627"/>
                  <a:gd name="connsiteY10" fmla="*/ 24205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71662 w 3640627"/>
                  <a:gd name="connsiteY8" fmla="*/ 412387 h 923747"/>
                  <a:gd name="connsiteX9" fmla="*/ 523214 w 3640627"/>
                  <a:gd name="connsiteY9" fmla="*/ 482971 h 923747"/>
                  <a:gd name="connsiteX10" fmla="*/ 0 w 3640627"/>
                  <a:gd name="connsiteY10" fmla="*/ 24205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90067 w 3640627"/>
                  <a:gd name="connsiteY8" fmla="*/ 412387 h 923747"/>
                  <a:gd name="connsiteX9" fmla="*/ 523214 w 3640627"/>
                  <a:gd name="connsiteY9" fmla="*/ 482971 h 923747"/>
                  <a:gd name="connsiteX10" fmla="*/ 0 w 3640627"/>
                  <a:gd name="connsiteY10" fmla="*/ 242051 h 923747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09765 w 3640627"/>
                  <a:gd name="connsiteY2" fmla="*/ 511360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2980857 w 3640627"/>
                  <a:gd name="connsiteY6" fmla="*/ 379396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55778 w 3640627"/>
                  <a:gd name="connsiteY2" fmla="*/ 534367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2980857 w 3640627"/>
                  <a:gd name="connsiteY6" fmla="*/ 379396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55778 w 3640627"/>
                  <a:gd name="connsiteY2" fmla="*/ 534367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3008465 w 3640627"/>
                  <a:gd name="connsiteY6" fmla="*/ 402404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723451"/>
                  <a:gd name="connsiteY0" fmla="*/ 242051 h 946755"/>
                  <a:gd name="connsiteX1" fmla="*/ 655168 w 3723451"/>
                  <a:gd name="connsiteY1" fmla="*/ 16495 h 946755"/>
                  <a:gd name="connsiteX2" fmla="*/ 1855778 w 3723451"/>
                  <a:gd name="connsiteY2" fmla="*/ 534367 h 946755"/>
                  <a:gd name="connsiteX3" fmla="*/ 2964363 w 3723451"/>
                  <a:gd name="connsiteY3" fmla="*/ 0 h 946755"/>
                  <a:gd name="connsiteX4" fmla="*/ 3723451 w 3723451"/>
                  <a:gd name="connsiteY4" fmla="*/ 220954 h 946755"/>
                  <a:gd name="connsiteX5" fmla="*/ 3195282 w 3723451"/>
                  <a:gd name="connsiteY5" fmla="*/ 461874 h 946755"/>
                  <a:gd name="connsiteX6" fmla="*/ 3008465 w 3723451"/>
                  <a:gd name="connsiteY6" fmla="*/ 402404 h 946755"/>
                  <a:gd name="connsiteX7" fmla="*/ 1876873 w 3723451"/>
                  <a:gd name="connsiteY7" fmla="*/ 946755 h 946755"/>
                  <a:gd name="connsiteX8" fmla="*/ 690067 w 3723451"/>
                  <a:gd name="connsiteY8" fmla="*/ 412387 h 946755"/>
                  <a:gd name="connsiteX9" fmla="*/ 523214 w 3723451"/>
                  <a:gd name="connsiteY9" fmla="*/ 482971 h 946755"/>
                  <a:gd name="connsiteX10" fmla="*/ 0 w 3723451"/>
                  <a:gd name="connsiteY10" fmla="*/ 242051 h 946755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95282 w 3723451"/>
                  <a:gd name="connsiteY5" fmla="*/ 448069 h 932950"/>
                  <a:gd name="connsiteX6" fmla="*/ 3008465 w 3723451"/>
                  <a:gd name="connsiteY6" fmla="*/ 388599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95282 w 3723451"/>
                  <a:gd name="connsiteY5" fmla="*/ 448069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86079 w 3723451"/>
                  <a:gd name="connsiteY5" fmla="*/ 461874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86079 w 3723451"/>
                  <a:gd name="connsiteY5" fmla="*/ 461874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711613 w 3723451"/>
                  <a:gd name="connsiteY8" fmla="*/ 413055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723451" h="932950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197" name="Freeform 196"/>
              <p:cNvSpPr/>
              <p:nvPr/>
            </p:nvSpPr>
            <p:spPr bwMode="auto">
              <a:xfrm>
                <a:off x="2536889" y="1728599"/>
                <a:ext cx="244057" cy="97568"/>
              </a:xfrm>
              <a:custGeom>
                <a:avLst/>
                <a:gdLst>
                  <a:gd name="connsiteX0" fmla="*/ 55216 w 1421812"/>
                  <a:gd name="connsiteY0" fmla="*/ 0 h 800665"/>
                  <a:gd name="connsiteX1" fmla="*/ 1421812 w 1421812"/>
                  <a:gd name="connsiteY1" fmla="*/ 625807 h 800665"/>
                  <a:gd name="connsiteX2" fmla="*/ 947874 w 1421812"/>
                  <a:gd name="connsiteY2" fmla="*/ 800665 h 800665"/>
                  <a:gd name="connsiteX3" fmla="*/ 50614 w 1421812"/>
                  <a:gd name="connsiteY3" fmla="*/ 404934 h 800665"/>
                  <a:gd name="connsiteX4" fmla="*/ 0 w 1421812"/>
                  <a:gd name="connsiteY4" fmla="*/ 404934 h 800665"/>
                  <a:gd name="connsiteX5" fmla="*/ 55216 w 1421812"/>
                  <a:gd name="connsiteY5" fmla="*/ 0 h 800665"/>
                  <a:gd name="connsiteX0" fmla="*/ 4602 w 1371198"/>
                  <a:gd name="connsiteY0" fmla="*/ 0 h 800665"/>
                  <a:gd name="connsiteX1" fmla="*/ 1371198 w 1371198"/>
                  <a:gd name="connsiteY1" fmla="*/ 625807 h 800665"/>
                  <a:gd name="connsiteX2" fmla="*/ 897260 w 1371198"/>
                  <a:gd name="connsiteY2" fmla="*/ 800665 h 800665"/>
                  <a:gd name="connsiteX3" fmla="*/ 0 w 1371198"/>
                  <a:gd name="connsiteY3" fmla="*/ 404934 h 800665"/>
                  <a:gd name="connsiteX4" fmla="*/ 4602 w 1371198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9868"/>
                  <a:gd name="connsiteX1" fmla="*/ 1366596 w 1366596"/>
                  <a:gd name="connsiteY1" fmla="*/ 625807 h 809868"/>
                  <a:gd name="connsiteX2" fmla="*/ 865050 w 1366596"/>
                  <a:gd name="connsiteY2" fmla="*/ 809868 h 809868"/>
                  <a:gd name="connsiteX3" fmla="*/ 4601 w 1366596"/>
                  <a:gd name="connsiteY3" fmla="*/ 427942 h 809868"/>
                  <a:gd name="connsiteX4" fmla="*/ 0 w 1366596"/>
                  <a:gd name="connsiteY4" fmla="*/ 0 h 8098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6596" h="809868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198" name="Freeform 197"/>
              <p:cNvSpPr/>
              <p:nvPr/>
            </p:nvSpPr>
            <p:spPr bwMode="auto">
              <a:xfrm>
                <a:off x="2089977" y="1730980"/>
                <a:ext cx="240888" cy="95187"/>
              </a:xfrm>
              <a:custGeom>
                <a:avLst/>
                <a:gdLst>
                  <a:gd name="connsiteX0" fmla="*/ 1329786 w 1348191"/>
                  <a:gd name="connsiteY0" fmla="*/ 0 h 809869"/>
                  <a:gd name="connsiteX1" fmla="*/ 1348191 w 1348191"/>
                  <a:gd name="connsiteY1" fmla="*/ 400333 h 809869"/>
                  <a:gd name="connsiteX2" fmla="*/ 487742 w 1348191"/>
                  <a:gd name="connsiteY2" fmla="*/ 809869 h 809869"/>
                  <a:gd name="connsiteX3" fmla="*/ 0 w 1348191"/>
                  <a:gd name="connsiteY3" fmla="*/ 630409 h 809869"/>
                  <a:gd name="connsiteX4" fmla="*/ 1329786 w 1348191"/>
                  <a:gd name="connsiteY4" fmla="*/ 0 h 809869"/>
                  <a:gd name="connsiteX0" fmla="*/ 1329786 w 1348191"/>
                  <a:gd name="connsiteY0" fmla="*/ 0 h 791462"/>
                  <a:gd name="connsiteX1" fmla="*/ 1348191 w 1348191"/>
                  <a:gd name="connsiteY1" fmla="*/ 381926 h 791462"/>
                  <a:gd name="connsiteX2" fmla="*/ 487742 w 1348191"/>
                  <a:gd name="connsiteY2" fmla="*/ 791462 h 791462"/>
                  <a:gd name="connsiteX3" fmla="*/ 0 w 1348191"/>
                  <a:gd name="connsiteY3" fmla="*/ 612002 h 791462"/>
                  <a:gd name="connsiteX4" fmla="*/ 1329786 w 1348191"/>
                  <a:gd name="connsiteY4" fmla="*/ 0 h 7914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48191" h="791462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cxnSp>
            <p:nvCxnSpPr>
              <p:cNvPr id="199" name="Straight Connector 198"/>
              <p:cNvCxnSpPr>
                <a:endCxn id="194" idx="2"/>
              </p:cNvCxnSpPr>
              <p:nvPr/>
            </p:nvCxnSpPr>
            <p:spPr bwMode="auto">
              <a:xfrm flipH="1" flipV="1">
                <a:off x="1871277" y="1735739"/>
                <a:ext cx="3169" cy="123743"/>
              </a:xfrm>
              <a:prstGeom prst="line">
                <a:avLst/>
              </a:prstGeom>
              <a:ln w="6350" cmpd="sng">
                <a:solidFill>
                  <a:schemeClr val="tx1"/>
                </a:solidFill>
              </a:ln>
              <a:effectLst>
                <a:outerShdw blurRad="40005" dist="19939" dir="5400000" algn="tl" rotWithShape="0">
                  <a:srgbClr val="000000">
                    <a:alpha val="38000"/>
                  </a:srgbClr>
                </a:outerShdw>
              </a:effectLst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0" name="Straight Connector 199"/>
              <p:cNvCxnSpPr/>
              <p:nvPr/>
            </p:nvCxnSpPr>
            <p:spPr bwMode="auto">
              <a:xfrm flipH="1" flipV="1">
                <a:off x="2996477" y="1733359"/>
                <a:ext cx="3171" cy="123743"/>
              </a:xfrm>
              <a:prstGeom prst="line">
                <a:avLst/>
              </a:prstGeom>
              <a:ln w="6350" cmpd="sng">
                <a:solidFill>
                  <a:schemeClr val="tx1"/>
                </a:solidFill>
              </a:ln>
              <a:effectLst>
                <a:outerShdw blurRad="40005" dist="19939" dir="5400000" algn="tl" rotWithShape="0">
                  <a:srgbClr val="000000">
                    <a:alpha val="38000"/>
                  </a:srgbClr>
                </a:outerShdw>
              </a:effectLst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89" name="Group 188"/>
            <p:cNvGrpSpPr/>
            <p:nvPr/>
          </p:nvGrpSpPr>
          <p:grpSpPr>
            <a:xfrm>
              <a:off x="1844715" y="2907714"/>
              <a:ext cx="356365" cy="333774"/>
              <a:chOff x="741398" y="1743005"/>
              <a:chExt cx="356365" cy="333774"/>
            </a:xfrm>
          </p:grpSpPr>
          <p:sp>
            <p:nvSpPr>
              <p:cNvPr id="190" name="Oval 189"/>
              <p:cNvSpPr/>
              <p:nvPr/>
            </p:nvSpPr>
            <p:spPr bwMode="auto">
              <a:xfrm>
                <a:off x="741398" y="1850752"/>
                <a:ext cx="356365" cy="168450"/>
              </a:xfrm>
              <a:prstGeom prst="ellipse">
                <a:avLst/>
              </a:prstGeom>
              <a:solidFill>
                <a:schemeClr val="bg1">
                  <a:alpha val="76000"/>
                </a:scheme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91" name="TextBox 190"/>
              <p:cNvSpPr txBox="1"/>
              <p:nvPr/>
            </p:nvSpPr>
            <p:spPr>
              <a:xfrm>
                <a:off x="783895" y="1743005"/>
                <a:ext cx="292553" cy="33377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/>
                  <a:t>u</a:t>
                </a:r>
              </a:p>
            </p:txBody>
          </p:sp>
        </p:grpSp>
      </p:grpSp>
      <p:grpSp>
        <p:nvGrpSpPr>
          <p:cNvPr id="201" name="Group 200"/>
          <p:cNvGrpSpPr/>
          <p:nvPr/>
        </p:nvGrpSpPr>
        <p:grpSpPr>
          <a:xfrm>
            <a:off x="6285253" y="2579331"/>
            <a:ext cx="687402" cy="480963"/>
            <a:chOff x="1736090" y="2893762"/>
            <a:chExt cx="565150" cy="347726"/>
          </a:xfrm>
        </p:grpSpPr>
        <p:grpSp>
          <p:nvGrpSpPr>
            <p:cNvPr id="202" name="Group 327"/>
            <p:cNvGrpSpPr>
              <a:grpSpLocks/>
            </p:cNvGrpSpPr>
            <p:nvPr/>
          </p:nvGrpSpPr>
          <p:grpSpPr bwMode="auto">
            <a:xfrm>
              <a:off x="1736090" y="2893762"/>
              <a:ext cx="565150" cy="292100"/>
              <a:chOff x="1871277" y="1576300"/>
              <a:chExt cx="1128371" cy="437861"/>
            </a:xfrm>
          </p:grpSpPr>
          <p:sp>
            <p:nvSpPr>
              <p:cNvPr id="206" name="Oval 205"/>
              <p:cNvSpPr/>
              <p:nvPr/>
            </p:nvSpPr>
            <p:spPr bwMode="auto">
              <a:xfrm flipV="1">
                <a:off x="1874446" y="1692905"/>
                <a:ext cx="1125202" cy="321256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2">
                      <a:lumMod val="75000"/>
                    </a:schemeClr>
                  </a:gs>
                  <a:gs pos="5300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accent2">
                      <a:lumMod val="75000"/>
                    </a:schemeClr>
                  </a:gs>
                </a:gsLst>
                <a:lin ang="0" scaled="1"/>
                <a:tileRect/>
              </a:gradFill>
              <a:ln w="6350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>
                  <a:ln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207" name="Rectangle 206"/>
              <p:cNvSpPr/>
              <p:nvPr/>
            </p:nvSpPr>
            <p:spPr bwMode="auto">
              <a:xfrm>
                <a:off x="1871277" y="1740499"/>
                <a:ext cx="1128371" cy="114225"/>
              </a:xfrm>
              <a:prstGeom prst="rect">
                <a:avLst/>
              </a:prstGeom>
              <a:gradFill>
                <a:gsLst>
                  <a:gs pos="0">
                    <a:schemeClr val="accent2">
                      <a:lumMod val="75000"/>
                    </a:schemeClr>
                  </a:gs>
                  <a:gs pos="5300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accent2">
                      <a:lumMod val="75000"/>
                    </a:schemeClr>
                  </a:gs>
                </a:gsLst>
                <a:lin ang="10800000" scaled="0"/>
              </a:gradFill>
              <a:ln w="25400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208" name="Oval 207"/>
              <p:cNvSpPr/>
              <p:nvPr/>
            </p:nvSpPr>
            <p:spPr bwMode="auto">
              <a:xfrm flipV="1">
                <a:off x="1871277" y="1576300"/>
                <a:ext cx="1125200" cy="321257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 w="6350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>
                  <a:ln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209" name="Freeform 208"/>
              <p:cNvSpPr/>
              <p:nvPr/>
            </p:nvSpPr>
            <p:spPr bwMode="auto">
              <a:xfrm>
                <a:off x="2159708" y="1673868"/>
                <a:ext cx="548339" cy="159438"/>
              </a:xfrm>
              <a:custGeom>
                <a:avLst/>
                <a:gdLst>
                  <a:gd name="connsiteX0" fmla="*/ 1486231 w 2944854"/>
                  <a:gd name="connsiteY0" fmla="*/ 727041 h 1302232"/>
                  <a:gd name="connsiteX1" fmla="*/ 257675 w 2944854"/>
                  <a:gd name="connsiteY1" fmla="*/ 1302232 h 1302232"/>
                  <a:gd name="connsiteX2" fmla="*/ 0 w 2944854"/>
                  <a:gd name="connsiteY2" fmla="*/ 1228607 h 1302232"/>
                  <a:gd name="connsiteX3" fmla="*/ 911064 w 2944854"/>
                  <a:gd name="connsiteY3" fmla="*/ 837478 h 1302232"/>
                  <a:gd name="connsiteX4" fmla="*/ 883456 w 2944854"/>
                  <a:gd name="connsiteY4" fmla="*/ 450949 h 1302232"/>
                  <a:gd name="connsiteX5" fmla="*/ 161047 w 2944854"/>
                  <a:gd name="connsiteY5" fmla="*/ 119640 h 1302232"/>
                  <a:gd name="connsiteX6" fmla="*/ 404917 w 2944854"/>
                  <a:gd name="connsiteY6" fmla="*/ 50617 h 1302232"/>
                  <a:gd name="connsiteX7" fmla="*/ 1477028 w 2944854"/>
                  <a:gd name="connsiteY7" fmla="*/ 501566 h 1302232"/>
                  <a:gd name="connsiteX8" fmla="*/ 2572146 w 2944854"/>
                  <a:gd name="connsiteY8" fmla="*/ 0 h 1302232"/>
                  <a:gd name="connsiteX9" fmla="*/ 2875834 w 2944854"/>
                  <a:gd name="connsiteY9" fmla="*/ 96632 h 1302232"/>
                  <a:gd name="connsiteX10" fmla="*/ 2079803 w 2944854"/>
                  <a:gd name="connsiteY10" fmla="*/ 432543 h 1302232"/>
                  <a:gd name="connsiteX11" fmla="*/ 2240850 w 2944854"/>
                  <a:gd name="connsiteY11" fmla="*/ 920305 h 1302232"/>
                  <a:gd name="connsiteX12" fmla="*/ 2944854 w 2944854"/>
                  <a:gd name="connsiteY12" fmla="*/ 1228607 h 1302232"/>
                  <a:gd name="connsiteX13" fmla="*/ 2733192 w 2944854"/>
                  <a:gd name="connsiteY13" fmla="*/ 1297630 h 1302232"/>
                  <a:gd name="connsiteX14" fmla="*/ 1486231 w 2944854"/>
                  <a:gd name="connsiteY14" fmla="*/ 727041 h 1302232"/>
                  <a:gd name="connsiteX0" fmla="*/ 1486231 w 2944854"/>
                  <a:gd name="connsiteY0" fmla="*/ 727041 h 1316375"/>
                  <a:gd name="connsiteX1" fmla="*/ 257675 w 2944854"/>
                  <a:gd name="connsiteY1" fmla="*/ 1302232 h 1316375"/>
                  <a:gd name="connsiteX2" fmla="*/ 0 w 2944854"/>
                  <a:gd name="connsiteY2" fmla="*/ 1228607 h 1316375"/>
                  <a:gd name="connsiteX3" fmla="*/ 911064 w 2944854"/>
                  <a:gd name="connsiteY3" fmla="*/ 837478 h 1316375"/>
                  <a:gd name="connsiteX4" fmla="*/ 883456 w 2944854"/>
                  <a:gd name="connsiteY4" fmla="*/ 450949 h 1316375"/>
                  <a:gd name="connsiteX5" fmla="*/ 161047 w 2944854"/>
                  <a:gd name="connsiteY5" fmla="*/ 119640 h 1316375"/>
                  <a:gd name="connsiteX6" fmla="*/ 404917 w 2944854"/>
                  <a:gd name="connsiteY6" fmla="*/ 50617 h 1316375"/>
                  <a:gd name="connsiteX7" fmla="*/ 1477028 w 2944854"/>
                  <a:gd name="connsiteY7" fmla="*/ 501566 h 1316375"/>
                  <a:gd name="connsiteX8" fmla="*/ 2572146 w 2944854"/>
                  <a:gd name="connsiteY8" fmla="*/ 0 h 1316375"/>
                  <a:gd name="connsiteX9" fmla="*/ 2875834 w 2944854"/>
                  <a:gd name="connsiteY9" fmla="*/ 96632 h 1316375"/>
                  <a:gd name="connsiteX10" fmla="*/ 2079803 w 2944854"/>
                  <a:gd name="connsiteY10" fmla="*/ 432543 h 1316375"/>
                  <a:gd name="connsiteX11" fmla="*/ 2240850 w 2944854"/>
                  <a:gd name="connsiteY11" fmla="*/ 920305 h 1316375"/>
                  <a:gd name="connsiteX12" fmla="*/ 2944854 w 2944854"/>
                  <a:gd name="connsiteY12" fmla="*/ 1228607 h 1316375"/>
                  <a:gd name="connsiteX13" fmla="*/ 2756623 w 2944854"/>
                  <a:gd name="connsiteY13" fmla="*/ 1316375 h 1316375"/>
                  <a:gd name="connsiteX14" fmla="*/ 1486231 w 2944854"/>
                  <a:gd name="connsiteY14" fmla="*/ 727041 h 1316375"/>
                  <a:gd name="connsiteX0" fmla="*/ 1486231 w 3024520"/>
                  <a:gd name="connsiteY0" fmla="*/ 727041 h 1316375"/>
                  <a:gd name="connsiteX1" fmla="*/ 257675 w 3024520"/>
                  <a:gd name="connsiteY1" fmla="*/ 1302232 h 1316375"/>
                  <a:gd name="connsiteX2" fmla="*/ 0 w 3024520"/>
                  <a:gd name="connsiteY2" fmla="*/ 1228607 h 1316375"/>
                  <a:gd name="connsiteX3" fmla="*/ 911064 w 3024520"/>
                  <a:gd name="connsiteY3" fmla="*/ 837478 h 1316375"/>
                  <a:gd name="connsiteX4" fmla="*/ 883456 w 3024520"/>
                  <a:gd name="connsiteY4" fmla="*/ 450949 h 1316375"/>
                  <a:gd name="connsiteX5" fmla="*/ 161047 w 3024520"/>
                  <a:gd name="connsiteY5" fmla="*/ 119640 h 1316375"/>
                  <a:gd name="connsiteX6" fmla="*/ 404917 w 3024520"/>
                  <a:gd name="connsiteY6" fmla="*/ 50617 h 1316375"/>
                  <a:gd name="connsiteX7" fmla="*/ 1477028 w 3024520"/>
                  <a:gd name="connsiteY7" fmla="*/ 501566 h 1316375"/>
                  <a:gd name="connsiteX8" fmla="*/ 2572146 w 3024520"/>
                  <a:gd name="connsiteY8" fmla="*/ 0 h 1316375"/>
                  <a:gd name="connsiteX9" fmla="*/ 2875834 w 3024520"/>
                  <a:gd name="connsiteY9" fmla="*/ 96632 h 1316375"/>
                  <a:gd name="connsiteX10" fmla="*/ 2079803 w 3024520"/>
                  <a:gd name="connsiteY10" fmla="*/ 432543 h 1316375"/>
                  <a:gd name="connsiteX11" fmla="*/ 2240850 w 3024520"/>
                  <a:gd name="connsiteY11" fmla="*/ 920305 h 1316375"/>
                  <a:gd name="connsiteX12" fmla="*/ 3024520 w 3024520"/>
                  <a:gd name="connsiteY12" fmla="*/ 1228607 h 1316375"/>
                  <a:gd name="connsiteX13" fmla="*/ 2756623 w 3024520"/>
                  <a:gd name="connsiteY13" fmla="*/ 1316375 h 1316375"/>
                  <a:gd name="connsiteX14" fmla="*/ 1486231 w 3024520"/>
                  <a:gd name="connsiteY14" fmla="*/ 727041 h 1316375"/>
                  <a:gd name="connsiteX0" fmla="*/ 1537780 w 3076069"/>
                  <a:gd name="connsiteY0" fmla="*/ 727041 h 1316375"/>
                  <a:gd name="connsiteX1" fmla="*/ 309224 w 3076069"/>
                  <a:gd name="connsiteY1" fmla="*/ 1302232 h 1316375"/>
                  <a:gd name="connsiteX2" fmla="*/ 0 w 3076069"/>
                  <a:gd name="connsiteY2" fmla="*/ 1228607 h 1316375"/>
                  <a:gd name="connsiteX3" fmla="*/ 962613 w 3076069"/>
                  <a:gd name="connsiteY3" fmla="*/ 837478 h 1316375"/>
                  <a:gd name="connsiteX4" fmla="*/ 935005 w 3076069"/>
                  <a:gd name="connsiteY4" fmla="*/ 450949 h 1316375"/>
                  <a:gd name="connsiteX5" fmla="*/ 212596 w 3076069"/>
                  <a:gd name="connsiteY5" fmla="*/ 119640 h 1316375"/>
                  <a:gd name="connsiteX6" fmla="*/ 456466 w 3076069"/>
                  <a:gd name="connsiteY6" fmla="*/ 50617 h 1316375"/>
                  <a:gd name="connsiteX7" fmla="*/ 1528577 w 3076069"/>
                  <a:gd name="connsiteY7" fmla="*/ 501566 h 1316375"/>
                  <a:gd name="connsiteX8" fmla="*/ 2623695 w 3076069"/>
                  <a:gd name="connsiteY8" fmla="*/ 0 h 1316375"/>
                  <a:gd name="connsiteX9" fmla="*/ 2927383 w 3076069"/>
                  <a:gd name="connsiteY9" fmla="*/ 96632 h 1316375"/>
                  <a:gd name="connsiteX10" fmla="*/ 2131352 w 3076069"/>
                  <a:gd name="connsiteY10" fmla="*/ 432543 h 1316375"/>
                  <a:gd name="connsiteX11" fmla="*/ 2292399 w 3076069"/>
                  <a:gd name="connsiteY11" fmla="*/ 920305 h 1316375"/>
                  <a:gd name="connsiteX12" fmla="*/ 3076069 w 3076069"/>
                  <a:gd name="connsiteY12" fmla="*/ 1228607 h 1316375"/>
                  <a:gd name="connsiteX13" fmla="*/ 2808172 w 3076069"/>
                  <a:gd name="connsiteY13" fmla="*/ 1316375 h 1316375"/>
                  <a:gd name="connsiteX14" fmla="*/ 1537780 w 3076069"/>
                  <a:gd name="connsiteY14" fmla="*/ 727041 h 1316375"/>
                  <a:gd name="connsiteX0" fmla="*/ 1537780 w 3076069"/>
                  <a:gd name="connsiteY0" fmla="*/ 727041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27041 h 1321259"/>
                  <a:gd name="connsiteX0" fmla="*/ 1537780 w 3076069"/>
                  <a:gd name="connsiteY0" fmla="*/ 750825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50825 h 13212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3076069" h="132125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210" name="Freeform 209"/>
              <p:cNvSpPr/>
              <p:nvPr/>
            </p:nvSpPr>
            <p:spPr bwMode="auto">
              <a:xfrm>
                <a:off x="2102655" y="1633412"/>
                <a:ext cx="662444" cy="111846"/>
              </a:xfrm>
              <a:custGeom>
                <a:avLst/>
                <a:gdLst>
                  <a:gd name="connsiteX0" fmla="*/ 0 w 3645229"/>
                  <a:gd name="connsiteY0" fmla="*/ 214441 h 923747"/>
                  <a:gd name="connsiteX1" fmla="*/ 659770 w 3645229"/>
                  <a:gd name="connsiteY1" fmla="*/ 16495 h 923747"/>
                  <a:gd name="connsiteX2" fmla="*/ 1814367 w 3645229"/>
                  <a:gd name="connsiteY2" fmla="*/ 511360 h 923747"/>
                  <a:gd name="connsiteX3" fmla="*/ 2968965 w 3645229"/>
                  <a:gd name="connsiteY3" fmla="*/ 0 h 923747"/>
                  <a:gd name="connsiteX4" fmla="*/ 3645229 w 3645229"/>
                  <a:gd name="connsiteY4" fmla="*/ 197946 h 923747"/>
                  <a:gd name="connsiteX5" fmla="*/ 3199884 w 3645229"/>
                  <a:gd name="connsiteY5" fmla="*/ 461874 h 923747"/>
                  <a:gd name="connsiteX6" fmla="*/ 2985459 w 3645229"/>
                  <a:gd name="connsiteY6" fmla="*/ 379396 h 923747"/>
                  <a:gd name="connsiteX7" fmla="*/ 1830861 w 3645229"/>
                  <a:gd name="connsiteY7" fmla="*/ 923747 h 923747"/>
                  <a:gd name="connsiteX8" fmla="*/ 676264 w 3645229"/>
                  <a:gd name="connsiteY8" fmla="*/ 412387 h 923747"/>
                  <a:gd name="connsiteX9" fmla="*/ 527816 w 3645229"/>
                  <a:gd name="connsiteY9" fmla="*/ 478369 h 923747"/>
                  <a:gd name="connsiteX10" fmla="*/ 0 w 3645229"/>
                  <a:gd name="connsiteY10" fmla="*/ 21444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71662 w 3640627"/>
                  <a:gd name="connsiteY8" fmla="*/ 412387 h 923747"/>
                  <a:gd name="connsiteX9" fmla="*/ 523214 w 3640627"/>
                  <a:gd name="connsiteY9" fmla="*/ 478369 h 923747"/>
                  <a:gd name="connsiteX10" fmla="*/ 0 w 3640627"/>
                  <a:gd name="connsiteY10" fmla="*/ 24205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71662 w 3640627"/>
                  <a:gd name="connsiteY8" fmla="*/ 412387 h 923747"/>
                  <a:gd name="connsiteX9" fmla="*/ 523214 w 3640627"/>
                  <a:gd name="connsiteY9" fmla="*/ 482971 h 923747"/>
                  <a:gd name="connsiteX10" fmla="*/ 0 w 3640627"/>
                  <a:gd name="connsiteY10" fmla="*/ 24205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90067 w 3640627"/>
                  <a:gd name="connsiteY8" fmla="*/ 412387 h 923747"/>
                  <a:gd name="connsiteX9" fmla="*/ 523214 w 3640627"/>
                  <a:gd name="connsiteY9" fmla="*/ 482971 h 923747"/>
                  <a:gd name="connsiteX10" fmla="*/ 0 w 3640627"/>
                  <a:gd name="connsiteY10" fmla="*/ 242051 h 923747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09765 w 3640627"/>
                  <a:gd name="connsiteY2" fmla="*/ 511360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2980857 w 3640627"/>
                  <a:gd name="connsiteY6" fmla="*/ 379396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55778 w 3640627"/>
                  <a:gd name="connsiteY2" fmla="*/ 534367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2980857 w 3640627"/>
                  <a:gd name="connsiteY6" fmla="*/ 379396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55778 w 3640627"/>
                  <a:gd name="connsiteY2" fmla="*/ 534367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3008465 w 3640627"/>
                  <a:gd name="connsiteY6" fmla="*/ 402404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723451"/>
                  <a:gd name="connsiteY0" fmla="*/ 242051 h 946755"/>
                  <a:gd name="connsiteX1" fmla="*/ 655168 w 3723451"/>
                  <a:gd name="connsiteY1" fmla="*/ 16495 h 946755"/>
                  <a:gd name="connsiteX2" fmla="*/ 1855778 w 3723451"/>
                  <a:gd name="connsiteY2" fmla="*/ 534367 h 946755"/>
                  <a:gd name="connsiteX3" fmla="*/ 2964363 w 3723451"/>
                  <a:gd name="connsiteY3" fmla="*/ 0 h 946755"/>
                  <a:gd name="connsiteX4" fmla="*/ 3723451 w 3723451"/>
                  <a:gd name="connsiteY4" fmla="*/ 220954 h 946755"/>
                  <a:gd name="connsiteX5" fmla="*/ 3195282 w 3723451"/>
                  <a:gd name="connsiteY5" fmla="*/ 461874 h 946755"/>
                  <a:gd name="connsiteX6" fmla="*/ 3008465 w 3723451"/>
                  <a:gd name="connsiteY6" fmla="*/ 402404 h 946755"/>
                  <a:gd name="connsiteX7" fmla="*/ 1876873 w 3723451"/>
                  <a:gd name="connsiteY7" fmla="*/ 946755 h 946755"/>
                  <a:gd name="connsiteX8" fmla="*/ 690067 w 3723451"/>
                  <a:gd name="connsiteY8" fmla="*/ 412387 h 946755"/>
                  <a:gd name="connsiteX9" fmla="*/ 523214 w 3723451"/>
                  <a:gd name="connsiteY9" fmla="*/ 482971 h 946755"/>
                  <a:gd name="connsiteX10" fmla="*/ 0 w 3723451"/>
                  <a:gd name="connsiteY10" fmla="*/ 242051 h 946755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95282 w 3723451"/>
                  <a:gd name="connsiteY5" fmla="*/ 448069 h 932950"/>
                  <a:gd name="connsiteX6" fmla="*/ 3008465 w 3723451"/>
                  <a:gd name="connsiteY6" fmla="*/ 388599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95282 w 3723451"/>
                  <a:gd name="connsiteY5" fmla="*/ 448069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86079 w 3723451"/>
                  <a:gd name="connsiteY5" fmla="*/ 461874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86079 w 3723451"/>
                  <a:gd name="connsiteY5" fmla="*/ 461874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711613 w 3723451"/>
                  <a:gd name="connsiteY8" fmla="*/ 413055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723451" h="932950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211" name="Freeform 210"/>
              <p:cNvSpPr/>
              <p:nvPr/>
            </p:nvSpPr>
            <p:spPr bwMode="auto">
              <a:xfrm>
                <a:off x="2536889" y="1728599"/>
                <a:ext cx="244057" cy="97568"/>
              </a:xfrm>
              <a:custGeom>
                <a:avLst/>
                <a:gdLst>
                  <a:gd name="connsiteX0" fmla="*/ 55216 w 1421812"/>
                  <a:gd name="connsiteY0" fmla="*/ 0 h 800665"/>
                  <a:gd name="connsiteX1" fmla="*/ 1421812 w 1421812"/>
                  <a:gd name="connsiteY1" fmla="*/ 625807 h 800665"/>
                  <a:gd name="connsiteX2" fmla="*/ 947874 w 1421812"/>
                  <a:gd name="connsiteY2" fmla="*/ 800665 h 800665"/>
                  <a:gd name="connsiteX3" fmla="*/ 50614 w 1421812"/>
                  <a:gd name="connsiteY3" fmla="*/ 404934 h 800665"/>
                  <a:gd name="connsiteX4" fmla="*/ 0 w 1421812"/>
                  <a:gd name="connsiteY4" fmla="*/ 404934 h 800665"/>
                  <a:gd name="connsiteX5" fmla="*/ 55216 w 1421812"/>
                  <a:gd name="connsiteY5" fmla="*/ 0 h 800665"/>
                  <a:gd name="connsiteX0" fmla="*/ 4602 w 1371198"/>
                  <a:gd name="connsiteY0" fmla="*/ 0 h 800665"/>
                  <a:gd name="connsiteX1" fmla="*/ 1371198 w 1371198"/>
                  <a:gd name="connsiteY1" fmla="*/ 625807 h 800665"/>
                  <a:gd name="connsiteX2" fmla="*/ 897260 w 1371198"/>
                  <a:gd name="connsiteY2" fmla="*/ 800665 h 800665"/>
                  <a:gd name="connsiteX3" fmla="*/ 0 w 1371198"/>
                  <a:gd name="connsiteY3" fmla="*/ 404934 h 800665"/>
                  <a:gd name="connsiteX4" fmla="*/ 4602 w 1371198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9868"/>
                  <a:gd name="connsiteX1" fmla="*/ 1366596 w 1366596"/>
                  <a:gd name="connsiteY1" fmla="*/ 625807 h 809868"/>
                  <a:gd name="connsiteX2" fmla="*/ 865050 w 1366596"/>
                  <a:gd name="connsiteY2" fmla="*/ 809868 h 809868"/>
                  <a:gd name="connsiteX3" fmla="*/ 4601 w 1366596"/>
                  <a:gd name="connsiteY3" fmla="*/ 427942 h 809868"/>
                  <a:gd name="connsiteX4" fmla="*/ 0 w 1366596"/>
                  <a:gd name="connsiteY4" fmla="*/ 0 h 8098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6596" h="809868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212" name="Freeform 211"/>
              <p:cNvSpPr/>
              <p:nvPr/>
            </p:nvSpPr>
            <p:spPr bwMode="auto">
              <a:xfrm>
                <a:off x="2089977" y="1730980"/>
                <a:ext cx="240888" cy="95187"/>
              </a:xfrm>
              <a:custGeom>
                <a:avLst/>
                <a:gdLst>
                  <a:gd name="connsiteX0" fmla="*/ 1329786 w 1348191"/>
                  <a:gd name="connsiteY0" fmla="*/ 0 h 809869"/>
                  <a:gd name="connsiteX1" fmla="*/ 1348191 w 1348191"/>
                  <a:gd name="connsiteY1" fmla="*/ 400333 h 809869"/>
                  <a:gd name="connsiteX2" fmla="*/ 487742 w 1348191"/>
                  <a:gd name="connsiteY2" fmla="*/ 809869 h 809869"/>
                  <a:gd name="connsiteX3" fmla="*/ 0 w 1348191"/>
                  <a:gd name="connsiteY3" fmla="*/ 630409 h 809869"/>
                  <a:gd name="connsiteX4" fmla="*/ 1329786 w 1348191"/>
                  <a:gd name="connsiteY4" fmla="*/ 0 h 809869"/>
                  <a:gd name="connsiteX0" fmla="*/ 1329786 w 1348191"/>
                  <a:gd name="connsiteY0" fmla="*/ 0 h 791462"/>
                  <a:gd name="connsiteX1" fmla="*/ 1348191 w 1348191"/>
                  <a:gd name="connsiteY1" fmla="*/ 381926 h 791462"/>
                  <a:gd name="connsiteX2" fmla="*/ 487742 w 1348191"/>
                  <a:gd name="connsiteY2" fmla="*/ 791462 h 791462"/>
                  <a:gd name="connsiteX3" fmla="*/ 0 w 1348191"/>
                  <a:gd name="connsiteY3" fmla="*/ 612002 h 791462"/>
                  <a:gd name="connsiteX4" fmla="*/ 1329786 w 1348191"/>
                  <a:gd name="connsiteY4" fmla="*/ 0 h 7914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48191" h="791462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cxnSp>
            <p:nvCxnSpPr>
              <p:cNvPr id="213" name="Straight Connector 212"/>
              <p:cNvCxnSpPr>
                <a:endCxn id="208" idx="2"/>
              </p:cNvCxnSpPr>
              <p:nvPr/>
            </p:nvCxnSpPr>
            <p:spPr bwMode="auto">
              <a:xfrm flipH="1" flipV="1">
                <a:off x="1871277" y="1735739"/>
                <a:ext cx="3169" cy="123743"/>
              </a:xfrm>
              <a:prstGeom prst="line">
                <a:avLst/>
              </a:prstGeom>
              <a:ln w="6350" cmpd="sng">
                <a:solidFill>
                  <a:schemeClr val="tx1"/>
                </a:solidFill>
              </a:ln>
              <a:effectLst>
                <a:outerShdw blurRad="40005" dist="19939" dir="5400000" algn="tl" rotWithShape="0">
                  <a:srgbClr val="000000">
                    <a:alpha val="38000"/>
                  </a:srgbClr>
                </a:outerShdw>
              </a:effectLst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4" name="Straight Connector 213"/>
              <p:cNvCxnSpPr/>
              <p:nvPr/>
            </p:nvCxnSpPr>
            <p:spPr bwMode="auto">
              <a:xfrm flipH="1" flipV="1">
                <a:off x="2996477" y="1733359"/>
                <a:ext cx="3171" cy="123743"/>
              </a:xfrm>
              <a:prstGeom prst="line">
                <a:avLst/>
              </a:prstGeom>
              <a:ln w="6350" cmpd="sng">
                <a:solidFill>
                  <a:schemeClr val="tx1"/>
                </a:solidFill>
              </a:ln>
              <a:effectLst>
                <a:outerShdw blurRad="40005" dist="19939" dir="5400000" algn="tl" rotWithShape="0">
                  <a:srgbClr val="000000">
                    <a:alpha val="38000"/>
                  </a:srgbClr>
                </a:outerShdw>
              </a:effectLst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03" name="Group 202"/>
            <p:cNvGrpSpPr/>
            <p:nvPr/>
          </p:nvGrpSpPr>
          <p:grpSpPr>
            <a:xfrm>
              <a:off x="1844715" y="2907714"/>
              <a:ext cx="356365" cy="333774"/>
              <a:chOff x="741398" y="1743005"/>
              <a:chExt cx="356365" cy="333774"/>
            </a:xfrm>
          </p:grpSpPr>
          <p:sp>
            <p:nvSpPr>
              <p:cNvPr id="204" name="Oval 203"/>
              <p:cNvSpPr/>
              <p:nvPr/>
            </p:nvSpPr>
            <p:spPr bwMode="auto">
              <a:xfrm>
                <a:off x="741398" y="1850752"/>
                <a:ext cx="356365" cy="168450"/>
              </a:xfrm>
              <a:prstGeom prst="ellipse">
                <a:avLst/>
              </a:prstGeom>
              <a:solidFill>
                <a:schemeClr val="bg1">
                  <a:alpha val="76000"/>
                </a:scheme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05" name="TextBox 204"/>
              <p:cNvSpPr txBox="1"/>
              <p:nvPr/>
            </p:nvSpPr>
            <p:spPr>
              <a:xfrm>
                <a:off x="783895" y="1743005"/>
                <a:ext cx="278343" cy="33377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/>
                  <a:t>z</a:t>
                </a:r>
              </a:p>
            </p:txBody>
          </p:sp>
        </p:grpSp>
      </p:grpSp>
      <p:grpSp>
        <p:nvGrpSpPr>
          <p:cNvPr id="215" name="Group 214"/>
          <p:cNvGrpSpPr/>
          <p:nvPr/>
        </p:nvGrpSpPr>
        <p:grpSpPr>
          <a:xfrm>
            <a:off x="4927962" y="3152913"/>
            <a:ext cx="687402" cy="480963"/>
            <a:chOff x="1736090" y="2893762"/>
            <a:chExt cx="565150" cy="347726"/>
          </a:xfrm>
        </p:grpSpPr>
        <p:grpSp>
          <p:nvGrpSpPr>
            <p:cNvPr id="216" name="Group 327"/>
            <p:cNvGrpSpPr>
              <a:grpSpLocks/>
            </p:cNvGrpSpPr>
            <p:nvPr/>
          </p:nvGrpSpPr>
          <p:grpSpPr bwMode="auto">
            <a:xfrm>
              <a:off x="1736090" y="2893762"/>
              <a:ext cx="565150" cy="292100"/>
              <a:chOff x="1871277" y="1576300"/>
              <a:chExt cx="1128371" cy="437861"/>
            </a:xfrm>
          </p:grpSpPr>
          <p:sp>
            <p:nvSpPr>
              <p:cNvPr id="220" name="Oval 219"/>
              <p:cNvSpPr/>
              <p:nvPr/>
            </p:nvSpPr>
            <p:spPr bwMode="auto">
              <a:xfrm flipV="1">
                <a:off x="1874446" y="1692905"/>
                <a:ext cx="1125202" cy="321256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2">
                      <a:lumMod val="75000"/>
                    </a:schemeClr>
                  </a:gs>
                  <a:gs pos="5300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accent2">
                      <a:lumMod val="75000"/>
                    </a:schemeClr>
                  </a:gs>
                </a:gsLst>
                <a:lin ang="0" scaled="1"/>
                <a:tileRect/>
              </a:gradFill>
              <a:ln w="6350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>
                  <a:ln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221" name="Rectangle 220"/>
              <p:cNvSpPr/>
              <p:nvPr/>
            </p:nvSpPr>
            <p:spPr bwMode="auto">
              <a:xfrm>
                <a:off x="1871277" y="1740499"/>
                <a:ext cx="1128371" cy="114225"/>
              </a:xfrm>
              <a:prstGeom prst="rect">
                <a:avLst/>
              </a:prstGeom>
              <a:gradFill>
                <a:gsLst>
                  <a:gs pos="0">
                    <a:schemeClr val="accent2">
                      <a:lumMod val="75000"/>
                    </a:schemeClr>
                  </a:gs>
                  <a:gs pos="5300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accent2">
                      <a:lumMod val="75000"/>
                    </a:schemeClr>
                  </a:gs>
                </a:gsLst>
                <a:lin ang="10800000" scaled="0"/>
              </a:gradFill>
              <a:ln w="25400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222" name="Oval 221"/>
              <p:cNvSpPr/>
              <p:nvPr/>
            </p:nvSpPr>
            <p:spPr bwMode="auto">
              <a:xfrm flipV="1">
                <a:off x="1871277" y="1576300"/>
                <a:ext cx="1125200" cy="321257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 w="6350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>
                  <a:ln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223" name="Freeform 222"/>
              <p:cNvSpPr/>
              <p:nvPr/>
            </p:nvSpPr>
            <p:spPr bwMode="auto">
              <a:xfrm>
                <a:off x="2159708" y="1673868"/>
                <a:ext cx="548339" cy="159438"/>
              </a:xfrm>
              <a:custGeom>
                <a:avLst/>
                <a:gdLst>
                  <a:gd name="connsiteX0" fmla="*/ 1486231 w 2944854"/>
                  <a:gd name="connsiteY0" fmla="*/ 727041 h 1302232"/>
                  <a:gd name="connsiteX1" fmla="*/ 257675 w 2944854"/>
                  <a:gd name="connsiteY1" fmla="*/ 1302232 h 1302232"/>
                  <a:gd name="connsiteX2" fmla="*/ 0 w 2944854"/>
                  <a:gd name="connsiteY2" fmla="*/ 1228607 h 1302232"/>
                  <a:gd name="connsiteX3" fmla="*/ 911064 w 2944854"/>
                  <a:gd name="connsiteY3" fmla="*/ 837478 h 1302232"/>
                  <a:gd name="connsiteX4" fmla="*/ 883456 w 2944854"/>
                  <a:gd name="connsiteY4" fmla="*/ 450949 h 1302232"/>
                  <a:gd name="connsiteX5" fmla="*/ 161047 w 2944854"/>
                  <a:gd name="connsiteY5" fmla="*/ 119640 h 1302232"/>
                  <a:gd name="connsiteX6" fmla="*/ 404917 w 2944854"/>
                  <a:gd name="connsiteY6" fmla="*/ 50617 h 1302232"/>
                  <a:gd name="connsiteX7" fmla="*/ 1477028 w 2944854"/>
                  <a:gd name="connsiteY7" fmla="*/ 501566 h 1302232"/>
                  <a:gd name="connsiteX8" fmla="*/ 2572146 w 2944854"/>
                  <a:gd name="connsiteY8" fmla="*/ 0 h 1302232"/>
                  <a:gd name="connsiteX9" fmla="*/ 2875834 w 2944854"/>
                  <a:gd name="connsiteY9" fmla="*/ 96632 h 1302232"/>
                  <a:gd name="connsiteX10" fmla="*/ 2079803 w 2944854"/>
                  <a:gd name="connsiteY10" fmla="*/ 432543 h 1302232"/>
                  <a:gd name="connsiteX11" fmla="*/ 2240850 w 2944854"/>
                  <a:gd name="connsiteY11" fmla="*/ 920305 h 1302232"/>
                  <a:gd name="connsiteX12" fmla="*/ 2944854 w 2944854"/>
                  <a:gd name="connsiteY12" fmla="*/ 1228607 h 1302232"/>
                  <a:gd name="connsiteX13" fmla="*/ 2733192 w 2944854"/>
                  <a:gd name="connsiteY13" fmla="*/ 1297630 h 1302232"/>
                  <a:gd name="connsiteX14" fmla="*/ 1486231 w 2944854"/>
                  <a:gd name="connsiteY14" fmla="*/ 727041 h 1302232"/>
                  <a:gd name="connsiteX0" fmla="*/ 1486231 w 2944854"/>
                  <a:gd name="connsiteY0" fmla="*/ 727041 h 1316375"/>
                  <a:gd name="connsiteX1" fmla="*/ 257675 w 2944854"/>
                  <a:gd name="connsiteY1" fmla="*/ 1302232 h 1316375"/>
                  <a:gd name="connsiteX2" fmla="*/ 0 w 2944854"/>
                  <a:gd name="connsiteY2" fmla="*/ 1228607 h 1316375"/>
                  <a:gd name="connsiteX3" fmla="*/ 911064 w 2944854"/>
                  <a:gd name="connsiteY3" fmla="*/ 837478 h 1316375"/>
                  <a:gd name="connsiteX4" fmla="*/ 883456 w 2944854"/>
                  <a:gd name="connsiteY4" fmla="*/ 450949 h 1316375"/>
                  <a:gd name="connsiteX5" fmla="*/ 161047 w 2944854"/>
                  <a:gd name="connsiteY5" fmla="*/ 119640 h 1316375"/>
                  <a:gd name="connsiteX6" fmla="*/ 404917 w 2944854"/>
                  <a:gd name="connsiteY6" fmla="*/ 50617 h 1316375"/>
                  <a:gd name="connsiteX7" fmla="*/ 1477028 w 2944854"/>
                  <a:gd name="connsiteY7" fmla="*/ 501566 h 1316375"/>
                  <a:gd name="connsiteX8" fmla="*/ 2572146 w 2944854"/>
                  <a:gd name="connsiteY8" fmla="*/ 0 h 1316375"/>
                  <a:gd name="connsiteX9" fmla="*/ 2875834 w 2944854"/>
                  <a:gd name="connsiteY9" fmla="*/ 96632 h 1316375"/>
                  <a:gd name="connsiteX10" fmla="*/ 2079803 w 2944854"/>
                  <a:gd name="connsiteY10" fmla="*/ 432543 h 1316375"/>
                  <a:gd name="connsiteX11" fmla="*/ 2240850 w 2944854"/>
                  <a:gd name="connsiteY11" fmla="*/ 920305 h 1316375"/>
                  <a:gd name="connsiteX12" fmla="*/ 2944854 w 2944854"/>
                  <a:gd name="connsiteY12" fmla="*/ 1228607 h 1316375"/>
                  <a:gd name="connsiteX13" fmla="*/ 2756623 w 2944854"/>
                  <a:gd name="connsiteY13" fmla="*/ 1316375 h 1316375"/>
                  <a:gd name="connsiteX14" fmla="*/ 1486231 w 2944854"/>
                  <a:gd name="connsiteY14" fmla="*/ 727041 h 1316375"/>
                  <a:gd name="connsiteX0" fmla="*/ 1486231 w 3024520"/>
                  <a:gd name="connsiteY0" fmla="*/ 727041 h 1316375"/>
                  <a:gd name="connsiteX1" fmla="*/ 257675 w 3024520"/>
                  <a:gd name="connsiteY1" fmla="*/ 1302232 h 1316375"/>
                  <a:gd name="connsiteX2" fmla="*/ 0 w 3024520"/>
                  <a:gd name="connsiteY2" fmla="*/ 1228607 h 1316375"/>
                  <a:gd name="connsiteX3" fmla="*/ 911064 w 3024520"/>
                  <a:gd name="connsiteY3" fmla="*/ 837478 h 1316375"/>
                  <a:gd name="connsiteX4" fmla="*/ 883456 w 3024520"/>
                  <a:gd name="connsiteY4" fmla="*/ 450949 h 1316375"/>
                  <a:gd name="connsiteX5" fmla="*/ 161047 w 3024520"/>
                  <a:gd name="connsiteY5" fmla="*/ 119640 h 1316375"/>
                  <a:gd name="connsiteX6" fmla="*/ 404917 w 3024520"/>
                  <a:gd name="connsiteY6" fmla="*/ 50617 h 1316375"/>
                  <a:gd name="connsiteX7" fmla="*/ 1477028 w 3024520"/>
                  <a:gd name="connsiteY7" fmla="*/ 501566 h 1316375"/>
                  <a:gd name="connsiteX8" fmla="*/ 2572146 w 3024520"/>
                  <a:gd name="connsiteY8" fmla="*/ 0 h 1316375"/>
                  <a:gd name="connsiteX9" fmla="*/ 2875834 w 3024520"/>
                  <a:gd name="connsiteY9" fmla="*/ 96632 h 1316375"/>
                  <a:gd name="connsiteX10" fmla="*/ 2079803 w 3024520"/>
                  <a:gd name="connsiteY10" fmla="*/ 432543 h 1316375"/>
                  <a:gd name="connsiteX11" fmla="*/ 2240850 w 3024520"/>
                  <a:gd name="connsiteY11" fmla="*/ 920305 h 1316375"/>
                  <a:gd name="connsiteX12" fmla="*/ 3024520 w 3024520"/>
                  <a:gd name="connsiteY12" fmla="*/ 1228607 h 1316375"/>
                  <a:gd name="connsiteX13" fmla="*/ 2756623 w 3024520"/>
                  <a:gd name="connsiteY13" fmla="*/ 1316375 h 1316375"/>
                  <a:gd name="connsiteX14" fmla="*/ 1486231 w 3024520"/>
                  <a:gd name="connsiteY14" fmla="*/ 727041 h 1316375"/>
                  <a:gd name="connsiteX0" fmla="*/ 1537780 w 3076069"/>
                  <a:gd name="connsiteY0" fmla="*/ 727041 h 1316375"/>
                  <a:gd name="connsiteX1" fmla="*/ 309224 w 3076069"/>
                  <a:gd name="connsiteY1" fmla="*/ 1302232 h 1316375"/>
                  <a:gd name="connsiteX2" fmla="*/ 0 w 3076069"/>
                  <a:gd name="connsiteY2" fmla="*/ 1228607 h 1316375"/>
                  <a:gd name="connsiteX3" fmla="*/ 962613 w 3076069"/>
                  <a:gd name="connsiteY3" fmla="*/ 837478 h 1316375"/>
                  <a:gd name="connsiteX4" fmla="*/ 935005 w 3076069"/>
                  <a:gd name="connsiteY4" fmla="*/ 450949 h 1316375"/>
                  <a:gd name="connsiteX5" fmla="*/ 212596 w 3076069"/>
                  <a:gd name="connsiteY5" fmla="*/ 119640 h 1316375"/>
                  <a:gd name="connsiteX6" fmla="*/ 456466 w 3076069"/>
                  <a:gd name="connsiteY6" fmla="*/ 50617 h 1316375"/>
                  <a:gd name="connsiteX7" fmla="*/ 1528577 w 3076069"/>
                  <a:gd name="connsiteY7" fmla="*/ 501566 h 1316375"/>
                  <a:gd name="connsiteX8" fmla="*/ 2623695 w 3076069"/>
                  <a:gd name="connsiteY8" fmla="*/ 0 h 1316375"/>
                  <a:gd name="connsiteX9" fmla="*/ 2927383 w 3076069"/>
                  <a:gd name="connsiteY9" fmla="*/ 96632 h 1316375"/>
                  <a:gd name="connsiteX10" fmla="*/ 2131352 w 3076069"/>
                  <a:gd name="connsiteY10" fmla="*/ 432543 h 1316375"/>
                  <a:gd name="connsiteX11" fmla="*/ 2292399 w 3076069"/>
                  <a:gd name="connsiteY11" fmla="*/ 920305 h 1316375"/>
                  <a:gd name="connsiteX12" fmla="*/ 3076069 w 3076069"/>
                  <a:gd name="connsiteY12" fmla="*/ 1228607 h 1316375"/>
                  <a:gd name="connsiteX13" fmla="*/ 2808172 w 3076069"/>
                  <a:gd name="connsiteY13" fmla="*/ 1316375 h 1316375"/>
                  <a:gd name="connsiteX14" fmla="*/ 1537780 w 3076069"/>
                  <a:gd name="connsiteY14" fmla="*/ 727041 h 1316375"/>
                  <a:gd name="connsiteX0" fmla="*/ 1537780 w 3076069"/>
                  <a:gd name="connsiteY0" fmla="*/ 727041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27041 h 1321259"/>
                  <a:gd name="connsiteX0" fmla="*/ 1537780 w 3076069"/>
                  <a:gd name="connsiteY0" fmla="*/ 750825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50825 h 13212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3076069" h="132125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224" name="Freeform 223"/>
              <p:cNvSpPr/>
              <p:nvPr/>
            </p:nvSpPr>
            <p:spPr bwMode="auto">
              <a:xfrm>
                <a:off x="2102655" y="1633412"/>
                <a:ext cx="662444" cy="111846"/>
              </a:xfrm>
              <a:custGeom>
                <a:avLst/>
                <a:gdLst>
                  <a:gd name="connsiteX0" fmla="*/ 0 w 3645229"/>
                  <a:gd name="connsiteY0" fmla="*/ 214441 h 923747"/>
                  <a:gd name="connsiteX1" fmla="*/ 659770 w 3645229"/>
                  <a:gd name="connsiteY1" fmla="*/ 16495 h 923747"/>
                  <a:gd name="connsiteX2" fmla="*/ 1814367 w 3645229"/>
                  <a:gd name="connsiteY2" fmla="*/ 511360 h 923747"/>
                  <a:gd name="connsiteX3" fmla="*/ 2968965 w 3645229"/>
                  <a:gd name="connsiteY3" fmla="*/ 0 h 923747"/>
                  <a:gd name="connsiteX4" fmla="*/ 3645229 w 3645229"/>
                  <a:gd name="connsiteY4" fmla="*/ 197946 h 923747"/>
                  <a:gd name="connsiteX5" fmla="*/ 3199884 w 3645229"/>
                  <a:gd name="connsiteY5" fmla="*/ 461874 h 923747"/>
                  <a:gd name="connsiteX6" fmla="*/ 2985459 w 3645229"/>
                  <a:gd name="connsiteY6" fmla="*/ 379396 h 923747"/>
                  <a:gd name="connsiteX7" fmla="*/ 1830861 w 3645229"/>
                  <a:gd name="connsiteY7" fmla="*/ 923747 h 923747"/>
                  <a:gd name="connsiteX8" fmla="*/ 676264 w 3645229"/>
                  <a:gd name="connsiteY8" fmla="*/ 412387 h 923747"/>
                  <a:gd name="connsiteX9" fmla="*/ 527816 w 3645229"/>
                  <a:gd name="connsiteY9" fmla="*/ 478369 h 923747"/>
                  <a:gd name="connsiteX10" fmla="*/ 0 w 3645229"/>
                  <a:gd name="connsiteY10" fmla="*/ 21444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71662 w 3640627"/>
                  <a:gd name="connsiteY8" fmla="*/ 412387 h 923747"/>
                  <a:gd name="connsiteX9" fmla="*/ 523214 w 3640627"/>
                  <a:gd name="connsiteY9" fmla="*/ 478369 h 923747"/>
                  <a:gd name="connsiteX10" fmla="*/ 0 w 3640627"/>
                  <a:gd name="connsiteY10" fmla="*/ 24205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71662 w 3640627"/>
                  <a:gd name="connsiteY8" fmla="*/ 412387 h 923747"/>
                  <a:gd name="connsiteX9" fmla="*/ 523214 w 3640627"/>
                  <a:gd name="connsiteY9" fmla="*/ 482971 h 923747"/>
                  <a:gd name="connsiteX10" fmla="*/ 0 w 3640627"/>
                  <a:gd name="connsiteY10" fmla="*/ 24205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90067 w 3640627"/>
                  <a:gd name="connsiteY8" fmla="*/ 412387 h 923747"/>
                  <a:gd name="connsiteX9" fmla="*/ 523214 w 3640627"/>
                  <a:gd name="connsiteY9" fmla="*/ 482971 h 923747"/>
                  <a:gd name="connsiteX10" fmla="*/ 0 w 3640627"/>
                  <a:gd name="connsiteY10" fmla="*/ 242051 h 923747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09765 w 3640627"/>
                  <a:gd name="connsiteY2" fmla="*/ 511360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2980857 w 3640627"/>
                  <a:gd name="connsiteY6" fmla="*/ 379396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55778 w 3640627"/>
                  <a:gd name="connsiteY2" fmla="*/ 534367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2980857 w 3640627"/>
                  <a:gd name="connsiteY6" fmla="*/ 379396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55778 w 3640627"/>
                  <a:gd name="connsiteY2" fmla="*/ 534367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3008465 w 3640627"/>
                  <a:gd name="connsiteY6" fmla="*/ 402404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723451"/>
                  <a:gd name="connsiteY0" fmla="*/ 242051 h 946755"/>
                  <a:gd name="connsiteX1" fmla="*/ 655168 w 3723451"/>
                  <a:gd name="connsiteY1" fmla="*/ 16495 h 946755"/>
                  <a:gd name="connsiteX2" fmla="*/ 1855778 w 3723451"/>
                  <a:gd name="connsiteY2" fmla="*/ 534367 h 946755"/>
                  <a:gd name="connsiteX3" fmla="*/ 2964363 w 3723451"/>
                  <a:gd name="connsiteY3" fmla="*/ 0 h 946755"/>
                  <a:gd name="connsiteX4" fmla="*/ 3723451 w 3723451"/>
                  <a:gd name="connsiteY4" fmla="*/ 220954 h 946755"/>
                  <a:gd name="connsiteX5" fmla="*/ 3195282 w 3723451"/>
                  <a:gd name="connsiteY5" fmla="*/ 461874 h 946755"/>
                  <a:gd name="connsiteX6" fmla="*/ 3008465 w 3723451"/>
                  <a:gd name="connsiteY6" fmla="*/ 402404 h 946755"/>
                  <a:gd name="connsiteX7" fmla="*/ 1876873 w 3723451"/>
                  <a:gd name="connsiteY7" fmla="*/ 946755 h 946755"/>
                  <a:gd name="connsiteX8" fmla="*/ 690067 w 3723451"/>
                  <a:gd name="connsiteY8" fmla="*/ 412387 h 946755"/>
                  <a:gd name="connsiteX9" fmla="*/ 523214 w 3723451"/>
                  <a:gd name="connsiteY9" fmla="*/ 482971 h 946755"/>
                  <a:gd name="connsiteX10" fmla="*/ 0 w 3723451"/>
                  <a:gd name="connsiteY10" fmla="*/ 242051 h 946755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95282 w 3723451"/>
                  <a:gd name="connsiteY5" fmla="*/ 448069 h 932950"/>
                  <a:gd name="connsiteX6" fmla="*/ 3008465 w 3723451"/>
                  <a:gd name="connsiteY6" fmla="*/ 388599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95282 w 3723451"/>
                  <a:gd name="connsiteY5" fmla="*/ 448069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86079 w 3723451"/>
                  <a:gd name="connsiteY5" fmla="*/ 461874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86079 w 3723451"/>
                  <a:gd name="connsiteY5" fmla="*/ 461874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711613 w 3723451"/>
                  <a:gd name="connsiteY8" fmla="*/ 413055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723451" h="932950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225" name="Freeform 224"/>
              <p:cNvSpPr/>
              <p:nvPr/>
            </p:nvSpPr>
            <p:spPr bwMode="auto">
              <a:xfrm>
                <a:off x="2536889" y="1728599"/>
                <a:ext cx="244057" cy="97568"/>
              </a:xfrm>
              <a:custGeom>
                <a:avLst/>
                <a:gdLst>
                  <a:gd name="connsiteX0" fmla="*/ 55216 w 1421812"/>
                  <a:gd name="connsiteY0" fmla="*/ 0 h 800665"/>
                  <a:gd name="connsiteX1" fmla="*/ 1421812 w 1421812"/>
                  <a:gd name="connsiteY1" fmla="*/ 625807 h 800665"/>
                  <a:gd name="connsiteX2" fmla="*/ 947874 w 1421812"/>
                  <a:gd name="connsiteY2" fmla="*/ 800665 h 800665"/>
                  <a:gd name="connsiteX3" fmla="*/ 50614 w 1421812"/>
                  <a:gd name="connsiteY3" fmla="*/ 404934 h 800665"/>
                  <a:gd name="connsiteX4" fmla="*/ 0 w 1421812"/>
                  <a:gd name="connsiteY4" fmla="*/ 404934 h 800665"/>
                  <a:gd name="connsiteX5" fmla="*/ 55216 w 1421812"/>
                  <a:gd name="connsiteY5" fmla="*/ 0 h 800665"/>
                  <a:gd name="connsiteX0" fmla="*/ 4602 w 1371198"/>
                  <a:gd name="connsiteY0" fmla="*/ 0 h 800665"/>
                  <a:gd name="connsiteX1" fmla="*/ 1371198 w 1371198"/>
                  <a:gd name="connsiteY1" fmla="*/ 625807 h 800665"/>
                  <a:gd name="connsiteX2" fmla="*/ 897260 w 1371198"/>
                  <a:gd name="connsiteY2" fmla="*/ 800665 h 800665"/>
                  <a:gd name="connsiteX3" fmla="*/ 0 w 1371198"/>
                  <a:gd name="connsiteY3" fmla="*/ 404934 h 800665"/>
                  <a:gd name="connsiteX4" fmla="*/ 4602 w 1371198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9868"/>
                  <a:gd name="connsiteX1" fmla="*/ 1366596 w 1366596"/>
                  <a:gd name="connsiteY1" fmla="*/ 625807 h 809868"/>
                  <a:gd name="connsiteX2" fmla="*/ 865050 w 1366596"/>
                  <a:gd name="connsiteY2" fmla="*/ 809868 h 809868"/>
                  <a:gd name="connsiteX3" fmla="*/ 4601 w 1366596"/>
                  <a:gd name="connsiteY3" fmla="*/ 427942 h 809868"/>
                  <a:gd name="connsiteX4" fmla="*/ 0 w 1366596"/>
                  <a:gd name="connsiteY4" fmla="*/ 0 h 8098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6596" h="809868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226" name="Freeform 225"/>
              <p:cNvSpPr/>
              <p:nvPr/>
            </p:nvSpPr>
            <p:spPr bwMode="auto">
              <a:xfrm>
                <a:off x="2089977" y="1730980"/>
                <a:ext cx="240888" cy="95187"/>
              </a:xfrm>
              <a:custGeom>
                <a:avLst/>
                <a:gdLst>
                  <a:gd name="connsiteX0" fmla="*/ 1329786 w 1348191"/>
                  <a:gd name="connsiteY0" fmla="*/ 0 h 809869"/>
                  <a:gd name="connsiteX1" fmla="*/ 1348191 w 1348191"/>
                  <a:gd name="connsiteY1" fmla="*/ 400333 h 809869"/>
                  <a:gd name="connsiteX2" fmla="*/ 487742 w 1348191"/>
                  <a:gd name="connsiteY2" fmla="*/ 809869 h 809869"/>
                  <a:gd name="connsiteX3" fmla="*/ 0 w 1348191"/>
                  <a:gd name="connsiteY3" fmla="*/ 630409 h 809869"/>
                  <a:gd name="connsiteX4" fmla="*/ 1329786 w 1348191"/>
                  <a:gd name="connsiteY4" fmla="*/ 0 h 809869"/>
                  <a:gd name="connsiteX0" fmla="*/ 1329786 w 1348191"/>
                  <a:gd name="connsiteY0" fmla="*/ 0 h 791462"/>
                  <a:gd name="connsiteX1" fmla="*/ 1348191 w 1348191"/>
                  <a:gd name="connsiteY1" fmla="*/ 381926 h 791462"/>
                  <a:gd name="connsiteX2" fmla="*/ 487742 w 1348191"/>
                  <a:gd name="connsiteY2" fmla="*/ 791462 h 791462"/>
                  <a:gd name="connsiteX3" fmla="*/ 0 w 1348191"/>
                  <a:gd name="connsiteY3" fmla="*/ 612002 h 791462"/>
                  <a:gd name="connsiteX4" fmla="*/ 1329786 w 1348191"/>
                  <a:gd name="connsiteY4" fmla="*/ 0 h 7914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48191" h="791462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cxnSp>
            <p:nvCxnSpPr>
              <p:cNvPr id="227" name="Straight Connector 226"/>
              <p:cNvCxnSpPr>
                <a:endCxn id="222" idx="2"/>
              </p:cNvCxnSpPr>
              <p:nvPr/>
            </p:nvCxnSpPr>
            <p:spPr bwMode="auto">
              <a:xfrm flipH="1" flipV="1">
                <a:off x="1871277" y="1735739"/>
                <a:ext cx="3169" cy="123743"/>
              </a:xfrm>
              <a:prstGeom prst="line">
                <a:avLst/>
              </a:prstGeom>
              <a:ln w="6350" cmpd="sng">
                <a:solidFill>
                  <a:schemeClr val="tx1"/>
                </a:solidFill>
              </a:ln>
              <a:effectLst>
                <a:outerShdw blurRad="40005" dist="19939" dir="5400000" algn="tl" rotWithShape="0">
                  <a:srgbClr val="000000">
                    <a:alpha val="38000"/>
                  </a:srgbClr>
                </a:outerShdw>
              </a:effectLst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8" name="Straight Connector 227"/>
              <p:cNvCxnSpPr/>
              <p:nvPr/>
            </p:nvCxnSpPr>
            <p:spPr bwMode="auto">
              <a:xfrm flipH="1" flipV="1">
                <a:off x="2996477" y="1733359"/>
                <a:ext cx="3171" cy="123743"/>
              </a:xfrm>
              <a:prstGeom prst="line">
                <a:avLst/>
              </a:prstGeom>
              <a:ln w="6350" cmpd="sng">
                <a:solidFill>
                  <a:schemeClr val="tx1"/>
                </a:solidFill>
              </a:ln>
              <a:effectLst>
                <a:outerShdw blurRad="40005" dist="19939" dir="5400000" algn="tl" rotWithShape="0">
                  <a:srgbClr val="000000">
                    <a:alpha val="38000"/>
                  </a:srgbClr>
                </a:outerShdw>
              </a:effectLst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17" name="Group 216"/>
            <p:cNvGrpSpPr/>
            <p:nvPr/>
          </p:nvGrpSpPr>
          <p:grpSpPr>
            <a:xfrm>
              <a:off x="1844715" y="2907714"/>
              <a:ext cx="356365" cy="333774"/>
              <a:chOff x="741398" y="1743005"/>
              <a:chExt cx="356365" cy="333774"/>
            </a:xfrm>
          </p:grpSpPr>
          <p:sp>
            <p:nvSpPr>
              <p:cNvPr id="218" name="Oval 217"/>
              <p:cNvSpPr/>
              <p:nvPr/>
            </p:nvSpPr>
            <p:spPr bwMode="auto">
              <a:xfrm>
                <a:off x="741398" y="1850752"/>
                <a:ext cx="356365" cy="168450"/>
              </a:xfrm>
              <a:prstGeom prst="ellipse">
                <a:avLst/>
              </a:prstGeom>
              <a:solidFill>
                <a:schemeClr val="bg1">
                  <a:alpha val="76000"/>
                </a:scheme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19" name="TextBox 218"/>
              <p:cNvSpPr txBox="1"/>
              <p:nvPr/>
            </p:nvSpPr>
            <p:spPr>
              <a:xfrm>
                <a:off x="783895" y="1743005"/>
                <a:ext cx="278343" cy="33377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/>
                  <a:t>y</a:t>
                </a:r>
              </a:p>
            </p:txBody>
          </p:sp>
        </p:grpSp>
      </p:grpSp>
      <p:grpSp>
        <p:nvGrpSpPr>
          <p:cNvPr id="229" name="Group 228"/>
          <p:cNvGrpSpPr/>
          <p:nvPr/>
        </p:nvGrpSpPr>
        <p:grpSpPr>
          <a:xfrm>
            <a:off x="3337414" y="3136841"/>
            <a:ext cx="687402" cy="480963"/>
            <a:chOff x="1736090" y="2893762"/>
            <a:chExt cx="565150" cy="347726"/>
          </a:xfrm>
        </p:grpSpPr>
        <p:grpSp>
          <p:nvGrpSpPr>
            <p:cNvPr id="230" name="Group 327"/>
            <p:cNvGrpSpPr>
              <a:grpSpLocks/>
            </p:cNvGrpSpPr>
            <p:nvPr/>
          </p:nvGrpSpPr>
          <p:grpSpPr bwMode="auto">
            <a:xfrm>
              <a:off x="1736090" y="2893762"/>
              <a:ext cx="565150" cy="292100"/>
              <a:chOff x="1871277" y="1576300"/>
              <a:chExt cx="1128371" cy="437861"/>
            </a:xfrm>
          </p:grpSpPr>
          <p:sp>
            <p:nvSpPr>
              <p:cNvPr id="234" name="Oval 233"/>
              <p:cNvSpPr/>
              <p:nvPr/>
            </p:nvSpPr>
            <p:spPr bwMode="auto">
              <a:xfrm flipV="1">
                <a:off x="1874446" y="1692905"/>
                <a:ext cx="1125202" cy="321256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2">
                      <a:lumMod val="75000"/>
                    </a:schemeClr>
                  </a:gs>
                  <a:gs pos="5300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accent2">
                      <a:lumMod val="75000"/>
                    </a:schemeClr>
                  </a:gs>
                </a:gsLst>
                <a:lin ang="0" scaled="1"/>
                <a:tileRect/>
              </a:gradFill>
              <a:ln w="6350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>
                  <a:ln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235" name="Rectangle 234"/>
              <p:cNvSpPr/>
              <p:nvPr/>
            </p:nvSpPr>
            <p:spPr bwMode="auto">
              <a:xfrm>
                <a:off x="1871277" y="1740499"/>
                <a:ext cx="1128371" cy="114225"/>
              </a:xfrm>
              <a:prstGeom prst="rect">
                <a:avLst/>
              </a:prstGeom>
              <a:gradFill>
                <a:gsLst>
                  <a:gs pos="0">
                    <a:schemeClr val="accent2">
                      <a:lumMod val="75000"/>
                    </a:schemeClr>
                  </a:gs>
                  <a:gs pos="5300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accent2">
                      <a:lumMod val="75000"/>
                    </a:schemeClr>
                  </a:gs>
                </a:gsLst>
                <a:lin ang="10800000" scaled="0"/>
              </a:gradFill>
              <a:ln w="25400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236" name="Oval 235"/>
              <p:cNvSpPr/>
              <p:nvPr/>
            </p:nvSpPr>
            <p:spPr bwMode="auto">
              <a:xfrm flipV="1">
                <a:off x="1871277" y="1576300"/>
                <a:ext cx="1125200" cy="321257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 w="6350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>
                  <a:ln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237" name="Freeform 236"/>
              <p:cNvSpPr/>
              <p:nvPr/>
            </p:nvSpPr>
            <p:spPr bwMode="auto">
              <a:xfrm>
                <a:off x="2159708" y="1673868"/>
                <a:ext cx="548339" cy="159438"/>
              </a:xfrm>
              <a:custGeom>
                <a:avLst/>
                <a:gdLst>
                  <a:gd name="connsiteX0" fmla="*/ 1486231 w 2944854"/>
                  <a:gd name="connsiteY0" fmla="*/ 727041 h 1302232"/>
                  <a:gd name="connsiteX1" fmla="*/ 257675 w 2944854"/>
                  <a:gd name="connsiteY1" fmla="*/ 1302232 h 1302232"/>
                  <a:gd name="connsiteX2" fmla="*/ 0 w 2944854"/>
                  <a:gd name="connsiteY2" fmla="*/ 1228607 h 1302232"/>
                  <a:gd name="connsiteX3" fmla="*/ 911064 w 2944854"/>
                  <a:gd name="connsiteY3" fmla="*/ 837478 h 1302232"/>
                  <a:gd name="connsiteX4" fmla="*/ 883456 w 2944854"/>
                  <a:gd name="connsiteY4" fmla="*/ 450949 h 1302232"/>
                  <a:gd name="connsiteX5" fmla="*/ 161047 w 2944854"/>
                  <a:gd name="connsiteY5" fmla="*/ 119640 h 1302232"/>
                  <a:gd name="connsiteX6" fmla="*/ 404917 w 2944854"/>
                  <a:gd name="connsiteY6" fmla="*/ 50617 h 1302232"/>
                  <a:gd name="connsiteX7" fmla="*/ 1477028 w 2944854"/>
                  <a:gd name="connsiteY7" fmla="*/ 501566 h 1302232"/>
                  <a:gd name="connsiteX8" fmla="*/ 2572146 w 2944854"/>
                  <a:gd name="connsiteY8" fmla="*/ 0 h 1302232"/>
                  <a:gd name="connsiteX9" fmla="*/ 2875834 w 2944854"/>
                  <a:gd name="connsiteY9" fmla="*/ 96632 h 1302232"/>
                  <a:gd name="connsiteX10" fmla="*/ 2079803 w 2944854"/>
                  <a:gd name="connsiteY10" fmla="*/ 432543 h 1302232"/>
                  <a:gd name="connsiteX11" fmla="*/ 2240850 w 2944854"/>
                  <a:gd name="connsiteY11" fmla="*/ 920305 h 1302232"/>
                  <a:gd name="connsiteX12" fmla="*/ 2944854 w 2944854"/>
                  <a:gd name="connsiteY12" fmla="*/ 1228607 h 1302232"/>
                  <a:gd name="connsiteX13" fmla="*/ 2733192 w 2944854"/>
                  <a:gd name="connsiteY13" fmla="*/ 1297630 h 1302232"/>
                  <a:gd name="connsiteX14" fmla="*/ 1486231 w 2944854"/>
                  <a:gd name="connsiteY14" fmla="*/ 727041 h 1302232"/>
                  <a:gd name="connsiteX0" fmla="*/ 1486231 w 2944854"/>
                  <a:gd name="connsiteY0" fmla="*/ 727041 h 1316375"/>
                  <a:gd name="connsiteX1" fmla="*/ 257675 w 2944854"/>
                  <a:gd name="connsiteY1" fmla="*/ 1302232 h 1316375"/>
                  <a:gd name="connsiteX2" fmla="*/ 0 w 2944854"/>
                  <a:gd name="connsiteY2" fmla="*/ 1228607 h 1316375"/>
                  <a:gd name="connsiteX3" fmla="*/ 911064 w 2944854"/>
                  <a:gd name="connsiteY3" fmla="*/ 837478 h 1316375"/>
                  <a:gd name="connsiteX4" fmla="*/ 883456 w 2944854"/>
                  <a:gd name="connsiteY4" fmla="*/ 450949 h 1316375"/>
                  <a:gd name="connsiteX5" fmla="*/ 161047 w 2944854"/>
                  <a:gd name="connsiteY5" fmla="*/ 119640 h 1316375"/>
                  <a:gd name="connsiteX6" fmla="*/ 404917 w 2944854"/>
                  <a:gd name="connsiteY6" fmla="*/ 50617 h 1316375"/>
                  <a:gd name="connsiteX7" fmla="*/ 1477028 w 2944854"/>
                  <a:gd name="connsiteY7" fmla="*/ 501566 h 1316375"/>
                  <a:gd name="connsiteX8" fmla="*/ 2572146 w 2944854"/>
                  <a:gd name="connsiteY8" fmla="*/ 0 h 1316375"/>
                  <a:gd name="connsiteX9" fmla="*/ 2875834 w 2944854"/>
                  <a:gd name="connsiteY9" fmla="*/ 96632 h 1316375"/>
                  <a:gd name="connsiteX10" fmla="*/ 2079803 w 2944854"/>
                  <a:gd name="connsiteY10" fmla="*/ 432543 h 1316375"/>
                  <a:gd name="connsiteX11" fmla="*/ 2240850 w 2944854"/>
                  <a:gd name="connsiteY11" fmla="*/ 920305 h 1316375"/>
                  <a:gd name="connsiteX12" fmla="*/ 2944854 w 2944854"/>
                  <a:gd name="connsiteY12" fmla="*/ 1228607 h 1316375"/>
                  <a:gd name="connsiteX13" fmla="*/ 2756623 w 2944854"/>
                  <a:gd name="connsiteY13" fmla="*/ 1316375 h 1316375"/>
                  <a:gd name="connsiteX14" fmla="*/ 1486231 w 2944854"/>
                  <a:gd name="connsiteY14" fmla="*/ 727041 h 1316375"/>
                  <a:gd name="connsiteX0" fmla="*/ 1486231 w 3024520"/>
                  <a:gd name="connsiteY0" fmla="*/ 727041 h 1316375"/>
                  <a:gd name="connsiteX1" fmla="*/ 257675 w 3024520"/>
                  <a:gd name="connsiteY1" fmla="*/ 1302232 h 1316375"/>
                  <a:gd name="connsiteX2" fmla="*/ 0 w 3024520"/>
                  <a:gd name="connsiteY2" fmla="*/ 1228607 h 1316375"/>
                  <a:gd name="connsiteX3" fmla="*/ 911064 w 3024520"/>
                  <a:gd name="connsiteY3" fmla="*/ 837478 h 1316375"/>
                  <a:gd name="connsiteX4" fmla="*/ 883456 w 3024520"/>
                  <a:gd name="connsiteY4" fmla="*/ 450949 h 1316375"/>
                  <a:gd name="connsiteX5" fmla="*/ 161047 w 3024520"/>
                  <a:gd name="connsiteY5" fmla="*/ 119640 h 1316375"/>
                  <a:gd name="connsiteX6" fmla="*/ 404917 w 3024520"/>
                  <a:gd name="connsiteY6" fmla="*/ 50617 h 1316375"/>
                  <a:gd name="connsiteX7" fmla="*/ 1477028 w 3024520"/>
                  <a:gd name="connsiteY7" fmla="*/ 501566 h 1316375"/>
                  <a:gd name="connsiteX8" fmla="*/ 2572146 w 3024520"/>
                  <a:gd name="connsiteY8" fmla="*/ 0 h 1316375"/>
                  <a:gd name="connsiteX9" fmla="*/ 2875834 w 3024520"/>
                  <a:gd name="connsiteY9" fmla="*/ 96632 h 1316375"/>
                  <a:gd name="connsiteX10" fmla="*/ 2079803 w 3024520"/>
                  <a:gd name="connsiteY10" fmla="*/ 432543 h 1316375"/>
                  <a:gd name="connsiteX11" fmla="*/ 2240850 w 3024520"/>
                  <a:gd name="connsiteY11" fmla="*/ 920305 h 1316375"/>
                  <a:gd name="connsiteX12" fmla="*/ 3024520 w 3024520"/>
                  <a:gd name="connsiteY12" fmla="*/ 1228607 h 1316375"/>
                  <a:gd name="connsiteX13" fmla="*/ 2756623 w 3024520"/>
                  <a:gd name="connsiteY13" fmla="*/ 1316375 h 1316375"/>
                  <a:gd name="connsiteX14" fmla="*/ 1486231 w 3024520"/>
                  <a:gd name="connsiteY14" fmla="*/ 727041 h 1316375"/>
                  <a:gd name="connsiteX0" fmla="*/ 1537780 w 3076069"/>
                  <a:gd name="connsiteY0" fmla="*/ 727041 h 1316375"/>
                  <a:gd name="connsiteX1" fmla="*/ 309224 w 3076069"/>
                  <a:gd name="connsiteY1" fmla="*/ 1302232 h 1316375"/>
                  <a:gd name="connsiteX2" fmla="*/ 0 w 3076069"/>
                  <a:gd name="connsiteY2" fmla="*/ 1228607 h 1316375"/>
                  <a:gd name="connsiteX3" fmla="*/ 962613 w 3076069"/>
                  <a:gd name="connsiteY3" fmla="*/ 837478 h 1316375"/>
                  <a:gd name="connsiteX4" fmla="*/ 935005 w 3076069"/>
                  <a:gd name="connsiteY4" fmla="*/ 450949 h 1316375"/>
                  <a:gd name="connsiteX5" fmla="*/ 212596 w 3076069"/>
                  <a:gd name="connsiteY5" fmla="*/ 119640 h 1316375"/>
                  <a:gd name="connsiteX6" fmla="*/ 456466 w 3076069"/>
                  <a:gd name="connsiteY6" fmla="*/ 50617 h 1316375"/>
                  <a:gd name="connsiteX7" fmla="*/ 1528577 w 3076069"/>
                  <a:gd name="connsiteY7" fmla="*/ 501566 h 1316375"/>
                  <a:gd name="connsiteX8" fmla="*/ 2623695 w 3076069"/>
                  <a:gd name="connsiteY8" fmla="*/ 0 h 1316375"/>
                  <a:gd name="connsiteX9" fmla="*/ 2927383 w 3076069"/>
                  <a:gd name="connsiteY9" fmla="*/ 96632 h 1316375"/>
                  <a:gd name="connsiteX10" fmla="*/ 2131352 w 3076069"/>
                  <a:gd name="connsiteY10" fmla="*/ 432543 h 1316375"/>
                  <a:gd name="connsiteX11" fmla="*/ 2292399 w 3076069"/>
                  <a:gd name="connsiteY11" fmla="*/ 920305 h 1316375"/>
                  <a:gd name="connsiteX12" fmla="*/ 3076069 w 3076069"/>
                  <a:gd name="connsiteY12" fmla="*/ 1228607 h 1316375"/>
                  <a:gd name="connsiteX13" fmla="*/ 2808172 w 3076069"/>
                  <a:gd name="connsiteY13" fmla="*/ 1316375 h 1316375"/>
                  <a:gd name="connsiteX14" fmla="*/ 1537780 w 3076069"/>
                  <a:gd name="connsiteY14" fmla="*/ 727041 h 1316375"/>
                  <a:gd name="connsiteX0" fmla="*/ 1537780 w 3076069"/>
                  <a:gd name="connsiteY0" fmla="*/ 727041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27041 h 1321259"/>
                  <a:gd name="connsiteX0" fmla="*/ 1537780 w 3076069"/>
                  <a:gd name="connsiteY0" fmla="*/ 750825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50825 h 13212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3076069" h="132125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238" name="Freeform 237"/>
              <p:cNvSpPr/>
              <p:nvPr/>
            </p:nvSpPr>
            <p:spPr bwMode="auto">
              <a:xfrm>
                <a:off x="2102655" y="1633412"/>
                <a:ext cx="662444" cy="111846"/>
              </a:xfrm>
              <a:custGeom>
                <a:avLst/>
                <a:gdLst>
                  <a:gd name="connsiteX0" fmla="*/ 0 w 3645229"/>
                  <a:gd name="connsiteY0" fmla="*/ 214441 h 923747"/>
                  <a:gd name="connsiteX1" fmla="*/ 659770 w 3645229"/>
                  <a:gd name="connsiteY1" fmla="*/ 16495 h 923747"/>
                  <a:gd name="connsiteX2" fmla="*/ 1814367 w 3645229"/>
                  <a:gd name="connsiteY2" fmla="*/ 511360 h 923747"/>
                  <a:gd name="connsiteX3" fmla="*/ 2968965 w 3645229"/>
                  <a:gd name="connsiteY3" fmla="*/ 0 h 923747"/>
                  <a:gd name="connsiteX4" fmla="*/ 3645229 w 3645229"/>
                  <a:gd name="connsiteY4" fmla="*/ 197946 h 923747"/>
                  <a:gd name="connsiteX5" fmla="*/ 3199884 w 3645229"/>
                  <a:gd name="connsiteY5" fmla="*/ 461874 h 923747"/>
                  <a:gd name="connsiteX6" fmla="*/ 2985459 w 3645229"/>
                  <a:gd name="connsiteY6" fmla="*/ 379396 h 923747"/>
                  <a:gd name="connsiteX7" fmla="*/ 1830861 w 3645229"/>
                  <a:gd name="connsiteY7" fmla="*/ 923747 h 923747"/>
                  <a:gd name="connsiteX8" fmla="*/ 676264 w 3645229"/>
                  <a:gd name="connsiteY8" fmla="*/ 412387 h 923747"/>
                  <a:gd name="connsiteX9" fmla="*/ 527816 w 3645229"/>
                  <a:gd name="connsiteY9" fmla="*/ 478369 h 923747"/>
                  <a:gd name="connsiteX10" fmla="*/ 0 w 3645229"/>
                  <a:gd name="connsiteY10" fmla="*/ 21444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71662 w 3640627"/>
                  <a:gd name="connsiteY8" fmla="*/ 412387 h 923747"/>
                  <a:gd name="connsiteX9" fmla="*/ 523214 w 3640627"/>
                  <a:gd name="connsiteY9" fmla="*/ 478369 h 923747"/>
                  <a:gd name="connsiteX10" fmla="*/ 0 w 3640627"/>
                  <a:gd name="connsiteY10" fmla="*/ 24205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71662 w 3640627"/>
                  <a:gd name="connsiteY8" fmla="*/ 412387 h 923747"/>
                  <a:gd name="connsiteX9" fmla="*/ 523214 w 3640627"/>
                  <a:gd name="connsiteY9" fmla="*/ 482971 h 923747"/>
                  <a:gd name="connsiteX10" fmla="*/ 0 w 3640627"/>
                  <a:gd name="connsiteY10" fmla="*/ 24205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90067 w 3640627"/>
                  <a:gd name="connsiteY8" fmla="*/ 412387 h 923747"/>
                  <a:gd name="connsiteX9" fmla="*/ 523214 w 3640627"/>
                  <a:gd name="connsiteY9" fmla="*/ 482971 h 923747"/>
                  <a:gd name="connsiteX10" fmla="*/ 0 w 3640627"/>
                  <a:gd name="connsiteY10" fmla="*/ 242051 h 923747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09765 w 3640627"/>
                  <a:gd name="connsiteY2" fmla="*/ 511360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2980857 w 3640627"/>
                  <a:gd name="connsiteY6" fmla="*/ 379396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55778 w 3640627"/>
                  <a:gd name="connsiteY2" fmla="*/ 534367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2980857 w 3640627"/>
                  <a:gd name="connsiteY6" fmla="*/ 379396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55778 w 3640627"/>
                  <a:gd name="connsiteY2" fmla="*/ 534367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3008465 w 3640627"/>
                  <a:gd name="connsiteY6" fmla="*/ 402404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723451"/>
                  <a:gd name="connsiteY0" fmla="*/ 242051 h 946755"/>
                  <a:gd name="connsiteX1" fmla="*/ 655168 w 3723451"/>
                  <a:gd name="connsiteY1" fmla="*/ 16495 h 946755"/>
                  <a:gd name="connsiteX2" fmla="*/ 1855778 w 3723451"/>
                  <a:gd name="connsiteY2" fmla="*/ 534367 h 946755"/>
                  <a:gd name="connsiteX3" fmla="*/ 2964363 w 3723451"/>
                  <a:gd name="connsiteY3" fmla="*/ 0 h 946755"/>
                  <a:gd name="connsiteX4" fmla="*/ 3723451 w 3723451"/>
                  <a:gd name="connsiteY4" fmla="*/ 220954 h 946755"/>
                  <a:gd name="connsiteX5" fmla="*/ 3195282 w 3723451"/>
                  <a:gd name="connsiteY5" fmla="*/ 461874 h 946755"/>
                  <a:gd name="connsiteX6" fmla="*/ 3008465 w 3723451"/>
                  <a:gd name="connsiteY6" fmla="*/ 402404 h 946755"/>
                  <a:gd name="connsiteX7" fmla="*/ 1876873 w 3723451"/>
                  <a:gd name="connsiteY7" fmla="*/ 946755 h 946755"/>
                  <a:gd name="connsiteX8" fmla="*/ 690067 w 3723451"/>
                  <a:gd name="connsiteY8" fmla="*/ 412387 h 946755"/>
                  <a:gd name="connsiteX9" fmla="*/ 523214 w 3723451"/>
                  <a:gd name="connsiteY9" fmla="*/ 482971 h 946755"/>
                  <a:gd name="connsiteX10" fmla="*/ 0 w 3723451"/>
                  <a:gd name="connsiteY10" fmla="*/ 242051 h 946755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95282 w 3723451"/>
                  <a:gd name="connsiteY5" fmla="*/ 448069 h 932950"/>
                  <a:gd name="connsiteX6" fmla="*/ 3008465 w 3723451"/>
                  <a:gd name="connsiteY6" fmla="*/ 388599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95282 w 3723451"/>
                  <a:gd name="connsiteY5" fmla="*/ 448069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86079 w 3723451"/>
                  <a:gd name="connsiteY5" fmla="*/ 461874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86079 w 3723451"/>
                  <a:gd name="connsiteY5" fmla="*/ 461874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711613 w 3723451"/>
                  <a:gd name="connsiteY8" fmla="*/ 413055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723451" h="932950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239" name="Freeform 238"/>
              <p:cNvSpPr/>
              <p:nvPr/>
            </p:nvSpPr>
            <p:spPr bwMode="auto">
              <a:xfrm>
                <a:off x="2536889" y="1728599"/>
                <a:ext cx="244057" cy="97568"/>
              </a:xfrm>
              <a:custGeom>
                <a:avLst/>
                <a:gdLst>
                  <a:gd name="connsiteX0" fmla="*/ 55216 w 1421812"/>
                  <a:gd name="connsiteY0" fmla="*/ 0 h 800665"/>
                  <a:gd name="connsiteX1" fmla="*/ 1421812 w 1421812"/>
                  <a:gd name="connsiteY1" fmla="*/ 625807 h 800665"/>
                  <a:gd name="connsiteX2" fmla="*/ 947874 w 1421812"/>
                  <a:gd name="connsiteY2" fmla="*/ 800665 h 800665"/>
                  <a:gd name="connsiteX3" fmla="*/ 50614 w 1421812"/>
                  <a:gd name="connsiteY3" fmla="*/ 404934 h 800665"/>
                  <a:gd name="connsiteX4" fmla="*/ 0 w 1421812"/>
                  <a:gd name="connsiteY4" fmla="*/ 404934 h 800665"/>
                  <a:gd name="connsiteX5" fmla="*/ 55216 w 1421812"/>
                  <a:gd name="connsiteY5" fmla="*/ 0 h 800665"/>
                  <a:gd name="connsiteX0" fmla="*/ 4602 w 1371198"/>
                  <a:gd name="connsiteY0" fmla="*/ 0 h 800665"/>
                  <a:gd name="connsiteX1" fmla="*/ 1371198 w 1371198"/>
                  <a:gd name="connsiteY1" fmla="*/ 625807 h 800665"/>
                  <a:gd name="connsiteX2" fmla="*/ 897260 w 1371198"/>
                  <a:gd name="connsiteY2" fmla="*/ 800665 h 800665"/>
                  <a:gd name="connsiteX3" fmla="*/ 0 w 1371198"/>
                  <a:gd name="connsiteY3" fmla="*/ 404934 h 800665"/>
                  <a:gd name="connsiteX4" fmla="*/ 4602 w 1371198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9868"/>
                  <a:gd name="connsiteX1" fmla="*/ 1366596 w 1366596"/>
                  <a:gd name="connsiteY1" fmla="*/ 625807 h 809868"/>
                  <a:gd name="connsiteX2" fmla="*/ 865050 w 1366596"/>
                  <a:gd name="connsiteY2" fmla="*/ 809868 h 809868"/>
                  <a:gd name="connsiteX3" fmla="*/ 4601 w 1366596"/>
                  <a:gd name="connsiteY3" fmla="*/ 427942 h 809868"/>
                  <a:gd name="connsiteX4" fmla="*/ 0 w 1366596"/>
                  <a:gd name="connsiteY4" fmla="*/ 0 h 8098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6596" h="809868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240" name="Freeform 239"/>
              <p:cNvSpPr/>
              <p:nvPr/>
            </p:nvSpPr>
            <p:spPr bwMode="auto">
              <a:xfrm>
                <a:off x="2089977" y="1730980"/>
                <a:ext cx="240888" cy="95187"/>
              </a:xfrm>
              <a:custGeom>
                <a:avLst/>
                <a:gdLst>
                  <a:gd name="connsiteX0" fmla="*/ 1329786 w 1348191"/>
                  <a:gd name="connsiteY0" fmla="*/ 0 h 809869"/>
                  <a:gd name="connsiteX1" fmla="*/ 1348191 w 1348191"/>
                  <a:gd name="connsiteY1" fmla="*/ 400333 h 809869"/>
                  <a:gd name="connsiteX2" fmla="*/ 487742 w 1348191"/>
                  <a:gd name="connsiteY2" fmla="*/ 809869 h 809869"/>
                  <a:gd name="connsiteX3" fmla="*/ 0 w 1348191"/>
                  <a:gd name="connsiteY3" fmla="*/ 630409 h 809869"/>
                  <a:gd name="connsiteX4" fmla="*/ 1329786 w 1348191"/>
                  <a:gd name="connsiteY4" fmla="*/ 0 h 809869"/>
                  <a:gd name="connsiteX0" fmla="*/ 1329786 w 1348191"/>
                  <a:gd name="connsiteY0" fmla="*/ 0 h 791462"/>
                  <a:gd name="connsiteX1" fmla="*/ 1348191 w 1348191"/>
                  <a:gd name="connsiteY1" fmla="*/ 381926 h 791462"/>
                  <a:gd name="connsiteX2" fmla="*/ 487742 w 1348191"/>
                  <a:gd name="connsiteY2" fmla="*/ 791462 h 791462"/>
                  <a:gd name="connsiteX3" fmla="*/ 0 w 1348191"/>
                  <a:gd name="connsiteY3" fmla="*/ 612002 h 791462"/>
                  <a:gd name="connsiteX4" fmla="*/ 1329786 w 1348191"/>
                  <a:gd name="connsiteY4" fmla="*/ 0 h 7914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48191" h="791462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cxnSp>
            <p:nvCxnSpPr>
              <p:cNvPr id="241" name="Straight Connector 240"/>
              <p:cNvCxnSpPr>
                <a:endCxn id="236" idx="2"/>
              </p:cNvCxnSpPr>
              <p:nvPr/>
            </p:nvCxnSpPr>
            <p:spPr bwMode="auto">
              <a:xfrm flipH="1" flipV="1">
                <a:off x="1871277" y="1735739"/>
                <a:ext cx="3169" cy="123743"/>
              </a:xfrm>
              <a:prstGeom prst="line">
                <a:avLst/>
              </a:prstGeom>
              <a:ln w="6350" cmpd="sng">
                <a:solidFill>
                  <a:schemeClr val="tx1"/>
                </a:solidFill>
              </a:ln>
              <a:effectLst>
                <a:outerShdw blurRad="40005" dist="19939" dir="5400000" algn="tl" rotWithShape="0">
                  <a:srgbClr val="000000">
                    <a:alpha val="38000"/>
                  </a:srgbClr>
                </a:outerShdw>
              </a:effectLst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2" name="Straight Connector 241"/>
              <p:cNvCxnSpPr/>
              <p:nvPr/>
            </p:nvCxnSpPr>
            <p:spPr bwMode="auto">
              <a:xfrm flipH="1" flipV="1">
                <a:off x="2996477" y="1733359"/>
                <a:ext cx="3171" cy="123743"/>
              </a:xfrm>
              <a:prstGeom prst="line">
                <a:avLst/>
              </a:prstGeom>
              <a:ln w="6350" cmpd="sng">
                <a:solidFill>
                  <a:schemeClr val="tx1"/>
                </a:solidFill>
              </a:ln>
              <a:effectLst>
                <a:outerShdw blurRad="40005" dist="19939" dir="5400000" algn="tl" rotWithShape="0">
                  <a:srgbClr val="000000">
                    <a:alpha val="38000"/>
                  </a:srgbClr>
                </a:outerShdw>
              </a:effectLst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31" name="Group 230"/>
            <p:cNvGrpSpPr/>
            <p:nvPr/>
          </p:nvGrpSpPr>
          <p:grpSpPr>
            <a:xfrm>
              <a:off x="1844715" y="2907714"/>
              <a:ext cx="356365" cy="333774"/>
              <a:chOff x="741398" y="1743005"/>
              <a:chExt cx="356365" cy="333774"/>
            </a:xfrm>
          </p:grpSpPr>
          <p:sp>
            <p:nvSpPr>
              <p:cNvPr id="232" name="Oval 231"/>
              <p:cNvSpPr/>
              <p:nvPr/>
            </p:nvSpPr>
            <p:spPr bwMode="auto">
              <a:xfrm>
                <a:off x="741398" y="1850752"/>
                <a:ext cx="356365" cy="168450"/>
              </a:xfrm>
              <a:prstGeom prst="ellipse">
                <a:avLst/>
              </a:prstGeom>
              <a:solidFill>
                <a:schemeClr val="bg1">
                  <a:alpha val="76000"/>
                </a:scheme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33" name="TextBox 232"/>
              <p:cNvSpPr txBox="1"/>
              <p:nvPr/>
            </p:nvSpPr>
            <p:spPr>
              <a:xfrm>
                <a:off x="783895" y="1743005"/>
                <a:ext cx="278343" cy="33377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/>
                  <a:t>x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2170831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69" name="Text Box 167"/>
          <p:cNvSpPr txBox="1">
            <a:spLocks noChangeArrowheads="1"/>
          </p:cNvSpPr>
          <p:nvPr/>
        </p:nvSpPr>
        <p:spPr bwMode="auto">
          <a:xfrm>
            <a:off x="542925" y="236538"/>
            <a:ext cx="6921862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3600" dirty="0">
                <a:solidFill>
                  <a:srgbClr val="000099"/>
                </a:solidFill>
                <a:latin typeface="Gill Sans MT" charset="0"/>
              </a:rPr>
              <a:t>Software defined networking (SDN)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1453484" y="1872855"/>
            <a:ext cx="7050773" cy="4668701"/>
            <a:chOff x="1453484" y="1555350"/>
            <a:chExt cx="7050773" cy="4668701"/>
          </a:xfrm>
        </p:grpSpPr>
        <p:grpSp>
          <p:nvGrpSpPr>
            <p:cNvPr id="25" name="Group 24"/>
            <p:cNvGrpSpPr/>
            <p:nvPr/>
          </p:nvGrpSpPr>
          <p:grpSpPr>
            <a:xfrm>
              <a:off x="1453484" y="1555350"/>
              <a:ext cx="6027737" cy="1440135"/>
              <a:chOff x="1492879" y="2061336"/>
              <a:chExt cx="6027737" cy="1440135"/>
            </a:xfrm>
          </p:grpSpPr>
          <p:sp>
            <p:nvSpPr>
              <p:cNvPr id="388" name="Rectangle 387"/>
              <p:cNvSpPr/>
              <p:nvPr/>
            </p:nvSpPr>
            <p:spPr bwMode="auto">
              <a:xfrm>
                <a:off x="1929251" y="2064703"/>
                <a:ext cx="5043488" cy="1017588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/>
              </a:p>
            </p:txBody>
          </p:sp>
          <p:sp>
            <p:nvSpPr>
              <p:cNvPr id="396" name="Freeform 395"/>
              <p:cNvSpPr/>
              <p:nvPr/>
            </p:nvSpPr>
            <p:spPr bwMode="auto">
              <a:xfrm>
                <a:off x="1739747" y="2067585"/>
                <a:ext cx="198437" cy="1385888"/>
              </a:xfrm>
              <a:custGeom>
                <a:avLst/>
                <a:gdLst>
                  <a:gd name="connsiteX0" fmla="*/ 0 w 312616"/>
                  <a:gd name="connsiteY0" fmla="*/ 644770 h 1367693"/>
                  <a:gd name="connsiteX1" fmla="*/ 312616 w 312616"/>
                  <a:gd name="connsiteY1" fmla="*/ 0 h 1367693"/>
                  <a:gd name="connsiteX2" fmla="*/ 312616 w 312616"/>
                  <a:gd name="connsiteY2" fmla="*/ 1016000 h 1367693"/>
                  <a:gd name="connsiteX3" fmla="*/ 117231 w 312616"/>
                  <a:gd name="connsiteY3" fmla="*/ 1367693 h 1367693"/>
                  <a:gd name="connsiteX4" fmla="*/ 0 w 312616"/>
                  <a:gd name="connsiteY4" fmla="*/ 644770 h 1367693"/>
                  <a:gd name="connsiteX0" fmla="*/ 0 w 199855"/>
                  <a:gd name="connsiteY0" fmla="*/ 733787 h 1367693"/>
                  <a:gd name="connsiteX1" fmla="*/ 199855 w 199855"/>
                  <a:gd name="connsiteY1" fmla="*/ 0 h 1367693"/>
                  <a:gd name="connsiteX2" fmla="*/ 199855 w 199855"/>
                  <a:gd name="connsiteY2" fmla="*/ 1016000 h 1367693"/>
                  <a:gd name="connsiteX3" fmla="*/ 4470 w 199855"/>
                  <a:gd name="connsiteY3" fmla="*/ 1367693 h 1367693"/>
                  <a:gd name="connsiteX4" fmla="*/ 0 w 199855"/>
                  <a:gd name="connsiteY4" fmla="*/ 733787 h 1367693"/>
                  <a:gd name="connsiteX0" fmla="*/ 25203 w 225058"/>
                  <a:gd name="connsiteY0" fmla="*/ 733787 h 1361758"/>
                  <a:gd name="connsiteX1" fmla="*/ 225058 w 225058"/>
                  <a:gd name="connsiteY1" fmla="*/ 0 h 1361758"/>
                  <a:gd name="connsiteX2" fmla="*/ 225058 w 225058"/>
                  <a:gd name="connsiteY2" fmla="*/ 1016000 h 1361758"/>
                  <a:gd name="connsiteX3" fmla="*/ 0 w 225058"/>
                  <a:gd name="connsiteY3" fmla="*/ 1361758 h 1361758"/>
                  <a:gd name="connsiteX4" fmla="*/ 25203 w 225058"/>
                  <a:gd name="connsiteY4" fmla="*/ 733787 h 1361758"/>
                  <a:gd name="connsiteX0" fmla="*/ 25203 w 230992"/>
                  <a:gd name="connsiteY0" fmla="*/ 787197 h 1415168"/>
                  <a:gd name="connsiteX1" fmla="*/ 230992 w 230992"/>
                  <a:gd name="connsiteY1" fmla="*/ 0 h 1415168"/>
                  <a:gd name="connsiteX2" fmla="*/ 225058 w 230992"/>
                  <a:gd name="connsiteY2" fmla="*/ 1069410 h 1415168"/>
                  <a:gd name="connsiteX3" fmla="*/ 0 w 230992"/>
                  <a:gd name="connsiteY3" fmla="*/ 1415168 h 1415168"/>
                  <a:gd name="connsiteX4" fmla="*/ 25203 w 230992"/>
                  <a:gd name="connsiteY4" fmla="*/ 787197 h 1415168"/>
                  <a:gd name="connsiteX0" fmla="*/ 0 w 205789"/>
                  <a:gd name="connsiteY0" fmla="*/ 787197 h 1427037"/>
                  <a:gd name="connsiteX1" fmla="*/ 205789 w 205789"/>
                  <a:gd name="connsiteY1" fmla="*/ 0 h 1427037"/>
                  <a:gd name="connsiteX2" fmla="*/ 199855 w 205789"/>
                  <a:gd name="connsiteY2" fmla="*/ 1069410 h 1427037"/>
                  <a:gd name="connsiteX3" fmla="*/ 4471 w 205789"/>
                  <a:gd name="connsiteY3" fmla="*/ 1427037 h 1427037"/>
                  <a:gd name="connsiteX4" fmla="*/ 0 w 205789"/>
                  <a:gd name="connsiteY4" fmla="*/ 787197 h 1427037"/>
                  <a:gd name="connsiteX0" fmla="*/ 0 w 199855"/>
                  <a:gd name="connsiteY0" fmla="*/ 745656 h 1385496"/>
                  <a:gd name="connsiteX1" fmla="*/ 193920 w 199855"/>
                  <a:gd name="connsiteY1" fmla="*/ 0 h 1385496"/>
                  <a:gd name="connsiteX2" fmla="*/ 199855 w 199855"/>
                  <a:gd name="connsiteY2" fmla="*/ 1027869 h 1385496"/>
                  <a:gd name="connsiteX3" fmla="*/ 4471 w 199855"/>
                  <a:gd name="connsiteY3" fmla="*/ 1385496 h 1385496"/>
                  <a:gd name="connsiteX4" fmla="*/ 0 w 199855"/>
                  <a:gd name="connsiteY4" fmla="*/ 745656 h 13854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9855" h="1385496">
                    <a:moveTo>
                      <a:pt x="0" y="745656"/>
                    </a:moveTo>
                    <a:lnTo>
                      <a:pt x="193920" y="0"/>
                    </a:lnTo>
                    <a:cubicBezTo>
                      <a:pt x="195898" y="342623"/>
                      <a:pt x="197877" y="685246"/>
                      <a:pt x="199855" y="1027869"/>
                    </a:cubicBezTo>
                    <a:lnTo>
                      <a:pt x="4471" y="1385496"/>
                    </a:lnTo>
                    <a:cubicBezTo>
                      <a:pt x="2981" y="1172216"/>
                      <a:pt x="1490" y="958936"/>
                      <a:pt x="0" y="745656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accent6">
                      <a:lumMod val="20000"/>
                      <a:lumOff val="80000"/>
                    </a:schemeClr>
                  </a:gs>
                </a:gsLst>
                <a:lin ang="0" scaled="0"/>
              </a:gra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/>
              </a:p>
            </p:txBody>
          </p:sp>
          <p:sp>
            <p:nvSpPr>
              <p:cNvPr id="398" name="Freeform 397"/>
              <p:cNvSpPr/>
              <p:nvPr/>
            </p:nvSpPr>
            <p:spPr bwMode="auto">
              <a:xfrm flipH="1">
                <a:off x="6969078" y="2061336"/>
                <a:ext cx="220427" cy="1370587"/>
              </a:xfrm>
              <a:custGeom>
                <a:avLst/>
                <a:gdLst>
                  <a:gd name="connsiteX0" fmla="*/ 0 w 312616"/>
                  <a:gd name="connsiteY0" fmla="*/ 644770 h 1367693"/>
                  <a:gd name="connsiteX1" fmla="*/ 312616 w 312616"/>
                  <a:gd name="connsiteY1" fmla="*/ 0 h 1367693"/>
                  <a:gd name="connsiteX2" fmla="*/ 312616 w 312616"/>
                  <a:gd name="connsiteY2" fmla="*/ 1016000 h 1367693"/>
                  <a:gd name="connsiteX3" fmla="*/ 117231 w 312616"/>
                  <a:gd name="connsiteY3" fmla="*/ 1367693 h 1367693"/>
                  <a:gd name="connsiteX4" fmla="*/ 0 w 312616"/>
                  <a:gd name="connsiteY4" fmla="*/ 644770 h 1367693"/>
                  <a:gd name="connsiteX0" fmla="*/ 0 w 199855"/>
                  <a:gd name="connsiteY0" fmla="*/ 733787 h 1367693"/>
                  <a:gd name="connsiteX1" fmla="*/ 199855 w 199855"/>
                  <a:gd name="connsiteY1" fmla="*/ 0 h 1367693"/>
                  <a:gd name="connsiteX2" fmla="*/ 199855 w 199855"/>
                  <a:gd name="connsiteY2" fmla="*/ 1016000 h 1367693"/>
                  <a:gd name="connsiteX3" fmla="*/ 4470 w 199855"/>
                  <a:gd name="connsiteY3" fmla="*/ 1367693 h 1367693"/>
                  <a:gd name="connsiteX4" fmla="*/ 0 w 199855"/>
                  <a:gd name="connsiteY4" fmla="*/ 733787 h 1367693"/>
                  <a:gd name="connsiteX0" fmla="*/ 25203 w 225058"/>
                  <a:gd name="connsiteY0" fmla="*/ 733787 h 1361758"/>
                  <a:gd name="connsiteX1" fmla="*/ 225058 w 225058"/>
                  <a:gd name="connsiteY1" fmla="*/ 0 h 1361758"/>
                  <a:gd name="connsiteX2" fmla="*/ 225058 w 225058"/>
                  <a:gd name="connsiteY2" fmla="*/ 1016000 h 1361758"/>
                  <a:gd name="connsiteX3" fmla="*/ 0 w 225058"/>
                  <a:gd name="connsiteY3" fmla="*/ 1361758 h 1361758"/>
                  <a:gd name="connsiteX4" fmla="*/ 25203 w 225058"/>
                  <a:gd name="connsiteY4" fmla="*/ 733787 h 1361758"/>
                  <a:gd name="connsiteX0" fmla="*/ 25203 w 230992"/>
                  <a:gd name="connsiteY0" fmla="*/ 787197 h 1415168"/>
                  <a:gd name="connsiteX1" fmla="*/ 230992 w 230992"/>
                  <a:gd name="connsiteY1" fmla="*/ 0 h 1415168"/>
                  <a:gd name="connsiteX2" fmla="*/ 225058 w 230992"/>
                  <a:gd name="connsiteY2" fmla="*/ 1069410 h 1415168"/>
                  <a:gd name="connsiteX3" fmla="*/ 0 w 230992"/>
                  <a:gd name="connsiteY3" fmla="*/ 1415168 h 1415168"/>
                  <a:gd name="connsiteX4" fmla="*/ 25203 w 230992"/>
                  <a:gd name="connsiteY4" fmla="*/ 787197 h 1415168"/>
                  <a:gd name="connsiteX0" fmla="*/ 0 w 205789"/>
                  <a:gd name="connsiteY0" fmla="*/ 787197 h 1427037"/>
                  <a:gd name="connsiteX1" fmla="*/ 205789 w 205789"/>
                  <a:gd name="connsiteY1" fmla="*/ 0 h 1427037"/>
                  <a:gd name="connsiteX2" fmla="*/ 199855 w 205789"/>
                  <a:gd name="connsiteY2" fmla="*/ 1069410 h 1427037"/>
                  <a:gd name="connsiteX3" fmla="*/ 4471 w 205789"/>
                  <a:gd name="connsiteY3" fmla="*/ 1427037 h 1427037"/>
                  <a:gd name="connsiteX4" fmla="*/ 0 w 205789"/>
                  <a:gd name="connsiteY4" fmla="*/ 787197 h 1427037"/>
                  <a:gd name="connsiteX0" fmla="*/ 0 w 199855"/>
                  <a:gd name="connsiteY0" fmla="*/ 745656 h 1385496"/>
                  <a:gd name="connsiteX1" fmla="*/ 193920 w 199855"/>
                  <a:gd name="connsiteY1" fmla="*/ 0 h 1385496"/>
                  <a:gd name="connsiteX2" fmla="*/ 199855 w 199855"/>
                  <a:gd name="connsiteY2" fmla="*/ 1027869 h 1385496"/>
                  <a:gd name="connsiteX3" fmla="*/ 4471 w 199855"/>
                  <a:gd name="connsiteY3" fmla="*/ 1385496 h 1385496"/>
                  <a:gd name="connsiteX4" fmla="*/ 0 w 199855"/>
                  <a:gd name="connsiteY4" fmla="*/ 745656 h 1385496"/>
                  <a:gd name="connsiteX0" fmla="*/ 0 w 219519"/>
                  <a:gd name="connsiteY0" fmla="*/ 730359 h 1370199"/>
                  <a:gd name="connsiteX1" fmla="*/ 219401 w 219519"/>
                  <a:gd name="connsiteY1" fmla="*/ 0 h 1370199"/>
                  <a:gd name="connsiteX2" fmla="*/ 199855 w 219519"/>
                  <a:gd name="connsiteY2" fmla="*/ 1012572 h 1370199"/>
                  <a:gd name="connsiteX3" fmla="*/ 4471 w 219519"/>
                  <a:gd name="connsiteY3" fmla="*/ 1370199 h 1370199"/>
                  <a:gd name="connsiteX4" fmla="*/ 0 w 219519"/>
                  <a:gd name="connsiteY4" fmla="*/ 730359 h 1370199"/>
                  <a:gd name="connsiteX0" fmla="*/ 0 w 219602"/>
                  <a:gd name="connsiteY0" fmla="*/ 730359 h 1370199"/>
                  <a:gd name="connsiteX1" fmla="*/ 219401 w 219602"/>
                  <a:gd name="connsiteY1" fmla="*/ 0 h 1370199"/>
                  <a:gd name="connsiteX2" fmla="*/ 210047 w 219602"/>
                  <a:gd name="connsiteY2" fmla="*/ 1007473 h 1370199"/>
                  <a:gd name="connsiteX3" fmla="*/ 4471 w 219602"/>
                  <a:gd name="connsiteY3" fmla="*/ 1370199 h 1370199"/>
                  <a:gd name="connsiteX4" fmla="*/ 0 w 219602"/>
                  <a:gd name="connsiteY4" fmla="*/ 730359 h 1370199"/>
                  <a:gd name="connsiteX0" fmla="*/ 0 w 220239"/>
                  <a:gd name="connsiteY0" fmla="*/ 730359 h 1370199"/>
                  <a:gd name="connsiteX1" fmla="*/ 219401 w 220239"/>
                  <a:gd name="connsiteY1" fmla="*/ 0 h 1370199"/>
                  <a:gd name="connsiteX2" fmla="*/ 220239 w 220239"/>
                  <a:gd name="connsiteY2" fmla="*/ 1007473 h 1370199"/>
                  <a:gd name="connsiteX3" fmla="*/ 4471 w 220239"/>
                  <a:gd name="connsiteY3" fmla="*/ 1370199 h 1370199"/>
                  <a:gd name="connsiteX4" fmla="*/ 0 w 220239"/>
                  <a:gd name="connsiteY4" fmla="*/ 730359 h 13701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20239" h="1370199">
                    <a:moveTo>
                      <a:pt x="0" y="730359"/>
                    </a:moveTo>
                    <a:cubicBezTo>
                      <a:pt x="64640" y="481807"/>
                      <a:pt x="154761" y="248552"/>
                      <a:pt x="219401" y="0"/>
                    </a:cubicBezTo>
                    <a:cubicBezTo>
                      <a:pt x="221379" y="342623"/>
                      <a:pt x="218261" y="664850"/>
                      <a:pt x="220239" y="1007473"/>
                    </a:cubicBezTo>
                    <a:lnTo>
                      <a:pt x="4471" y="1370199"/>
                    </a:lnTo>
                    <a:cubicBezTo>
                      <a:pt x="2981" y="1156919"/>
                      <a:pt x="1490" y="943639"/>
                      <a:pt x="0" y="730359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6">
                      <a:lumMod val="20000"/>
                      <a:lumOff val="80000"/>
                    </a:schemeClr>
                  </a:gs>
                  <a:gs pos="100000">
                    <a:schemeClr val="bg1"/>
                  </a:gs>
                </a:gsLst>
                <a:lin ang="10800000" scaled="0"/>
              </a:gra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/>
              </a:p>
            </p:txBody>
          </p:sp>
          <p:grpSp>
            <p:nvGrpSpPr>
              <p:cNvPr id="48316" name="Group 950"/>
              <p:cNvGrpSpPr>
                <a:grpSpLocks/>
              </p:cNvGrpSpPr>
              <p:nvPr/>
            </p:nvGrpSpPr>
            <p:grpSpPr bwMode="auto">
              <a:xfrm>
                <a:off x="1492879" y="2820676"/>
                <a:ext cx="338137" cy="653816"/>
                <a:chOff x="4140" y="429"/>
                <a:chExt cx="1425" cy="2396"/>
              </a:xfrm>
            </p:grpSpPr>
            <p:sp>
              <p:nvSpPr>
                <p:cNvPr id="48350" name="Freeform 951"/>
                <p:cNvSpPr>
                  <a:spLocks/>
                </p:cNvSpPr>
                <p:nvPr/>
              </p:nvSpPr>
              <p:spPr bwMode="auto">
                <a:xfrm>
                  <a:off x="5268" y="433"/>
                  <a:ext cx="283" cy="2286"/>
                </a:xfrm>
                <a:custGeom>
                  <a:avLst/>
                  <a:gdLst>
                    <a:gd name="T0" fmla="*/ 3 w 354"/>
                    <a:gd name="T1" fmla="*/ 0 h 2742"/>
                    <a:gd name="T2" fmla="*/ 15 w 354"/>
                    <a:gd name="T3" fmla="*/ 27 h 2742"/>
                    <a:gd name="T4" fmla="*/ 15 w 354"/>
                    <a:gd name="T5" fmla="*/ 205 h 2742"/>
                    <a:gd name="T6" fmla="*/ 0 w 354"/>
                    <a:gd name="T7" fmla="*/ 215 h 2742"/>
                    <a:gd name="T8" fmla="*/ 3 w 354"/>
                    <a:gd name="T9" fmla="*/ 0 h 274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54"/>
                    <a:gd name="T16" fmla="*/ 0 h 2742"/>
                    <a:gd name="T17" fmla="*/ 354 w 354"/>
                    <a:gd name="T18" fmla="*/ 2742 h 274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54" h="2742">
                      <a:moveTo>
                        <a:pt x="63" y="0"/>
                      </a:moveTo>
                      <a:lnTo>
                        <a:pt x="354" y="339"/>
                      </a:lnTo>
                      <a:lnTo>
                        <a:pt x="346" y="2624"/>
                      </a:lnTo>
                      <a:lnTo>
                        <a:pt x="0" y="2742"/>
                      </a:lnTo>
                      <a:lnTo>
                        <a:pt x="63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DDDDDD"/>
                    </a:gs>
                    <a:gs pos="100000">
                      <a:srgbClr val="333333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8351" name="Rectangle 952"/>
                <p:cNvSpPr>
                  <a:spLocks noChangeArrowheads="1"/>
                </p:cNvSpPr>
                <p:nvPr/>
              </p:nvSpPr>
              <p:spPr bwMode="auto">
                <a:xfrm>
                  <a:off x="4210" y="429"/>
                  <a:ext cx="1046" cy="2285"/>
                </a:xfrm>
                <a:prstGeom prst="rect">
                  <a:avLst/>
                </a:pr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8352" name="Freeform 953"/>
                <p:cNvSpPr>
                  <a:spLocks/>
                </p:cNvSpPr>
                <p:nvPr/>
              </p:nvSpPr>
              <p:spPr bwMode="auto">
                <a:xfrm>
                  <a:off x="5321" y="570"/>
                  <a:ext cx="169" cy="2115"/>
                </a:xfrm>
                <a:custGeom>
                  <a:avLst/>
                  <a:gdLst>
                    <a:gd name="T0" fmla="*/ 2 w 211"/>
                    <a:gd name="T1" fmla="*/ 0 h 2537"/>
                    <a:gd name="T2" fmla="*/ 9 w 211"/>
                    <a:gd name="T3" fmla="*/ 18 h 2537"/>
                    <a:gd name="T4" fmla="*/ 2 w 211"/>
                    <a:gd name="T5" fmla="*/ 196 h 2537"/>
                    <a:gd name="T6" fmla="*/ 2 w 211"/>
                    <a:gd name="T7" fmla="*/ 0 h 2537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11"/>
                    <a:gd name="T13" fmla="*/ 0 h 2537"/>
                    <a:gd name="T14" fmla="*/ 211 w 211"/>
                    <a:gd name="T15" fmla="*/ 2537 h 2537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11" h="2537">
                      <a:moveTo>
                        <a:pt x="7" y="0"/>
                      </a:moveTo>
                      <a:cubicBezTo>
                        <a:pt x="7" y="0"/>
                        <a:pt x="57" y="28"/>
                        <a:pt x="211" y="218"/>
                      </a:cubicBezTo>
                      <a:cubicBezTo>
                        <a:pt x="0" y="1229"/>
                        <a:pt x="41" y="2537"/>
                        <a:pt x="7" y="2501"/>
                      </a:cubicBezTo>
                      <a:lnTo>
                        <a:pt x="7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808080"/>
                    </a:gs>
                    <a:gs pos="100000">
                      <a:srgbClr val="F8F8F8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8353" name="Freeform 954"/>
                <p:cNvSpPr>
                  <a:spLocks/>
                </p:cNvSpPr>
                <p:nvPr/>
              </p:nvSpPr>
              <p:spPr bwMode="auto">
                <a:xfrm>
                  <a:off x="5284" y="1640"/>
                  <a:ext cx="263" cy="189"/>
                </a:xfrm>
                <a:custGeom>
                  <a:avLst/>
                  <a:gdLst>
                    <a:gd name="T0" fmla="*/ 2 w 328"/>
                    <a:gd name="T1" fmla="*/ 0 h 226"/>
                    <a:gd name="T2" fmla="*/ 14 w 328"/>
                    <a:gd name="T3" fmla="*/ 11 h 226"/>
                    <a:gd name="T4" fmla="*/ 14 w 328"/>
                    <a:gd name="T5" fmla="*/ 19 h 226"/>
                    <a:gd name="T6" fmla="*/ 0 w 328"/>
                    <a:gd name="T7" fmla="*/ 8 h 226"/>
                    <a:gd name="T8" fmla="*/ 2 w 328"/>
                    <a:gd name="T9" fmla="*/ 0 h 22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28"/>
                    <a:gd name="T16" fmla="*/ 0 h 226"/>
                    <a:gd name="T17" fmla="*/ 328 w 328"/>
                    <a:gd name="T18" fmla="*/ 226 h 22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28" h="226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8354" name="Rectangle 955"/>
                <p:cNvSpPr>
                  <a:spLocks noChangeArrowheads="1"/>
                </p:cNvSpPr>
                <p:nvPr/>
              </p:nvSpPr>
              <p:spPr bwMode="auto">
                <a:xfrm>
                  <a:off x="4210" y="690"/>
                  <a:ext cx="598" cy="47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grpSp>
              <p:nvGrpSpPr>
                <p:cNvPr id="48355" name="Group 956"/>
                <p:cNvGrpSpPr>
                  <a:grpSpLocks/>
                </p:cNvGrpSpPr>
                <p:nvPr/>
              </p:nvGrpSpPr>
              <p:grpSpPr bwMode="auto">
                <a:xfrm>
                  <a:off x="4749" y="668"/>
                  <a:ext cx="581" cy="145"/>
                  <a:chOff x="614" y="2568"/>
                  <a:chExt cx="725" cy="139"/>
                </a:xfrm>
              </p:grpSpPr>
              <p:sp>
                <p:nvSpPr>
                  <p:cNvPr id="48380" name="AutoShape 957"/>
                  <p:cNvSpPr>
                    <a:spLocks noChangeArrowheads="1"/>
                  </p:cNvSpPr>
                  <p:nvPr/>
                </p:nvSpPr>
                <p:spPr bwMode="auto">
                  <a:xfrm>
                    <a:off x="613" y="2566"/>
                    <a:ext cx="721" cy="144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tx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48381" name="AutoShape 958"/>
                  <p:cNvSpPr>
                    <a:spLocks noChangeArrowheads="1"/>
                  </p:cNvSpPr>
                  <p:nvPr/>
                </p:nvSpPr>
                <p:spPr bwMode="auto">
                  <a:xfrm>
                    <a:off x="625" y="2581"/>
                    <a:ext cx="696" cy="114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  <p:sp>
              <p:nvSpPr>
                <p:cNvPr id="48356" name="Rectangle 959"/>
                <p:cNvSpPr>
                  <a:spLocks noChangeArrowheads="1"/>
                </p:cNvSpPr>
                <p:nvPr/>
              </p:nvSpPr>
              <p:spPr bwMode="auto">
                <a:xfrm>
                  <a:off x="4220" y="1022"/>
                  <a:ext cx="598" cy="47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grpSp>
              <p:nvGrpSpPr>
                <p:cNvPr id="48357" name="Group 960"/>
                <p:cNvGrpSpPr>
                  <a:grpSpLocks/>
                </p:cNvGrpSpPr>
                <p:nvPr/>
              </p:nvGrpSpPr>
              <p:grpSpPr bwMode="auto">
                <a:xfrm>
                  <a:off x="4747" y="994"/>
                  <a:ext cx="581" cy="134"/>
                  <a:chOff x="614" y="2568"/>
                  <a:chExt cx="725" cy="139"/>
                </a:xfrm>
              </p:grpSpPr>
              <p:sp>
                <p:nvSpPr>
                  <p:cNvPr id="48378" name="AutoShape 961"/>
                  <p:cNvSpPr>
                    <a:spLocks noChangeArrowheads="1"/>
                  </p:cNvSpPr>
                  <p:nvPr/>
                </p:nvSpPr>
                <p:spPr bwMode="auto">
                  <a:xfrm>
                    <a:off x="615" y="2564"/>
                    <a:ext cx="721" cy="139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tx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48379" name="AutoShape 962"/>
                  <p:cNvSpPr>
                    <a:spLocks noChangeArrowheads="1"/>
                  </p:cNvSpPr>
                  <p:nvPr/>
                </p:nvSpPr>
                <p:spPr bwMode="auto">
                  <a:xfrm>
                    <a:off x="628" y="2581"/>
                    <a:ext cx="696" cy="107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  <p:sp>
              <p:nvSpPr>
                <p:cNvPr id="48358" name="Rectangle 963"/>
                <p:cNvSpPr>
                  <a:spLocks noChangeArrowheads="1"/>
                </p:cNvSpPr>
                <p:nvPr/>
              </p:nvSpPr>
              <p:spPr bwMode="auto">
                <a:xfrm>
                  <a:off x="4220" y="1354"/>
                  <a:ext cx="598" cy="47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8359" name="Rectangle 964"/>
                <p:cNvSpPr>
                  <a:spLocks noChangeArrowheads="1"/>
                </p:cNvSpPr>
                <p:nvPr/>
              </p:nvSpPr>
              <p:spPr bwMode="auto">
                <a:xfrm>
                  <a:off x="4230" y="1655"/>
                  <a:ext cx="598" cy="47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grpSp>
              <p:nvGrpSpPr>
                <p:cNvPr id="48360" name="Group 965"/>
                <p:cNvGrpSpPr>
                  <a:grpSpLocks/>
                </p:cNvGrpSpPr>
                <p:nvPr/>
              </p:nvGrpSpPr>
              <p:grpSpPr bwMode="auto">
                <a:xfrm>
                  <a:off x="4735" y="1627"/>
                  <a:ext cx="582" cy="151"/>
                  <a:chOff x="614" y="2568"/>
                  <a:chExt cx="725" cy="139"/>
                </a:xfrm>
              </p:grpSpPr>
              <p:sp>
                <p:nvSpPr>
                  <p:cNvPr id="48376" name="AutoShape 966"/>
                  <p:cNvSpPr>
                    <a:spLocks noChangeArrowheads="1"/>
                  </p:cNvSpPr>
                  <p:nvPr/>
                </p:nvSpPr>
                <p:spPr bwMode="auto">
                  <a:xfrm>
                    <a:off x="618" y="2586"/>
                    <a:ext cx="720" cy="124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tx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48377" name="AutoShape 967"/>
                  <p:cNvSpPr>
                    <a:spLocks noChangeArrowheads="1"/>
                  </p:cNvSpPr>
                  <p:nvPr/>
                </p:nvSpPr>
                <p:spPr bwMode="auto">
                  <a:xfrm>
                    <a:off x="630" y="2586"/>
                    <a:ext cx="695" cy="109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  <p:sp>
              <p:nvSpPr>
                <p:cNvPr id="48361" name="Freeform 968"/>
                <p:cNvSpPr>
                  <a:spLocks/>
                </p:cNvSpPr>
                <p:nvPr/>
              </p:nvSpPr>
              <p:spPr bwMode="auto">
                <a:xfrm>
                  <a:off x="5288" y="1354"/>
                  <a:ext cx="263" cy="188"/>
                </a:xfrm>
                <a:custGeom>
                  <a:avLst/>
                  <a:gdLst>
                    <a:gd name="T0" fmla="*/ 2 w 328"/>
                    <a:gd name="T1" fmla="*/ 0 h 226"/>
                    <a:gd name="T2" fmla="*/ 14 w 328"/>
                    <a:gd name="T3" fmla="*/ 10 h 226"/>
                    <a:gd name="T4" fmla="*/ 14 w 328"/>
                    <a:gd name="T5" fmla="*/ 17 h 226"/>
                    <a:gd name="T6" fmla="*/ 0 w 328"/>
                    <a:gd name="T7" fmla="*/ 7 h 226"/>
                    <a:gd name="T8" fmla="*/ 2 w 328"/>
                    <a:gd name="T9" fmla="*/ 0 h 22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28"/>
                    <a:gd name="T16" fmla="*/ 0 h 226"/>
                    <a:gd name="T17" fmla="*/ 328 w 328"/>
                    <a:gd name="T18" fmla="*/ 226 h 22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28" h="226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grpSp>
              <p:nvGrpSpPr>
                <p:cNvPr id="48362" name="Group 969"/>
                <p:cNvGrpSpPr>
                  <a:grpSpLocks/>
                </p:cNvGrpSpPr>
                <p:nvPr/>
              </p:nvGrpSpPr>
              <p:grpSpPr bwMode="auto">
                <a:xfrm>
                  <a:off x="4739" y="1327"/>
                  <a:ext cx="582" cy="139"/>
                  <a:chOff x="614" y="2568"/>
                  <a:chExt cx="725" cy="139"/>
                </a:xfrm>
              </p:grpSpPr>
              <p:sp>
                <p:nvSpPr>
                  <p:cNvPr id="48374" name="AutoShape 970"/>
                  <p:cNvSpPr>
                    <a:spLocks noChangeArrowheads="1"/>
                  </p:cNvSpPr>
                  <p:nvPr/>
                </p:nvSpPr>
                <p:spPr bwMode="auto">
                  <a:xfrm>
                    <a:off x="613" y="2571"/>
                    <a:ext cx="732" cy="134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tx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48375" name="AutoShape 971"/>
                  <p:cNvSpPr>
                    <a:spLocks noChangeArrowheads="1"/>
                  </p:cNvSpPr>
                  <p:nvPr/>
                </p:nvSpPr>
                <p:spPr bwMode="auto">
                  <a:xfrm>
                    <a:off x="625" y="2587"/>
                    <a:ext cx="720" cy="103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  <p:sp>
              <p:nvSpPr>
                <p:cNvPr id="48363" name="Rectangle 972"/>
                <p:cNvSpPr>
                  <a:spLocks noChangeArrowheads="1"/>
                </p:cNvSpPr>
                <p:nvPr/>
              </p:nvSpPr>
              <p:spPr bwMode="auto">
                <a:xfrm>
                  <a:off x="5246" y="429"/>
                  <a:ext cx="70" cy="2285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33"/>
                    </a:gs>
                    <a:gs pos="50000">
                      <a:srgbClr val="DDDDDD"/>
                    </a:gs>
                    <a:gs pos="100000">
                      <a:srgbClr val="333333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8364" name="Freeform 973"/>
                <p:cNvSpPr>
                  <a:spLocks/>
                </p:cNvSpPr>
                <p:nvPr/>
              </p:nvSpPr>
              <p:spPr bwMode="auto">
                <a:xfrm>
                  <a:off x="5312" y="1007"/>
                  <a:ext cx="237" cy="213"/>
                </a:xfrm>
                <a:custGeom>
                  <a:avLst/>
                  <a:gdLst>
                    <a:gd name="T0" fmla="*/ 2 w 296"/>
                    <a:gd name="T1" fmla="*/ 0 h 256"/>
                    <a:gd name="T2" fmla="*/ 14 w 296"/>
                    <a:gd name="T3" fmla="*/ 10 h 256"/>
                    <a:gd name="T4" fmla="*/ 14 w 296"/>
                    <a:gd name="T5" fmla="*/ 19 h 256"/>
                    <a:gd name="T6" fmla="*/ 0 w 296"/>
                    <a:gd name="T7" fmla="*/ 7 h 256"/>
                    <a:gd name="T8" fmla="*/ 2 w 296"/>
                    <a:gd name="T9" fmla="*/ 0 h 25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96"/>
                    <a:gd name="T16" fmla="*/ 0 h 256"/>
                    <a:gd name="T17" fmla="*/ 296 w 296"/>
                    <a:gd name="T18" fmla="*/ 256 h 25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96" h="256">
                      <a:moveTo>
                        <a:pt x="4" y="0"/>
                      </a:moveTo>
                      <a:cubicBezTo>
                        <a:pt x="55" y="10"/>
                        <a:pt x="144" y="68"/>
                        <a:pt x="292" y="144"/>
                      </a:cubicBezTo>
                      <a:cubicBezTo>
                        <a:pt x="290" y="178"/>
                        <a:pt x="296" y="188"/>
                        <a:pt x="296" y="256"/>
                      </a:cubicBezTo>
                      <a:cubicBezTo>
                        <a:pt x="296" y="256"/>
                        <a:pt x="160" y="176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8365" name="Freeform 974"/>
                <p:cNvSpPr>
                  <a:spLocks/>
                </p:cNvSpPr>
                <p:nvPr/>
              </p:nvSpPr>
              <p:spPr bwMode="auto">
                <a:xfrm>
                  <a:off x="5315" y="680"/>
                  <a:ext cx="244" cy="240"/>
                </a:xfrm>
                <a:custGeom>
                  <a:avLst/>
                  <a:gdLst>
                    <a:gd name="T0" fmla="*/ 0 w 304"/>
                    <a:gd name="T1" fmla="*/ 0 h 288"/>
                    <a:gd name="T2" fmla="*/ 14 w 304"/>
                    <a:gd name="T3" fmla="*/ 13 h 288"/>
                    <a:gd name="T4" fmla="*/ 13 w 304"/>
                    <a:gd name="T5" fmla="*/ 23 h 288"/>
                    <a:gd name="T6" fmla="*/ 2 w 304"/>
                    <a:gd name="T7" fmla="*/ 10 h 288"/>
                    <a:gd name="T8" fmla="*/ 0 w 304"/>
                    <a:gd name="T9" fmla="*/ 0 h 28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04"/>
                    <a:gd name="T16" fmla="*/ 0 h 288"/>
                    <a:gd name="T17" fmla="*/ 304 w 304"/>
                    <a:gd name="T18" fmla="*/ 288 h 28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04" h="288">
                      <a:moveTo>
                        <a:pt x="0" y="0"/>
                      </a:moveTo>
                      <a:cubicBezTo>
                        <a:pt x="51" y="10"/>
                        <a:pt x="148" y="76"/>
                        <a:pt x="304" y="164"/>
                      </a:cubicBezTo>
                      <a:cubicBezTo>
                        <a:pt x="302" y="198"/>
                        <a:pt x="284" y="220"/>
                        <a:pt x="284" y="288"/>
                      </a:cubicBezTo>
                      <a:cubicBezTo>
                        <a:pt x="284" y="288"/>
                        <a:pt x="163" y="179"/>
                        <a:pt x="8" y="124"/>
                      </a:cubicBezTo>
                      <a:cubicBezTo>
                        <a:pt x="8" y="72"/>
                        <a:pt x="0" y="17"/>
                        <a:pt x="0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8366" name="Oval 975"/>
                <p:cNvSpPr>
                  <a:spLocks noChangeArrowheads="1"/>
                </p:cNvSpPr>
                <p:nvPr/>
              </p:nvSpPr>
              <p:spPr bwMode="auto">
                <a:xfrm>
                  <a:off x="5515" y="2611"/>
                  <a:ext cx="50" cy="95"/>
                </a:xfrm>
                <a:prstGeom prst="ellipse">
                  <a:avLst/>
                </a:prstGeom>
                <a:solidFill>
                  <a:srgbClr val="3333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8367" name="Freeform 976"/>
                <p:cNvSpPr>
                  <a:spLocks/>
                </p:cNvSpPr>
                <p:nvPr/>
              </p:nvSpPr>
              <p:spPr bwMode="auto">
                <a:xfrm>
                  <a:off x="5302" y="2614"/>
                  <a:ext cx="245" cy="200"/>
                </a:xfrm>
                <a:custGeom>
                  <a:avLst/>
                  <a:gdLst>
                    <a:gd name="T0" fmla="*/ 0 w 306"/>
                    <a:gd name="T1" fmla="*/ 9 h 240"/>
                    <a:gd name="T2" fmla="*/ 2 w 306"/>
                    <a:gd name="T3" fmla="*/ 19 h 240"/>
                    <a:gd name="T4" fmla="*/ 14 w 306"/>
                    <a:gd name="T5" fmla="*/ 9 h 240"/>
                    <a:gd name="T6" fmla="*/ 14 w 306"/>
                    <a:gd name="T7" fmla="*/ 0 h 240"/>
                    <a:gd name="T8" fmla="*/ 0 w 306"/>
                    <a:gd name="T9" fmla="*/ 9 h 24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06"/>
                    <a:gd name="T16" fmla="*/ 0 h 240"/>
                    <a:gd name="T17" fmla="*/ 306 w 306"/>
                    <a:gd name="T18" fmla="*/ 240 h 24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06" h="240">
                      <a:moveTo>
                        <a:pt x="0" y="106"/>
                      </a:moveTo>
                      <a:lnTo>
                        <a:pt x="2" y="240"/>
                      </a:lnTo>
                      <a:lnTo>
                        <a:pt x="306" y="110"/>
                      </a:lnTo>
                      <a:lnTo>
                        <a:pt x="300" y="0"/>
                      </a:lnTo>
                      <a:lnTo>
                        <a:pt x="0" y="106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8368" name="AutoShape 977"/>
                <p:cNvSpPr>
                  <a:spLocks noChangeArrowheads="1"/>
                </p:cNvSpPr>
                <p:nvPr/>
              </p:nvSpPr>
              <p:spPr bwMode="auto">
                <a:xfrm>
                  <a:off x="4140" y="2675"/>
                  <a:ext cx="1196" cy="15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DDDDDD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8369" name="AutoShape 978"/>
                <p:cNvSpPr>
                  <a:spLocks noChangeArrowheads="1"/>
                </p:cNvSpPr>
                <p:nvPr/>
              </p:nvSpPr>
              <p:spPr bwMode="auto">
                <a:xfrm>
                  <a:off x="4210" y="2714"/>
                  <a:ext cx="1066" cy="7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chemeClr val="tx2"/>
                    </a:gs>
                    <a:gs pos="100000">
                      <a:schemeClr val="bg2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8370" name="Oval 979"/>
                <p:cNvSpPr>
                  <a:spLocks noChangeArrowheads="1"/>
                </p:cNvSpPr>
                <p:nvPr/>
              </p:nvSpPr>
              <p:spPr bwMode="auto">
                <a:xfrm>
                  <a:off x="4309" y="2382"/>
                  <a:ext cx="159" cy="142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8371" name="Oval 980"/>
                <p:cNvSpPr>
                  <a:spLocks noChangeArrowheads="1"/>
                </p:cNvSpPr>
                <p:nvPr/>
              </p:nvSpPr>
              <p:spPr bwMode="auto">
                <a:xfrm>
                  <a:off x="4489" y="2382"/>
                  <a:ext cx="159" cy="142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algn="ctr" eaLnBrk="1" hangingPunct="1"/>
                  <a:endParaRPr lang="en-US">
                    <a:solidFill>
                      <a:srgbClr val="FF0000"/>
                    </a:solidFill>
                  </a:endParaRPr>
                </a:p>
              </p:txBody>
            </p:sp>
            <p:sp>
              <p:nvSpPr>
                <p:cNvPr id="48372" name="Oval 981"/>
                <p:cNvSpPr>
                  <a:spLocks noChangeArrowheads="1"/>
                </p:cNvSpPr>
                <p:nvPr/>
              </p:nvSpPr>
              <p:spPr bwMode="auto">
                <a:xfrm>
                  <a:off x="4658" y="2382"/>
                  <a:ext cx="159" cy="142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8373" name="Rectangle 982"/>
                <p:cNvSpPr>
                  <a:spLocks noChangeArrowheads="1"/>
                </p:cNvSpPr>
                <p:nvPr/>
              </p:nvSpPr>
              <p:spPr bwMode="auto">
                <a:xfrm>
                  <a:off x="5067" y="1837"/>
                  <a:ext cx="80" cy="759"/>
                </a:xfrm>
                <a:prstGeom prst="rect">
                  <a:avLst/>
                </a:prstGeom>
                <a:solidFill>
                  <a:srgbClr val="292929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48317" name="Group 950"/>
              <p:cNvGrpSpPr>
                <a:grpSpLocks/>
              </p:cNvGrpSpPr>
              <p:nvPr/>
            </p:nvGrpSpPr>
            <p:grpSpPr bwMode="auto">
              <a:xfrm>
                <a:off x="7182479" y="2847655"/>
                <a:ext cx="338137" cy="653816"/>
                <a:chOff x="4140" y="429"/>
                <a:chExt cx="1425" cy="2396"/>
              </a:xfrm>
            </p:grpSpPr>
            <p:sp>
              <p:nvSpPr>
                <p:cNvPr id="48318" name="Freeform 951"/>
                <p:cNvSpPr>
                  <a:spLocks/>
                </p:cNvSpPr>
                <p:nvPr/>
              </p:nvSpPr>
              <p:spPr bwMode="auto">
                <a:xfrm>
                  <a:off x="5268" y="433"/>
                  <a:ext cx="283" cy="2286"/>
                </a:xfrm>
                <a:custGeom>
                  <a:avLst/>
                  <a:gdLst>
                    <a:gd name="T0" fmla="*/ 3 w 354"/>
                    <a:gd name="T1" fmla="*/ 0 h 2742"/>
                    <a:gd name="T2" fmla="*/ 15 w 354"/>
                    <a:gd name="T3" fmla="*/ 27 h 2742"/>
                    <a:gd name="T4" fmla="*/ 15 w 354"/>
                    <a:gd name="T5" fmla="*/ 205 h 2742"/>
                    <a:gd name="T6" fmla="*/ 0 w 354"/>
                    <a:gd name="T7" fmla="*/ 215 h 2742"/>
                    <a:gd name="T8" fmla="*/ 3 w 354"/>
                    <a:gd name="T9" fmla="*/ 0 h 274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54"/>
                    <a:gd name="T16" fmla="*/ 0 h 2742"/>
                    <a:gd name="T17" fmla="*/ 354 w 354"/>
                    <a:gd name="T18" fmla="*/ 2742 h 274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54" h="2742">
                      <a:moveTo>
                        <a:pt x="63" y="0"/>
                      </a:moveTo>
                      <a:lnTo>
                        <a:pt x="354" y="339"/>
                      </a:lnTo>
                      <a:lnTo>
                        <a:pt x="346" y="2624"/>
                      </a:lnTo>
                      <a:lnTo>
                        <a:pt x="0" y="2742"/>
                      </a:lnTo>
                      <a:lnTo>
                        <a:pt x="63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DDDDDD"/>
                    </a:gs>
                    <a:gs pos="100000">
                      <a:srgbClr val="333333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8319" name="Rectangle 952"/>
                <p:cNvSpPr>
                  <a:spLocks noChangeArrowheads="1"/>
                </p:cNvSpPr>
                <p:nvPr/>
              </p:nvSpPr>
              <p:spPr bwMode="auto">
                <a:xfrm>
                  <a:off x="4210" y="429"/>
                  <a:ext cx="1046" cy="2285"/>
                </a:xfrm>
                <a:prstGeom prst="rect">
                  <a:avLst/>
                </a:pr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8320" name="Freeform 953"/>
                <p:cNvSpPr>
                  <a:spLocks/>
                </p:cNvSpPr>
                <p:nvPr/>
              </p:nvSpPr>
              <p:spPr bwMode="auto">
                <a:xfrm>
                  <a:off x="5321" y="570"/>
                  <a:ext cx="169" cy="2115"/>
                </a:xfrm>
                <a:custGeom>
                  <a:avLst/>
                  <a:gdLst>
                    <a:gd name="T0" fmla="*/ 2 w 211"/>
                    <a:gd name="T1" fmla="*/ 0 h 2537"/>
                    <a:gd name="T2" fmla="*/ 9 w 211"/>
                    <a:gd name="T3" fmla="*/ 18 h 2537"/>
                    <a:gd name="T4" fmla="*/ 2 w 211"/>
                    <a:gd name="T5" fmla="*/ 196 h 2537"/>
                    <a:gd name="T6" fmla="*/ 2 w 211"/>
                    <a:gd name="T7" fmla="*/ 0 h 2537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11"/>
                    <a:gd name="T13" fmla="*/ 0 h 2537"/>
                    <a:gd name="T14" fmla="*/ 211 w 211"/>
                    <a:gd name="T15" fmla="*/ 2537 h 2537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11" h="2537">
                      <a:moveTo>
                        <a:pt x="7" y="0"/>
                      </a:moveTo>
                      <a:cubicBezTo>
                        <a:pt x="7" y="0"/>
                        <a:pt x="57" y="28"/>
                        <a:pt x="211" y="218"/>
                      </a:cubicBezTo>
                      <a:cubicBezTo>
                        <a:pt x="0" y="1229"/>
                        <a:pt x="41" y="2537"/>
                        <a:pt x="7" y="2501"/>
                      </a:cubicBezTo>
                      <a:lnTo>
                        <a:pt x="7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808080"/>
                    </a:gs>
                    <a:gs pos="100000">
                      <a:srgbClr val="F8F8F8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8321" name="Freeform 954"/>
                <p:cNvSpPr>
                  <a:spLocks/>
                </p:cNvSpPr>
                <p:nvPr/>
              </p:nvSpPr>
              <p:spPr bwMode="auto">
                <a:xfrm>
                  <a:off x="5284" y="1640"/>
                  <a:ext cx="263" cy="189"/>
                </a:xfrm>
                <a:custGeom>
                  <a:avLst/>
                  <a:gdLst>
                    <a:gd name="T0" fmla="*/ 2 w 328"/>
                    <a:gd name="T1" fmla="*/ 0 h 226"/>
                    <a:gd name="T2" fmla="*/ 14 w 328"/>
                    <a:gd name="T3" fmla="*/ 11 h 226"/>
                    <a:gd name="T4" fmla="*/ 14 w 328"/>
                    <a:gd name="T5" fmla="*/ 19 h 226"/>
                    <a:gd name="T6" fmla="*/ 0 w 328"/>
                    <a:gd name="T7" fmla="*/ 8 h 226"/>
                    <a:gd name="T8" fmla="*/ 2 w 328"/>
                    <a:gd name="T9" fmla="*/ 0 h 22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28"/>
                    <a:gd name="T16" fmla="*/ 0 h 226"/>
                    <a:gd name="T17" fmla="*/ 328 w 328"/>
                    <a:gd name="T18" fmla="*/ 226 h 22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28" h="226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8322" name="Rectangle 955"/>
                <p:cNvSpPr>
                  <a:spLocks noChangeArrowheads="1"/>
                </p:cNvSpPr>
                <p:nvPr/>
              </p:nvSpPr>
              <p:spPr bwMode="auto">
                <a:xfrm>
                  <a:off x="4210" y="690"/>
                  <a:ext cx="598" cy="47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grpSp>
              <p:nvGrpSpPr>
                <p:cNvPr id="48323" name="Group 956"/>
                <p:cNvGrpSpPr>
                  <a:grpSpLocks/>
                </p:cNvGrpSpPr>
                <p:nvPr/>
              </p:nvGrpSpPr>
              <p:grpSpPr bwMode="auto">
                <a:xfrm>
                  <a:off x="4749" y="668"/>
                  <a:ext cx="581" cy="145"/>
                  <a:chOff x="614" y="2568"/>
                  <a:chExt cx="725" cy="139"/>
                </a:xfrm>
              </p:grpSpPr>
              <p:sp>
                <p:nvSpPr>
                  <p:cNvPr id="48348" name="AutoShape 957"/>
                  <p:cNvSpPr>
                    <a:spLocks noChangeArrowheads="1"/>
                  </p:cNvSpPr>
                  <p:nvPr/>
                </p:nvSpPr>
                <p:spPr bwMode="auto">
                  <a:xfrm>
                    <a:off x="613" y="2566"/>
                    <a:ext cx="721" cy="144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tx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48349" name="AutoShape 958"/>
                  <p:cNvSpPr>
                    <a:spLocks noChangeArrowheads="1"/>
                  </p:cNvSpPr>
                  <p:nvPr/>
                </p:nvSpPr>
                <p:spPr bwMode="auto">
                  <a:xfrm>
                    <a:off x="625" y="2581"/>
                    <a:ext cx="696" cy="114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  <p:sp>
              <p:nvSpPr>
                <p:cNvPr id="48324" name="Rectangle 959"/>
                <p:cNvSpPr>
                  <a:spLocks noChangeArrowheads="1"/>
                </p:cNvSpPr>
                <p:nvPr/>
              </p:nvSpPr>
              <p:spPr bwMode="auto">
                <a:xfrm>
                  <a:off x="4220" y="1022"/>
                  <a:ext cx="598" cy="47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grpSp>
              <p:nvGrpSpPr>
                <p:cNvPr id="48325" name="Group 960"/>
                <p:cNvGrpSpPr>
                  <a:grpSpLocks/>
                </p:cNvGrpSpPr>
                <p:nvPr/>
              </p:nvGrpSpPr>
              <p:grpSpPr bwMode="auto">
                <a:xfrm>
                  <a:off x="4747" y="994"/>
                  <a:ext cx="581" cy="134"/>
                  <a:chOff x="614" y="2568"/>
                  <a:chExt cx="725" cy="139"/>
                </a:xfrm>
              </p:grpSpPr>
              <p:sp>
                <p:nvSpPr>
                  <p:cNvPr id="48346" name="AutoShape 961"/>
                  <p:cNvSpPr>
                    <a:spLocks noChangeArrowheads="1"/>
                  </p:cNvSpPr>
                  <p:nvPr/>
                </p:nvSpPr>
                <p:spPr bwMode="auto">
                  <a:xfrm>
                    <a:off x="615" y="2564"/>
                    <a:ext cx="721" cy="139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tx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48347" name="AutoShape 962"/>
                  <p:cNvSpPr>
                    <a:spLocks noChangeArrowheads="1"/>
                  </p:cNvSpPr>
                  <p:nvPr/>
                </p:nvSpPr>
                <p:spPr bwMode="auto">
                  <a:xfrm>
                    <a:off x="628" y="2581"/>
                    <a:ext cx="696" cy="107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  <p:sp>
              <p:nvSpPr>
                <p:cNvPr id="48326" name="Rectangle 963"/>
                <p:cNvSpPr>
                  <a:spLocks noChangeArrowheads="1"/>
                </p:cNvSpPr>
                <p:nvPr/>
              </p:nvSpPr>
              <p:spPr bwMode="auto">
                <a:xfrm>
                  <a:off x="4220" y="1354"/>
                  <a:ext cx="598" cy="47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8327" name="Rectangle 964"/>
                <p:cNvSpPr>
                  <a:spLocks noChangeArrowheads="1"/>
                </p:cNvSpPr>
                <p:nvPr/>
              </p:nvSpPr>
              <p:spPr bwMode="auto">
                <a:xfrm>
                  <a:off x="4230" y="1655"/>
                  <a:ext cx="598" cy="47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grpSp>
              <p:nvGrpSpPr>
                <p:cNvPr id="48328" name="Group 965"/>
                <p:cNvGrpSpPr>
                  <a:grpSpLocks/>
                </p:cNvGrpSpPr>
                <p:nvPr/>
              </p:nvGrpSpPr>
              <p:grpSpPr bwMode="auto">
                <a:xfrm>
                  <a:off x="4735" y="1627"/>
                  <a:ext cx="582" cy="151"/>
                  <a:chOff x="614" y="2568"/>
                  <a:chExt cx="725" cy="139"/>
                </a:xfrm>
              </p:grpSpPr>
              <p:sp>
                <p:nvSpPr>
                  <p:cNvPr id="48344" name="AutoShape 966"/>
                  <p:cNvSpPr>
                    <a:spLocks noChangeArrowheads="1"/>
                  </p:cNvSpPr>
                  <p:nvPr/>
                </p:nvSpPr>
                <p:spPr bwMode="auto">
                  <a:xfrm>
                    <a:off x="618" y="2586"/>
                    <a:ext cx="720" cy="124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tx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48345" name="AutoShape 967"/>
                  <p:cNvSpPr>
                    <a:spLocks noChangeArrowheads="1"/>
                  </p:cNvSpPr>
                  <p:nvPr/>
                </p:nvSpPr>
                <p:spPr bwMode="auto">
                  <a:xfrm>
                    <a:off x="630" y="2586"/>
                    <a:ext cx="695" cy="109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  <p:sp>
              <p:nvSpPr>
                <p:cNvPr id="48329" name="Freeform 968"/>
                <p:cNvSpPr>
                  <a:spLocks/>
                </p:cNvSpPr>
                <p:nvPr/>
              </p:nvSpPr>
              <p:spPr bwMode="auto">
                <a:xfrm>
                  <a:off x="5288" y="1354"/>
                  <a:ext cx="263" cy="188"/>
                </a:xfrm>
                <a:custGeom>
                  <a:avLst/>
                  <a:gdLst>
                    <a:gd name="T0" fmla="*/ 2 w 328"/>
                    <a:gd name="T1" fmla="*/ 0 h 226"/>
                    <a:gd name="T2" fmla="*/ 14 w 328"/>
                    <a:gd name="T3" fmla="*/ 10 h 226"/>
                    <a:gd name="T4" fmla="*/ 14 w 328"/>
                    <a:gd name="T5" fmla="*/ 17 h 226"/>
                    <a:gd name="T6" fmla="*/ 0 w 328"/>
                    <a:gd name="T7" fmla="*/ 7 h 226"/>
                    <a:gd name="T8" fmla="*/ 2 w 328"/>
                    <a:gd name="T9" fmla="*/ 0 h 22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28"/>
                    <a:gd name="T16" fmla="*/ 0 h 226"/>
                    <a:gd name="T17" fmla="*/ 328 w 328"/>
                    <a:gd name="T18" fmla="*/ 226 h 22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28" h="226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grpSp>
              <p:nvGrpSpPr>
                <p:cNvPr id="48330" name="Group 969"/>
                <p:cNvGrpSpPr>
                  <a:grpSpLocks/>
                </p:cNvGrpSpPr>
                <p:nvPr/>
              </p:nvGrpSpPr>
              <p:grpSpPr bwMode="auto">
                <a:xfrm>
                  <a:off x="4739" y="1327"/>
                  <a:ext cx="582" cy="139"/>
                  <a:chOff x="614" y="2568"/>
                  <a:chExt cx="725" cy="139"/>
                </a:xfrm>
              </p:grpSpPr>
              <p:sp>
                <p:nvSpPr>
                  <p:cNvPr id="48342" name="AutoShape 970"/>
                  <p:cNvSpPr>
                    <a:spLocks noChangeArrowheads="1"/>
                  </p:cNvSpPr>
                  <p:nvPr/>
                </p:nvSpPr>
                <p:spPr bwMode="auto">
                  <a:xfrm>
                    <a:off x="613" y="2571"/>
                    <a:ext cx="732" cy="134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tx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48343" name="AutoShape 971"/>
                  <p:cNvSpPr>
                    <a:spLocks noChangeArrowheads="1"/>
                  </p:cNvSpPr>
                  <p:nvPr/>
                </p:nvSpPr>
                <p:spPr bwMode="auto">
                  <a:xfrm>
                    <a:off x="625" y="2587"/>
                    <a:ext cx="720" cy="103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  <p:sp>
              <p:nvSpPr>
                <p:cNvPr id="48331" name="Rectangle 972"/>
                <p:cNvSpPr>
                  <a:spLocks noChangeArrowheads="1"/>
                </p:cNvSpPr>
                <p:nvPr/>
              </p:nvSpPr>
              <p:spPr bwMode="auto">
                <a:xfrm>
                  <a:off x="5246" y="429"/>
                  <a:ext cx="70" cy="2285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33"/>
                    </a:gs>
                    <a:gs pos="50000">
                      <a:srgbClr val="DDDDDD"/>
                    </a:gs>
                    <a:gs pos="100000">
                      <a:srgbClr val="333333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8332" name="Freeform 973"/>
                <p:cNvSpPr>
                  <a:spLocks/>
                </p:cNvSpPr>
                <p:nvPr/>
              </p:nvSpPr>
              <p:spPr bwMode="auto">
                <a:xfrm>
                  <a:off x="5312" y="1007"/>
                  <a:ext cx="237" cy="213"/>
                </a:xfrm>
                <a:custGeom>
                  <a:avLst/>
                  <a:gdLst>
                    <a:gd name="T0" fmla="*/ 2 w 296"/>
                    <a:gd name="T1" fmla="*/ 0 h 256"/>
                    <a:gd name="T2" fmla="*/ 14 w 296"/>
                    <a:gd name="T3" fmla="*/ 10 h 256"/>
                    <a:gd name="T4" fmla="*/ 14 w 296"/>
                    <a:gd name="T5" fmla="*/ 19 h 256"/>
                    <a:gd name="T6" fmla="*/ 0 w 296"/>
                    <a:gd name="T7" fmla="*/ 7 h 256"/>
                    <a:gd name="T8" fmla="*/ 2 w 296"/>
                    <a:gd name="T9" fmla="*/ 0 h 25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96"/>
                    <a:gd name="T16" fmla="*/ 0 h 256"/>
                    <a:gd name="T17" fmla="*/ 296 w 296"/>
                    <a:gd name="T18" fmla="*/ 256 h 25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96" h="256">
                      <a:moveTo>
                        <a:pt x="4" y="0"/>
                      </a:moveTo>
                      <a:cubicBezTo>
                        <a:pt x="55" y="10"/>
                        <a:pt x="144" y="68"/>
                        <a:pt x="292" y="144"/>
                      </a:cubicBezTo>
                      <a:cubicBezTo>
                        <a:pt x="290" y="178"/>
                        <a:pt x="296" y="188"/>
                        <a:pt x="296" y="256"/>
                      </a:cubicBezTo>
                      <a:cubicBezTo>
                        <a:pt x="296" y="256"/>
                        <a:pt x="160" y="176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8333" name="Freeform 974"/>
                <p:cNvSpPr>
                  <a:spLocks/>
                </p:cNvSpPr>
                <p:nvPr/>
              </p:nvSpPr>
              <p:spPr bwMode="auto">
                <a:xfrm>
                  <a:off x="5315" y="680"/>
                  <a:ext cx="244" cy="240"/>
                </a:xfrm>
                <a:custGeom>
                  <a:avLst/>
                  <a:gdLst>
                    <a:gd name="T0" fmla="*/ 0 w 304"/>
                    <a:gd name="T1" fmla="*/ 0 h 288"/>
                    <a:gd name="T2" fmla="*/ 14 w 304"/>
                    <a:gd name="T3" fmla="*/ 13 h 288"/>
                    <a:gd name="T4" fmla="*/ 13 w 304"/>
                    <a:gd name="T5" fmla="*/ 23 h 288"/>
                    <a:gd name="T6" fmla="*/ 2 w 304"/>
                    <a:gd name="T7" fmla="*/ 10 h 288"/>
                    <a:gd name="T8" fmla="*/ 0 w 304"/>
                    <a:gd name="T9" fmla="*/ 0 h 28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04"/>
                    <a:gd name="T16" fmla="*/ 0 h 288"/>
                    <a:gd name="T17" fmla="*/ 304 w 304"/>
                    <a:gd name="T18" fmla="*/ 288 h 28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04" h="288">
                      <a:moveTo>
                        <a:pt x="0" y="0"/>
                      </a:moveTo>
                      <a:cubicBezTo>
                        <a:pt x="51" y="10"/>
                        <a:pt x="148" y="76"/>
                        <a:pt x="304" y="164"/>
                      </a:cubicBezTo>
                      <a:cubicBezTo>
                        <a:pt x="302" y="198"/>
                        <a:pt x="284" y="220"/>
                        <a:pt x="284" y="288"/>
                      </a:cubicBezTo>
                      <a:cubicBezTo>
                        <a:pt x="284" y="288"/>
                        <a:pt x="163" y="179"/>
                        <a:pt x="8" y="124"/>
                      </a:cubicBezTo>
                      <a:cubicBezTo>
                        <a:pt x="8" y="72"/>
                        <a:pt x="0" y="17"/>
                        <a:pt x="0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8334" name="Oval 975"/>
                <p:cNvSpPr>
                  <a:spLocks noChangeArrowheads="1"/>
                </p:cNvSpPr>
                <p:nvPr/>
              </p:nvSpPr>
              <p:spPr bwMode="auto">
                <a:xfrm>
                  <a:off x="5515" y="2611"/>
                  <a:ext cx="50" cy="95"/>
                </a:xfrm>
                <a:prstGeom prst="ellipse">
                  <a:avLst/>
                </a:prstGeom>
                <a:solidFill>
                  <a:srgbClr val="3333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8335" name="Freeform 976"/>
                <p:cNvSpPr>
                  <a:spLocks/>
                </p:cNvSpPr>
                <p:nvPr/>
              </p:nvSpPr>
              <p:spPr bwMode="auto">
                <a:xfrm>
                  <a:off x="5302" y="2614"/>
                  <a:ext cx="245" cy="200"/>
                </a:xfrm>
                <a:custGeom>
                  <a:avLst/>
                  <a:gdLst>
                    <a:gd name="T0" fmla="*/ 0 w 306"/>
                    <a:gd name="T1" fmla="*/ 9 h 240"/>
                    <a:gd name="T2" fmla="*/ 2 w 306"/>
                    <a:gd name="T3" fmla="*/ 19 h 240"/>
                    <a:gd name="T4" fmla="*/ 14 w 306"/>
                    <a:gd name="T5" fmla="*/ 9 h 240"/>
                    <a:gd name="T6" fmla="*/ 14 w 306"/>
                    <a:gd name="T7" fmla="*/ 0 h 240"/>
                    <a:gd name="T8" fmla="*/ 0 w 306"/>
                    <a:gd name="T9" fmla="*/ 9 h 24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06"/>
                    <a:gd name="T16" fmla="*/ 0 h 240"/>
                    <a:gd name="T17" fmla="*/ 306 w 306"/>
                    <a:gd name="T18" fmla="*/ 240 h 24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06" h="240">
                      <a:moveTo>
                        <a:pt x="0" y="106"/>
                      </a:moveTo>
                      <a:lnTo>
                        <a:pt x="2" y="240"/>
                      </a:lnTo>
                      <a:lnTo>
                        <a:pt x="306" y="110"/>
                      </a:lnTo>
                      <a:lnTo>
                        <a:pt x="300" y="0"/>
                      </a:lnTo>
                      <a:lnTo>
                        <a:pt x="0" y="106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8336" name="AutoShape 977"/>
                <p:cNvSpPr>
                  <a:spLocks noChangeArrowheads="1"/>
                </p:cNvSpPr>
                <p:nvPr/>
              </p:nvSpPr>
              <p:spPr bwMode="auto">
                <a:xfrm>
                  <a:off x="4140" y="2675"/>
                  <a:ext cx="1196" cy="15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DDDDDD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8337" name="AutoShape 978"/>
                <p:cNvSpPr>
                  <a:spLocks noChangeArrowheads="1"/>
                </p:cNvSpPr>
                <p:nvPr/>
              </p:nvSpPr>
              <p:spPr bwMode="auto">
                <a:xfrm>
                  <a:off x="4210" y="2714"/>
                  <a:ext cx="1066" cy="7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chemeClr val="tx2"/>
                    </a:gs>
                    <a:gs pos="100000">
                      <a:schemeClr val="bg2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8338" name="Oval 979"/>
                <p:cNvSpPr>
                  <a:spLocks noChangeArrowheads="1"/>
                </p:cNvSpPr>
                <p:nvPr/>
              </p:nvSpPr>
              <p:spPr bwMode="auto">
                <a:xfrm>
                  <a:off x="4309" y="2382"/>
                  <a:ext cx="159" cy="142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8339" name="Oval 980"/>
                <p:cNvSpPr>
                  <a:spLocks noChangeArrowheads="1"/>
                </p:cNvSpPr>
                <p:nvPr/>
              </p:nvSpPr>
              <p:spPr bwMode="auto">
                <a:xfrm>
                  <a:off x="4489" y="2382"/>
                  <a:ext cx="159" cy="142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algn="ctr" eaLnBrk="1" hangingPunct="1"/>
                  <a:endParaRPr lang="en-US">
                    <a:solidFill>
                      <a:srgbClr val="FF0000"/>
                    </a:solidFill>
                  </a:endParaRPr>
                </a:p>
              </p:txBody>
            </p:sp>
            <p:sp>
              <p:nvSpPr>
                <p:cNvPr id="48340" name="Oval 981"/>
                <p:cNvSpPr>
                  <a:spLocks noChangeArrowheads="1"/>
                </p:cNvSpPr>
                <p:nvPr/>
              </p:nvSpPr>
              <p:spPr bwMode="auto">
                <a:xfrm>
                  <a:off x="4658" y="2382"/>
                  <a:ext cx="159" cy="142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8341" name="Rectangle 982"/>
                <p:cNvSpPr>
                  <a:spLocks noChangeArrowheads="1"/>
                </p:cNvSpPr>
                <p:nvPr/>
              </p:nvSpPr>
              <p:spPr bwMode="auto">
                <a:xfrm>
                  <a:off x="5067" y="1837"/>
                  <a:ext cx="80" cy="759"/>
                </a:xfrm>
                <a:prstGeom prst="rect">
                  <a:avLst/>
                </a:prstGeom>
                <a:solidFill>
                  <a:srgbClr val="292929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sp>
          <p:nvSpPr>
            <p:cNvPr id="48129" name="Freeform 2"/>
            <p:cNvSpPr>
              <a:spLocks/>
            </p:cNvSpPr>
            <p:nvPr/>
          </p:nvSpPr>
          <p:spPr bwMode="auto">
            <a:xfrm>
              <a:off x="2592388" y="5284251"/>
              <a:ext cx="4027487" cy="939800"/>
            </a:xfrm>
            <a:custGeom>
              <a:avLst/>
              <a:gdLst>
                <a:gd name="T0" fmla="*/ 648763 w 10001"/>
                <a:gd name="T1" fmla="*/ 34777612 h 10125"/>
                <a:gd name="T2" fmla="*/ 115976403 w 10001"/>
                <a:gd name="T3" fmla="*/ 13733703 h 10125"/>
                <a:gd name="T4" fmla="*/ 507700960 w 10001"/>
                <a:gd name="T5" fmla="*/ 8662125 h 10125"/>
                <a:gd name="T6" fmla="*/ 810212713 w 10001"/>
                <a:gd name="T7" fmla="*/ 0 h 10125"/>
                <a:gd name="T8" fmla="*/ 1090015738 w 10001"/>
                <a:gd name="T9" fmla="*/ 8687929 h 10125"/>
                <a:gd name="T10" fmla="*/ 1310938763 w 10001"/>
                <a:gd name="T11" fmla="*/ 4279362 h 10125"/>
                <a:gd name="T12" fmla="*/ 1620263134 w 10001"/>
                <a:gd name="T13" fmla="*/ 25736690 h 10125"/>
                <a:gd name="T14" fmla="*/ 1394798364 w 10001"/>
                <a:gd name="T15" fmla="*/ 58525268 h 10125"/>
                <a:gd name="T16" fmla="*/ 1134622140 w 10001"/>
                <a:gd name="T17" fmla="*/ 80266624 h 10125"/>
                <a:gd name="T18" fmla="*/ 860820276 w 10001"/>
                <a:gd name="T19" fmla="*/ 76142271 h 10125"/>
                <a:gd name="T20" fmla="*/ 708996782 w 10001"/>
                <a:gd name="T21" fmla="*/ 85346835 h 10125"/>
                <a:gd name="T22" fmla="*/ 509322667 w 10001"/>
                <a:gd name="T23" fmla="*/ 86268164 h 10125"/>
                <a:gd name="T24" fmla="*/ 353443899 w 10001"/>
                <a:gd name="T25" fmla="*/ 67979516 h 10125"/>
                <a:gd name="T26" fmla="*/ 192536914 w 10001"/>
                <a:gd name="T27" fmla="*/ 64535347 h 10125"/>
                <a:gd name="T28" fmla="*/ 648763 w 10001"/>
                <a:gd name="T29" fmla="*/ 34777612 h 10125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10001" h="10125">
                  <a:moveTo>
                    <a:pt x="4" y="4039"/>
                  </a:moveTo>
                  <a:cubicBezTo>
                    <a:pt x="-29" y="2271"/>
                    <a:pt x="194" y="2100"/>
                    <a:pt x="715" y="1595"/>
                  </a:cubicBezTo>
                  <a:cubicBezTo>
                    <a:pt x="1236" y="1089"/>
                    <a:pt x="2417" y="1272"/>
                    <a:pt x="3130" y="1006"/>
                  </a:cubicBezTo>
                  <a:cubicBezTo>
                    <a:pt x="3843" y="740"/>
                    <a:pt x="4397" y="0"/>
                    <a:pt x="4995" y="0"/>
                  </a:cubicBezTo>
                  <a:cubicBezTo>
                    <a:pt x="5593" y="1"/>
                    <a:pt x="6206" y="926"/>
                    <a:pt x="6720" y="1009"/>
                  </a:cubicBezTo>
                  <a:cubicBezTo>
                    <a:pt x="7234" y="1092"/>
                    <a:pt x="7536" y="241"/>
                    <a:pt x="8082" y="497"/>
                  </a:cubicBezTo>
                  <a:cubicBezTo>
                    <a:pt x="8628" y="756"/>
                    <a:pt x="9854" y="442"/>
                    <a:pt x="9989" y="2989"/>
                  </a:cubicBezTo>
                  <a:cubicBezTo>
                    <a:pt x="10124" y="5536"/>
                    <a:pt x="9098" y="5742"/>
                    <a:pt x="8599" y="6797"/>
                  </a:cubicBezTo>
                  <a:cubicBezTo>
                    <a:pt x="8100" y="7852"/>
                    <a:pt x="7544" y="8981"/>
                    <a:pt x="6995" y="9322"/>
                  </a:cubicBezTo>
                  <a:cubicBezTo>
                    <a:pt x="6446" y="9663"/>
                    <a:pt x="5793" y="8957"/>
                    <a:pt x="5307" y="8843"/>
                  </a:cubicBezTo>
                  <a:cubicBezTo>
                    <a:pt x="4819" y="8726"/>
                    <a:pt x="4628" y="10048"/>
                    <a:pt x="4371" y="9912"/>
                  </a:cubicBezTo>
                  <a:cubicBezTo>
                    <a:pt x="4114" y="9775"/>
                    <a:pt x="3505" y="10355"/>
                    <a:pt x="3140" y="10019"/>
                  </a:cubicBezTo>
                  <a:cubicBezTo>
                    <a:pt x="2774" y="9683"/>
                    <a:pt x="2820" y="8138"/>
                    <a:pt x="2179" y="7895"/>
                  </a:cubicBezTo>
                  <a:cubicBezTo>
                    <a:pt x="1586" y="6800"/>
                    <a:pt x="1549" y="8137"/>
                    <a:pt x="1187" y="7495"/>
                  </a:cubicBezTo>
                  <a:cubicBezTo>
                    <a:pt x="825" y="6852"/>
                    <a:pt x="-7" y="6157"/>
                    <a:pt x="4" y="4039"/>
                  </a:cubicBezTo>
                  <a:close/>
                </a:path>
              </a:pathLst>
            </a:custGeom>
            <a:solidFill>
              <a:srgbClr val="66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cxnSp>
          <p:nvCxnSpPr>
            <p:cNvPr id="148" name="Straight Connector 147"/>
            <p:cNvCxnSpPr/>
            <p:nvPr/>
          </p:nvCxnSpPr>
          <p:spPr>
            <a:xfrm flipV="1">
              <a:off x="3262941" y="5435064"/>
              <a:ext cx="1316038" cy="131762"/>
            </a:xfrm>
            <a:prstGeom prst="line">
              <a:avLst/>
            </a:prstGeom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Straight Connector 149"/>
            <p:cNvCxnSpPr/>
            <p:nvPr/>
          </p:nvCxnSpPr>
          <p:spPr>
            <a:xfrm>
              <a:off x="3151816" y="5622389"/>
              <a:ext cx="2259013" cy="298450"/>
            </a:xfrm>
            <a:prstGeom prst="line">
              <a:avLst/>
            </a:prstGeom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Straight Connector 152"/>
            <p:cNvCxnSpPr/>
            <p:nvPr/>
          </p:nvCxnSpPr>
          <p:spPr>
            <a:xfrm>
              <a:off x="3164516" y="5727164"/>
              <a:ext cx="714375" cy="276225"/>
            </a:xfrm>
            <a:prstGeom prst="line">
              <a:avLst/>
            </a:prstGeom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Straight Connector 156"/>
            <p:cNvCxnSpPr/>
            <p:nvPr/>
          </p:nvCxnSpPr>
          <p:spPr>
            <a:xfrm flipV="1">
              <a:off x="4182104" y="5920839"/>
              <a:ext cx="1247775" cy="82550"/>
            </a:xfrm>
            <a:prstGeom prst="line">
              <a:avLst/>
            </a:prstGeom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Straight Connector 158"/>
            <p:cNvCxnSpPr/>
            <p:nvPr/>
          </p:nvCxnSpPr>
          <p:spPr>
            <a:xfrm>
              <a:off x="4842504" y="5468401"/>
              <a:ext cx="1057275" cy="123825"/>
            </a:xfrm>
            <a:prstGeom prst="line">
              <a:avLst/>
            </a:prstGeom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Straight Connector 160"/>
            <p:cNvCxnSpPr/>
            <p:nvPr/>
          </p:nvCxnSpPr>
          <p:spPr>
            <a:xfrm flipV="1">
              <a:off x="4126541" y="5622389"/>
              <a:ext cx="1790700" cy="298450"/>
            </a:xfrm>
            <a:prstGeom prst="line">
              <a:avLst/>
            </a:prstGeom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Straight Connector 162"/>
            <p:cNvCxnSpPr/>
            <p:nvPr/>
          </p:nvCxnSpPr>
          <p:spPr>
            <a:xfrm flipV="1">
              <a:off x="5453691" y="5650964"/>
              <a:ext cx="588963" cy="269875"/>
            </a:xfrm>
            <a:prstGeom prst="line">
              <a:avLst/>
            </a:prstGeom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Straight Connector 164"/>
            <p:cNvCxnSpPr/>
            <p:nvPr/>
          </p:nvCxnSpPr>
          <p:spPr>
            <a:xfrm>
              <a:off x="4596441" y="5435064"/>
              <a:ext cx="814388" cy="401637"/>
            </a:xfrm>
            <a:prstGeom prst="line">
              <a:avLst/>
            </a:prstGeom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8261" name="Group 48260"/>
            <p:cNvGrpSpPr/>
            <p:nvPr/>
          </p:nvGrpSpPr>
          <p:grpSpPr>
            <a:xfrm>
              <a:off x="1526216" y="2537824"/>
              <a:ext cx="6978041" cy="1096962"/>
              <a:chOff x="1526216" y="3003498"/>
              <a:chExt cx="6978041" cy="1096962"/>
            </a:xfrm>
          </p:grpSpPr>
          <p:sp>
            <p:nvSpPr>
              <p:cNvPr id="48156" name="TextBox 399"/>
              <p:cNvSpPr txBox="1">
                <a:spLocks noChangeArrowheads="1"/>
              </p:cNvSpPr>
              <p:nvPr/>
            </p:nvSpPr>
            <p:spPr bwMode="auto">
              <a:xfrm>
                <a:off x="7714291" y="3628973"/>
                <a:ext cx="595313" cy="4714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algn="ctr">
                  <a:lnSpc>
                    <a:spcPts val="1463"/>
                  </a:lnSpc>
                </a:pPr>
                <a:r>
                  <a:rPr lang="en-US" sz="1400"/>
                  <a:t>data</a:t>
                </a:r>
              </a:p>
              <a:p>
                <a:pPr algn="ctr">
                  <a:lnSpc>
                    <a:spcPts val="1463"/>
                  </a:lnSpc>
                </a:pPr>
                <a:r>
                  <a:rPr lang="en-US" sz="1400"/>
                  <a:t>plane</a:t>
                </a:r>
              </a:p>
            </p:txBody>
          </p:sp>
          <p:sp>
            <p:nvSpPr>
              <p:cNvPr id="48157" name="TextBox 400"/>
              <p:cNvSpPr txBox="1">
                <a:spLocks noChangeArrowheads="1"/>
              </p:cNvSpPr>
              <p:nvPr/>
            </p:nvSpPr>
            <p:spPr bwMode="auto">
              <a:xfrm>
                <a:off x="7728579" y="3003498"/>
                <a:ext cx="709612" cy="4714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algn="ctr">
                  <a:lnSpc>
                    <a:spcPts val="1463"/>
                  </a:lnSpc>
                </a:pPr>
                <a:r>
                  <a:rPr lang="en-US" sz="1400"/>
                  <a:t>control</a:t>
                </a:r>
              </a:p>
              <a:p>
                <a:pPr algn="ctr">
                  <a:lnSpc>
                    <a:spcPts val="1463"/>
                  </a:lnSpc>
                </a:pPr>
                <a:r>
                  <a:rPr lang="en-US" sz="1400"/>
                  <a:t>plane</a:t>
                </a:r>
              </a:p>
            </p:txBody>
          </p:sp>
          <p:cxnSp>
            <p:nvCxnSpPr>
              <p:cNvPr id="302" name="Straight Connector 301"/>
              <p:cNvCxnSpPr/>
              <p:nvPr/>
            </p:nvCxnSpPr>
            <p:spPr bwMode="auto">
              <a:xfrm flipV="1">
                <a:off x="1526216" y="3579342"/>
                <a:ext cx="6978041" cy="12155"/>
              </a:xfrm>
              <a:prstGeom prst="line">
                <a:avLst/>
              </a:prstGeom>
              <a:ln w="25400">
                <a:solidFill>
                  <a:schemeClr val="tx1"/>
                </a:solidFill>
                <a:prstDash val="dash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7" name="Group 26"/>
            <p:cNvGrpSpPr/>
            <p:nvPr/>
          </p:nvGrpSpPr>
          <p:grpSpPr>
            <a:xfrm>
              <a:off x="2436115" y="2269434"/>
              <a:ext cx="4296530" cy="320561"/>
              <a:chOff x="2433511" y="2792111"/>
              <a:chExt cx="4296530" cy="320561"/>
            </a:xfrm>
          </p:grpSpPr>
          <p:grpSp>
            <p:nvGrpSpPr>
              <p:cNvPr id="48311" name="Group 401"/>
              <p:cNvGrpSpPr>
                <a:grpSpLocks/>
              </p:cNvGrpSpPr>
              <p:nvPr/>
            </p:nvGrpSpPr>
            <p:grpSpPr bwMode="auto">
              <a:xfrm>
                <a:off x="2433511" y="2794083"/>
                <a:ext cx="349250" cy="317387"/>
                <a:chOff x="2931664" y="3912603"/>
                <a:chExt cx="430450" cy="329314"/>
              </a:xfrm>
            </p:grpSpPr>
            <p:sp>
              <p:nvSpPr>
                <p:cNvPr id="403" name="Rectangle 402"/>
                <p:cNvSpPr/>
                <p:nvPr/>
              </p:nvSpPr>
              <p:spPr>
                <a:xfrm>
                  <a:off x="2937534" y="3912858"/>
                  <a:ext cx="424580" cy="329431"/>
                </a:xfrm>
                <a:prstGeom prst="rect">
                  <a:avLst/>
                </a:prstGeom>
                <a:solidFill>
                  <a:schemeClr val="bg1"/>
                </a:solidFill>
                <a:ln w="3175">
                  <a:solidFill>
                    <a:srgbClr val="CC0000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cxnSp>
              <p:nvCxnSpPr>
                <p:cNvPr id="404" name="Straight Connector 403"/>
                <p:cNvCxnSpPr/>
                <p:nvPr/>
              </p:nvCxnSpPr>
              <p:spPr>
                <a:xfrm>
                  <a:off x="2931664" y="4005099"/>
                  <a:ext cx="424581" cy="0"/>
                </a:xfrm>
                <a:prstGeom prst="line">
                  <a:avLst/>
                </a:prstGeom>
                <a:ln w="3175">
                  <a:solidFill>
                    <a:srgbClr val="CC0000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5" name="Straight Connector 404"/>
                <p:cNvCxnSpPr/>
                <p:nvPr/>
              </p:nvCxnSpPr>
              <p:spPr>
                <a:xfrm>
                  <a:off x="2931664" y="4067691"/>
                  <a:ext cx="424581" cy="0"/>
                </a:xfrm>
                <a:prstGeom prst="line">
                  <a:avLst/>
                </a:prstGeom>
                <a:ln w="3175">
                  <a:solidFill>
                    <a:srgbClr val="CC0000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6" name="Straight Connector 405"/>
                <p:cNvCxnSpPr>
                  <a:stCxn id="403" idx="2"/>
                </p:cNvCxnSpPr>
                <p:nvPr/>
              </p:nvCxnSpPr>
              <p:spPr>
                <a:xfrm flipH="1" flipV="1">
                  <a:off x="3148846" y="4005099"/>
                  <a:ext cx="0" cy="237190"/>
                </a:xfrm>
                <a:prstGeom prst="line">
                  <a:avLst/>
                </a:prstGeom>
                <a:ln w="3175">
                  <a:solidFill>
                    <a:srgbClr val="CC0000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8312" name="Group 406"/>
              <p:cNvGrpSpPr>
                <a:grpSpLocks/>
              </p:cNvGrpSpPr>
              <p:nvPr/>
            </p:nvGrpSpPr>
            <p:grpSpPr bwMode="auto">
              <a:xfrm>
                <a:off x="3348666" y="2792111"/>
                <a:ext cx="350838" cy="317387"/>
                <a:chOff x="2931664" y="3912603"/>
                <a:chExt cx="430450" cy="329314"/>
              </a:xfrm>
            </p:grpSpPr>
            <p:sp>
              <p:nvSpPr>
                <p:cNvPr id="408" name="Rectangle 407"/>
                <p:cNvSpPr/>
                <p:nvPr/>
              </p:nvSpPr>
              <p:spPr>
                <a:xfrm>
                  <a:off x="2937508" y="3912861"/>
                  <a:ext cx="424606" cy="329431"/>
                </a:xfrm>
                <a:prstGeom prst="rect">
                  <a:avLst/>
                </a:prstGeom>
                <a:solidFill>
                  <a:schemeClr val="bg1"/>
                </a:solidFill>
                <a:ln w="3175">
                  <a:solidFill>
                    <a:srgbClr val="CC0000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cxnSp>
              <p:nvCxnSpPr>
                <p:cNvPr id="409" name="Straight Connector 408"/>
                <p:cNvCxnSpPr/>
                <p:nvPr/>
              </p:nvCxnSpPr>
              <p:spPr>
                <a:xfrm>
                  <a:off x="2931664" y="4005102"/>
                  <a:ext cx="424606" cy="0"/>
                </a:xfrm>
                <a:prstGeom prst="line">
                  <a:avLst/>
                </a:prstGeom>
                <a:ln w="3175">
                  <a:solidFill>
                    <a:srgbClr val="CC0000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0" name="Straight Connector 409"/>
                <p:cNvCxnSpPr/>
                <p:nvPr/>
              </p:nvCxnSpPr>
              <p:spPr>
                <a:xfrm>
                  <a:off x="2931664" y="4067694"/>
                  <a:ext cx="424606" cy="0"/>
                </a:xfrm>
                <a:prstGeom prst="line">
                  <a:avLst/>
                </a:prstGeom>
                <a:ln w="3175">
                  <a:solidFill>
                    <a:srgbClr val="CC0000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1" name="Straight Connector 410"/>
                <p:cNvCxnSpPr>
                  <a:stCxn id="408" idx="2"/>
                </p:cNvCxnSpPr>
                <p:nvPr/>
              </p:nvCxnSpPr>
              <p:spPr>
                <a:xfrm flipH="1" flipV="1">
                  <a:off x="3147863" y="4005102"/>
                  <a:ext cx="1947" cy="237190"/>
                </a:xfrm>
                <a:prstGeom prst="line">
                  <a:avLst/>
                </a:prstGeom>
                <a:ln w="3175">
                  <a:solidFill>
                    <a:srgbClr val="CC0000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8313" name="Group 411"/>
              <p:cNvGrpSpPr>
                <a:grpSpLocks/>
              </p:cNvGrpSpPr>
              <p:nvPr/>
            </p:nvGrpSpPr>
            <p:grpSpPr bwMode="auto">
              <a:xfrm>
                <a:off x="4182104" y="2792111"/>
                <a:ext cx="350837" cy="317387"/>
                <a:chOff x="2931664" y="3912603"/>
                <a:chExt cx="430450" cy="329314"/>
              </a:xfrm>
            </p:grpSpPr>
            <p:sp>
              <p:nvSpPr>
                <p:cNvPr id="413" name="Rectangle 412"/>
                <p:cNvSpPr/>
                <p:nvPr/>
              </p:nvSpPr>
              <p:spPr>
                <a:xfrm>
                  <a:off x="2937507" y="3912861"/>
                  <a:ext cx="424607" cy="329431"/>
                </a:xfrm>
                <a:prstGeom prst="rect">
                  <a:avLst/>
                </a:prstGeom>
                <a:solidFill>
                  <a:schemeClr val="bg1"/>
                </a:solidFill>
                <a:ln w="3175">
                  <a:solidFill>
                    <a:srgbClr val="CC0000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cxnSp>
              <p:nvCxnSpPr>
                <p:cNvPr id="414" name="Straight Connector 413"/>
                <p:cNvCxnSpPr/>
                <p:nvPr/>
              </p:nvCxnSpPr>
              <p:spPr>
                <a:xfrm>
                  <a:off x="2931664" y="4005102"/>
                  <a:ext cx="424607" cy="0"/>
                </a:xfrm>
                <a:prstGeom prst="line">
                  <a:avLst/>
                </a:prstGeom>
                <a:ln w="3175">
                  <a:solidFill>
                    <a:srgbClr val="CC0000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5" name="Straight Connector 414"/>
                <p:cNvCxnSpPr/>
                <p:nvPr/>
              </p:nvCxnSpPr>
              <p:spPr>
                <a:xfrm>
                  <a:off x="2931664" y="4067694"/>
                  <a:ext cx="424607" cy="0"/>
                </a:xfrm>
                <a:prstGeom prst="line">
                  <a:avLst/>
                </a:prstGeom>
                <a:ln w="3175">
                  <a:solidFill>
                    <a:srgbClr val="CC0000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6" name="Straight Connector 415"/>
                <p:cNvCxnSpPr>
                  <a:stCxn id="413" idx="2"/>
                </p:cNvCxnSpPr>
                <p:nvPr/>
              </p:nvCxnSpPr>
              <p:spPr>
                <a:xfrm flipH="1" flipV="1">
                  <a:off x="3147863" y="4005102"/>
                  <a:ext cx="1948" cy="237190"/>
                </a:xfrm>
                <a:prstGeom prst="line">
                  <a:avLst/>
                </a:prstGeom>
                <a:ln w="3175">
                  <a:solidFill>
                    <a:srgbClr val="CC0000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8314" name="Group 416"/>
              <p:cNvGrpSpPr>
                <a:grpSpLocks/>
              </p:cNvGrpSpPr>
              <p:nvPr/>
            </p:nvGrpSpPr>
            <p:grpSpPr bwMode="auto">
              <a:xfrm>
                <a:off x="5374316" y="2795285"/>
                <a:ext cx="349250" cy="317387"/>
                <a:chOff x="2931664" y="3912603"/>
                <a:chExt cx="430450" cy="329314"/>
              </a:xfrm>
            </p:grpSpPr>
            <p:sp>
              <p:nvSpPr>
                <p:cNvPr id="418" name="Rectangle 417"/>
                <p:cNvSpPr/>
                <p:nvPr/>
              </p:nvSpPr>
              <p:spPr>
                <a:xfrm>
                  <a:off x="2937534" y="3912862"/>
                  <a:ext cx="424580" cy="329431"/>
                </a:xfrm>
                <a:prstGeom prst="rect">
                  <a:avLst/>
                </a:prstGeom>
                <a:solidFill>
                  <a:schemeClr val="bg1"/>
                </a:solidFill>
                <a:ln w="3175">
                  <a:solidFill>
                    <a:srgbClr val="CC0000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cxnSp>
              <p:nvCxnSpPr>
                <p:cNvPr id="419" name="Straight Connector 418"/>
                <p:cNvCxnSpPr/>
                <p:nvPr/>
              </p:nvCxnSpPr>
              <p:spPr>
                <a:xfrm>
                  <a:off x="2931664" y="4005103"/>
                  <a:ext cx="424581" cy="0"/>
                </a:xfrm>
                <a:prstGeom prst="line">
                  <a:avLst/>
                </a:prstGeom>
                <a:ln w="3175">
                  <a:solidFill>
                    <a:srgbClr val="CC0000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0" name="Straight Connector 419"/>
                <p:cNvCxnSpPr/>
                <p:nvPr/>
              </p:nvCxnSpPr>
              <p:spPr>
                <a:xfrm>
                  <a:off x="2931664" y="4067695"/>
                  <a:ext cx="424581" cy="0"/>
                </a:xfrm>
                <a:prstGeom prst="line">
                  <a:avLst/>
                </a:prstGeom>
                <a:ln w="3175">
                  <a:solidFill>
                    <a:srgbClr val="CC0000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1" name="Straight Connector 420"/>
                <p:cNvCxnSpPr>
                  <a:stCxn id="418" idx="2"/>
                </p:cNvCxnSpPr>
                <p:nvPr/>
              </p:nvCxnSpPr>
              <p:spPr>
                <a:xfrm flipH="1" flipV="1">
                  <a:off x="3148846" y="4005103"/>
                  <a:ext cx="0" cy="237190"/>
                </a:xfrm>
                <a:prstGeom prst="line">
                  <a:avLst/>
                </a:prstGeom>
                <a:ln w="3175">
                  <a:solidFill>
                    <a:srgbClr val="CC0000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8315" name="Group 421"/>
              <p:cNvGrpSpPr>
                <a:grpSpLocks/>
              </p:cNvGrpSpPr>
              <p:nvPr/>
            </p:nvGrpSpPr>
            <p:grpSpPr bwMode="auto">
              <a:xfrm>
                <a:off x="6379204" y="2792111"/>
                <a:ext cx="350837" cy="317387"/>
                <a:chOff x="2931664" y="3912603"/>
                <a:chExt cx="430450" cy="329314"/>
              </a:xfrm>
            </p:grpSpPr>
            <p:sp>
              <p:nvSpPr>
                <p:cNvPr id="423" name="Rectangle 422"/>
                <p:cNvSpPr/>
                <p:nvPr/>
              </p:nvSpPr>
              <p:spPr>
                <a:xfrm>
                  <a:off x="2937507" y="3912861"/>
                  <a:ext cx="424607" cy="329431"/>
                </a:xfrm>
                <a:prstGeom prst="rect">
                  <a:avLst/>
                </a:prstGeom>
                <a:solidFill>
                  <a:schemeClr val="bg1"/>
                </a:solidFill>
                <a:ln w="3175">
                  <a:solidFill>
                    <a:srgbClr val="CC0000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cxnSp>
              <p:nvCxnSpPr>
                <p:cNvPr id="424" name="Straight Connector 423"/>
                <p:cNvCxnSpPr/>
                <p:nvPr/>
              </p:nvCxnSpPr>
              <p:spPr>
                <a:xfrm>
                  <a:off x="2931664" y="4005102"/>
                  <a:ext cx="424607" cy="0"/>
                </a:xfrm>
                <a:prstGeom prst="line">
                  <a:avLst/>
                </a:prstGeom>
                <a:ln w="3175">
                  <a:solidFill>
                    <a:srgbClr val="CC0000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5" name="Straight Connector 424"/>
                <p:cNvCxnSpPr/>
                <p:nvPr/>
              </p:nvCxnSpPr>
              <p:spPr>
                <a:xfrm>
                  <a:off x="2931664" y="4067694"/>
                  <a:ext cx="424607" cy="0"/>
                </a:xfrm>
                <a:prstGeom prst="line">
                  <a:avLst/>
                </a:prstGeom>
                <a:ln w="3175">
                  <a:solidFill>
                    <a:srgbClr val="CC0000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6" name="Straight Connector 425"/>
                <p:cNvCxnSpPr>
                  <a:stCxn id="423" idx="2"/>
                </p:cNvCxnSpPr>
                <p:nvPr/>
              </p:nvCxnSpPr>
              <p:spPr>
                <a:xfrm flipH="1" flipV="1">
                  <a:off x="3147863" y="4005102"/>
                  <a:ext cx="1948" cy="237190"/>
                </a:xfrm>
                <a:prstGeom prst="line">
                  <a:avLst/>
                </a:prstGeom>
                <a:ln w="3175">
                  <a:solidFill>
                    <a:srgbClr val="CC0000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48260" name="Group 48259"/>
            <p:cNvGrpSpPr/>
            <p:nvPr/>
          </p:nvGrpSpPr>
          <p:grpSpPr>
            <a:xfrm>
              <a:off x="1856416" y="3244261"/>
              <a:ext cx="5211763" cy="2739614"/>
              <a:chOff x="1856416" y="3709935"/>
              <a:chExt cx="5211763" cy="2739614"/>
            </a:xfrm>
          </p:grpSpPr>
          <p:sp>
            <p:nvSpPr>
              <p:cNvPr id="268" name="Freeform 267"/>
              <p:cNvSpPr/>
              <p:nvPr/>
            </p:nvSpPr>
            <p:spPr>
              <a:xfrm>
                <a:off x="1876731" y="5330139"/>
                <a:ext cx="1280789" cy="759087"/>
              </a:xfrm>
              <a:custGeom>
                <a:avLst/>
                <a:gdLst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139870 w 1040633"/>
                  <a:gd name="connsiteY4" fmla="*/ 1191723 h 1219697"/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139870 w 1040633"/>
                  <a:gd name="connsiteY4" fmla="*/ 1191723 h 1219697"/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139870 w 1040633"/>
                  <a:gd name="connsiteY4" fmla="*/ 1191723 h 1219697"/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139870 w 1040633"/>
                  <a:gd name="connsiteY4" fmla="*/ 1191723 h 1219697"/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139870 w 1040633"/>
                  <a:gd name="connsiteY4" fmla="*/ 1191723 h 1219697"/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418712 w 1040633"/>
                  <a:gd name="connsiteY4" fmla="*/ 1189324 h 1219697"/>
                  <a:gd name="connsiteX5" fmla="*/ 139870 w 1040633"/>
                  <a:gd name="connsiteY5" fmla="*/ 1191723 h 1219697"/>
                  <a:gd name="connsiteX0" fmla="*/ 139870 w 1040633"/>
                  <a:gd name="connsiteY0" fmla="*/ 1191723 h 1355926"/>
                  <a:gd name="connsiteX1" fmla="*/ 0 w 1040633"/>
                  <a:gd name="connsiteY1" fmla="*/ 0 h 1355926"/>
                  <a:gd name="connsiteX2" fmla="*/ 1040633 w 1040633"/>
                  <a:gd name="connsiteY2" fmla="*/ 16785 h 1355926"/>
                  <a:gd name="connsiteX3" fmla="*/ 833625 w 1040633"/>
                  <a:gd name="connsiteY3" fmla="*/ 1219697 h 1355926"/>
                  <a:gd name="connsiteX4" fmla="*/ 139870 w 1040633"/>
                  <a:gd name="connsiteY4" fmla="*/ 1191723 h 1355926"/>
                  <a:gd name="connsiteX0" fmla="*/ 139870 w 1040633"/>
                  <a:gd name="connsiteY0" fmla="*/ 1191723 h 1289901"/>
                  <a:gd name="connsiteX1" fmla="*/ 0 w 1040633"/>
                  <a:gd name="connsiteY1" fmla="*/ 0 h 1289901"/>
                  <a:gd name="connsiteX2" fmla="*/ 1040633 w 1040633"/>
                  <a:gd name="connsiteY2" fmla="*/ 16785 h 1289901"/>
                  <a:gd name="connsiteX3" fmla="*/ 833625 w 1040633"/>
                  <a:gd name="connsiteY3" fmla="*/ 1219697 h 1289901"/>
                  <a:gd name="connsiteX4" fmla="*/ 139870 w 1040633"/>
                  <a:gd name="connsiteY4" fmla="*/ 1191723 h 1289901"/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139870 w 1040633"/>
                  <a:gd name="connsiteY4" fmla="*/ 1191723 h 1219697"/>
                  <a:gd name="connsiteX0" fmla="*/ 139870 w 1040633"/>
                  <a:gd name="connsiteY0" fmla="*/ 1191723 h 1191723"/>
                  <a:gd name="connsiteX1" fmla="*/ 0 w 1040633"/>
                  <a:gd name="connsiteY1" fmla="*/ 0 h 1191723"/>
                  <a:gd name="connsiteX2" fmla="*/ 1040633 w 1040633"/>
                  <a:gd name="connsiteY2" fmla="*/ 16785 h 1191723"/>
                  <a:gd name="connsiteX3" fmla="*/ 671988 w 1040633"/>
                  <a:gd name="connsiteY3" fmla="*/ 1158121 h 1191723"/>
                  <a:gd name="connsiteX4" fmla="*/ 139870 w 1040633"/>
                  <a:gd name="connsiteY4" fmla="*/ 1191723 h 1191723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56947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56947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448507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569478 w 1040633"/>
                  <a:gd name="connsiteY3" fmla="*/ 1158121 h 1160935"/>
                  <a:gd name="connsiteX4" fmla="*/ 448507 w 1040633"/>
                  <a:gd name="connsiteY4" fmla="*/ 1160935 h 1160935"/>
                  <a:gd name="connsiteX0" fmla="*/ 448507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569478 w 1040633"/>
                  <a:gd name="connsiteY3" fmla="*/ 1158121 h 1160935"/>
                  <a:gd name="connsiteX4" fmla="*/ 448507 w 1040633"/>
                  <a:gd name="connsiteY4" fmla="*/ 1160935 h 1160935"/>
                  <a:gd name="connsiteX0" fmla="*/ 448507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569478 w 1040633"/>
                  <a:gd name="connsiteY3" fmla="*/ 1158121 h 1160935"/>
                  <a:gd name="connsiteX4" fmla="*/ 448507 w 1040633"/>
                  <a:gd name="connsiteY4" fmla="*/ 1160935 h 1160935"/>
                  <a:gd name="connsiteX0" fmla="*/ 448507 w 1325315"/>
                  <a:gd name="connsiteY0" fmla="*/ 1160935 h 1160935"/>
                  <a:gd name="connsiteX1" fmla="*/ 0 w 1325315"/>
                  <a:gd name="connsiteY1" fmla="*/ 0 h 1160935"/>
                  <a:gd name="connsiteX2" fmla="*/ 1040633 w 1325315"/>
                  <a:gd name="connsiteY2" fmla="*/ 16785 h 1160935"/>
                  <a:gd name="connsiteX3" fmla="*/ 1214315 w 1325315"/>
                  <a:gd name="connsiteY3" fmla="*/ 1064597 h 1160935"/>
                  <a:gd name="connsiteX4" fmla="*/ 448507 w 1325315"/>
                  <a:gd name="connsiteY4" fmla="*/ 1160935 h 1160935"/>
                  <a:gd name="connsiteX0" fmla="*/ 448507 w 1214315"/>
                  <a:gd name="connsiteY0" fmla="*/ 1160935 h 1160935"/>
                  <a:gd name="connsiteX1" fmla="*/ 0 w 1214315"/>
                  <a:gd name="connsiteY1" fmla="*/ 0 h 1160935"/>
                  <a:gd name="connsiteX2" fmla="*/ 1040633 w 1214315"/>
                  <a:gd name="connsiteY2" fmla="*/ 16785 h 1160935"/>
                  <a:gd name="connsiteX3" fmla="*/ 1214315 w 1214315"/>
                  <a:gd name="connsiteY3" fmla="*/ 1064597 h 1160935"/>
                  <a:gd name="connsiteX4" fmla="*/ 448507 w 1214315"/>
                  <a:gd name="connsiteY4" fmla="*/ 1160935 h 1160935"/>
                  <a:gd name="connsiteX0" fmla="*/ 448507 w 1214315"/>
                  <a:gd name="connsiteY0" fmla="*/ 1160935 h 1160935"/>
                  <a:gd name="connsiteX1" fmla="*/ 0 w 1214315"/>
                  <a:gd name="connsiteY1" fmla="*/ 0 h 1160935"/>
                  <a:gd name="connsiteX2" fmla="*/ 1040633 w 1214315"/>
                  <a:gd name="connsiteY2" fmla="*/ 16785 h 1160935"/>
                  <a:gd name="connsiteX3" fmla="*/ 1214315 w 1214315"/>
                  <a:gd name="connsiteY3" fmla="*/ 1064597 h 1160935"/>
                  <a:gd name="connsiteX4" fmla="*/ 448507 w 1214315"/>
                  <a:gd name="connsiteY4" fmla="*/ 1160935 h 1160935"/>
                  <a:gd name="connsiteX0" fmla="*/ 1053964 w 1214315"/>
                  <a:gd name="connsiteY0" fmla="*/ 1136323 h 1136323"/>
                  <a:gd name="connsiteX1" fmla="*/ 0 w 1214315"/>
                  <a:gd name="connsiteY1" fmla="*/ 0 h 1136323"/>
                  <a:gd name="connsiteX2" fmla="*/ 1040633 w 1214315"/>
                  <a:gd name="connsiteY2" fmla="*/ 16785 h 1136323"/>
                  <a:gd name="connsiteX3" fmla="*/ 1214315 w 1214315"/>
                  <a:gd name="connsiteY3" fmla="*/ 1064597 h 1136323"/>
                  <a:gd name="connsiteX4" fmla="*/ 1053964 w 1214315"/>
                  <a:gd name="connsiteY4" fmla="*/ 1136323 h 1136323"/>
                  <a:gd name="connsiteX0" fmla="*/ 1053964 w 1214315"/>
                  <a:gd name="connsiteY0" fmla="*/ 1136323 h 1136323"/>
                  <a:gd name="connsiteX1" fmla="*/ 0 w 1214315"/>
                  <a:gd name="connsiteY1" fmla="*/ 0 h 1136323"/>
                  <a:gd name="connsiteX2" fmla="*/ 1040633 w 1214315"/>
                  <a:gd name="connsiteY2" fmla="*/ 16785 h 1136323"/>
                  <a:gd name="connsiteX3" fmla="*/ 1214315 w 1214315"/>
                  <a:gd name="connsiteY3" fmla="*/ 1064597 h 1136323"/>
                  <a:gd name="connsiteX4" fmla="*/ 1053964 w 1214315"/>
                  <a:gd name="connsiteY4" fmla="*/ 1136323 h 1136323"/>
                  <a:gd name="connsiteX0" fmla="*/ 1053964 w 1214315"/>
                  <a:gd name="connsiteY0" fmla="*/ 1136323 h 1136323"/>
                  <a:gd name="connsiteX1" fmla="*/ 0 w 1214315"/>
                  <a:gd name="connsiteY1" fmla="*/ 0 h 1136323"/>
                  <a:gd name="connsiteX2" fmla="*/ 1040633 w 1214315"/>
                  <a:gd name="connsiteY2" fmla="*/ 16785 h 1136323"/>
                  <a:gd name="connsiteX3" fmla="*/ 1214315 w 1214315"/>
                  <a:gd name="connsiteY3" fmla="*/ 1064597 h 1136323"/>
                  <a:gd name="connsiteX4" fmla="*/ 1053964 w 1214315"/>
                  <a:gd name="connsiteY4" fmla="*/ 1136323 h 1136323"/>
                  <a:gd name="connsiteX0" fmla="*/ 1060159 w 1220510"/>
                  <a:gd name="connsiteY0" fmla="*/ 1119627 h 1119627"/>
                  <a:gd name="connsiteX1" fmla="*/ 0 w 1220510"/>
                  <a:gd name="connsiteY1" fmla="*/ 249694 h 1119627"/>
                  <a:gd name="connsiteX2" fmla="*/ 1046828 w 1220510"/>
                  <a:gd name="connsiteY2" fmla="*/ 89 h 1119627"/>
                  <a:gd name="connsiteX3" fmla="*/ 1220510 w 1220510"/>
                  <a:gd name="connsiteY3" fmla="*/ 1047901 h 1119627"/>
                  <a:gd name="connsiteX4" fmla="*/ 1060159 w 1220510"/>
                  <a:gd name="connsiteY4" fmla="*/ 1119627 h 1119627"/>
                  <a:gd name="connsiteX0" fmla="*/ 1060159 w 1220510"/>
                  <a:gd name="connsiteY0" fmla="*/ 1119627 h 1119627"/>
                  <a:gd name="connsiteX1" fmla="*/ 0 w 1220510"/>
                  <a:gd name="connsiteY1" fmla="*/ 249694 h 1119627"/>
                  <a:gd name="connsiteX2" fmla="*/ 1046828 w 1220510"/>
                  <a:gd name="connsiteY2" fmla="*/ 89 h 1119627"/>
                  <a:gd name="connsiteX3" fmla="*/ 1220510 w 1220510"/>
                  <a:gd name="connsiteY3" fmla="*/ 1047901 h 1119627"/>
                  <a:gd name="connsiteX4" fmla="*/ 1060159 w 1220510"/>
                  <a:gd name="connsiteY4" fmla="*/ 1119627 h 1119627"/>
                  <a:gd name="connsiteX0" fmla="*/ 1060159 w 1220510"/>
                  <a:gd name="connsiteY0" fmla="*/ 1119627 h 1119627"/>
                  <a:gd name="connsiteX1" fmla="*/ 0 w 1220510"/>
                  <a:gd name="connsiteY1" fmla="*/ 249694 h 1119627"/>
                  <a:gd name="connsiteX2" fmla="*/ 1046828 w 1220510"/>
                  <a:gd name="connsiteY2" fmla="*/ 89 h 1119627"/>
                  <a:gd name="connsiteX3" fmla="*/ 1220510 w 1220510"/>
                  <a:gd name="connsiteY3" fmla="*/ 1047901 h 1119627"/>
                  <a:gd name="connsiteX4" fmla="*/ 1060159 w 1220510"/>
                  <a:gd name="connsiteY4" fmla="*/ 1119627 h 1119627"/>
                  <a:gd name="connsiteX0" fmla="*/ 1060159 w 1220510"/>
                  <a:gd name="connsiteY0" fmla="*/ 921649 h 921649"/>
                  <a:gd name="connsiteX1" fmla="*/ 0 w 1220510"/>
                  <a:gd name="connsiteY1" fmla="*/ 51716 h 921649"/>
                  <a:gd name="connsiteX2" fmla="*/ 1059218 w 1220510"/>
                  <a:gd name="connsiteY2" fmla="*/ 355 h 921649"/>
                  <a:gd name="connsiteX3" fmla="*/ 1220510 w 1220510"/>
                  <a:gd name="connsiteY3" fmla="*/ 849923 h 921649"/>
                  <a:gd name="connsiteX4" fmla="*/ 1060159 w 1220510"/>
                  <a:gd name="connsiteY4" fmla="*/ 921649 h 921649"/>
                  <a:gd name="connsiteX0" fmla="*/ 1060159 w 1220510"/>
                  <a:gd name="connsiteY0" fmla="*/ 921649 h 921649"/>
                  <a:gd name="connsiteX1" fmla="*/ 0 w 1220510"/>
                  <a:gd name="connsiteY1" fmla="*/ 51716 h 921649"/>
                  <a:gd name="connsiteX2" fmla="*/ 1059218 w 1220510"/>
                  <a:gd name="connsiteY2" fmla="*/ 355 h 921649"/>
                  <a:gd name="connsiteX3" fmla="*/ 1220510 w 1220510"/>
                  <a:gd name="connsiteY3" fmla="*/ 849923 h 921649"/>
                  <a:gd name="connsiteX4" fmla="*/ 1060159 w 1220510"/>
                  <a:gd name="connsiteY4" fmla="*/ 921649 h 921649"/>
                  <a:gd name="connsiteX0" fmla="*/ 1060159 w 1220510"/>
                  <a:gd name="connsiteY0" fmla="*/ 921649 h 921649"/>
                  <a:gd name="connsiteX1" fmla="*/ 0 w 1220510"/>
                  <a:gd name="connsiteY1" fmla="*/ 51716 h 921649"/>
                  <a:gd name="connsiteX2" fmla="*/ 1059218 w 1220510"/>
                  <a:gd name="connsiteY2" fmla="*/ 355 h 921649"/>
                  <a:gd name="connsiteX3" fmla="*/ 1220510 w 1220510"/>
                  <a:gd name="connsiteY3" fmla="*/ 849923 h 921649"/>
                  <a:gd name="connsiteX4" fmla="*/ 1060159 w 1220510"/>
                  <a:gd name="connsiteY4" fmla="*/ 921649 h 921649"/>
                  <a:gd name="connsiteX0" fmla="*/ 1060159 w 1340486"/>
                  <a:gd name="connsiteY0" fmla="*/ 921649 h 921649"/>
                  <a:gd name="connsiteX1" fmla="*/ 0 w 1340486"/>
                  <a:gd name="connsiteY1" fmla="*/ 51716 h 921649"/>
                  <a:gd name="connsiteX2" fmla="*/ 1059218 w 1340486"/>
                  <a:gd name="connsiteY2" fmla="*/ 355 h 921649"/>
                  <a:gd name="connsiteX3" fmla="*/ 1340486 w 1340486"/>
                  <a:gd name="connsiteY3" fmla="*/ 709789 h 921649"/>
                  <a:gd name="connsiteX4" fmla="*/ 1060159 w 1340486"/>
                  <a:gd name="connsiteY4" fmla="*/ 921649 h 921649"/>
                  <a:gd name="connsiteX0" fmla="*/ 1060159 w 1340486"/>
                  <a:gd name="connsiteY0" fmla="*/ 921649 h 921649"/>
                  <a:gd name="connsiteX1" fmla="*/ 0 w 1340486"/>
                  <a:gd name="connsiteY1" fmla="*/ 51716 h 921649"/>
                  <a:gd name="connsiteX2" fmla="*/ 1059218 w 1340486"/>
                  <a:gd name="connsiteY2" fmla="*/ 355 h 921649"/>
                  <a:gd name="connsiteX3" fmla="*/ 1340486 w 1340486"/>
                  <a:gd name="connsiteY3" fmla="*/ 709789 h 921649"/>
                  <a:gd name="connsiteX4" fmla="*/ 1060159 w 1340486"/>
                  <a:gd name="connsiteY4" fmla="*/ 921649 h 921649"/>
                  <a:gd name="connsiteX0" fmla="*/ 1060159 w 1340486"/>
                  <a:gd name="connsiteY0" fmla="*/ 921649 h 921649"/>
                  <a:gd name="connsiteX1" fmla="*/ 0 w 1340486"/>
                  <a:gd name="connsiteY1" fmla="*/ 51716 h 921649"/>
                  <a:gd name="connsiteX2" fmla="*/ 1059218 w 1340486"/>
                  <a:gd name="connsiteY2" fmla="*/ 355 h 921649"/>
                  <a:gd name="connsiteX3" fmla="*/ 1340486 w 1340486"/>
                  <a:gd name="connsiteY3" fmla="*/ 709789 h 921649"/>
                  <a:gd name="connsiteX4" fmla="*/ 1060159 w 1340486"/>
                  <a:gd name="connsiteY4" fmla="*/ 921649 h 921649"/>
                  <a:gd name="connsiteX0" fmla="*/ 1025166 w 1340486"/>
                  <a:gd name="connsiteY0" fmla="*/ 746482 h 746482"/>
                  <a:gd name="connsiteX1" fmla="*/ 0 w 1340486"/>
                  <a:gd name="connsiteY1" fmla="*/ 51716 h 746482"/>
                  <a:gd name="connsiteX2" fmla="*/ 1059218 w 1340486"/>
                  <a:gd name="connsiteY2" fmla="*/ 355 h 746482"/>
                  <a:gd name="connsiteX3" fmla="*/ 1340486 w 1340486"/>
                  <a:gd name="connsiteY3" fmla="*/ 709789 h 746482"/>
                  <a:gd name="connsiteX4" fmla="*/ 1025166 w 1340486"/>
                  <a:gd name="connsiteY4" fmla="*/ 746482 h 746482"/>
                  <a:gd name="connsiteX0" fmla="*/ 1025166 w 1340486"/>
                  <a:gd name="connsiteY0" fmla="*/ 746482 h 746482"/>
                  <a:gd name="connsiteX1" fmla="*/ 0 w 1340486"/>
                  <a:gd name="connsiteY1" fmla="*/ 51716 h 746482"/>
                  <a:gd name="connsiteX2" fmla="*/ 1059218 w 1340486"/>
                  <a:gd name="connsiteY2" fmla="*/ 355 h 746482"/>
                  <a:gd name="connsiteX3" fmla="*/ 1340486 w 1340486"/>
                  <a:gd name="connsiteY3" fmla="*/ 709789 h 746482"/>
                  <a:gd name="connsiteX4" fmla="*/ 1025166 w 1340486"/>
                  <a:gd name="connsiteY4" fmla="*/ 746482 h 746482"/>
                  <a:gd name="connsiteX0" fmla="*/ 965179 w 1280499"/>
                  <a:gd name="connsiteY0" fmla="*/ 759828 h 759828"/>
                  <a:gd name="connsiteX1" fmla="*/ 0 w 1280499"/>
                  <a:gd name="connsiteY1" fmla="*/ 0 h 759828"/>
                  <a:gd name="connsiteX2" fmla="*/ 999231 w 1280499"/>
                  <a:gd name="connsiteY2" fmla="*/ 13701 h 759828"/>
                  <a:gd name="connsiteX3" fmla="*/ 1280499 w 1280499"/>
                  <a:gd name="connsiteY3" fmla="*/ 723135 h 759828"/>
                  <a:gd name="connsiteX4" fmla="*/ 965179 w 1280499"/>
                  <a:gd name="connsiteY4" fmla="*/ 759828 h 759828"/>
                  <a:gd name="connsiteX0" fmla="*/ 965179 w 1280499"/>
                  <a:gd name="connsiteY0" fmla="*/ 759828 h 759828"/>
                  <a:gd name="connsiteX1" fmla="*/ 0 w 1280499"/>
                  <a:gd name="connsiteY1" fmla="*/ 0 h 759828"/>
                  <a:gd name="connsiteX2" fmla="*/ 999231 w 1280499"/>
                  <a:gd name="connsiteY2" fmla="*/ 13701 h 759828"/>
                  <a:gd name="connsiteX3" fmla="*/ 1280499 w 1280499"/>
                  <a:gd name="connsiteY3" fmla="*/ 723135 h 759828"/>
                  <a:gd name="connsiteX4" fmla="*/ 965179 w 1280499"/>
                  <a:gd name="connsiteY4" fmla="*/ 759828 h 7598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80499" h="759828">
                    <a:moveTo>
                      <a:pt x="965179" y="759828"/>
                    </a:moveTo>
                    <a:cubicBezTo>
                      <a:pt x="301565" y="231725"/>
                      <a:pt x="628999" y="498939"/>
                      <a:pt x="0" y="0"/>
                    </a:cubicBezTo>
                    <a:lnTo>
                      <a:pt x="999231" y="13701"/>
                    </a:lnTo>
                    <a:cubicBezTo>
                      <a:pt x="1112985" y="379881"/>
                      <a:pt x="1055867" y="236107"/>
                      <a:pt x="1280499" y="723135"/>
                    </a:cubicBezTo>
                    <a:cubicBezTo>
                      <a:pt x="1186079" y="728668"/>
                      <a:pt x="1127207" y="701414"/>
                      <a:pt x="965179" y="759828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</a:gradFill>
              <a:ln>
                <a:solidFill>
                  <a:schemeClr val="bg1">
                    <a:lumMod val="75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272" name="Freeform 271"/>
              <p:cNvSpPr/>
              <p:nvPr/>
            </p:nvSpPr>
            <p:spPr>
              <a:xfrm>
                <a:off x="6202668" y="5429198"/>
                <a:ext cx="865511" cy="553828"/>
              </a:xfrm>
              <a:custGeom>
                <a:avLst/>
                <a:gdLst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139870 w 1040633"/>
                  <a:gd name="connsiteY4" fmla="*/ 1191723 h 1219697"/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139870 w 1040633"/>
                  <a:gd name="connsiteY4" fmla="*/ 1191723 h 1219697"/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139870 w 1040633"/>
                  <a:gd name="connsiteY4" fmla="*/ 1191723 h 1219697"/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139870 w 1040633"/>
                  <a:gd name="connsiteY4" fmla="*/ 1191723 h 1219697"/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139870 w 1040633"/>
                  <a:gd name="connsiteY4" fmla="*/ 1191723 h 1219697"/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418712 w 1040633"/>
                  <a:gd name="connsiteY4" fmla="*/ 1189324 h 1219697"/>
                  <a:gd name="connsiteX5" fmla="*/ 139870 w 1040633"/>
                  <a:gd name="connsiteY5" fmla="*/ 1191723 h 1219697"/>
                  <a:gd name="connsiteX0" fmla="*/ 139870 w 1040633"/>
                  <a:gd name="connsiteY0" fmla="*/ 1191723 h 1355926"/>
                  <a:gd name="connsiteX1" fmla="*/ 0 w 1040633"/>
                  <a:gd name="connsiteY1" fmla="*/ 0 h 1355926"/>
                  <a:gd name="connsiteX2" fmla="*/ 1040633 w 1040633"/>
                  <a:gd name="connsiteY2" fmla="*/ 16785 h 1355926"/>
                  <a:gd name="connsiteX3" fmla="*/ 833625 w 1040633"/>
                  <a:gd name="connsiteY3" fmla="*/ 1219697 h 1355926"/>
                  <a:gd name="connsiteX4" fmla="*/ 139870 w 1040633"/>
                  <a:gd name="connsiteY4" fmla="*/ 1191723 h 1355926"/>
                  <a:gd name="connsiteX0" fmla="*/ 139870 w 1040633"/>
                  <a:gd name="connsiteY0" fmla="*/ 1191723 h 1289901"/>
                  <a:gd name="connsiteX1" fmla="*/ 0 w 1040633"/>
                  <a:gd name="connsiteY1" fmla="*/ 0 h 1289901"/>
                  <a:gd name="connsiteX2" fmla="*/ 1040633 w 1040633"/>
                  <a:gd name="connsiteY2" fmla="*/ 16785 h 1289901"/>
                  <a:gd name="connsiteX3" fmla="*/ 833625 w 1040633"/>
                  <a:gd name="connsiteY3" fmla="*/ 1219697 h 1289901"/>
                  <a:gd name="connsiteX4" fmla="*/ 139870 w 1040633"/>
                  <a:gd name="connsiteY4" fmla="*/ 1191723 h 1289901"/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139870 w 1040633"/>
                  <a:gd name="connsiteY4" fmla="*/ 1191723 h 1219697"/>
                  <a:gd name="connsiteX0" fmla="*/ 139870 w 1040633"/>
                  <a:gd name="connsiteY0" fmla="*/ 1191723 h 1191723"/>
                  <a:gd name="connsiteX1" fmla="*/ 0 w 1040633"/>
                  <a:gd name="connsiteY1" fmla="*/ 0 h 1191723"/>
                  <a:gd name="connsiteX2" fmla="*/ 1040633 w 1040633"/>
                  <a:gd name="connsiteY2" fmla="*/ 16785 h 1191723"/>
                  <a:gd name="connsiteX3" fmla="*/ 671988 w 1040633"/>
                  <a:gd name="connsiteY3" fmla="*/ 1158121 h 1191723"/>
                  <a:gd name="connsiteX4" fmla="*/ 139870 w 1040633"/>
                  <a:gd name="connsiteY4" fmla="*/ 1191723 h 1191723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778664"/>
                  <a:gd name="connsiteY0" fmla="*/ 1160935 h 1160935"/>
                  <a:gd name="connsiteX1" fmla="*/ 0 w 778664"/>
                  <a:gd name="connsiteY1" fmla="*/ 0 h 1160935"/>
                  <a:gd name="connsiteX2" fmla="*/ 778664 w 778664"/>
                  <a:gd name="connsiteY2" fmla="*/ 130682 h 1160935"/>
                  <a:gd name="connsiteX3" fmla="*/ 671988 w 778664"/>
                  <a:gd name="connsiteY3" fmla="*/ 1158121 h 1160935"/>
                  <a:gd name="connsiteX4" fmla="*/ 363082 w 778664"/>
                  <a:gd name="connsiteY4" fmla="*/ 1160935 h 1160935"/>
                  <a:gd name="connsiteX0" fmla="*/ 363082 w 778664"/>
                  <a:gd name="connsiteY0" fmla="*/ 1160935 h 1160935"/>
                  <a:gd name="connsiteX1" fmla="*/ 0 w 778664"/>
                  <a:gd name="connsiteY1" fmla="*/ 0 h 1160935"/>
                  <a:gd name="connsiteX2" fmla="*/ 778664 w 778664"/>
                  <a:gd name="connsiteY2" fmla="*/ 130682 h 1160935"/>
                  <a:gd name="connsiteX3" fmla="*/ 694768 w 778664"/>
                  <a:gd name="connsiteY3" fmla="*/ 1112562 h 1160935"/>
                  <a:gd name="connsiteX4" fmla="*/ 363082 w 778664"/>
                  <a:gd name="connsiteY4" fmla="*/ 1160935 h 1160935"/>
                  <a:gd name="connsiteX0" fmla="*/ 363082 w 778664"/>
                  <a:gd name="connsiteY0" fmla="*/ 1160935 h 1160935"/>
                  <a:gd name="connsiteX1" fmla="*/ 0 w 778664"/>
                  <a:gd name="connsiteY1" fmla="*/ 0 h 1160935"/>
                  <a:gd name="connsiteX2" fmla="*/ 778664 w 778664"/>
                  <a:gd name="connsiteY2" fmla="*/ 130682 h 1160935"/>
                  <a:gd name="connsiteX3" fmla="*/ 694768 w 778664"/>
                  <a:gd name="connsiteY3" fmla="*/ 1112562 h 1160935"/>
                  <a:gd name="connsiteX4" fmla="*/ 363082 w 778664"/>
                  <a:gd name="connsiteY4" fmla="*/ 1160935 h 1160935"/>
                  <a:gd name="connsiteX0" fmla="*/ 397252 w 778664"/>
                  <a:gd name="connsiteY0" fmla="*/ 1103987 h 1112562"/>
                  <a:gd name="connsiteX1" fmla="*/ 0 w 778664"/>
                  <a:gd name="connsiteY1" fmla="*/ 0 h 1112562"/>
                  <a:gd name="connsiteX2" fmla="*/ 778664 w 778664"/>
                  <a:gd name="connsiteY2" fmla="*/ 130682 h 1112562"/>
                  <a:gd name="connsiteX3" fmla="*/ 694768 w 778664"/>
                  <a:gd name="connsiteY3" fmla="*/ 1112562 h 1112562"/>
                  <a:gd name="connsiteX4" fmla="*/ 397252 w 778664"/>
                  <a:gd name="connsiteY4" fmla="*/ 1103987 h 1112562"/>
                  <a:gd name="connsiteX0" fmla="*/ 397252 w 778664"/>
                  <a:gd name="connsiteY0" fmla="*/ 1103987 h 1112562"/>
                  <a:gd name="connsiteX1" fmla="*/ 0 w 778664"/>
                  <a:gd name="connsiteY1" fmla="*/ 0 h 1112562"/>
                  <a:gd name="connsiteX2" fmla="*/ 778664 w 778664"/>
                  <a:gd name="connsiteY2" fmla="*/ 130682 h 1112562"/>
                  <a:gd name="connsiteX3" fmla="*/ 694768 w 778664"/>
                  <a:gd name="connsiteY3" fmla="*/ 1112562 h 1112562"/>
                  <a:gd name="connsiteX4" fmla="*/ 397252 w 778664"/>
                  <a:gd name="connsiteY4" fmla="*/ 1103987 h 1112562"/>
                  <a:gd name="connsiteX0" fmla="*/ 397252 w 778664"/>
                  <a:gd name="connsiteY0" fmla="*/ 1103987 h 1112562"/>
                  <a:gd name="connsiteX1" fmla="*/ 0 w 778664"/>
                  <a:gd name="connsiteY1" fmla="*/ 0 h 1112562"/>
                  <a:gd name="connsiteX2" fmla="*/ 778664 w 778664"/>
                  <a:gd name="connsiteY2" fmla="*/ 130682 h 1112562"/>
                  <a:gd name="connsiteX3" fmla="*/ 694768 w 778664"/>
                  <a:gd name="connsiteY3" fmla="*/ 1112562 h 1112562"/>
                  <a:gd name="connsiteX4" fmla="*/ 397252 w 778664"/>
                  <a:gd name="connsiteY4" fmla="*/ 1103987 h 1112562"/>
                  <a:gd name="connsiteX0" fmla="*/ 123893 w 505305"/>
                  <a:gd name="connsiteY0" fmla="*/ 973305 h 981880"/>
                  <a:gd name="connsiteX1" fmla="*/ 0 w 505305"/>
                  <a:gd name="connsiteY1" fmla="*/ 28773 h 981880"/>
                  <a:gd name="connsiteX2" fmla="*/ 505305 w 505305"/>
                  <a:gd name="connsiteY2" fmla="*/ 0 h 981880"/>
                  <a:gd name="connsiteX3" fmla="*/ 421409 w 505305"/>
                  <a:gd name="connsiteY3" fmla="*/ 981880 h 981880"/>
                  <a:gd name="connsiteX4" fmla="*/ 123893 w 505305"/>
                  <a:gd name="connsiteY4" fmla="*/ 973305 h 981880"/>
                  <a:gd name="connsiteX0" fmla="*/ 123893 w 505305"/>
                  <a:gd name="connsiteY0" fmla="*/ 973305 h 981880"/>
                  <a:gd name="connsiteX1" fmla="*/ 0 w 505305"/>
                  <a:gd name="connsiteY1" fmla="*/ 28773 h 981880"/>
                  <a:gd name="connsiteX2" fmla="*/ 505305 w 505305"/>
                  <a:gd name="connsiteY2" fmla="*/ 0 h 981880"/>
                  <a:gd name="connsiteX3" fmla="*/ 421409 w 505305"/>
                  <a:gd name="connsiteY3" fmla="*/ 981880 h 981880"/>
                  <a:gd name="connsiteX4" fmla="*/ 123893 w 505305"/>
                  <a:gd name="connsiteY4" fmla="*/ 973305 h 981880"/>
                  <a:gd name="connsiteX0" fmla="*/ 123893 w 505305"/>
                  <a:gd name="connsiteY0" fmla="*/ 973305 h 981880"/>
                  <a:gd name="connsiteX1" fmla="*/ 0 w 505305"/>
                  <a:gd name="connsiteY1" fmla="*/ 28773 h 981880"/>
                  <a:gd name="connsiteX2" fmla="*/ 505305 w 505305"/>
                  <a:gd name="connsiteY2" fmla="*/ 0 h 981880"/>
                  <a:gd name="connsiteX3" fmla="*/ 421409 w 505305"/>
                  <a:gd name="connsiteY3" fmla="*/ 981880 h 981880"/>
                  <a:gd name="connsiteX4" fmla="*/ 123893 w 505305"/>
                  <a:gd name="connsiteY4" fmla="*/ 973305 h 981880"/>
                  <a:gd name="connsiteX0" fmla="*/ 123893 w 505305"/>
                  <a:gd name="connsiteY0" fmla="*/ 973305 h 981880"/>
                  <a:gd name="connsiteX1" fmla="*/ 0 w 505305"/>
                  <a:gd name="connsiteY1" fmla="*/ 28773 h 981880"/>
                  <a:gd name="connsiteX2" fmla="*/ 505305 w 505305"/>
                  <a:gd name="connsiteY2" fmla="*/ 0 h 981880"/>
                  <a:gd name="connsiteX3" fmla="*/ 421409 w 505305"/>
                  <a:gd name="connsiteY3" fmla="*/ 981880 h 981880"/>
                  <a:gd name="connsiteX4" fmla="*/ 123893 w 505305"/>
                  <a:gd name="connsiteY4" fmla="*/ 973305 h 981880"/>
                  <a:gd name="connsiteX0" fmla="*/ 118198 w 499610"/>
                  <a:gd name="connsiteY0" fmla="*/ 973305 h 981880"/>
                  <a:gd name="connsiteX1" fmla="*/ 0 w 499610"/>
                  <a:gd name="connsiteY1" fmla="*/ 11688 h 981880"/>
                  <a:gd name="connsiteX2" fmla="*/ 499610 w 499610"/>
                  <a:gd name="connsiteY2" fmla="*/ 0 h 981880"/>
                  <a:gd name="connsiteX3" fmla="*/ 415714 w 499610"/>
                  <a:gd name="connsiteY3" fmla="*/ 981880 h 981880"/>
                  <a:gd name="connsiteX4" fmla="*/ 118198 w 499610"/>
                  <a:gd name="connsiteY4" fmla="*/ 973305 h 981880"/>
                  <a:gd name="connsiteX0" fmla="*/ 118198 w 499610"/>
                  <a:gd name="connsiteY0" fmla="*/ 973305 h 981880"/>
                  <a:gd name="connsiteX1" fmla="*/ 0 w 499610"/>
                  <a:gd name="connsiteY1" fmla="*/ 11688 h 981880"/>
                  <a:gd name="connsiteX2" fmla="*/ 499610 w 499610"/>
                  <a:gd name="connsiteY2" fmla="*/ 0 h 981880"/>
                  <a:gd name="connsiteX3" fmla="*/ 415714 w 499610"/>
                  <a:gd name="connsiteY3" fmla="*/ 981880 h 981880"/>
                  <a:gd name="connsiteX4" fmla="*/ 118198 w 499610"/>
                  <a:gd name="connsiteY4" fmla="*/ 973305 h 981880"/>
                  <a:gd name="connsiteX0" fmla="*/ 118198 w 499610"/>
                  <a:gd name="connsiteY0" fmla="*/ 973305 h 981880"/>
                  <a:gd name="connsiteX1" fmla="*/ 0 w 499610"/>
                  <a:gd name="connsiteY1" fmla="*/ 11688 h 981880"/>
                  <a:gd name="connsiteX2" fmla="*/ 499610 w 499610"/>
                  <a:gd name="connsiteY2" fmla="*/ 0 h 981880"/>
                  <a:gd name="connsiteX3" fmla="*/ 415714 w 499610"/>
                  <a:gd name="connsiteY3" fmla="*/ 981880 h 981880"/>
                  <a:gd name="connsiteX4" fmla="*/ 118198 w 499610"/>
                  <a:gd name="connsiteY4" fmla="*/ 973305 h 981880"/>
                  <a:gd name="connsiteX0" fmla="*/ 118198 w 499610"/>
                  <a:gd name="connsiteY0" fmla="*/ 973305 h 981880"/>
                  <a:gd name="connsiteX1" fmla="*/ 0 w 499610"/>
                  <a:gd name="connsiteY1" fmla="*/ 11688 h 981880"/>
                  <a:gd name="connsiteX2" fmla="*/ 499610 w 499610"/>
                  <a:gd name="connsiteY2" fmla="*/ 0 h 981880"/>
                  <a:gd name="connsiteX3" fmla="*/ 415714 w 499610"/>
                  <a:gd name="connsiteY3" fmla="*/ 981880 h 981880"/>
                  <a:gd name="connsiteX4" fmla="*/ 118198 w 499610"/>
                  <a:gd name="connsiteY4" fmla="*/ 973305 h 981880"/>
                  <a:gd name="connsiteX0" fmla="*/ 118198 w 499610"/>
                  <a:gd name="connsiteY0" fmla="*/ 973305 h 981880"/>
                  <a:gd name="connsiteX1" fmla="*/ 0 w 499610"/>
                  <a:gd name="connsiteY1" fmla="*/ 11688 h 981880"/>
                  <a:gd name="connsiteX2" fmla="*/ 499610 w 499610"/>
                  <a:gd name="connsiteY2" fmla="*/ 0 h 981880"/>
                  <a:gd name="connsiteX3" fmla="*/ 415714 w 499610"/>
                  <a:gd name="connsiteY3" fmla="*/ 981880 h 981880"/>
                  <a:gd name="connsiteX4" fmla="*/ 118198 w 499610"/>
                  <a:gd name="connsiteY4" fmla="*/ 973305 h 981880"/>
                  <a:gd name="connsiteX0" fmla="*/ 118198 w 499610"/>
                  <a:gd name="connsiteY0" fmla="*/ 973305 h 976186"/>
                  <a:gd name="connsiteX1" fmla="*/ 0 w 499610"/>
                  <a:gd name="connsiteY1" fmla="*/ 11688 h 976186"/>
                  <a:gd name="connsiteX2" fmla="*/ 499610 w 499610"/>
                  <a:gd name="connsiteY2" fmla="*/ 0 h 976186"/>
                  <a:gd name="connsiteX3" fmla="*/ 273339 w 499610"/>
                  <a:gd name="connsiteY3" fmla="*/ 976186 h 976186"/>
                  <a:gd name="connsiteX4" fmla="*/ 118198 w 499610"/>
                  <a:gd name="connsiteY4" fmla="*/ 973305 h 976186"/>
                  <a:gd name="connsiteX0" fmla="*/ 118198 w 499610"/>
                  <a:gd name="connsiteY0" fmla="*/ 973305 h 976186"/>
                  <a:gd name="connsiteX1" fmla="*/ 0 w 499610"/>
                  <a:gd name="connsiteY1" fmla="*/ 11688 h 976186"/>
                  <a:gd name="connsiteX2" fmla="*/ 499610 w 499610"/>
                  <a:gd name="connsiteY2" fmla="*/ 0 h 976186"/>
                  <a:gd name="connsiteX3" fmla="*/ 273339 w 499610"/>
                  <a:gd name="connsiteY3" fmla="*/ 976186 h 976186"/>
                  <a:gd name="connsiteX4" fmla="*/ 118198 w 499610"/>
                  <a:gd name="connsiteY4" fmla="*/ 973305 h 976186"/>
                  <a:gd name="connsiteX0" fmla="*/ 197928 w 499610"/>
                  <a:gd name="connsiteY0" fmla="*/ 973305 h 976186"/>
                  <a:gd name="connsiteX1" fmla="*/ 0 w 499610"/>
                  <a:gd name="connsiteY1" fmla="*/ 11688 h 976186"/>
                  <a:gd name="connsiteX2" fmla="*/ 499610 w 499610"/>
                  <a:gd name="connsiteY2" fmla="*/ 0 h 976186"/>
                  <a:gd name="connsiteX3" fmla="*/ 273339 w 499610"/>
                  <a:gd name="connsiteY3" fmla="*/ 976186 h 976186"/>
                  <a:gd name="connsiteX4" fmla="*/ 197928 w 499610"/>
                  <a:gd name="connsiteY4" fmla="*/ 973305 h 976186"/>
                  <a:gd name="connsiteX0" fmla="*/ 197928 w 499610"/>
                  <a:gd name="connsiteY0" fmla="*/ 973305 h 976186"/>
                  <a:gd name="connsiteX1" fmla="*/ 0 w 499610"/>
                  <a:gd name="connsiteY1" fmla="*/ 11688 h 976186"/>
                  <a:gd name="connsiteX2" fmla="*/ 499610 w 499610"/>
                  <a:gd name="connsiteY2" fmla="*/ 0 h 976186"/>
                  <a:gd name="connsiteX3" fmla="*/ 273339 w 499610"/>
                  <a:gd name="connsiteY3" fmla="*/ 976186 h 976186"/>
                  <a:gd name="connsiteX4" fmla="*/ 197928 w 499610"/>
                  <a:gd name="connsiteY4" fmla="*/ 973305 h 976186"/>
                  <a:gd name="connsiteX0" fmla="*/ 197928 w 499610"/>
                  <a:gd name="connsiteY0" fmla="*/ 973305 h 976186"/>
                  <a:gd name="connsiteX1" fmla="*/ 0 w 499610"/>
                  <a:gd name="connsiteY1" fmla="*/ 11688 h 976186"/>
                  <a:gd name="connsiteX2" fmla="*/ 499610 w 499610"/>
                  <a:gd name="connsiteY2" fmla="*/ 0 h 976186"/>
                  <a:gd name="connsiteX3" fmla="*/ 273339 w 499610"/>
                  <a:gd name="connsiteY3" fmla="*/ 976186 h 976186"/>
                  <a:gd name="connsiteX4" fmla="*/ 197928 w 499610"/>
                  <a:gd name="connsiteY4" fmla="*/ 973305 h 976186"/>
                  <a:gd name="connsiteX0" fmla="*/ 197928 w 499610"/>
                  <a:gd name="connsiteY0" fmla="*/ 973305 h 976186"/>
                  <a:gd name="connsiteX1" fmla="*/ 0 w 499610"/>
                  <a:gd name="connsiteY1" fmla="*/ 11688 h 976186"/>
                  <a:gd name="connsiteX2" fmla="*/ 499610 w 499610"/>
                  <a:gd name="connsiteY2" fmla="*/ 0 h 976186"/>
                  <a:gd name="connsiteX3" fmla="*/ 273339 w 499610"/>
                  <a:gd name="connsiteY3" fmla="*/ 976186 h 976186"/>
                  <a:gd name="connsiteX4" fmla="*/ 197928 w 499610"/>
                  <a:gd name="connsiteY4" fmla="*/ 973305 h 976186"/>
                  <a:gd name="connsiteX0" fmla="*/ 23004 w 954755"/>
                  <a:gd name="connsiteY0" fmla="*/ 943771 h 976186"/>
                  <a:gd name="connsiteX1" fmla="*/ 455145 w 954755"/>
                  <a:gd name="connsiteY1" fmla="*/ 11688 h 976186"/>
                  <a:gd name="connsiteX2" fmla="*/ 954755 w 954755"/>
                  <a:gd name="connsiteY2" fmla="*/ 0 h 976186"/>
                  <a:gd name="connsiteX3" fmla="*/ 728484 w 954755"/>
                  <a:gd name="connsiteY3" fmla="*/ 976186 h 976186"/>
                  <a:gd name="connsiteX4" fmla="*/ 23004 w 954755"/>
                  <a:gd name="connsiteY4" fmla="*/ 943771 h 976186"/>
                  <a:gd name="connsiteX0" fmla="*/ 0 w 931751"/>
                  <a:gd name="connsiteY0" fmla="*/ 943771 h 976186"/>
                  <a:gd name="connsiteX1" fmla="*/ 432141 w 931751"/>
                  <a:gd name="connsiteY1" fmla="*/ 11688 h 976186"/>
                  <a:gd name="connsiteX2" fmla="*/ 931751 w 931751"/>
                  <a:gd name="connsiteY2" fmla="*/ 0 h 976186"/>
                  <a:gd name="connsiteX3" fmla="*/ 705480 w 931751"/>
                  <a:gd name="connsiteY3" fmla="*/ 976186 h 976186"/>
                  <a:gd name="connsiteX4" fmla="*/ 0 w 931751"/>
                  <a:gd name="connsiteY4" fmla="*/ 943771 h 976186"/>
                  <a:gd name="connsiteX0" fmla="*/ 0 w 931751"/>
                  <a:gd name="connsiteY0" fmla="*/ 943771 h 976186"/>
                  <a:gd name="connsiteX1" fmla="*/ 432141 w 931751"/>
                  <a:gd name="connsiteY1" fmla="*/ 11688 h 976186"/>
                  <a:gd name="connsiteX2" fmla="*/ 931751 w 931751"/>
                  <a:gd name="connsiteY2" fmla="*/ 0 h 976186"/>
                  <a:gd name="connsiteX3" fmla="*/ 705480 w 931751"/>
                  <a:gd name="connsiteY3" fmla="*/ 976186 h 976186"/>
                  <a:gd name="connsiteX4" fmla="*/ 0 w 931751"/>
                  <a:gd name="connsiteY4" fmla="*/ 943771 h 976186"/>
                  <a:gd name="connsiteX0" fmla="*/ 0 w 931751"/>
                  <a:gd name="connsiteY0" fmla="*/ 943771 h 976186"/>
                  <a:gd name="connsiteX1" fmla="*/ 432141 w 931751"/>
                  <a:gd name="connsiteY1" fmla="*/ 11688 h 976186"/>
                  <a:gd name="connsiteX2" fmla="*/ 931751 w 931751"/>
                  <a:gd name="connsiteY2" fmla="*/ 0 h 976186"/>
                  <a:gd name="connsiteX3" fmla="*/ 705480 w 931751"/>
                  <a:gd name="connsiteY3" fmla="*/ 976186 h 976186"/>
                  <a:gd name="connsiteX4" fmla="*/ 0 w 931751"/>
                  <a:gd name="connsiteY4" fmla="*/ 943771 h 976186"/>
                  <a:gd name="connsiteX0" fmla="*/ 0 w 931751"/>
                  <a:gd name="connsiteY0" fmla="*/ 943771 h 966342"/>
                  <a:gd name="connsiteX1" fmla="*/ 432141 w 931751"/>
                  <a:gd name="connsiteY1" fmla="*/ 11688 h 966342"/>
                  <a:gd name="connsiteX2" fmla="*/ 931751 w 931751"/>
                  <a:gd name="connsiteY2" fmla="*/ 0 h 966342"/>
                  <a:gd name="connsiteX3" fmla="*/ 183705 w 931751"/>
                  <a:gd name="connsiteY3" fmla="*/ 966342 h 966342"/>
                  <a:gd name="connsiteX4" fmla="*/ 0 w 931751"/>
                  <a:gd name="connsiteY4" fmla="*/ 943771 h 966342"/>
                  <a:gd name="connsiteX0" fmla="*/ 0 w 931751"/>
                  <a:gd name="connsiteY0" fmla="*/ 943771 h 966342"/>
                  <a:gd name="connsiteX1" fmla="*/ 432141 w 931751"/>
                  <a:gd name="connsiteY1" fmla="*/ 11688 h 966342"/>
                  <a:gd name="connsiteX2" fmla="*/ 931751 w 931751"/>
                  <a:gd name="connsiteY2" fmla="*/ 0 h 966342"/>
                  <a:gd name="connsiteX3" fmla="*/ 183705 w 931751"/>
                  <a:gd name="connsiteY3" fmla="*/ 966342 h 966342"/>
                  <a:gd name="connsiteX4" fmla="*/ 0 w 931751"/>
                  <a:gd name="connsiteY4" fmla="*/ 943771 h 966342"/>
                  <a:gd name="connsiteX0" fmla="*/ 0 w 931751"/>
                  <a:gd name="connsiteY0" fmla="*/ 943771 h 966342"/>
                  <a:gd name="connsiteX1" fmla="*/ 432141 w 931751"/>
                  <a:gd name="connsiteY1" fmla="*/ 11688 h 966342"/>
                  <a:gd name="connsiteX2" fmla="*/ 931751 w 931751"/>
                  <a:gd name="connsiteY2" fmla="*/ 0 h 966342"/>
                  <a:gd name="connsiteX3" fmla="*/ 183705 w 931751"/>
                  <a:gd name="connsiteY3" fmla="*/ 966342 h 966342"/>
                  <a:gd name="connsiteX4" fmla="*/ 0 w 931751"/>
                  <a:gd name="connsiteY4" fmla="*/ 943771 h 966342"/>
                  <a:gd name="connsiteX0" fmla="*/ 0 w 956363"/>
                  <a:gd name="connsiteY0" fmla="*/ 932083 h 954654"/>
                  <a:gd name="connsiteX1" fmla="*/ 432141 w 956363"/>
                  <a:gd name="connsiteY1" fmla="*/ 0 h 954654"/>
                  <a:gd name="connsiteX2" fmla="*/ 956363 w 956363"/>
                  <a:gd name="connsiteY2" fmla="*/ 12924 h 954654"/>
                  <a:gd name="connsiteX3" fmla="*/ 183705 w 956363"/>
                  <a:gd name="connsiteY3" fmla="*/ 954654 h 954654"/>
                  <a:gd name="connsiteX4" fmla="*/ 0 w 956363"/>
                  <a:gd name="connsiteY4" fmla="*/ 932083 h 954654"/>
                  <a:gd name="connsiteX0" fmla="*/ 0 w 956363"/>
                  <a:gd name="connsiteY0" fmla="*/ 919226 h 941797"/>
                  <a:gd name="connsiteX1" fmla="*/ 405840 w 956363"/>
                  <a:gd name="connsiteY1" fmla="*/ 197551 h 941797"/>
                  <a:gd name="connsiteX2" fmla="*/ 956363 w 956363"/>
                  <a:gd name="connsiteY2" fmla="*/ 67 h 941797"/>
                  <a:gd name="connsiteX3" fmla="*/ 183705 w 956363"/>
                  <a:gd name="connsiteY3" fmla="*/ 941797 h 941797"/>
                  <a:gd name="connsiteX4" fmla="*/ 0 w 956363"/>
                  <a:gd name="connsiteY4" fmla="*/ 919226 h 941797"/>
                  <a:gd name="connsiteX0" fmla="*/ 0 w 956363"/>
                  <a:gd name="connsiteY0" fmla="*/ 919226 h 941797"/>
                  <a:gd name="connsiteX1" fmla="*/ 405840 w 956363"/>
                  <a:gd name="connsiteY1" fmla="*/ 197551 h 941797"/>
                  <a:gd name="connsiteX2" fmla="*/ 956363 w 956363"/>
                  <a:gd name="connsiteY2" fmla="*/ 67 h 941797"/>
                  <a:gd name="connsiteX3" fmla="*/ 183705 w 956363"/>
                  <a:gd name="connsiteY3" fmla="*/ 941797 h 941797"/>
                  <a:gd name="connsiteX4" fmla="*/ 0 w 956363"/>
                  <a:gd name="connsiteY4" fmla="*/ 919226 h 941797"/>
                  <a:gd name="connsiteX0" fmla="*/ 0 w 956363"/>
                  <a:gd name="connsiteY0" fmla="*/ 919226 h 941797"/>
                  <a:gd name="connsiteX1" fmla="*/ 405840 w 956363"/>
                  <a:gd name="connsiteY1" fmla="*/ 197551 h 941797"/>
                  <a:gd name="connsiteX2" fmla="*/ 956363 w 956363"/>
                  <a:gd name="connsiteY2" fmla="*/ 67 h 941797"/>
                  <a:gd name="connsiteX3" fmla="*/ 183705 w 956363"/>
                  <a:gd name="connsiteY3" fmla="*/ 941797 h 941797"/>
                  <a:gd name="connsiteX4" fmla="*/ 0 w 956363"/>
                  <a:gd name="connsiteY4" fmla="*/ 919226 h 941797"/>
                  <a:gd name="connsiteX0" fmla="*/ 0 w 926304"/>
                  <a:gd name="connsiteY0" fmla="*/ 735614 h 758185"/>
                  <a:gd name="connsiteX1" fmla="*/ 405840 w 926304"/>
                  <a:gd name="connsiteY1" fmla="*/ 13939 h 758185"/>
                  <a:gd name="connsiteX2" fmla="*/ 926304 w 926304"/>
                  <a:gd name="connsiteY2" fmla="*/ 563 h 758185"/>
                  <a:gd name="connsiteX3" fmla="*/ 183705 w 926304"/>
                  <a:gd name="connsiteY3" fmla="*/ 758185 h 758185"/>
                  <a:gd name="connsiteX4" fmla="*/ 0 w 926304"/>
                  <a:gd name="connsiteY4" fmla="*/ 735614 h 758185"/>
                  <a:gd name="connsiteX0" fmla="*/ 0 w 926304"/>
                  <a:gd name="connsiteY0" fmla="*/ 735614 h 758185"/>
                  <a:gd name="connsiteX1" fmla="*/ 405840 w 926304"/>
                  <a:gd name="connsiteY1" fmla="*/ 13939 h 758185"/>
                  <a:gd name="connsiteX2" fmla="*/ 926304 w 926304"/>
                  <a:gd name="connsiteY2" fmla="*/ 563 h 758185"/>
                  <a:gd name="connsiteX3" fmla="*/ 183705 w 926304"/>
                  <a:gd name="connsiteY3" fmla="*/ 758185 h 758185"/>
                  <a:gd name="connsiteX4" fmla="*/ 0 w 926304"/>
                  <a:gd name="connsiteY4" fmla="*/ 735614 h 758185"/>
                  <a:gd name="connsiteX0" fmla="*/ 0 w 926304"/>
                  <a:gd name="connsiteY0" fmla="*/ 735614 h 758185"/>
                  <a:gd name="connsiteX1" fmla="*/ 405840 w 926304"/>
                  <a:gd name="connsiteY1" fmla="*/ 13939 h 758185"/>
                  <a:gd name="connsiteX2" fmla="*/ 926304 w 926304"/>
                  <a:gd name="connsiteY2" fmla="*/ 563 h 758185"/>
                  <a:gd name="connsiteX3" fmla="*/ 183705 w 926304"/>
                  <a:gd name="connsiteY3" fmla="*/ 758185 h 758185"/>
                  <a:gd name="connsiteX4" fmla="*/ 0 w 926304"/>
                  <a:gd name="connsiteY4" fmla="*/ 735614 h 758185"/>
                  <a:gd name="connsiteX0" fmla="*/ 0 w 926304"/>
                  <a:gd name="connsiteY0" fmla="*/ 735614 h 758185"/>
                  <a:gd name="connsiteX1" fmla="*/ 405840 w 926304"/>
                  <a:gd name="connsiteY1" fmla="*/ 13939 h 758185"/>
                  <a:gd name="connsiteX2" fmla="*/ 926304 w 926304"/>
                  <a:gd name="connsiteY2" fmla="*/ 563 h 758185"/>
                  <a:gd name="connsiteX3" fmla="*/ 183705 w 926304"/>
                  <a:gd name="connsiteY3" fmla="*/ 758185 h 758185"/>
                  <a:gd name="connsiteX4" fmla="*/ 0 w 926304"/>
                  <a:gd name="connsiteY4" fmla="*/ 735614 h 758185"/>
                  <a:gd name="connsiteX0" fmla="*/ 0 w 1011379"/>
                  <a:gd name="connsiteY0" fmla="*/ 605727 h 758185"/>
                  <a:gd name="connsiteX1" fmla="*/ 490915 w 1011379"/>
                  <a:gd name="connsiteY1" fmla="*/ 13939 h 758185"/>
                  <a:gd name="connsiteX2" fmla="*/ 1011379 w 1011379"/>
                  <a:gd name="connsiteY2" fmla="*/ 563 h 758185"/>
                  <a:gd name="connsiteX3" fmla="*/ 268780 w 1011379"/>
                  <a:gd name="connsiteY3" fmla="*/ 758185 h 758185"/>
                  <a:gd name="connsiteX4" fmla="*/ 0 w 1011379"/>
                  <a:gd name="connsiteY4" fmla="*/ 605727 h 758185"/>
                  <a:gd name="connsiteX0" fmla="*/ 0 w 1011379"/>
                  <a:gd name="connsiteY0" fmla="*/ 605727 h 648280"/>
                  <a:gd name="connsiteX1" fmla="*/ 490915 w 1011379"/>
                  <a:gd name="connsiteY1" fmla="*/ 13939 h 648280"/>
                  <a:gd name="connsiteX2" fmla="*/ 1011379 w 1011379"/>
                  <a:gd name="connsiteY2" fmla="*/ 563 h 648280"/>
                  <a:gd name="connsiteX3" fmla="*/ 198718 w 1011379"/>
                  <a:gd name="connsiteY3" fmla="*/ 648280 h 648280"/>
                  <a:gd name="connsiteX4" fmla="*/ 0 w 1011379"/>
                  <a:gd name="connsiteY4" fmla="*/ 605727 h 648280"/>
                  <a:gd name="connsiteX0" fmla="*/ 0 w 1011379"/>
                  <a:gd name="connsiteY0" fmla="*/ 605727 h 648280"/>
                  <a:gd name="connsiteX1" fmla="*/ 490915 w 1011379"/>
                  <a:gd name="connsiteY1" fmla="*/ 13939 h 648280"/>
                  <a:gd name="connsiteX2" fmla="*/ 1011379 w 1011379"/>
                  <a:gd name="connsiteY2" fmla="*/ 563 h 648280"/>
                  <a:gd name="connsiteX3" fmla="*/ 198718 w 1011379"/>
                  <a:gd name="connsiteY3" fmla="*/ 648280 h 648280"/>
                  <a:gd name="connsiteX4" fmla="*/ 0 w 1011379"/>
                  <a:gd name="connsiteY4" fmla="*/ 605727 h 648280"/>
                  <a:gd name="connsiteX0" fmla="*/ 0 w 1011379"/>
                  <a:gd name="connsiteY0" fmla="*/ 605727 h 648280"/>
                  <a:gd name="connsiteX1" fmla="*/ 490915 w 1011379"/>
                  <a:gd name="connsiteY1" fmla="*/ 13939 h 648280"/>
                  <a:gd name="connsiteX2" fmla="*/ 1011379 w 1011379"/>
                  <a:gd name="connsiteY2" fmla="*/ 563 h 648280"/>
                  <a:gd name="connsiteX3" fmla="*/ 198718 w 1011379"/>
                  <a:gd name="connsiteY3" fmla="*/ 648280 h 648280"/>
                  <a:gd name="connsiteX4" fmla="*/ 0 w 1011379"/>
                  <a:gd name="connsiteY4" fmla="*/ 605727 h 648280"/>
                  <a:gd name="connsiteX0" fmla="*/ 0 w 1011379"/>
                  <a:gd name="connsiteY0" fmla="*/ 605727 h 605727"/>
                  <a:gd name="connsiteX1" fmla="*/ 490915 w 1011379"/>
                  <a:gd name="connsiteY1" fmla="*/ 13939 h 605727"/>
                  <a:gd name="connsiteX2" fmla="*/ 1011379 w 1011379"/>
                  <a:gd name="connsiteY2" fmla="*/ 563 h 605727"/>
                  <a:gd name="connsiteX3" fmla="*/ 318823 w 1011379"/>
                  <a:gd name="connsiteY3" fmla="*/ 553361 h 605727"/>
                  <a:gd name="connsiteX4" fmla="*/ 0 w 1011379"/>
                  <a:gd name="connsiteY4" fmla="*/ 605727 h 605727"/>
                  <a:gd name="connsiteX0" fmla="*/ 0 w 866251"/>
                  <a:gd name="connsiteY0" fmla="*/ 540783 h 553361"/>
                  <a:gd name="connsiteX1" fmla="*/ 345787 w 866251"/>
                  <a:gd name="connsiteY1" fmla="*/ 13939 h 553361"/>
                  <a:gd name="connsiteX2" fmla="*/ 866251 w 866251"/>
                  <a:gd name="connsiteY2" fmla="*/ 563 h 553361"/>
                  <a:gd name="connsiteX3" fmla="*/ 173695 w 866251"/>
                  <a:gd name="connsiteY3" fmla="*/ 553361 h 553361"/>
                  <a:gd name="connsiteX4" fmla="*/ 0 w 866251"/>
                  <a:gd name="connsiteY4" fmla="*/ 540783 h 553361"/>
                  <a:gd name="connsiteX0" fmla="*/ 0 w 866251"/>
                  <a:gd name="connsiteY0" fmla="*/ 540783 h 553361"/>
                  <a:gd name="connsiteX1" fmla="*/ 345787 w 866251"/>
                  <a:gd name="connsiteY1" fmla="*/ 13939 h 553361"/>
                  <a:gd name="connsiteX2" fmla="*/ 866251 w 866251"/>
                  <a:gd name="connsiteY2" fmla="*/ 563 h 553361"/>
                  <a:gd name="connsiteX3" fmla="*/ 173695 w 866251"/>
                  <a:gd name="connsiteY3" fmla="*/ 553361 h 553361"/>
                  <a:gd name="connsiteX4" fmla="*/ 0 w 866251"/>
                  <a:gd name="connsiteY4" fmla="*/ 540783 h 553361"/>
                  <a:gd name="connsiteX0" fmla="*/ 0 w 866251"/>
                  <a:gd name="connsiteY0" fmla="*/ 540783 h 553361"/>
                  <a:gd name="connsiteX1" fmla="*/ 345787 w 866251"/>
                  <a:gd name="connsiteY1" fmla="*/ 13939 h 553361"/>
                  <a:gd name="connsiteX2" fmla="*/ 866251 w 866251"/>
                  <a:gd name="connsiteY2" fmla="*/ 563 h 553361"/>
                  <a:gd name="connsiteX3" fmla="*/ 173695 w 866251"/>
                  <a:gd name="connsiteY3" fmla="*/ 553361 h 553361"/>
                  <a:gd name="connsiteX4" fmla="*/ 0 w 866251"/>
                  <a:gd name="connsiteY4" fmla="*/ 540783 h 5533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66251" h="553361">
                    <a:moveTo>
                      <a:pt x="0" y="540783"/>
                    </a:moveTo>
                    <a:cubicBezTo>
                      <a:pt x="274887" y="134762"/>
                      <a:pt x="159176" y="337938"/>
                      <a:pt x="345787" y="13939"/>
                    </a:cubicBezTo>
                    <a:cubicBezTo>
                      <a:pt x="520528" y="18247"/>
                      <a:pt x="691510" y="-3745"/>
                      <a:pt x="866251" y="563"/>
                    </a:cubicBezTo>
                    <a:cubicBezTo>
                      <a:pt x="252709" y="502795"/>
                      <a:pt x="640047" y="209256"/>
                      <a:pt x="173695" y="553361"/>
                    </a:cubicBezTo>
                    <a:cubicBezTo>
                      <a:pt x="39410" y="524725"/>
                      <a:pt x="196198" y="539317"/>
                      <a:pt x="0" y="540783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bg1">
                      <a:lumMod val="95000"/>
                      <a:alpha val="55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</a:gradFill>
              <a:ln>
                <a:solidFill>
                  <a:schemeClr val="bg1">
                    <a:lumMod val="75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273" name="Freeform 272"/>
              <p:cNvSpPr/>
              <p:nvPr/>
            </p:nvSpPr>
            <p:spPr>
              <a:xfrm>
                <a:off x="5378281" y="5449835"/>
                <a:ext cx="675485" cy="896777"/>
              </a:xfrm>
              <a:custGeom>
                <a:avLst/>
                <a:gdLst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139870 w 1040633"/>
                  <a:gd name="connsiteY4" fmla="*/ 1191723 h 1219697"/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139870 w 1040633"/>
                  <a:gd name="connsiteY4" fmla="*/ 1191723 h 1219697"/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139870 w 1040633"/>
                  <a:gd name="connsiteY4" fmla="*/ 1191723 h 1219697"/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139870 w 1040633"/>
                  <a:gd name="connsiteY4" fmla="*/ 1191723 h 1219697"/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139870 w 1040633"/>
                  <a:gd name="connsiteY4" fmla="*/ 1191723 h 1219697"/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418712 w 1040633"/>
                  <a:gd name="connsiteY4" fmla="*/ 1189324 h 1219697"/>
                  <a:gd name="connsiteX5" fmla="*/ 139870 w 1040633"/>
                  <a:gd name="connsiteY5" fmla="*/ 1191723 h 1219697"/>
                  <a:gd name="connsiteX0" fmla="*/ 139870 w 1040633"/>
                  <a:gd name="connsiteY0" fmla="*/ 1191723 h 1355926"/>
                  <a:gd name="connsiteX1" fmla="*/ 0 w 1040633"/>
                  <a:gd name="connsiteY1" fmla="*/ 0 h 1355926"/>
                  <a:gd name="connsiteX2" fmla="*/ 1040633 w 1040633"/>
                  <a:gd name="connsiteY2" fmla="*/ 16785 h 1355926"/>
                  <a:gd name="connsiteX3" fmla="*/ 833625 w 1040633"/>
                  <a:gd name="connsiteY3" fmla="*/ 1219697 h 1355926"/>
                  <a:gd name="connsiteX4" fmla="*/ 139870 w 1040633"/>
                  <a:gd name="connsiteY4" fmla="*/ 1191723 h 1355926"/>
                  <a:gd name="connsiteX0" fmla="*/ 139870 w 1040633"/>
                  <a:gd name="connsiteY0" fmla="*/ 1191723 h 1289901"/>
                  <a:gd name="connsiteX1" fmla="*/ 0 w 1040633"/>
                  <a:gd name="connsiteY1" fmla="*/ 0 h 1289901"/>
                  <a:gd name="connsiteX2" fmla="*/ 1040633 w 1040633"/>
                  <a:gd name="connsiteY2" fmla="*/ 16785 h 1289901"/>
                  <a:gd name="connsiteX3" fmla="*/ 833625 w 1040633"/>
                  <a:gd name="connsiteY3" fmla="*/ 1219697 h 1289901"/>
                  <a:gd name="connsiteX4" fmla="*/ 139870 w 1040633"/>
                  <a:gd name="connsiteY4" fmla="*/ 1191723 h 1289901"/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139870 w 1040633"/>
                  <a:gd name="connsiteY4" fmla="*/ 1191723 h 1219697"/>
                  <a:gd name="connsiteX0" fmla="*/ 139870 w 1040633"/>
                  <a:gd name="connsiteY0" fmla="*/ 1191723 h 1191723"/>
                  <a:gd name="connsiteX1" fmla="*/ 0 w 1040633"/>
                  <a:gd name="connsiteY1" fmla="*/ 0 h 1191723"/>
                  <a:gd name="connsiteX2" fmla="*/ 1040633 w 1040633"/>
                  <a:gd name="connsiteY2" fmla="*/ 16785 h 1191723"/>
                  <a:gd name="connsiteX3" fmla="*/ 671988 w 1040633"/>
                  <a:gd name="connsiteY3" fmla="*/ 1158121 h 1191723"/>
                  <a:gd name="connsiteX4" fmla="*/ 139870 w 1040633"/>
                  <a:gd name="connsiteY4" fmla="*/ 1191723 h 1191723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778664"/>
                  <a:gd name="connsiteY0" fmla="*/ 1160935 h 1160935"/>
                  <a:gd name="connsiteX1" fmla="*/ 0 w 778664"/>
                  <a:gd name="connsiteY1" fmla="*/ 0 h 1160935"/>
                  <a:gd name="connsiteX2" fmla="*/ 778664 w 778664"/>
                  <a:gd name="connsiteY2" fmla="*/ 130682 h 1160935"/>
                  <a:gd name="connsiteX3" fmla="*/ 671988 w 778664"/>
                  <a:gd name="connsiteY3" fmla="*/ 1158121 h 1160935"/>
                  <a:gd name="connsiteX4" fmla="*/ 363082 w 778664"/>
                  <a:gd name="connsiteY4" fmla="*/ 1160935 h 1160935"/>
                  <a:gd name="connsiteX0" fmla="*/ 363082 w 778664"/>
                  <a:gd name="connsiteY0" fmla="*/ 1160935 h 1160935"/>
                  <a:gd name="connsiteX1" fmla="*/ 0 w 778664"/>
                  <a:gd name="connsiteY1" fmla="*/ 0 h 1160935"/>
                  <a:gd name="connsiteX2" fmla="*/ 778664 w 778664"/>
                  <a:gd name="connsiteY2" fmla="*/ 130682 h 1160935"/>
                  <a:gd name="connsiteX3" fmla="*/ 694768 w 778664"/>
                  <a:gd name="connsiteY3" fmla="*/ 1112562 h 1160935"/>
                  <a:gd name="connsiteX4" fmla="*/ 363082 w 778664"/>
                  <a:gd name="connsiteY4" fmla="*/ 1160935 h 1160935"/>
                  <a:gd name="connsiteX0" fmla="*/ 363082 w 778664"/>
                  <a:gd name="connsiteY0" fmla="*/ 1160935 h 1160935"/>
                  <a:gd name="connsiteX1" fmla="*/ 0 w 778664"/>
                  <a:gd name="connsiteY1" fmla="*/ 0 h 1160935"/>
                  <a:gd name="connsiteX2" fmla="*/ 778664 w 778664"/>
                  <a:gd name="connsiteY2" fmla="*/ 130682 h 1160935"/>
                  <a:gd name="connsiteX3" fmla="*/ 694768 w 778664"/>
                  <a:gd name="connsiteY3" fmla="*/ 1112562 h 1160935"/>
                  <a:gd name="connsiteX4" fmla="*/ 363082 w 778664"/>
                  <a:gd name="connsiteY4" fmla="*/ 1160935 h 1160935"/>
                  <a:gd name="connsiteX0" fmla="*/ 397252 w 778664"/>
                  <a:gd name="connsiteY0" fmla="*/ 1103987 h 1112562"/>
                  <a:gd name="connsiteX1" fmla="*/ 0 w 778664"/>
                  <a:gd name="connsiteY1" fmla="*/ 0 h 1112562"/>
                  <a:gd name="connsiteX2" fmla="*/ 778664 w 778664"/>
                  <a:gd name="connsiteY2" fmla="*/ 130682 h 1112562"/>
                  <a:gd name="connsiteX3" fmla="*/ 694768 w 778664"/>
                  <a:gd name="connsiteY3" fmla="*/ 1112562 h 1112562"/>
                  <a:gd name="connsiteX4" fmla="*/ 397252 w 778664"/>
                  <a:gd name="connsiteY4" fmla="*/ 1103987 h 1112562"/>
                  <a:gd name="connsiteX0" fmla="*/ 397252 w 778664"/>
                  <a:gd name="connsiteY0" fmla="*/ 1103987 h 1112562"/>
                  <a:gd name="connsiteX1" fmla="*/ 0 w 778664"/>
                  <a:gd name="connsiteY1" fmla="*/ 0 h 1112562"/>
                  <a:gd name="connsiteX2" fmla="*/ 778664 w 778664"/>
                  <a:gd name="connsiteY2" fmla="*/ 130682 h 1112562"/>
                  <a:gd name="connsiteX3" fmla="*/ 694768 w 778664"/>
                  <a:gd name="connsiteY3" fmla="*/ 1112562 h 1112562"/>
                  <a:gd name="connsiteX4" fmla="*/ 397252 w 778664"/>
                  <a:gd name="connsiteY4" fmla="*/ 1103987 h 1112562"/>
                  <a:gd name="connsiteX0" fmla="*/ 397252 w 778664"/>
                  <a:gd name="connsiteY0" fmla="*/ 1103987 h 1112562"/>
                  <a:gd name="connsiteX1" fmla="*/ 0 w 778664"/>
                  <a:gd name="connsiteY1" fmla="*/ 0 h 1112562"/>
                  <a:gd name="connsiteX2" fmla="*/ 778664 w 778664"/>
                  <a:gd name="connsiteY2" fmla="*/ 130682 h 1112562"/>
                  <a:gd name="connsiteX3" fmla="*/ 694768 w 778664"/>
                  <a:gd name="connsiteY3" fmla="*/ 1112562 h 1112562"/>
                  <a:gd name="connsiteX4" fmla="*/ 397252 w 778664"/>
                  <a:gd name="connsiteY4" fmla="*/ 1103987 h 1112562"/>
                  <a:gd name="connsiteX0" fmla="*/ 123893 w 505305"/>
                  <a:gd name="connsiteY0" fmla="*/ 973305 h 981880"/>
                  <a:gd name="connsiteX1" fmla="*/ 0 w 505305"/>
                  <a:gd name="connsiteY1" fmla="*/ 28773 h 981880"/>
                  <a:gd name="connsiteX2" fmla="*/ 505305 w 505305"/>
                  <a:gd name="connsiteY2" fmla="*/ 0 h 981880"/>
                  <a:gd name="connsiteX3" fmla="*/ 421409 w 505305"/>
                  <a:gd name="connsiteY3" fmla="*/ 981880 h 981880"/>
                  <a:gd name="connsiteX4" fmla="*/ 123893 w 505305"/>
                  <a:gd name="connsiteY4" fmla="*/ 973305 h 981880"/>
                  <a:gd name="connsiteX0" fmla="*/ 123893 w 505305"/>
                  <a:gd name="connsiteY0" fmla="*/ 973305 h 981880"/>
                  <a:gd name="connsiteX1" fmla="*/ 0 w 505305"/>
                  <a:gd name="connsiteY1" fmla="*/ 28773 h 981880"/>
                  <a:gd name="connsiteX2" fmla="*/ 505305 w 505305"/>
                  <a:gd name="connsiteY2" fmla="*/ 0 h 981880"/>
                  <a:gd name="connsiteX3" fmla="*/ 421409 w 505305"/>
                  <a:gd name="connsiteY3" fmla="*/ 981880 h 981880"/>
                  <a:gd name="connsiteX4" fmla="*/ 123893 w 505305"/>
                  <a:gd name="connsiteY4" fmla="*/ 973305 h 981880"/>
                  <a:gd name="connsiteX0" fmla="*/ 123893 w 505305"/>
                  <a:gd name="connsiteY0" fmla="*/ 973305 h 981880"/>
                  <a:gd name="connsiteX1" fmla="*/ 0 w 505305"/>
                  <a:gd name="connsiteY1" fmla="*/ 28773 h 981880"/>
                  <a:gd name="connsiteX2" fmla="*/ 505305 w 505305"/>
                  <a:gd name="connsiteY2" fmla="*/ 0 h 981880"/>
                  <a:gd name="connsiteX3" fmla="*/ 421409 w 505305"/>
                  <a:gd name="connsiteY3" fmla="*/ 981880 h 981880"/>
                  <a:gd name="connsiteX4" fmla="*/ 123893 w 505305"/>
                  <a:gd name="connsiteY4" fmla="*/ 973305 h 981880"/>
                  <a:gd name="connsiteX0" fmla="*/ 123893 w 505305"/>
                  <a:gd name="connsiteY0" fmla="*/ 973305 h 981880"/>
                  <a:gd name="connsiteX1" fmla="*/ 0 w 505305"/>
                  <a:gd name="connsiteY1" fmla="*/ 28773 h 981880"/>
                  <a:gd name="connsiteX2" fmla="*/ 505305 w 505305"/>
                  <a:gd name="connsiteY2" fmla="*/ 0 h 981880"/>
                  <a:gd name="connsiteX3" fmla="*/ 421409 w 505305"/>
                  <a:gd name="connsiteY3" fmla="*/ 981880 h 981880"/>
                  <a:gd name="connsiteX4" fmla="*/ 123893 w 505305"/>
                  <a:gd name="connsiteY4" fmla="*/ 973305 h 981880"/>
                  <a:gd name="connsiteX0" fmla="*/ 118198 w 499610"/>
                  <a:gd name="connsiteY0" fmla="*/ 973305 h 981880"/>
                  <a:gd name="connsiteX1" fmla="*/ 0 w 499610"/>
                  <a:gd name="connsiteY1" fmla="*/ 11688 h 981880"/>
                  <a:gd name="connsiteX2" fmla="*/ 499610 w 499610"/>
                  <a:gd name="connsiteY2" fmla="*/ 0 h 981880"/>
                  <a:gd name="connsiteX3" fmla="*/ 415714 w 499610"/>
                  <a:gd name="connsiteY3" fmla="*/ 981880 h 981880"/>
                  <a:gd name="connsiteX4" fmla="*/ 118198 w 499610"/>
                  <a:gd name="connsiteY4" fmla="*/ 973305 h 981880"/>
                  <a:gd name="connsiteX0" fmla="*/ 118198 w 499610"/>
                  <a:gd name="connsiteY0" fmla="*/ 973305 h 981880"/>
                  <a:gd name="connsiteX1" fmla="*/ 0 w 499610"/>
                  <a:gd name="connsiteY1" fmla="*/ 11688 h 981880"/>
                  <a:gd name="connsiteX2" fmla="*/ 499610 w 499610"/>
                  <a:gd name="connsiteY2" fmla="*/ 0 h 981880"/>
                  <a:gd name="connsiteX3" fmla="*/ 415714 w 499610"/>
                  <a:gd name="connsiteY3" fmla="*/ 981880 h 981880"/>
                  <a:gd name="connsiteX4" fmla="*/ 118198 w 499610"/>
                  <a:gd name="connsiteY4" fmla="*/ 973305 h 981880"/>
                  <a:gd name="connsiteX0" fmla="*/ 118198 w 499610"/>
                  <a:gd name="connsiteY0" fmla="*/ 973305 h 981880"/>
                  <a:gd name="connsiteX1" fmla="*/ 0 w 499610"/>
                  <a:gd name="connsiteY1" fmla="*/ 11688 h 981880"/>
                  <a:gd name="connsiteX2" fmla="*/ 499610 w 499610"/>
                  <a:gd name="connsiteY2" fmla="*/ 0 h 981880"/>
                  <a:gd name="connsiteX3" fmla="*/ 415714 w 499610"/>
                  <a:gd name="connsiteY3" fmla="*/ 981880 h 981880"/>
                  <a:gd name="connsiteX4" fmla="*/ 118198 w 499610"/>
                  <a:gd name="connsiteY4" fmla="*/ 973305 h 981880"/>
                  <a:gd name="connsiteX0" fmla="*/ 118198 w 499610"/>
                  <a:gd name="connsiteY0" fmla="*/ 973305 h 981880"/>
                  <a:gd name="connsiteX1" fmla="*/ 0 w 499610"/>
                  <a:gd name="connsiteY1" fmla="*/ 11688 h 981880"/>
                  <a:gd name="connsiteX2" fmla="*/ 499610 w 499610"/>
                  <a:gd name="connsiteY2" fmla="*/ 0 h 981880"/>
                  <a:gd name="connsiteX3" fmla="*/ 415714 w 499610"/>
                  <a:gd name="connsiteY3" fmla="*/ 981880 h 981880"/>
                  <a:gd name="connsiteX4" fmla="*/ 118198 w 499610"/>
                  <a:gd name="connsiteY4" fmla="*/ 973305 h 981880"/>
                  <a:gd name="connsiteX0" fmla="*/ 118198 w 499610"/>
                  <a:gd name="connsiteY0" fmla="*/ 973305 h 981880"/>
                  <a:gd name="connsiteX1" fmla="*/ 0 w 499610"/>
                  <a:gd name="connsiteY1" fmla="*/ 11688 h 981880"/>
                  <a:gd name="connsiteX2" fmla="*/ 499610 w 499610"/>
                  <a:gd name="connsiteY2" fmla="*/ 0 h 981880"/>
                  <a:gd name="connsiteX3" fmla="*/ 415714 w 499610"/>
                  <a:gd name="connsiteY3" fmla="*/ 981880 h 981880"/>
                  <a:gd name="connsiteX4" fmla="*/ 118198 w 499610"/>
                  <a:gd name="connsiteY4" fmla="*/ 973305 h 981880"/>
                  <a:gd name="connsiteX0" fmla="*/ 118198 w 499610"/>
                  <a:gd name="connsiteY0" fmla="*/ 973305 h 976186"/>
                  <a:gd name="connsiteX1" fmla="*/ 0 w 499610"/>
                  <a:gd name="connsiteY1" fmla="*/ 11688 h 976186"/>
                  <a:gd name="connsiteX2" fmla="*/ 499610 w 499610"/>
                  <a:gd name="connsiteY2" fmla="*/ 0 h 976186"/>
                  <a:gd name="connsiteX3" fmla="*/ 273339 w 499610"/>
                  <a:gd name="connsiteY3" fmla="*/ 976186 h 976186"/>
                  <a:gd name="connsiteX4" fmla="*/ 118198 w 499610"/>
                  <a:gd name="connsiteY4" fmla="*/ 973305 h 976186"/>
                  <a:gd name="connsiteX0" fmla="*/ 118198 w 499610"/>
                  <a:gd name="connsiteY0" fmla="*/ 973305 h 976186"/>
                  <a:gd name="connsiteX1" fmla="*/ 0 w 499610"/>
                  <a:gd name="connsiteY1" fmla="*/ 11688 h 976186"/>
                  <a:gd name="connsiteX2" fmla="*/ 499610 w 499610"/>
                  <a:gd name="connsiteY2" fmla="*/ 0 h 976186"/>
                  <a:gd name="connsiteX3" fmla="*/ 273339 w 499610"/>
                  <a:gd name="connsiteY3" fmla="*/ 976186 h 976186"/>
                  <a:gd name="connsiteX4" fmla="*/ 118198 w 499610"/>
                  <a:gd name="connsiteY4" fmla="*/ 973305 h 976186"/>
                  <a:gd name="connsiteX0" fmla="*/ 197928 w 499610"/>
                  <a:gd name="connsiteY0" fmla="*/ 973305 h 976186"/>
                  <a:gd name="connsiteX1" fmla="*/ 0 w 499610"/>
                  <a:gd name="connsiteY1" fmla="*/ 11688 h 976186"/>
                  <a:gd name="connsiteX2" fmla="*/ 499610 w 499610"/>
                  <a:gd name="connsiteY2" fmla="*/ 0 h 976186"/>
                  <a:gd name="connsiteX3" fmla="*/ 273339 w 499610"/>
                  <a:gd name="connsiteY3" fmla="*/ 976186 h 976186"/>
                  <a:gd name="connsiteX4" fmla="*/ 197928 w 499610"/>
                  <a:gd name="connsiteY4" fmla="*/ 973305 h 976186"/>
                  <a:gd name="connsiteX0" fmla="*/ 197928 w 499610"/>
                  <a:gd name="connsiteY0" fmla="*/ 973305 h 976186"/>
                  <a:gd name="connsiteX1" fmla="*/ 0 w 499610"/>
                  <a:gd name="connsiteY1" fmla="*/ 11688 h 976186"/>
                  <a:gd name="connsiteX2" fmla="*/ 499610 w 499610"/>
                  <a:gd name="connsiteY2" fmla="*/ 0 h 976186"/>
                  <a:gd name="connsiteX3" fmla="*/ 273339 w 499610"/>
                  <a:gd name="connsiteY3" fmla="*/ 976186 h 976186"/>
                  <a:gd name="connsiteX4" fmla="*/ 197928 w 499610"/>
                  <a:gd name="connsiteY4" fmla="*/ 973305 h 976186"/>
                  <a:gd name="connsiteX0" fmla="*/ 197928 w 499610"/>
                  <a:gd name="connsiteY0" fmla="*/ 973305 h 976186"/>
                  <a:gd name="connsiteX1" fmla="*/ 0 w 499610"/>
                  <a:gd name="connsiteY1" fmla="*/ 11688 h 976186"/>
                  <a:gd name="connsiteX2" fmla="*/ 499610 w 499610"/>
                  <a:gd name="connsiteY2" fmla="*/ 0 h 976186"/>
                  <a:gd name="connsiteX3" fmla="*/ 273339 w 499610"/>
                  <a:gd name="connsiteY3" fmla="*/ 976186 h 976186"/>
                  <a:gd name="connsiteX4" fmla="*/ 197928 w 499610"/>
                  <a:gd name="connsiteY4" fmla="*/ 973305 h 976186"/>
                  <a:gd name="connsiteX0" fmla="*/ 197928 w 499610"/>
                  <a:gd name="connsiteY0" fmla="*/ 973305 h 976186"/>
                  <a:gd name="connsiteX1" fmla="*/ 0 w 499610"/>
                  <a:gd name="connsiteY1" fmla="*/ 11688 h 976186"/>
                  <a:gd name="connsiteX2" fmla="*/ 499610 w 499610"/>
                  <a:gd name="connsiteY2" fmla="*/ 0 h 976186"/>
                  <a:gd name="connsiteX3" fmla="*/ 273339 w 499610"/>
                  <a:gd name="connsiteY3" fmla="*/ 976186 h 976186"/>
                  <a:gd name="connsiteX4" fmla="*/ 197928 w 499610"/>
                  <a:gd name="connsiteY4" fmla="*/ 973305 h 976186"/>
                  <a:gd name="connsiteX0" fmla="*/ 27977 w 802211"/>
                  <a:gd name="connsiteY0" fmla="*/ 815791 h 976186"/>
                  <a:gd name="connsiteX1" fmla="*/ 302601 w 802211"/>
                  <a:gd name="connsiteY1" fmla="*/ 11688 h 976186"/>
                  <a:gd name="connsiteX2" fmla="*/ 802211 w 802211"/>
                  <a:gd name="connsiteY2" fmla="*/ 0 h 976186"/>
                  <a:gd name="connsiteX3" fmla="*/ 575940 w 802211"/>
                  <a:gd name="connsiteY3" fmla="*/ 976186 h 976186"/>
                  <a:gd name="connsiteX4" fmla="*/ 27977 w 802211"/>
                  <a:gd name="connsiteY4" fmla="*/ 815791 h 976186"/>
                  <a:gd name="connsiteX0" fmla="*/ 27977 w 802211"/>
                  <a:gd name="connsiteY0" fmla="*/ 815791 h 815791"/>
                  <a:gd name="connsiteX1" fmla="*/ 302601 w 802211"/>
                  <a:gd name="connsiteY1" fmla="*/ 11688 h 815791"/>
                  <a:gd name="connsiteX2" fmla="*/ 802211 w 802211"/>
                  <a:gd name="connsiteY2" fmla="*/ 0 h 815791"/>
                  <a:gd name="connsiteX3" fmla="*/ 236294 w 802211"/>
                  <a:gd name="connsiteY3" fmla="*/ 808828 h 815791"/>
                  <a:gd name="connsiteX4" fmla="*/ 27977 w 802211"/>
                  <a:gd name="connsiteY4" fmla="*/ 815791 h 815791"/>
                  <a:gd name="connsiteX0" fmla="*/ 27977 w 802211"/>
                  <a:gd name="connsiteY0" fmla="*/ 815791 h 815791"/>
                  <a:gd name="connsiteX1" fmla="*/ 302601 w 802211"/>
                  <a:gd name="connsiteY1" fmla="*/ 11688 h 815791"/>
                  <a:gd name="connsiteX2" fmla="*/ 802211 w 802211"/>
                  <a:gd name="connsiteY2" fmla="*/ 0 h 815791"/>
                  <a:gd name="connsiteX3" fmla="*/ 236294 w 802211"/>
                  <a:gd name="connsiteY3" fmla="*/ 808828 h 815791"/>
                  <a:gd name="connsiteX4" fmla="*/ 27977 w 802211"/>
                  <a:gd name="connsiteY4" fmla="*/ 815791 h 815791"/>
                  <a:gd name="connsiteX0" fmla="*/ 27977 w 802211"/>
                  <a:gd name="connsiteY0" fmla="*/ 815791 h 815791"/>
                  <a:gd name="connsiteX1" fmla="*/ 302601 w 802211"/>
                  <a:gd name="connsiteY1" fmla="*/ 11688 h 815791"/>
                  <a:gd name="connsiteX2" fmla="*/ 802211 w 802211"/>
                  <a:gd name="connsiteY2" fmla="*/ 0 h 815791"/>
                  <a:gd name="connsiteX3" fmla="*/ 236294 w 802211"/>
                  <a:gd name="connsiteY3" fmla="*/ 808828 h 815791"/>
                  <a:gd name="connsiteX4" fmla="*/ 27977 w 802211"/>
                  <a:gd name="connsiteY4" fmla="*/ 815791 h 815791"/>
                  <a:gd name="connsiteX0" fmla="*/ 27977 w 802211"/>
                  <a:gd name="connsiteY0" fmla="*/ 828714 h 828714"/>
                  <a:gd name="connsiteX1" fmla="*/ 302601 w 802211"/>
                  <a:gd name="connsiteY1" fmla="*/ 0 h 828714"/>
                  <a:gd name="connsiteX2" fmla="*/ 802211 w 802211"/>
                  <a:gd name="connsiteY2" fmla="*/ 12923 h 828714"/>
                  <a:gd name="connsiteX3" fmla="*/ 236294 w 802211"/>
                  <a:gd name="connsiteY3" fmla="*/ 821751 h 828714"/>
                  <a:gd name="connsiteX4" fmla="*/ 27977 w 802211"/>
                  <a:gd name="connsiteY4" fmla="*/ 828714 h 828714"/>
                  <a:gd name="connsiteX0" fmla="*/ 56213 w 830447"/>
                  <a:gd name="connsiteY0" fmla="*/ 828714 h 828714"/>
                  <a:gd name="connsiteX1" fmla="*/ 330837 w 830447"/>
                  <a:gd name="connsiteY1" fmla="*/ 0 h 828714"/>
                  <a:gd name="connsiteX2" fmla="*/ 830447 w 830447"/>
                  <a:gd name="connsiteY2" fmla="*/ 12923 h 828714"/>
                  <a:gd name="connsiteX3" fmla="*/ 264530 w 830447"/>
                  <a:gd name="connsiteY3" fmla="*/ 821751 h 828714"/>
                  <a:gd name="connsiteX4" fmla="*/ 56213 w 830447"/>
                  <a:gd name="connsiteY4" fmla="*/ 828714 h 828714"/>
                  <a:gd name="connsiteX0" fmla="*/ 64130 w 789139"/>
                  <a:gd name="connsiteY0" fmla="*/ 794258 h 821751"/>
                  <a:gd name="connsiteX1" fmla="*/ 289529 w 789139"/>
                  <a:gd name="connsiteY1" fmla="*/ 0 h 821751"/>
                  <a:gd name="connsiteX2" fmla="*/ 789139 w 789139"/>
                  <a:gd name="connsiteY2" fmla="*/ 12923 h 821751"/>
                  <a:gd name="connsiteX3" fmla="*/ 223222 w 789139"/>
                  <a:gd name="connsiteY3" fmla="*/ 821751 h 821751"/>
                  <a:gd name="connsiteX4" fmla="*/ 64130 w 789139"/>
                  <a:gd name="connsiteY4" fmla="*/ 794258 h 821751"/>
                  <a:gd name="connsiteX0" fmla="*/ 0 w 725009"/>
                  <a:gd name="connsiteY0" fmla="*/ 794258 h 821751"/>
                  <a:gd name="connsiteX1" fmla="*/ 225399 w 725009"/>
                  <a:gd name="connsiteY1" fmla="*/ 0 h 821751"/>
                  <a:gd name="connsiteX2" fmla="*/ 725009 w 725009"/>
                  <a:gd name="connsiteY2" fmla="*/ 12923 h 821751"/>
                  <a:gd name="connsiteX3" fmla="*/ 159092 w 725009"/>
                  <a:gd name="connsiteY3" fmla="*/ 821751 h 821751"/>
                  <a:gd name="connsiteX4" fmla="*/ 0 w 725009"/>
                  <a:gd name="connsiteY4" fmla="*/ 794258 h 821751"/>
                  <a:gd name="connsiteX0" fmla="*/ 0 w 725009"/>
                  <a:gd name="connsiteY0" fmla="*/ 1203768 h 1231261"/>
                  <a:gd name="connsiteX1" fmla="*/ 225399 w 725009"/>
                  <a:gd name="connsiteY1" fmla="*/ 0 h 1231261"/>
                  <a:gd name="connsiteX2" fmla="*/ 725009 w 725009"/>
                  <a:gd name="connsiteY2" fmla="*/ 422433 h 1231261"/>
                  <a:gd name="connsiteX3" fmla="*/ 159092 w 725009"/>
                  <a:gd name="connsiteY3" fmla="*/ 1231261 h 1231261"/>
                  <a:gd name="connsiteX4" fmla="*/ 0 w 725009"/>
                  <a:gd name="connsiteY4" fmla="*/ 1203768 h 1231261"/>
                  <a:gd name="connsiteX0" fmla="*/ 0 w 725009"/>
                  <a:gd name="connsiteY0" fmla="*/ 1217334 h 1244827"/>
                  <a:gd name="connsiteX1" fmla="*/ 225399 w 725009"/>
                  <a:gd name="connsiteY1" fmla="*/ 13566 h 1244827"/>
                  <a:gd name="connsiteX2" fmla="*/ 725009 w 725009"/>
                  <a:gd name="connsiteY2" fmla="*/ 571 h 1244827"/>
                  <a:gd name="connsiteX3" fmla="*/ 159092 w 725009"/>
                  <a:gd name="connsiteY3" fmla="*/ 1244827 h 1244827"/>
                  <a:gd name="connsiteX4" fmla="*/ 0 w 725009"/>
                  <a:gd name="connsiteY4" fmla="*/ 1217334 h 1244827"/>
                  <a:gd name="connsiteX0" fmla="*/ 0 w 725009"/>
                  <a:gd name="connsiteY0" fmla="*/ 1217334 h 1244827"/>
                  <a:gd name="connsiteX1" fmla="*/ 225399 w 725009"/>
                  <a:gd name="connsiteY1" fmla="*/ 13566 h 1244827"/>
                  <a:gd name="connsiteX2" fmla="*/ 725009 w 725009"/>
                  <a:gd name="connsiteY2" fmla="*/ 571 h 1244827"/>
                  <a:gd name="connsiteX3" fmla="*/ 159092 w 725009"/>
                  <a:gd name="connsiteY3" fmla="*/ 1244827 h 1244827"/>
                  <a:gd name="connsiteX4" fmla="*/ 0 w 725009"/>
                  <a:gd name="connsiteY4" fmla="*/ 1217334 h 1244827"/>
                  <a:gd name="connsiteX0" fmla="*/ 0 w 725009"/>
                  <a:gd name="connsiteY0" fmla="*/ 1217334 h 1244827"/>
                  <a:gd name="connsiteX1" fmla="*/ 225399 w 725009"/>
                  <a:gd name="connsiteY1" fmla="*/ 13566 h 1244827"/>
                  <a:gd name="connsiteX2" fmla="*/ 725009 w 725009"/>
                  <a:gd name="connsiteY2" fmla="*/ 571 h 1244827"/>
                  <a:gd name="connsiteX3" fmla="*/ 159092 w 725009"/>
                  <a:gd name="connsiteY3" fmla="*/ 1244827 h 1244827"/>
                  <a:gd name="connsiteX4" fmla="*/ 0 w 725009"/>
                  <a:gd name="connsiteY4" fmla="*/ 1217334 h 1244827"/>
                  <a:gd name="connsiteX0" fmla="*/ 0 w 725009"/>
                  <a:gd name="connsiteY0" fmla="*/ 1217334 h 1244827"/>
                  <a:gd name="connsiteX1" fmla="*/ 225399 w 725009"/>
                  <a:gd name="connsiteY1" fmla="*/ 13566 h 1244827"/>
                  <a:gd name="connsiteX2" fmla="*/ 725009 w 725009"/>
                  <a:gd name="connsiteY2" fmla="*/ 571 h 1244827"/>
                  <a:gd name="connsiteX3" fmla="*/ 159092 w 725009"/>
                  <a:gd name="connsiteY3" fmla="*/ 1244827 h 1244827"/>
                  <a:gd name="connsiteX4" fmla="*/ 0 w 725009"/>
                  <a:gd name="connsiteY4" fmla="*/ 1217334 h 1244827"/>
                  <a:gd name="connsiteX0" fmla="*/ 0 w 725009"/>
                  <a:gd name="connsiteY0" fmla="*/ 1217334 h 1244827"/>
                  <a:gd name="connsiteX1" fmla="*/ 225399 w 725009"/>
                  <a:gd name="connsiteY1" fmla="*/ 13566 h 1244827"/>
                  <a:gd name="connsiteX2" fmla="*/ 725009 w 725009"/>
                  <a:gd name="connsiteY2" fmla="*/ 571 h 1244827"/>
                  <a:gd name="connsiteX3" fmla="*/ 159092 w 725009"/>
                  <a:gd name="connsiteY3" fmla="*/ 1244827 h 1244827"/>
                  <a:gd name="connsiteX4" fmla="*/ 0 w 725009"/>
                  <a:gd name="connsiteY4" fmla="*/ 1217334 h 1244827"/>
                  <a:gd name="connsiteX0" fmla="*/ 0 w 725009"/>
                  <a:gd name="connsiteY0" fmla="*/ 1217334 h 1244827"/>
                  <a:gd name="connsiteX1" fmla="*/ 225399 w 725009"/>
                  <a:gd name="connsiteY1" fmla="*/ 13566 h 1244827"/>
                  <a:gd name="connsiteX2" fmla="*/ 725009 w 725009"/>
                  <a:gd name="connsiteY2" fmla="*/ 571 h 1244827"/>
                  <a:gd name="connsiteX3" fmla="*/ 159092 w 725009"/>
                  <a:gd name="connsiteY3" fmla="*/ 1244827 h 1244827"/>
                  <a:gd name="connsiteX4" fmla="*/ 0 w 725009"/>
                  <a:gd name="connsiteY4" fmla="*/ 1217334 h 1244827"/>
                  <a:gd name="connsiteX0" fmla="*/ 0 w 725009"/>
                  <a:gd name="connsiteY0" fmla="*/ 1203768 h 1231261"/>
                  <a:gd name="connsiteX1" fmla="*/ 225399 w 725009"/>
                  <a:gd name="connsiteY1" fmla="*/ 0 h 1231261"/>
                  <a:gd name="connsiteX2" fmla="*/ 725009 w 725009"/>
                  <a:gd name="connsiteY2" fmla="*/ 129782 h 1231261"/>
                  <a:gd name="connsiteX3" fmla="*/ 159092 w 725009"/>
                  <a:gd name="connsiteY3" fmla="*/ 1231261 h 1231261"/>
                  <a:gd name="connsiteX4" fmla="*/ 0 w 725009"/>
                  <a:gd name="connsiteY4" fmla="*/ 1203768 h 1231261"/>
                  <a:gd name="connsiteX0" fmla="*/ 0 w 725009"/>
                  <a:gd name="connsiteY0" fmla="*/ 1203768 h 1231261"/>
                  <a:gd name="connsiteX1" fmla="*/ 225399 w 725009"/>
                  <a:gd name="connsiteY1" fmla="*/ 0 h 1231261"/>
                  <a:gd name="connsiteX2" fmla="*/ 725009 w 725009"/>
                  <a:gd name="connsiteY2" fmla="*/ 129782 h 1231261"/>
                  <a:gd name="connsiteX3" fmla="*/ 159092 w 725009"/>
                  <a:gd name="connsiteY3" fmla="*/ 1231261 h 1231261"/>
                  <a:gd name="connsiteX4" fmla="*/ 0 w 725009"/>
                  <a:gd name="connsiteY4" fmla="*/ 1203768 h 1231261"/>
                  <a:gd name="connsiteX0" fmla="*/ 0 w 725009"/>
                  <a:gd name="connsiteY0" fmla="*/ 1203768 h 1231261"/>
                  <a:gd name="connsiteX1" fmla="*/ 225399 w 725009"/>
                  <a:gd name="connsiteY1" fmla="*/ 0 h 1231261"/>
                  <a:gd name="connsiteX2" fmla="*/ 725009 w 725009"/>
                  <a:gd name="connsiteY2" fmla="*/ 129782 h 1231261"/>
                  <a:gd name="connsiteX3" fmla="*/ 159092 w 725009"/>
                  <a:gd name="connsiteY3" fmla="*/ 1231261 h 1231261"/>
                  <a:gd name="connsiteX4" fmla="*/ 0 w 725009"/>
                  <a:gd name="connsiteY4" fmla="*/ 1203768 h 1231261"/>
                  <a:gd name="connsiteX0" fmla="*/ 0 w 725497"/>
                  <a:gd name="connsiteY0" fmla="*/ 1279028 h 1306521"/>
                  <a:gd name="connsiteX1" fmla="*/ 225399 w 725497"/>
                  <a:gd name="connsiteY1" fmla="*/ 75260 h 1306521"/>
                  <a:gd name="connsiteX2" fmla="*/ 396193 w 725497"/>
                  <a:gd name="connsiteY2" fmla="*/ 156799 h 1306521"/>
                  <a:gd name="connsiteX3" fmla="*/ 725009 w 725497"/>
                  <a:gd name="connsiteY3" fmla="*/ 205042 h 1306521"/>
                  <a:gd name="connsiteX4" fmla="*/ 159092 w 725497"/>
                  <a:gd name="connsiteY4" fmla="*/ 1306521 h 1306521"/>
                  <a:gd name="connsiteX5" fmla="*/ 0 w 725497"/>
                  <a:gd name="connsiteY5" fmla="*/ 1279028 h 1306521"/>
                  <a:gd name="connsiteX0" fmla="*/ 0 w 725239"/>
                  <a:gd name="connsiteY0" fmla="*/ 1295668 h 1323161"/>
                  <a:gd name="connsiteX1" fmla="*/ 225399 w 725239"/>
                  <a:gd name="connsiteY1" fmla="*/ 91900 h 1323161"/>
                  <a:gd name="connsiteX2" fmla="*/ 725009 w 725239"/>
                  <a:gd name="connsiteY2" fmla="*/ 221682 h 1323161"/>
                  <a:gd name="connsiteX3" fmla="*/ 159092 w 725239"/>
                  <a:gd name="connsiteY3" fmla="*/ 1323161 h 1323161"/>
                  <a:gd name="connsiteX4" fmla="*/ 0 w 725239"/>
                  <a:gd name="connsiteY4" fmla="*/ 1295668 h 1323161"/>
                  <a:gd name="connsiteX0" fmla="*/ 0 w 725221"/>
                  <a:gd name="connsiteY0" fmla="*/ 1210552 h 1238045"/>
                  <a:gd name="connsiteX1" fmla="*/ 191583 w 725221"/>
                  <a:gd name="connsiteY1" fmla="*/ 153319 h 1238045"/>
                  <a:gd name="connsiteX2" fmla="*/ 725009 w 725221"/>
                  <a:gd name="connsiteY2" fmla="*/ 136566 h 1238045"/>
                  <a:gd name="connsiteX3" fmla="*/ 159092 w 725221"/>
                  <a:gd name="connsiteY3" fmla="*/ 1238045 h 1238045"/>
                  <a:gd name="connsiteX4" fmla="*/ 0 w 725221"/>
                  <a:gd name="connsiteY4" fmla="*/ 1210552 h 1238045"/>
                  <a:gd name="connsiteX0" fmla="*/ 0 w 725305"/>
                  <a:gd name="connsiteY0" fmla="*/ 1158512 h 1186005"/>
                  <a:gd name="connsiteX1" fmla="*/ 191583 w 725305"/>
                  <a:gd name="connsiteY1" fmla="*/ 101279 h 1186005"/>
                  <a:gd name="connsiteX2" fmla="*/ 725009 w 725305"/>
                  <a:gd name="connsiteY2" fmla="*/ 84526 h 1186005"/>
                  <a:gd name="connsiteX3" fmla="*/ 159092 w 725305"/>
                  <a:gd name="connsiteY3" fmla="*/ 1186005 h 1186005"/>
                  <a:gd name="connsiteX4" fmla="*/ 0 w 725305"/>
                  <a:gd name="connsiteY4" fmla="*/ 1158512 h 1186005"/>
                  <a:gd name="connsiteX0" fmla="*/ 0 w 725009"/>
                  <a:gd name="connsiteY0" fmla="*/ 1073986 h 1101479"/>
                  <a:gd name="connsiteX1" fmla="*/ 191583 w 725009"/>
                  <a:gd name="connsiteY1" fmla="*/ 16753 h 1101479"/>
                  <a:gd name="connsiteX2" fmla="*/ 725009 w 725009"/>
                  <a:gd name="connsiteY2" fmla="*/ 0 h 1101479"/>
                  <a:gd name="connsiteX3" fmla="*/ 159092 w 725009"/>
                  <a:gd name="connsiteY3" fmla="*/ 1101479 h 1101479"/>
                  <a:gd name="connsiteX4" fmla="*/ 0 w 725009"/>
                  <a:gd name="connsiteY4" fmla="*/ 1073986 h 1101479"/>
                  <a:gd name="connsiteX0" fmla="*/ 0 w 725009"/>
                  <a:gd name="connsiteY0" fmla="*/ 1073986 h 1101479"/>
                  <a:gd name="connsiteX1" fmla="*/ 206612 w 725009"/>
                  <a:gd name="connsiteY1" fmla="*/ 1724 h 1101479"/>
                  <a:gd name="connsiteX2" fmla="*/ 725009 w 725009"/>
                  <a:gd name="connsiteY2" fmla="*/ 0 h 1101479"/>
                  <a:gd name="connsiteX3" fmla="*/ 159092 w 725009"/>
                  <a:gd name="connsiteY3" fmla="*/ 1101479 h 1101479"/>
                  <a:gd name="connsiteX4" fmla="*/ 0 w 725009"/>
                  <a:gd name="connsiteY4" fmla="*/ 1073986 h 1101479"/>
                  <a:gd name="connsiteX0" fmla="*/ 0 w 725009"/>
                  <a:gd name="connsiteY0" fmla="*/ 1073986 h 1101479"/>
                  <a:gd name="connsiteX1" fmla="*/ 206612 w 725009"/>
                  <a:gd name="connsiteY1" fmla="*/ 1724 h 1101479"/>
                  <a:gd name="connsiteX2" fmla="*/ 725009 w 725009"/>
                  <a:gd name="connsiteY2" fmla="*/ 0 h 1101479"/>
                  <a:gd name="connsiteX3" fmla="*/ 159092 w 725009"/>
                  <a:gd name="connsiteY3" fmla="*/ 1101479 h 1101479"/>
                  <a:gd name="connsiteX4" fmla="*/ 0 w 725009"/>
                  <a:gd name="connsiteY4" fmla="*/ 1073986 h 1101479"/>
                  <a:gd name="connsiteX0" fmla="*/ 0 w 725009"/>
                  <a:gd name="connsiteY0" fmla="*/ 1073986 h 1101479"/>
                  <a:gd name="connsiteX1" fmla="*/ 206612 w 725009"/>
                  <a:gd name="connsiteY1" fmla="*/ 1724 h 1101479"/>
                  <a:gd name="connsiteX2" fmla="*/ 725009 w 725009"/>
                  <a:gd name="connsiteY2" fmla="*/ 0 h 1101479"/>
                  <a:gd name="connsiteX3" fmla="*/ 159092 w 725009"/>
                  <a:gd name="connsiteY3" fmla="*/ 1101479 h 1101479"/>
                  <a:gd name="connsiteX4" fmla="*/ 0 w 725009"/>
                  <a:gd name="connsiteY4" fmla="*/ 1073986 h 1101479"/>
                  <a:gd name="connsiteX0" fmla="*/ 0 w 725009"/>
                  <a:gd name="connsiteY0" fmla="*/ 1073986 h 1074607"/>
                  <a:gd name="connsiteX1" fmla="*/ 206612 w 725009"/>
                  <a:gd name="connsiteY1" fmla="*/ 1724 h 1074607"/>
                  <a:gd name="connsiteX2" fmla="*/ 725009 w 725009"/>
                  <a:gd name="connsiteY2" fmla="*/ 0 h 1074607"/>
                  <a:gd name="connsiteX3" fmla="*/ 229048 w 725009"/>
                  <a:gd name="connsiteY3" fmla="*/ 886531 h 1074607"/>
                  <a:gd name="connsiteX4" fmla="*/ 0 w 725009"/>
                  <a:gd name="connsiteY4" fmla="*/ 1073986 h 1074607"/>
                  <a:gd name="connsiteX0" fmla="*/ 0 w 725009"/>
                  <a:gd name="connsiteY0" fmla="*/ 1073986 h 1074607"/>
                  <a:gd name="connsiteX1" fmla="*/ 206612 w 725009"/>
                  <a:gd name="connsiteY1" fmla="*/ 1724 h 1074607"/>
                  <a:gd name="connsiteX2" fmla="*/ 725009 w 725009"/>
                  <a:gd name="connsiteY2" fmla="*/ 0 h 1074607"/>
                  <a:gd name="connsiteX3" fmla="*/ 229048 w 725009"/>
                  <a:gd name="connsiteY3" fmla="*/ 886531 h 1074607"/>
                  <a:gd name="connsiteX4" fmla="*/ 0 w 725009"/>
                  <a:gd name="connsiteY4" fmla="*/ 1073986 h 1074607"/>
                  <a:gd name="connsiteX0" fmla="*/ 0 w 675040"/>
                  <a:gd name="connsiteY0" fmla="*/ 894029 h 896577"/>
                  <a:gd name="connsiteX1" fmla="*/ 156643 w 675040"/>
                  <a:gd name="connsiteY1" fmla="*/ 1724 h 896577"/>
                  <a:gd name="connsiteX2" fmla="*/ 675040 w 675040"/>
                  <a:gd name="connsiteY2" fmla="*/ 0 h 896577"/>
                  <a:gd name="connsiteX3" fmla="*/ 179079 w 675040"/>
                  <a:gd name="connsiteY3" fmla="*/ 886531 h 896577"/>
                  <a:gd name="connsiteX4" fmla="*/ 0 w 675040"/>
                  <a:gd name="connsiteY4" fmla="*/ 894029 h 896577"/>
                  <a:gd name="connsiteX0" fmla="*/ 0 w 675040"/>
                  <a:gd name="connsiteY0" fmla="*/ 894029 h 896577"/>
                  <a:gd name="connsiteX1" fmla="*/ 186623 w 675040"/>
                  <a:gd name="connsiteY1" fmla="*/ 1724 h 896577"/>
                  <a:gd name="connsiteX2" fmla="*/ 675040 w 675040"/>
                  <a:gd name="connsiteY2" fmla="*/ 0 h 896577"/>
                  <a:gd name="connsiteX3" fmla="*/ 179079 w 675040"/>
                  <a:gd name="connsiteY3" fmla="*/ 886531 h 896577"/>
                  <a:gd name="connsiteX4" fmla="*/ 0 w 675040"/>
                  <a:gd name="connsiteY4" fmla="*/ 894029 h 8965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75040" h="896577">
                    <a:moveTo>
                      <a:pt x="0" y="894029"/>
                    </a:moveTo>
                    <a:cubicBezTo>
                      <a:pt x="95638" y="409857"/>
                      <a:pt x="76811" y="618448"/>
                      <a:pt x="186623" y="1724"/>
                    </a:cubicBezTo>
                    <a:cubicBezTo>
                      <a:pt x="431451" y="14348"/>
                      <a:pt x="449377" y="35256"/>
                      <a:pt x="675040" y="0"/>
                    </a:cubicBezTo>
                    <a:cubicBezTo>
                      <a:pt x="276172" y="749497"/>
                      <a:pt x="462801" y="344746"/>
                      <a:pt x="179079" y="886531"/>
                    </a:cubicBezTo>
                    <a:cubicBezTo>
                      <a:pt x="44794" y="857895"/>
                      <a:pt x="92525" y="908114"/>
                      <a:pt x="0" y="894029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bg1">
                      <a:lumMod val="95000"/>
                      <a:alpha val="55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</a:gradFill>
              <a:ln>
                <a:solidFill>
                  <a:schemeClr val="bg1">
                    <a:lumMod val="75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274" name="Freeform 273"/>
              <p:cNvSpPr/>
              <p:nvPr/>
            </p:nvSpPr>
            <p:spPr>
              <a:xfrm>
                <a:off x="4340854" y="5470471"/>
                <a:ext cx="514350" cy="401843"/>
              </a:xfrm>
              <a:custGeom>
                <a:avLst/>
                <a:gdLst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139870 w 1040633"/>
                  <a:gd name="connsiteY4" fmla="*/ 1191723 h 1219697"/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139870 w 1040633"/>
                  <a:gd name="connsiteY4" fmla="*/ 1191723 h 1219697"/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139870 w 1040633"/>
                  <a:gd name="connsiteY4" fmla="*/ 1191723 h 1219697"/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139870 w 1040633"/>
                  <a:gd name="connsiteY4" fmla="*/ 1191723 h 1219697"/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139870 w 1040633"/>
                  <a:gd name="connsiteY4" fmla="*/ 1191723 h 1219697"/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418712 w 1040633"/>
                  <a:gd name="connsiteY4" fmla="*/ 1189324 h 1219697"/>
                  <a:gd name="connsiteX5" fmla="*/ 139870 w 1040633"/>
                  <a:gd name="connsiteY5" fmla="*/ 1191723 h 1219697"/>
                  <a:gd name="connsiteX0" fmla="*/ 139870 w 1040633"/>
                  <a:gd name="connsiteY0" fmla="*/ 1191723 h 1355926"/>
                  <a:gd name="connsiteX1" fmla="*/ 0 w 1040633"/>
                  <a:gd name="connsiteY1" fmla="*/ 0 h 1355926"/>
                  <a:gd name="connsiteX2" fmla="*/ 1040633 w 1040633"/>
                  <a:gd name="connsiteY2" fmla="*/ 16785 h 1355926"/>
                  <a:gd name="connsiteX3" fmla="*/ 833625 w 1040633"/>
                  <a:gd name="connsiteY3" fmla="*/ 1219697 h 1355926"/>
                  <a:gd name="connsiteX4" fmla="*/ 139870 w 1040633"/>
                  <a:gd name="connsiteY4" fmla="*/ 1191723 h 1355926"/>
                  <a:gd name="connsiteX0" fmla="*/ 139870 w 1040633"/>
                  <a:gd name="connsiteY0" fmla="*/ 1191723 h 1289901"/>
                  <a:gd name="connsiteX1" fmla="*/ 0 w 1040633"/>
                  <a:gd name="connsiteY1" fmla="*/ 0 h 1289901"/>
                  <a:gd name="connsiteX2" fmla="*/ 1040633 w 1040633"/>
                  <a:gd name="connsiteY2" fmla="*/ 16785 h 1289901"/>
                  <a:gd name="connsiteX3" fmla="*/ 833625 w 1040633"/>
                  <a:gd name="connsiteY3" fmla="*/ 1219697 h 1289901"/>
                  <a:gd name="connsiteX4" fmla="*/ 139870 w 1040633"/>
                  <a:gd name="connsiteY4" fmla="*/ 1191723 h 1289901"/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139870 w 1040633"/>
                  <a:gd name="connsiteY4" fmla="*/ 1191723 h 1219697"/>
                  <a:gd name="connsiteX0" fmla="*/ 139870 w 1040633"/>
                  <a:gd name="connsiteY0" fmla="*/ 1191723 h 1191723"/>
                  <a:gd name="connsiteX1" fmla="*/ 0 w 1040633"/>
                  <a:gd name="connsiteY1" fmla="*/ 0 h 1191723"/>
                  <a:gd name="connsiteX2" fmla="*/ 1040633 w 1040633"/>
                  <a:gd name="connsiteY2" fmla="*/ 16785 h 1191723"/>
                  <a:gd name="connsiteX3" fmla="*/ 671988 w 1040633"/>
                  <a:gd name="connsiteY3" fmla="*/ 1158121 h 1191723"/>
                  <a:gd name="connsiteX4" fmla="*/ 139870 w 1040633"/>
                  <a:gd name="connsiteY4" fmla="*/ 1191723 h 1191723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778664"/>
                  <a:gd name="connsiteY0" fmla="*/ 1160935 h 1160935"/>
                  <a:gd name="connsiteX1" fmla="*/ 0 w 778664"/>
                  <a:gd name="connsiteY1" fmla="*/ 0 h 1160935"/>
                  <a:gd name="connsiteX2" fmla="*/ 778664 w 778664"/>
                  <a:gd name="connsiteY2" fmla="*/ 130682 h 1160935"/>
                  <a:gd name="connsiteX3" fmla="*/ 671988 w 778664"/>
                  <a:gd name="connsiteY3" fmla="*/ 1158121 h 1160935"/>
                  <a:gd name="connsiteX4" fmla="*/ 363082 w 778664"/>
                  <a:gd name="connsiteY4" fmla="*/ 1160935 h 1160935"/>
                  <a:gd name="connsiteX0" fmla="*/ 363082 w 778664"/>
                  <a:gd name="connsiteY0" fmla="*/ 1160935 h 1160935"/>
                  <a:gd name="connsiteX1" fmla="*/ 0 w 778664"/>
                  <a:gd name="connsiteY1" fmla="*/ 0 h 1160935"/>
                  <a:gd name="connsiteX2" fmla="*/ 778664 w 778664"/>
                  <a:gd name="connsiteY2" fmla="*/ 130682 h 1160935"/>
                  <a:gd name="connsiteX3" fmla="*/ 694768 w 778664"/>
                  <a:gd name="connsiteY3" fmla="*/ 1112562 h 1160935"/>
                  <a:gd name="connsiteX4" fmla="*/ 363082 w 778664"/>
                  <a:gd name="connsiteY4" fmla="*/ 1160935 h 1160935"/>
                  <a:gd name="connsiteX0" fmla="*/ 363082 w 778664"/>
                  <a:gd name="connsiteY0" fmla="*/ 1160935 h 1160935"/>
                  <a:gd name="connsiteX1" fmla="*/ 0 w 778664"/>
                  <a:gd name="connsiteY1" fmla="*/ 0 h 1160935"/>
                  <a:gd name="connsiteX2" fmla="*/ 778664 w 778664"/>
                  <a:gd name="connsiteY2" fmla="*/ 130682 h 1160935"/>
                  <a:gd name="connsiteX3" fmla="*/ 694768 w 778664"/>
                  <a:gd name="connsiteY3" fmla="*/ 1112562 h 1160935"/>
                  <a:gd name="connsiteX4" fmla="*/ 363082 w 778664"/>
                  <a:gd name="connsiteY4" fmla="*/ 1160935 h 1160935"/>
                  <a:gd name="connsiteX0" fmla="*/ 397252 w 778664"/>
                  <a:gd name="connsiteY0" fmla="*/ 1103987 h 1112562"/>
                  <a:gd name="connsiteX1" fmla="*/ 0 w 778664"/>
                  <a:gd name="connsiteY1" fmla="*/ 0 h 1112562"/>
                  <a:gd name="connsiteX2" fmla="*/ 778664 w 778664"/>
                  <a:gd name="connsiteY2" fmla="*/ 130682 h 1112562"/>
                  <a:gd name="connsiteX3" fmla="*/ 694768 w 778664"/>
                  <a:gd name="connsiteY3" fmla="*/ 1112562 h 1112562"/>
                  <a:gd name="connsiteX4" fmla="*/ 397252 w 778664"/>
                  <a:gd name="connsiteY4" fmla="*/ 1103987 h 1112562"/>
                  <a:gd name="connsiteX0" fmla="*/ 397252 w 778664"/>
                  <a:gd name="connsiteY0" fmla="*/ 1103987 h 1112562"/>
                  <a:gd name="connsiteX1" fmla="*/ 0 w 778664"/>
                  <a:gd name="connsiteY1" fmla="*/ 0 h 1112562"/>
                  <a:gd name="connsiteX2" fmla="*/ 778664 w 778664"/>
                  <a:gd name="connsiteY2" fmla="*/ 130682 h 1112562"/>
                  <a:gd name="connsiteX3" fmla="*/ 694768 w 778664"/>
                  <a:gd name="connsiteY3" fmla="*/ 1112562 h 1112562"/>
                  <a:gd name="connsiteX4" fmla="*/ 397252 w 778664"/>
                  <a:gd name="connsiteY4" fmla="*/ 1103987 h 1112562"/>
                  <a:gd name="connsiteX0" fmla="*/ 397252 w 778664"/>
                  <a:gd name="connsiteY0" fmla="*/ 1103987 h 1112562"/>
                  <a:gd name="connsiteX1" fmla="*/ 0 w 778664"/>
                  <a:gd name="connsiteY1" fmla="*/ 0 h 1112562"/>
                  <a:gd name="connsiteX2" fmla="*/ 778664 w 778664"/>
                  <a:gd name="connsiteY2" fmla="*/ 130682 h 1112562"/>
                  <a:gd name="connsiteX3" fmla="*/ 694768 w 778664"/>
                  <a:gd name="connsiteY3" fmla="*/ 1112562 h 1112562"/>
                  <a:gd name="connsiteX4" fmla="*/ 397252 w 778664"/>
                  <a:gd name="connsiteY4" fmla="*/ 1103987 h 1112562"/>
                  <a:gd name="connsiteX0" fmla="*/ 123893 w 505305"/>
                  <a:gd name="connsiteY0" fmla="*/ 973305 h 981880"/>
                  <a:gd name="connsiteX1" fmla="*/ 0 w 505305"/>
                  <a:gd name="connsiteY1" fmla="*/ 28773 h 981880"/>
                  <a:gd name="connsiteX2" fmla="*/ 505305 w 505305"/>
                  <a:gd name="connsiteY2" fmla="*/ 0 h 981880"/>
                  <a:gd name="connsiteX3" fmla="*/ 421409 w 505305"/>
                  <a:gd name="connsiteY3" fmla="*/ 981880 h 981880"/>
                  <a:gd name="connsiteX4" fmla="*/ 123893 w 505305"/>
                  <a:gd name="connsiteY4" fmla="*/ 973305 h 981880"/>
                  <a:gd name="connsiteX0" fmla="*/ 123893 w 505305"/>
                  <a:gd name="connsiteY0" fmla="*/ 973305 h 981880"/>
                  <a:gd name="connsiteX1" fmla="*/ 0 w 505305"/>
                  <a:gd name="connsiteY1" fmla="*/ 28773 h 981880"/>
                  <a:gd name="connsiteX2" fmla="*/ 505305 w 505305"/>
                  <a:gd name="connsiteY2" fmla="*/ 0 h 981880"/>
                  <a:gd name="connsiteX3" fmla="*/ 421409 w 505305"/>
                  <a:gd name="connsiteY3" fmla="*/ 981880 h 981880"/>
                  <a:gd name="connsiteX4" fmla="*/ 123893 w 505305"/>
                  <a:gd name="connsiteY4" fmla="*/ 973305 h 981880"/>
                  <a:gd name="connsiteX0" fmla="*/ 123893 w 505305"/>
                  <a:gd name="connsiteY0" fmla="*/ 973305 h 981880"/>
                  <a:gd name="connsiteX1" fmla="*/ 0 w 505305"/>
                  <a:gd name="connsiteY1" fmla="*/ 28773 h 981880"/>
                  <a:gd name="connsiteX2" fmla="*/ 505305 w 505305"/>
                  <a:gd name="connsiteY2" fmla="*/ 0 h 981880"/>
                  <a:gd name="connsiteX3" fmla="*/ 421409 w 505305"/>
                  <a:gd name="connsiteY3" fmla="*/ 981880 h 981880"/>
                  <a:gd name="connsiteX4" fmla="*/ 123893 w 505305"/>
                  <a:gd name="connsiteY4" fmla="*/ 973305 h 981880"/>
                  <a:gd name="connsiteX0" fmla="*/ 123893 w 505305"/>
                  <a:gd name="connsiteY0" fmla="*/ 973305 h 981880"/>
                  <a:gd name="connsiteX1" fmla="*/ 0 w 505305"/>
                  <a:gd name="connsiteY1" fmla="*/ 28773 h 981880"/>
                  <a:gd name="connsiteX2" fmla="*/ 505305 w 505305"/>
                  <a:gd name="connsiteY2" fmla="*/ 0 h 981880"/>
                  <a:gd name="connsiteX3" fmla="*/ 421409 w 505305"/>
                  <a:gd name="connsiteY3" fmla="*/ 981880 h 981880"/>
                  <a:gd name="connsiteX4" fmla="*/ 123893 w 505305"/>
                  <a:gd name="connsiteY4" fmla="*/ 973305 h 981880"/>
                  <a:gd name="connsiteX0" fmla="*/ 118198 w 499610"/>
                  <a:gd name="connsiteY0" fmla="*/ 973305 h 981880"/>
                  <a:gd name="connsiteX1" fmla="*/ 0 w 499610"/>
                  <a:gd name="connsiteY1" fmla="*/ 11688 h 981880"/>
                  <a:gd name="connsiteX2" fmla="*/ 499610 w 499610"/>
                  <a:gd name="connsiteY2" fmla="*/ 0 h 981880"/>
                  <a:gd name="connsiteX3" fmla="*/ 415714 w 499610"/>
                  <a:gd name="connsiteY3" fmla="*/ 981880 h 981880"/>
                  <a:gd name="connsiteX4" fmla="*/ 118198 w 499610"/>
                  <a:gd name="connsiteY4" fmla="*/ 973305 h 981880"/>
                  <a:gd name="connsiteX0" fmla="*/ 118198 w 499610"/>
                  <a:gd name="connsiteY0" fmla="*/ 973305 h 981880"/>
                  <a:gd name="connsiteX1" fmla="*/ 0 w 499610"/>
                  <a:gd name="connsiteY1" fmla="*/ 11688 h 981880"/>
                  <a:gd name="connsiteX2" fmla="*/ 499610 w 499610"/>
                  <a:gd name="connsiteY2" fmla="*/ 0 h 981880"/>
                  <a:gd name="connsiteX3" fmla="*/ 415714 w 499610"/>
                  <a:gd name="connsiteY3" fmla="*/ 981880 h 981880"/>
                  <a:gd name="connsiteX4" fmla="*/ 118198 w 499610"/>
                  <a:gd name="connsiteY4" fmla="*/ 973305 h 981880"/>
                  <a:gd name="connsiteX0" fmla="*/ 118198 w 499610"/>
                  <a:gd name="connsiteY0" fmla="*/ 973305 h 981880"/>
                  <a:gd name="connsiteX1" fmla="*/ 0 w 499610"/>
                  <a:gd name="connsiteY1" fmla="*/ 11688 h 981880"/>
                  <a:gd name="connsiteX2" fmla="*/ 499610 w 499610"/>
                  <a:gd name="connsiteY2" fmla="*/ 0 h 981880"/>
                  <a:gd name="connsiteX3" fmla="*/ 415714 w 499610"/>
                  <a:gd name="connsiteY3" fmla="*/ 981880 h 981880"/>
                  <a:gd name="connsiteX4" fmla="*/ 118198 w 499610"/>
                  <a:gd name="connsiteY4" fmla="*/ 973305 h 981880"/>
                  <a:gd name="connsiteX0" fmla="*/ 118198 w 499610"/>
                  <a:gd name="connsiteY0" fmla="*/ 973305 h 981880"/>
                  <a:gd name="connsiteX1" fmla="*/ 0 w 499610"/>
                  <a:gd name="connsiteY1" fmla="*/ 11688 h 981880"/>
                  <a:gd name="connsiteX2" fmla="*/ 499610 w 499610"/>
                  <a:gd name="connsiteY2" fmla="*/ 0 h 981880"/>
                  <a:gd name="connsiteX3" fmla="*/ 415714 w 499610"/>
                  <a:gd name="connsiteY3" fmla="*/ 981880 h 981880"/>
                  <a:gd name="connsiteX4" fmla="*/ 118198 w 499610"/>
                  <a:gd name="connsiteY4" fmla="*/ 973305 h 981880"/>
                  <a:gd name="connsiteX0" fmla="*/ 118198 w 499610"/>
                  <a:gd name="connsiteY0" fmla="*/ 973305 h 981880"/>
                  <a:gd name="connsiteX1" fmla="*/ 0 w 499610"/>
                  <a:gd name="connsiteY1" fmla="*/ 11688 h 981880"/>
                  <a:gd name="connsiteX2" fmla="*/ 499610 w 499610"/>
                  <a:gd name="connsiteY2" fmla="*/ 0 h 981880"/>
                  <a:gd name="connsiteX3" fmla="*/ 415714 w 499610"/>
                  <a:gd name="connsiteY3" fmla="*/ 981880 h 981880"/>
                  <a:gd name="connsiteX4" fmla="*/ 118198 w 499610"/>
                  <a:gd name="connsiteY4" fmla="*/ 973305 h 981880"/>
                  <a:gd name="connsiteX0" fmla="*/ 118198 w 499610"/>
                  <a:gd name="connsiteY0" fmla="*/ 973305 h 976186"/>
                  <a:gd name="connsiteX1" fmla="*/ 0 w 499610"/>
                  <a:gd name="connsiteY1" fmla="*/ 11688 h 976186"/>
                  <a:gd name="connsiteX2" fmla="*/ 499610 w 499610"/>
                  <a:gd name="connsiteY2" fmla="*/ 0 h 976186"/>
                  <a:gd name="connsiteX3" fmla="*/ 273339 w 499610"/>
                  <a:gd name="connsiteY3" fmla="*/ 976186 h 976186"/>
                  <a:gd name="connsiteX4" fmla="*/ 118198 w 499610"/>
                  <a:gd name="connsiteY4" fmla="*/ 973305 h 976186"/>
                  <a:gd name="connsiteX0" fmla="*/ 118198 w 499610"/>
                  <a:gd name="connsiteY0" fmla="*/ 973305 h 976186"/>
                  <a:gd name="connsiteX1" fmla="*/ 0 w 499610"/>
                  <a:gd name="connsiteY1" fmla="*/ 11688 h 976186"/>
                  <a:gd name="connsiteX2" fmla="*/ 499610 w 499610"/>
                  <a:gd name="connsiteY2" fmla="*/ 0 h 976186"/>
                  <a:gd name="connsiteX3" fmla="*/ 273339 w 499610"/>
                  <a:gd name="connsiteY3" fmla="*/ 976186 h 976186"/>
                  <a:gd name="connsiteX4" fmla="*/ 118198 w 499610"/>
                  <a:gd name="connsiteY4" fmla="*/ 973305 h 976186"/>
                  <a:gd name="connsiteX0" fmla="*/ 197928 w 499610"/>
                  <a:gd name="connsiteY0" fmla="*/ 973305 h 976186"/>
                  <a:gd name="connsiteX1" fmla="*/ 0 w 499610"/>
                  <a:gd name="connsiteY1" fmla="*/ 11688 h 976186"/>
                  <a:gd name="connsiteX2" fmla="*/ 499610 w 499610"/>
                  <a:gd name="connsiteY2" fmla="*/ 0 h 976186"/>
                  <a:gd name="connsiteX3" fmla="*/ 273339 w 499610"/>
                  <a:gd name="connsiteY3" fmla="*/ 976186 h 976186"/>
                  <a:gd name="connsiteX4" fmla="*/ 197928 w 499610"/>
                  <a:gd name="connsiteY4" fmla="*/ 973305 h 976186"/>
                  <a:gd name="connsiteX0" fmla="*/ 197928 w 499610"/>
                  <a:gd name="connsiteY0" fmla="*/ 973305 h 976186"/>
                  <a:gd name="connsiteX1" fmla="*/ 0 w 499610"/>
                  <a:gd name="connsiteY1" fmla="*/ 11688 h 976186"/>
                  <a:gd name="connsiteX2" fmla="*/ 499610 w 499610"/>
                  <a:gd name="connsiteY2" fmla="*/ 0 h 976186"/>
                  <a:gd name="connsiteX3" fmla="*/ 273339 w 499610"/>
                  <a:gd name="connsiteY3" fmla="*/ 976186 h 976186"/>
                  <a:gd name="connsiteX4" fmla="*/ 197928 w 499610"/>
                  <a:gd name="connsiteY4" fmla="*/ 973305 h 976186"/>
                  <a:gd name="connsiteX0" fmla="*/ 197928 w 499610"/>
                  <a:gd name="connsiteY0" fmla="*/ 973305 h 976186"/>
                  <a:gd name="connsiteX1" fmla="*/ 0 w 499610"/>
                  <a:gd name="connsiteY1" fmla="*/ 11688 h 976186"/>
                  <a:gd name="connsiteX2" fmla="*/ 499610 w 499610"/>
                  <a:gd name="connsiteY2" fmla="*/ 0 h 976186"/>
                  <a:gd name="connsiteX3" fmla="*/ 273339 w 499610"/>
                  <a:gd name="connsiteY3" fmla="*/ 976186 h 976186"/>
                  <a:gd name="connsiteX4" fmla="*/ 197928 w 499610"/>
                  <a:gd name="connsiteY4" fmla="*/ 973305 h 976186"/>
                  <a:gd name="connsiteX0" fmla="*/ 197928 w 499610"/>
                  <a:gd name="connsiteY0" fmla="*/ 973305 h 976186"/>
                  <a:gd name="connsiteX1" fmla="*/ 0 w 499610"/>
                  <a:gd name="connsiteY1" fmla="*/ 11688 h 976186"/>
                  <a:gd name="connsiteX2" fmla="*/ 499610 w 499610"/>
                  <a:gd name="connsiteY2" fmla="*/ 0 h 976186"/>
                  <a:gd name="connsiteX3" fmla="*/ 273339 w 499610"/>
                  <a:gd name="connsiteY3" fmla="*/ 976186 h 976186"/>
                  <a:gd name="connsiteX4" fmla="*/ 197928 w 499610"/>
                  <a:gd name="connsiteY4" fmla="*/ 973305 h 976186"/>
                  <a:gd name="connsiteX0" fmla="*/ 197928 w 503138"/>
                  <a:gd name="connsiteY0" fmla="*/ 961687 h 964568"/>
                  <a:gd name="connsiteX1" fmla="*/ 0 w 503138"/>
                  <a:gd name="connsiteY1" fmla="*/ 70 h 964568"/>
                  <a:gd name="connsiteX2" fmla="*/ 503138 w 503138"/>
                  <a:gd name="connsiteY2" fmla="*/ 154187 h 964568"/>
                  <a:gd name="connsiteX3" fmla="*/ 273339 w 503138"/>
                  <a:gd name="connsiteY3" fmla="*/ 964568 h 964568"/>
                  <a:gd name="connsiteX4" fmla="*/ 197928 w 503138"/>
                  <a:gd name="connsiteY4" fmla="*/ 961687 h 964568"/>
                  <a:gd name="connsiteX0" fmla="*/ 201456 w 506666"/>
                  <a:gd name="connsiteY0" fmla="*/ 807500 h 810381"/>
                  <a:gd name="connsiteX1" fmla="*/ 0 w 506666"/>
                  <a:gd name="connsiteY1" fmla="*/ 15216 h 810381"/>
                  <a:gd name="connsiteX2" fmla="*/ 506666 w 506666"/>
                  <a:gd name="connsiteY2" fmla="*/ 0 h 810381"/>
                  <a:gd name="connsiteX3" fmla="*/ 276867 w 506666"/>
                  <a:gd name="connsiteY3" fmla="*/ 810381 h 810381"/>
                  <a:gd name="connsiteX4" fmla="*/ 201456 w 506666"/>
                  <a:gd name="connsiteY4" fmla="*/ 807500 h 810381"/>
                  <a:gd name="connsiteX0" fmla="*/ 201456 w 506666"/>
                  <a:gd name="connsiteY0" fmla="*/ 807500 h 811593"/>
                  <a:gd name="connsiteX1" fmla="*/ 0 w 506666"/>
                  <a:gd name="connsiteY1" fmla="*/ 15216 h 811593"/>
                  <a:gd name="connsiteX2" fmla="*/ 506666 w 506666"/>
                  <a:gd name="connsiteY2" fmla="*/ 0 h 811593"/>
                  <a:gd name="connsiteX3" fmla="*/ 276867 w 506666"/>
                  <a:gd name="connsiteY3" fmla="*/ 810381 h 811593"/>
                  <a:gd name="connsiteX4" fmla="*/ 201456 w 506666"/>
                  <a:gd name="connsiteY4" fmla="*/ 807500 h 811593"/>
                  <a:gd name="connsiteX0" fmla="*/ 135576 w 506666"/>
                  <a:gd name="connsiteY0" fmla="*/ 818480 h 818480"/>
                  <a:gd name="connsiteX1" fmla="*/ 0 w 506666"/>
                  <a:gd name="connsiteY1" fmla="*/ 15216 h 818480"/>
                  <a:gd name="connsiteX2" fmla="*/ 506666 w 506666"/>
                  <a:gd name="connsiteY2" fmla="*/ 0 h 818480"/>
                  <a:gd name="connsiteX3" fmla="*/ 276867 w 506666"/>
                  <a:gd name="connsiteY3" fmla="*/ 810381 h 818480"/>
                  <a:gd name="connsiteX4" fmla="*/ 135576 w 506666"/>
                  <a:gd name="connsiteY4" fmla="*/ 818480 h 818480"/>
                  <a:gd name="connsiteX0" fmla="*/ 135576 w 506666"/>
                  <a:gd name="connsiteY0" fmla="*/ 818480 h 818480"/>
                  <a:gd name="connsiteX1" fmla="*/ 0 w 506666"/>
                  <a:gd name="connsiteY1" fmla="*/ 15216 h 818480"/>
                  <a:gd name="connsiteX2" fmla="*/ 506666 w 506666"/>
                  <a:gd name="connsiteY2" fmla="*/ 0 h 818480"/>
                  <a:gd name="connsiteX3" fmla="*/ 331766 w 506666"/>
                  <a:gd name="connsiteY3" fmla="*/ 803061 h 818480"/>
                  <a:gd name="connsiteX4" fmla="*/ 135576 w 506666"/>
                  <a:gd name="connsiteY4" fmla="*/ 818480 h 818480"/>
                  <a:gd name="connsiteX0" fmla="*/ 135576 w 506666"/>
                  <a:gd name="connsiteY0" fmla="*/ 818480 h 818480"/>
                  <a:gd name="connsiteX1" fmla="*/ 0 w 506666"/>
                  <a:gd name="connsiteY1" fmla="*/ 15216 h 818480"/>
                  <a:gd name="connsiteX2" fmla="*/ 506666 w 506666"/>
                  <a:gd name="connsiteY2" fmla="*/ 0 h 818480"/>
                  <a:gd name="connsiteX3" fmla="*/ 331766 w 506666"/>
                  <a:gd name="connsiteY3" fmla="*/ 803061 h 818480"/>
                  <a:gd name="connsiteX4" fmla="*/ 135576 w 506666"/>
                  <a:gd name="connsiteY4" fmla="*/ 818480 h 818480"/>
                  <a:gd name="connsiteX0" fmla="*/ 135576 w 506666"/>
                  <a:gd name="connsiteY0" fmla="*/ 818480 h 818480"/>
                  <a:gd name="connsiteX1" fmla="*/ 0 w 506666"/>
                  <a:gd name="connsiteY1" fmla="*/ 15216 h 818480"/>
                  <a:gd name="connsiteX2" fmla="*/ 506666 w 506666"/>
                  <a:gd name="connsiteY2" fmla="*/ 0 h 818480"/>
                  <a:gd name="connsiteX3" fmla="*/ 331766 w 506666"/>
                  <a:gd name="connsiteY3" fmla="*/ 803061 h 818480"/>
                  <a:gd name="connsiteX4" fmla="*/ 135576 w 506666"/>
                  <a:gd name="connsiteY4" fmla="*/ 818480 h 818480"/>
                  <a:gd name="connsiteX0" fmla="*/ 135576 w 506666"/>
                  <a:gd name="connsiteY0" fmla="*/ 818480 h 818480"/>
                  <a:gd name="connsiteX1" fmla="*/ 0 w 506666"/>
                  <a:gd name="connsiteY1" fmla="*/ 7896 h 818480"/>
                  <a:gd name="connsiteX2" fmla="*/ 506666 w 506666"/>
                  <a:gd name="connsiteY2" fmla="*/ 0 h 818480"/>
                  <a:gd name="connsiteX3" fmla="*/ 331766 w 506666"/>
                  <a:gd name="connsiteY3" fmla="*/ 803061 h 818480"/>
                  <a:gd name="connsiteX4" fmla="*/ 135576 w 506666"/>
                  <a:gd name="connsiteY4" fmla="*/ 818480 h 818480"/>
                  <a:gd name="connsiteX0" fmla="*/ 135576 w 506666"/>
                  <a:gd name="connsiteY0" fmla="*/ 818480 h 818480"/>
                  <a:gd name="connsiteX1" fmla="*/ 0 w 506666"/>
                  <a:gd name="connsiteY1" fmla="*/ 7896 h 818480"/>
                  <a:gd name="connsiteX2" fmla="*/ 506666 w 506666"/>
                  <a:gd name="connsiteY2" fmla="*/ 0 h 818480"/>
                  <a:gd name="connsiteX3" fmla="*/ 331766 w 506666"/>
                  <a:gd name="connsiteY3" fmla="*/ 803061 h 818480"/>
                  <a:gd name="connsiteX4" fmla="*/ 135576 w 506666"/>
                  <a:gd name="connsiteY4" fmla="*/ 818480 h 818480"/>
                  <a:gd name="connsiteX0" fmla="*/ 45472 w 559302"/>
                  <a:gd name="connsiteY0" fmla="*/ 807500 h 807500"/>
                  <a:gd name="connsiteX1" fmla="*/ 52636 w 559302"/>
                  <a:gd name="connsiteY1" fmla="*/ 7896 h 807500"/>
                  <a:gd name="connsiteX2" fmla="*/ 559302 w 559302"/>
                  <a:gd name="connsiteY2" fmla="*/ 0 h 807500"/>
                  <a:gd name="connsiteX3" fmla="*/ 384402 w 559302"/>
                  <a:gd name="connsiteY3" fmla="*/ 803061 h 807500"/>
                  <a:gd name="connsiteX4" fmla="*/ 45472 w 559302"/>
                  <a:gd name="connsiteY4" fmla="*/ 807500 h 807500"/>
                  <a:gd name="connsiteX0" fmla="*/ 21974 w 535804"/>
                  <a:gd name="connsiteY0" fmla="*/ 807500 h 807500"/>
                  <a:gd name="connsiteX1" fmla="*/ 29138 w 535804"/>
                  <a:gd name="connsiteY1" fmla="*/ 7896 h 807500"/>
                  <a:gd name="connsiteX2" fmla="*/ 535804 w 535804"/>
                  <a:gd name="connsiteY2" fmla="*/ 0 h 807500"/>
                  <a:gd name="connsiteX3" fmla="*/ 360904 w 535804"/>
                  <a:gd name="connsiteY3" fmla="*/ 803061 h 807500"/>
                  <a:gd name="connsiteX4" fmla="*/ 21974 w 535804"/>
                  <a:gd name="connsiteY4" fmla="*/ 807500 h 807500"/>
                  <a:gd name="connsiteX0" fmla="*/ 128256 w 506666"/>
                  <a:gd name="connsiteY0" fmla="*/ 829461 h 829461"/>
                  <a:gd name="connsiteX1" fmla="*/ 0 w 506666"/>
                  <a:gd name="connsiteY1" fmla="*/ 7896 h 829461"/>
                  <a:gd name="connsiteX2" fmla="*/ 506666 w 506666"/>
                  <a:gd name="connsiteY2" fmla="*/ 0 h 829461"/>
                  <a:gd name="connsiteX3" fmla="*/ 331766 w 506666"/>
                  <a:gd name="connsiteY3" fmla="*/ 803061 h 829461"/>
                  <a:gd name="connsiteX4" fmla="*/ 128256 w 506666"/>
                  <a:gd name="connsiteY4" fmla="*/ 829461 h 829461"/>
                  <a:gd name="connsiteX0" fmla="*/ 128256 w 506666"/>
                  <a:gd name="connsiteY0" fmla="*/ 829461 h 829461"/>
                  <a:gd name="connsiteX1" fmla="*/ 0 w 506666"/>
                  <a:gd name="connsiteY1" fmla="*/ 7896 h 829461"/>
                  <a:gd name="connsiteX2" fmla="*/ 506666 w 506666"/>
                  <a:gd name="connsiteY2" fmla="*/ 0 h 829461"/>
                  <a:gd name="connsiteX3" fmla="*/ 331766 w 506666"/>
                  <a:gd name="connsiteY3" fmla="*/ 803061 h 829461"/>
                  <a:gd name="connsiteX4" fmla="*/ 128256 w 506666"/>
                  <a:gd name="connsiteY4" fmla="*/ 829461 h 829461"/>
                  <a:gd name="connsiteX0" fmla="*/ 128256 w 506666"/>
                  <a:gd name="connsiteY0" fmla="*/ 829461 h 829461"/>
                  <a:gd name="connsiteX1" fmla="*/ 0 w 506666"/>
                  <a:gd name="connsiteY1" fmla="*/ 7896 h 829461"/>
                  <a:gd name="connsiteX2" fmla="*/ 506666 w 506666"/>
                  <a:gd name="connsiteY2" fmla="*/ 0 h 829461"/>
                  <a:gd name="connsiteX3" fmla="*/ 331766 w 506666"/>
                  <a:gd name="connsiteY3" fmla="*/ 803061 h 829461"/>
                  <a:gd name="connsiteX4" fmla="*/ 128256 w 506666"/>
                  <a:gd name="connsiteY4" fmla="*/ 829461 h 829461"/>
                  <a:gd name="connsiteX0" fmla="*/ 128256 w 506666"/>
                  <a:gd name="connsiteY0" fmla="*/ 829461 h 830473"/>
                  <a:gd name="connsiteX1" fmla="*/ 0 w 506666"/>
                  <a:gd name="connsiteY1" fmla="*/ 7896 h 830473"/>
                  <a:gd name="connsiteX2" fmla="*/ 506666 w 506666"/>
                  <a:gd name="connsiteY2" fmla="*/ 0 h 830473"/>
                  <a:gd name="connsiteX3" fmla="*/ 331766 w 506666"/>
                  <a:gd name="connsiteY3" fmla="*/ 828681 h 830473"/>
                  <a:gd name="connsiteX4" fmla="*/ 128256 w 506666"/>
                  <a:gd name="connsiteY4" fmla="*/ 829461 h 830473"/>
                  <a:gd name="connsiteX0" fmla="*/ 128256 w 506666"/>
                  <a:gd name="connsiteY0" fmla="*/ 829461 h 830473"/>
                  <a:gd name="connsiteX1" fmla="*/ 0 w 506666"/>
                  <a:gd name="connsiteY1" fmla="*/ 7896 h 830473"/>
                  <a:gd name="connsiteX2" fmla="*/ 506666 w 506666"/>
                  <a:gd name="connsiteY2" fmla="*/ 0 h 830473"/>
                  <a:gd name="connsiteX3" fmla="*/ 331766 w 506666"/>
                  <a:gd name="connsiteY3" fmla="*/ 828681 h 830473"/>
                  <a:gd name="connsiteX4" fmla="*/ 128256 w 506666"/>
                  <a:gd name="connsiteY4" fmla="*/ 829461 h 830473"/>
                  <a:gd name="connsiteX0" fmla="*/ 128256 w 506666"/>
                  <a:gd name="connsiteY0" fmla="*/ 821565 h 822577"/>
                  <a:gd name="connsiteX1" fmla="*/ 0 w 506666"/>
                  <a:gd name="connsiteY1" fmla="*/ 0 h 822577"/>
                  <a:gd name="connsiteX2" fmla="*/ 506666 w 506666"/>
                  <a:gd name="connsiteY2" fmla="*/ 255115 h 822577"/>
                  <a:gd name="connsiteX3" fmla="*/ 331766 w 506666"/>
                  <a:gd name="connsiteY3" fmla="*/ 820785 h 822577"/>
                  <a:gd name="connsiteX4" fmla="*/ 128256 w 506666"/>
                  <a:gd name="connsiteY4" fmla="*/ 821565 h 822577"/>
                  <a:gd name="connsiteX0" fmla="*/ 128256 w 506666"/>
                  <a:gd name="connsiteY0" fmla="*/ 821565 h 822577"/>
                  <a:gd name="connsiteX1" fmla="*/ 0 w 506666"/>
                  <a:gd name="connsiteY1" fmla="*/ 0 h 822577"/>
                  <a:gd name="connsiteX2" fmla="*/ 506666 w 506666"/>
                  <a:gd name="connsiteY2" fmla="*/ 255115 h 822577"/>
                  <a:gd name="connsiteX3" fmla="*/ 331766 w 506666"/>
                  <a:gd name="connsiteY3" fmla="*/ 820785 h 822577"/>
                  <a:gd name="connsiteX4" fmla="*/ 128256 w 506666"/>
                  <a:gd name="connsiteY4" fmla="*/ 821565 h 822577"/>
                  <a:gd name="connsiteX0" fmla="*/ 128256 w 506666"/>
                  <a:gd name="connsiteY0" fmla="*/ 821565 h 822577"/>
                  <a:gd name="connsiteX1" fmla="*/ 0 w 506666"/>
                  <a:gd name="connsiteY1" fmla="*/ 0 h 822577"/>
                  <a:gd name="connsiteX2" fmla="*/ 506666 w 506666"/>
                  <a:gd name="connsiteY2" fmla="*/ 255115 h 822577"/>
                  <a:gd name="connsiteX3" fmla="*/ 331766 w 506666"/>
                  <a:gd name="connsiteY3" fmla="*/ 820785 h 822577"/>
                  <a:gd name="connsiteX4" fmla="*/ 128256 w 506666"/>
                  <a:gd name="connsiteY4" fmla="*/ 821565 h 822577"/>
                  <a:gd name="connsiteX0" fmla="*/ 135770 w 514180"/>
                  <a:gd name="connsiteY0" fmla="*/ 577341 h 578353"/>
                  <a:gd name="connsiteX1" fmla="*/ 0 w 514180"/>
                  <a:gd name="connsiteY1" fmla="*/ 0 h 578353"/>
                  <a:gd name="connsiteX2" fmla="*/ 514180 w 514180"/>
                  <a:gd name="connsiteY2" fmla="*/ 10891 h 578353"/>
                  <a:gd name="connsiteX3" fmla="*/ 339280 w 514180"/>
                  <a:gd name="connsiteY3" fmla="*/ 576561 h 578353"/>
                  <a:gd name="connsiteX4" fmla="*/ 135770 w 514180"/>
                  <a:gd name="connsiteY4" fmla="*/ 577341 h 578353"/>
                  <a:gd name="connsiteX0" fmla="*/ 135770 w 514180"/>
                  <a:gd name="connsiteY0" fmla="*/ 577341 h 578353"/>
                  <a:gd name="connsiteX1" fmla="*/ 0 w 514180"/>
                  <a:gd name="connsiteY1" fmla="*/ 0 h 578353"/>
                  <a:gd name="connsiteX2" fmla="*/ 514180 w 514180"/>
                  <a:gd name="connsiteY2" fmla="*/ 10891 h 578353"/>
                  <a:gd name="connsiteX3" fmla="*/ 339280 w 514180"/>
                  <a:gd name="connsiteY3" fmla="*/ 576561 h 578353"/>
                  <a:gd name="connsiteX4" fmla="*/ 135770 w 514180"/>
                  <a:gd name="connsiteY4" fmla="*/ 577341 h 578353"/>
                  <a:gd name="connsiteX0" fmla="*/ 135770 w 514180"/>
                  <a:gd name="connsiteY0" fmla="*/ 577341 h 578353"/>
                  <a:gd name="connsiteX1" fmla="*/ 0 w 514180"/>
                  <a:gd name="connsiteY1" fmla="*/ 0 h 578353"/>
                  <a:gd name="connsiteX2" fmla="*/ 514180 w 514180"/>
                  <a:gd name="connsiteY2" fmla="*/ 10891 h 578353"/>
                  <a:gd name="connsiteX3" fmla="*/ 339280 w 514180"/>
                  <a:gd name="connsiteY3" fmla="*/ 576561 h 578353"/>
                  <a:gd name="connsiteX4" fmla="*/ 135770 w 514180"/>
                  <a:gd name="connsiteY4" fmla="*/ 577341 h 578353"/>
                  <a:gd name="connsiteX0" fmla="*/ 135770 w 514180"/>
                  <a:gd name="connsiteY0" fmla="*/ 577341 h 577341"/>
                  <a:gd name="connsiteX1" fmla="*/ 0 w 514180"/>
                  <a:gd name="connsiteY1" fmla="*/ 0 h 577341"/>
                  <a:gd name="connsiteX2" fmla="*/ 514180 w 514180"/>
                  <a:gd name="connsiteY2" fmla="*/ 10891 h 577341"/>
                  <a:gd name="connsiteX3" fmla="*/ 404259 w 514180"/>
                  <a:gd name="connsiteY3" fmla="*/ 386400 h 577341"/>
                  <a:gd name="connsiteX4" fmla="*/ 135770 w 514180"/>
                  <a:gd name="connsiteY4" fmla="*/ 577341 h 577341"/>
                  <a:gd name="connsiteX0" fmla="*/ 100781 w 514180"/>
                  <a:gd name="connsiteY0" fmla="*/ 432218 h 432218"/>
                  <a:gd name="connsiteX1" fmla="*/ 0 w 514180"/>
                  <a:gd name="connsiteY1" fmla="*/ 0 h 432218"/>
                  <a:gd name="connsiteX2" fmla="*/ 514180 w 514180"/>
                  <a:gd name="connsiteY2" fmla="*/ 10891 h 432218"/>
                  <a:gd name="connsiteX3" fmla="*/ 404259 w 514180"/>
                  <a:gd name="connsiteY3" fmla="*/ 386400 h 432218"/>
                  <a:gd name="connsiteX4" fmla="*/ 100781 w 514180"/>
                  <a:gd name="connsiteY4" fmla="*/ 432218 h 432218"/>
                  <a:gd name="connsiteX0" fmla="*/ 100781 w 514180"/>
                  <a:gd name="connsiteY0" fmla="*/ 432218 h 432218"/>
                  <a:gd name="connsiteX1" fmla="*/ 0 w 514180"/>
                  <a:gd name="connsiteY1" fmla="*/ 0 h 432218"/>
                  <a:gd name="connsiteX2" fmla="*/ 514180 w 514180"/>
                  <a:gd name="connsiteY2" fmla="*/ 10891 h 432218"/>
                  <a:gd name="connsiteX3" fmla="*/ 404259 w 514180"/>
                  <a:gd name="connsiteY3" fmla="*/ 386400 h 432218"/>
                  <a:gd name="connsiteX4" fmla="*/ 100781 w 514180"/>
                  <a:gd name="connsiteY4" fmla="*/ 432218 h 432218"/>
                  <a:gd name="connsiteX0" fmla="*/ 100781 w 514180"/>
                  <a:gd name="connsiteY0" fmla="*/ 402193 h 402193"/>
                  <a:gd name="connsiteX1" fmla="*/ 0 w 514180"/>
                  <a:gd name="connsiteY1" fmla="*/ 0 h 402193"/>
                  <a:gd name="connsiteX2" fmla="*/ 514180 w 514180"/>
                  <a:gd name="connsiteY2" fmla="*/ 10891 h 402193"/>
                  <a:gd name="connsiteX3" fmla="*/ 404259 w 514180"/>
                  <a:gd name="connsiteY3" fmla="*/ 386400 h 402193"/>
                  <a:gd name="connsiteX4" fmla="*/ 100781 w 514180"/>
                  <a:gd name="connsiteY4" fmla="*/ 402193 h 4021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14180" h="402193">
                    <a:moveTo>
                      <a:pt x="100781" y="402193"/>
                    </a:moveTo>
                    <a:cubicBezTo>
                      <a:pt x="60584" y="194221"/>
                      <a:pt x="96631" y="442038"/>
                      <a:pt x="0" y="0"/>
                    </a:cubicBezTo>
                    <a:lnTo>
                      <a:pt x="514180" y="10891"/>
                    </a:lnTo>
                    <a:cubicBezTo>
                      <a:pt x="417353" y="348331"/>
                      <a:pt x="491637" y="89943"/>
                      <a:pt x="404259" y="386400"/>
                    </a:cubicBezTo>
                    <a:cubicBezTo>
                      <a:pt x="357814" y="390704"/>
                      <a:pt x="168880" y="400727"/>
                      <a:pt x="100781" y="402193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bg1">
                      <a:lumMod val="95000"/>
                      <a:alpha val="55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</a:gradFill>
              <a:ln>
                <a:solidFill>
                  <a:schemeClr val="bg1">
                    <a:lumMod val="75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275" name="Freeform 274"/>
              <p:cNvSpPr/>
              <p:nvPr/>
            </p:nvSpPr>
            <p:spPr>
              <a:xfrm>
                <a:off x="3561391" y="5433960"/>
                <a:ext cx="573725" cy="1015589"/>
              </a:xfrm>
              <a:custGeom>
                <a:avLst/>
                <a:gdLst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139870 w 1040633"/>
                  <a:gd name="connsiteY4" fmla="*/ 1191723 h 1219697"/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139870 w 1040633"/>
                  <a:gd name="connsiteY4" fmla="*/ 1191723 h 1219697"/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139870 w 1040633"/>
                  <a:gd name="connsiteY4" fmla="*/ 1191723 h 1219697"/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139870 w 1040633"/>
                  <a:gd name="connsiteY4" fmla="*/ 1191723 h 1219697"/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139870 w 1040633"/>
                  <a:gd name="connsiteY4" fmla="*/ 1191723 h 1219697"/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418712 w 1040633"/>
                  <a:gd name="connsiteY4" fmla="*/ 1189324 h 1219697"/>
                  <a:gd name="connsiteX5" fmla="*/ 139870 w 1040633"/>
                  <a:gd name="connsiteY5" fmla="*/ 1191723 h 1219697"/>
                  <a:gd name="connsiteX0" fmla="*/ 139870 w 1040633"/>
                  <a:gd name="connsiteY0" fmla="*/ 1191723 h 1355926"/>
                  <a:gd name="connsiteX1" fmla="*/ 0 w 1040633"/>
                  <a:gd name="connsiteY1" fmla="*/ 0 h 1355926"/>
                  <a:gd name="connsiteX2" fmla="*/ 1040633 w 1040633"/>
                  <a:gd name="connsiteY2" fmla="*/ 16785 h 1355926"/>
                  <a:gd name="connsiteX3" fmla="*/ 833625 w 1040633"/>
                  <a:gd name="connsiteY3" fmla="*/ 1219697 h 1355926"/>
                  <a:gd name="connsiteX4" fmla="*/ 139870 w 1040633"/>
                  <a:gd name="connsiteY4" fmla="*/ 1191723 h 1355926"/>
                  <a:gd name="connsiteX0" fmla="*/ 139870 w 1040633"/>
                  <a:gd name="connsiteY0" fmla="*/ 1191723 h 1289901"/>
                  <a:gd name="connsiteX1" fmla="*/ 0 w 1040633"/>
                  <a:gd name="connsiteY1" fmla="*/ 0 h 1289901"/>
                  <a:gd name="connsiteX2" fmla="*/ 1040633 w 1040633"/>
                  <a:gd name="connsiteY2" fmla="*/ 16785 h 1289901"/>
                  <a:gd name="connsiteX3" fmla="*/ 833625 w 1040633"/>
                  <a:gd name="connsiteY3" fmla="*/ 1219697 h 1289901"/>
                  <a:gd name="connsiteX4" fmla="*/ 139870 w 1040633"/>
                  <a:gd name="connsiteY4" fmla="*/ 1191723 h 1289901"/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139870 w 1040633"/>
                  <a:gd name="connsiteY4" fmla="*/ 1191723 h 1219697"/>
                  <a:gd name="connsiteX0" fmla="*/ 139870 w 1040633"/>
                  <a:gd name="connsiteY0" fmla="*/ 1191723 h 1191723"/>
                  <a:gd name="connsiteX1" fmla="*/ 0 w 1040633"/>
                  <a:gd name="connsiteY1" fmla="*/ 0 h 1191723"/>
                  <a:gd name="connsiteX2" fmla="*/ 1040633 w 1040633"/>
                  <a:gd name="connsiteY2" fmla="*/ 16785 h 1191723"/>
                  <a:gd name="connsiteX3" fmla="*/ 671988 w 1040633"/>
                  <a:gd name="connsiteY3" fmla="*/ 1158121 h 1191723"/>
                  <a:gd name="connsiteX4" fmla="*/ 139870 w 1040633"/>
                  <a:gd name="connsiteY4" fmla="*/ 1191723 h 1191723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778664"/>
                  <a:gd name="connsiteY0" fmla="*/ 1160935 h 1160935"/>
                  <a:gd name="connsiteX1" fmla="*/ 0 w 778664"/>
                  <a:gd name="connsiteY1" fmla="*/ 0 h 1160935"/>
                  <a:gd name="connsiteX2" fmla="*/ 778664 w 778664"/>
                  <a:gd name="connsiteY2" fmla="*/ 130682 h 1160935"/>
                  <a:gd name="connsiteX3" fmla="*/ 671988 w 778664"/>
                  <a:gd name="connsiteY3" fmla="*/ 1158121 h 1160935"/>
                  <a:gd name="connsiteX4" fmla="*/ 363082 w 778664"/>
                  <a:gd name="connsiteY4" fmla="*/ 1160935 h 1160935"/>
                  <a:gd name="connsiteX0" fmla="*/ 363082 w 778664"/>
                  <a:gd name="connsiteY0" fmla="*/ 1160935 h 1160935"/>
                  <a:gd name="connsiteX1" fmla="*/ 0 w 778664"/>
                  <a:gd name="connsiteY1" fmla="*/ 0 h 1160935"/>
                  <a:gd name="connsiteX2" fmla="*/ 778664 w 778664"/>
                  <a:gd name="connsiteY2" fmla="*/ 130682 h 1160935"/>
                  <a:gd name="connsiteX3" fmla="*/ 694768 w 778664"/>
                  <a:gd name="connsiteY3" fmla="*/ 1112562 h 1160935"/>
                  <a:gd name="connsiteX4" fmla="*/ 363082 w 778664"/>
                  <a:gd name="connsiteY4" fmla="*/ 1160935 h 1160935"/>
                  <a:gd name="connsiteX0" fmla="*/ 363082 w 778664"/>
                  <a:gd name="connsiteY0" fmla="*/ 1160935 h 1160935"/>
                  <a:gd name="connsiteX1" fmla="*/ 0 w 778664"/>
                  <a:gd name="connsiteY1" fmla="*/ 0 h 1160935"/>
                  <a:gd name="connsiteX2" fmla="*/ 778664 w 778664"/>
                  <a:gd name="connsiteY2" fmla="*/ 130682 h 1160935"/>
                  <a:gd name="connsiteX3" fmla="*/ 694768 w 778664"/>
                  <a:gd name="connsiteY3" fmla="*/ 1112562 h 1160935"/>
                  <a:gd name="connsiteX4" fmla="*/ 363082 w 778664"/>
                  <a:gd name="connsiteY4" fmla="*/ 1160935 h 1160935"/>
                  <a:gd name="connsiteX0" fmla="*/ 397252 w 778664"/>
                  <a:gd name="connsiteY0" fmla="*/ 1103987 h 1112562"/>
                  <a:gd name="connsiteX1" fmla="*/ 0 w 778664"/>
                  <a:gd name="connsiteY1" fmla="*/ 0 h 1112562"/>
                  <a:gd name="connsiteX2" fmla="*/ 778664 w 778664"/>
                  <a:gd name="connsiteY2" fmla="*/ 130682 h 1112562"/>
                  <a:gd name="connsiteX3" fmla="*/ 694768 w 778664"/>
                  <a:gd name="connsiteY3" fmla="*/ 1112562 h 1112562"/>
                  <a:gd name="connsiteX4" fmla="*/ 397252 w 778664"/>
                  <a:gd name="connsiteY4" fmla="*/ 1103987 h 1112562"/>
                  <a:gd name="connsiteX0" fmla="*/ 397252 w 778664"/>
                  <a:gd name="connsiteY0" fmla="*/ 1103987 h 1112562"/>
                  <a:gd name="connsiteX1" fmla="*/ 0 w 778664"/>
                  <a:gd name="connsiteY1" fmla="*/ 0 h 1112562"/>
                  <a:gd name="connsiteX2" fmla="*/ 778664 w 778664"/>
                  <a:gd name="connsiteY2" fmla="*/ 130682 h 1112562"/>
                  <a:gd name="connsiteX3" fmla="*/ 694768 w 778664"/>
                  <a:gd name="connsiteY3" fmla="*/ 1112562 h 1112562"/>
                  <a:gd name="connsiteX4" fmla="*/ 397252 w 778664"/>
                  <a:gd name="connsiteY4" fmla="*/ 1103987 h 1112562"/>
                  <a:gd name="connsiteX0" fmla="*/ 397252 w 778664"/>
                  <a:gd name="connsiteY0" fmla="*/ 1103987 h 1112562"/>
                  <a:gd name="connsiteX1" fmla="*/ 0 w 778664"/>
                  <a:gd name="connsiteY1" fmla="*/ 0 h 1112562"/>
                  <a:gd name="connsiteX2" fmla="*/ 778664 w 778664"/>
                  <a:gd name="connsiteY2" fmla="*/ 130682 h 1112562"/>
                  <a:gd name="connsiteX3" fmla="*/ 694768 w 778664"/>
                  <a:gd name="connsiteY3" fmla="*/ 1112562 h 1112562"/>
                  <a:gd name="connsiteX4" fmla="*/ 397252 w 778664"/>
                  <a:gd name="connsiteY4" fmla="*/ 1103987 h 1112562"/>
                  <a:gd name="connsiteX0" fmla="*/ 123893 w 505305"/>
                  <a:gd name="connsiteY0" fmla="*/ 973305 h 981880"/>
                  <a:gd name="connsiteX1" fmla="*/ 0 w 505305"/>
                  <a:gd name="connsiteY1" fmla="*/ 28773 h 981880"/>
                  <a:gd name="connsiteX2" fmla="*/ 505305 w 505305"/>
                  <a:gd name="connsiteY2" fmla="*/ 0 h 981880"/>
                  <a:gd name="connsiteX3" fmla="*/ 421409 w 505305"/>
                  <a:gd name="connsiteY3" fmla="*/ 981880 h 981880"/>
                  <a:gd name="connsiteX4" fmla="*/ 123893 w 505305"/>
                  <a:gd name="connsiteY4" fmla="*/ 973305 h 981880"/>
                  <a:gd name="connsiteX0" fmla="*/ 123893 w 505305"/>
                  <a:gd name="connsiteY0" fmla="*/ 973305 h 981880"/>
                  <a:gd name="connsiteX1" fmla="*/ 0 w 505305"/>
                  <a:gd name="connsiteY1" fmla="*/ 28773 h 981880"/>
                  <a:gd name="connsiteX2" fmla="*/ 505305 w 505305"/>
                  <a:gd name="connsiteY2" fmla="*/ 0 h 981880"/>
                  <a:gd name="connsiteX3" fmla="*/ 421409 w 505305"/>
                  <a:gd name="connsiteY3" fmla="*/ 981880 h 981880"/>
                  <a:gd name="connsiteX4" fmla="*/ 123893 w 505305"/>
                  <a:gd name="connsiteY4" fmla="*/ 973305 h 981880"/>
                  <a:gd name="connsiteX0" fmla="*/ 123893 w 505305"/>
                  <a:gd name="connsiteY0" fmla="*/ 973305 h 981880"/>
                  <a:gd name="connsiteX1" fmla="*/ 0 w 505305"/>
                  <a:gd name="connsiteY1" fmla="*/ 28773 h 981880"/>
                  <a:gd name="connsiteX2" fmla="*/ 505305 w 505305"/>
                  <a:gd name="connsiteY2" fmla="*/ 0 h 981880"/>
                  <a:gd name="connsiteX3" fmla="*/ 421409 w 505305"/>
                  <a:gd name="connsiteY3" fmla="*/ 981880 h 981880"/>
                  <a:gd name="connsiteX4" fmla="*/ 123893 w 505305"/>
                  <a:gd name="connsiteY4" fmla="*/ 973305 h 981880"/>
                  <a:gd name="connsiteX0" fmla="*/ 123893 w 505305"/>
                  <a:gd name="connsiteY0" fmla="*/ 973305 h 981880"/>
                  <a:gd name="connsiteX1" fmla="*/ 0 w 505305"/>
                  <a:gd name="connsiteY1" fmla="*/ 28773 h 981880"/>
                  <a:gd name="connsiteX2" fmla="*/ 505305 w 505305"/>
                  <a:gd name="connsiteY2" fmla="*/ 0 h 981880"/>
                  <a:gd name="connsiteX3" fmla="*/ 421409 w 505305"/>
                  <a:gd name="connsiteY3" fmla="*/ 981880 h 981880"/>
                  <a:gd name="connsiteX4" fmla="*/ 123893 w 505305"/>
                  <a:gd name="connsiteY4" fmla="*/ 973305 h 981880"/>
                  <a:gd name="connsiteX0" fmla="*/ 118198 w 499610"/>
                  <a:gd name="connsiteY0" fmla="*/ 973305 h 981880"/>
                  <a:gd name="connsiteX1" fmla="*/ 0 w 499610"/>
                  <a:gd name="connsiteY1" fmla="*/ 11688 h 981880"/>
                  <a:gd name="connsiteX2" fmla="*/ 499610 w 499610"/>
                  <a:gd name="connsiteY2" fmla="*/ 0 h 981880"/>
                  <a:gd name="connsiteX3" fmla="*/ 415714 w 499610"/>
                  <a:gd name="connsiteY3" fmla="*/ 981880 h 981880"/>
                  <a:gd name="connsiteX4" fmla="*/ 118198 w 499610"/>
                  <a:gd name="connsiteY4" fmla="*/ 973305 h 981880"/>
                  <a:gd name="connsiteX0" fmla="*/ 118198 w 499610"/>
                  <a:gd name="connsiteY0" fmla="*/ 973305 h 981880"/>
                  <a:gd name="connsiteX1" fmla="*/ 0 w 499610"/>
                  <a:gd name="connsiteY1" fmla="*/ 11688 h 981880"/>
                  <a:gd name="connsiteX2" fmla="*/ 499610 w 499610"/>
                  <a:gd name="connsiteY2" fmla="*/ 0 h 981880"/>
                  <a:gd name="connsiteX3" fmla="*/ 415714 w 499610"/>
                  <a:gd name="connsiteY3" fmla="*/ 981880 h 981880"/>
                  <a:gd name="connsiteX4" fmla="*/ 118198 w 499610"/>
                  <a:gd name="connsiteY4" fmla="*/ 973305 h 981880"/>
                  <a:gd name="connsiteX0" fmla="*/ 118198 w 499610"/>
                  <a:gd name="connsiteY0" fmla="*/ 973305 h 981880"/>
                  <a:gd name="connsiteX1" fmla="*/ 0 w 499610"/>
                  <a:gd name="connsiteY1" fmla="*/ 11688 h 981880"/>
                  <a:gd name="connsiteX2" fmla="*/ 499610 w 499610"/>
                  <a:gd name="connsiteY2" fmla="*/ 0 h 981880"/>
                  <a:gd name="connsiteX3" fmla="*/ 415714 w 499610"/>
                  <a:gd name="connsiteY3" fmla="*/ 981880 h 981880"/>
                  <a:gd name="connsiteX4" fmla="*/ 118198 w 499610"/>
                  <a:gd name="connsiteY4" fmla="*/ 973305 h 981880"/>
                  <a:gd name="connsiteX0" fmla="*/ 118198 w 499610"/>
                  <a:gd name="connsiteY0" fmla="*/ 973305 h 981880"/>
                  <a:gd name="connsiteX1" fmla="*/ 0 w 499610"/>
                  <a:gd name="connsiteY1" fmla="*/ 11688 h 981880"/>
                  <a:gd name="connsiteX2" fmla="*/ 499610 w 499610"/>
                  <a:gd name="connsiteY2" fmla="*/ 0 h 981880"/>
                  <a:gd name="connsiteX3" fmla="*/ 415714 w 499610"/>
                  <a:gd name="connsiteY3" fmla="*/ 981880 h 981880"/>
                  <a:gd name="connsiteX4" fmla="*/ 118198 w 499610"/>
                  <a:gd name="connsiteY4" fmla="*/ 973305 h 981880"/>
                  <a:gd name="connsiteX0" fmla="*/ 118198 w 499610"/>
                  <a:gd name="connsiteY0" fmla="*/ 973305 h 981880"/>
                  <a:gd name="connsiteX1" fmla="*/ 0 w 499610"/>
                  <a:gd name="connsiteY1" fmla="*/ 11688 h 981880"/>
                  <a:gd name="connsiteX2" fmla="*/ 499610 w 499610"/>
                  <a:gd name="connsiteY2" fmla="*/ 0 h 981880"/>
                  <a:gd name="connsiteX3" fmla="*/ 415714 w 499610"/>
                  <a:gd name="connsiteY3" fmla="*/ 981880 h 981880"/>
                  <a:gd name="connsiteX4" fmla="*/ 118198 w 499610"/>
                  <a:gd name="connsiteY4" fmla="*/ 973305 h 981880"/>
                  <a:gd name="connsiteX0" fmla="*/ 118198 w 499610"/>
                  <a:gd name="connsiteY0" fmla="*/ 973305 h 976186"/>
                  <a:gd name="connsiteX1" fmla="*/ 0 w 499610"/>
                  <a:gd name="connsiteY1" fmla="*/ 11688 h 976186"/>
                  <a:gd name="connsiteX2" fmla="*/ 499610 w 499610"/>
                  <a:gd name="connsiteY2" fmla="*/ 0 h 976186"/>
                  <a:gd name="connsiteX3" fmla="*/ 273339 w 499610"/>
                  <a:gd name="connsiteY3" fmla="*/ 976186 h 976186"/>
                  <a:gd name="connsiteX4" fmla="*/ 118198 w 499610"/>
                  <a:gd name="connsiteY4" fmla="*/ 973305 h 976186"/>
                  <a:gd name="connsiteX0" fmla="*/ 118198 w 499610"/>
                  <a:gd name="connsiteY0" fmla="*/ 973305 h 976186"/>
                  <a:gd name="connsiteX1" fmla="*/ 0 w 499610"/>
                  <a:gd name="connsiteY1" fmla="*/ 11688 h 976186"/>
                  <a:gd name="connsiteX2" fmla="*/ 499610 w 499610"/>
                  <a:gd name="connsiteY2" fmla="*/ 0 h 976186"/>
                  <a:gd name="connsiteX3" fmla="*/ 273339 w 499610"/>
                  <a:gd name="connsiteY3" fmla="*/ 976186 h 976186"/>
                  <a:gd name="connsiteX4" fmla="*/ 118198 w 499610"/>
                  <a:gd name="connsiteY4" fmla="*/ 973305 h 976186"/>
                  <a:gd name="connsiteX0" fmla="*/ 197928 w 499610"/>
                  <a:gd name="connsiteY0" fmla="*/ 973305 h 976186"/>
                  <a:gd name="connsiteX1" fmla="*/ 0 w 499610"/>
                  <a:gd name="connsiteY1" fmla="*/ 11688 h 976186"/>
                  <a:gd name="connsiteX2" fmla="*/ 499610 w 499610"/>
                  <a:gd name="connsiteY2" fmla="*/ 0 h 976186"/>
                  <a:gd name="connsiteX3" fmla="*/ 273339 w 499610"/>
                  <a:gd name="connsiteY3" fmla="*/ 976186 h 976186"/>
                  <a:gd name="connsiteX4" fmla="*/ 197928 w 499610"/>
                  <a:gd name="connsiteY4" fmla="*/ 973305 h 976186"/>
                  <a:gd name="connsiteX0" fmla="*/ 197928 w 499610"/>
                  <a:gd name="connsiteY0" fmla="*/ 973305 h 976186"/>
                  <a:gd name="connsiteX1" fmla="*/ 0 w 499610"/>
                  <a:gd name="connsiteY1" fmla="*/ 11688 h 976186"/>
                  <a:gd name="connsiteX2" fmla="*/ 499610 w 499610"/>
                  <a:gd name="connsiteY2" fmla="*/ 0 h 976186"/>
                  <a:gd name="connsiteX3" fmla="*/ 273339 w 499610"/>
                  <a:gd name="connsiteY3" fmla="*/ 976186 h 976186"/>
                  <a:gd name="connsiteX4" fmla="*/ 197928 w 499610"/>
                  <a:gd name="connsiteY4" fmla="*/ 973305 h 976186"/>
                  <a:gd name="connsiteX0" fmla="*/ 197928 w 499610"/>
                  <a:gd name="connsiteY0" fmla="*/ 973305 h 976186"/>
                  <a:gd name="connsiteX1" fmla="*/ 0 w 499610"/>
                  <a:gd name="connsiteY1" fmla="*/ 11688 h 976186"/>
                  <a:gd name="connsiteX2" fmla="*/ 499610 w 499610"/>
                  <a:gd name="connsiteY2" fmla="*/ 0 h 976186"/>
                  <a:gd name="connsiteX3" fmla="*/ 273339 w 499610"/>
                  <a:gd name="connsiteY3" fmla="*/ 976186 h 976186"/>
                  <a:gd name="connsiteX4" fmla="*/ 197928 w 499610"/>
                  <a:gd name="connsiteY4" fmla="*/ 973305 h 976186"/>
                  <a:gd name="connsiteX0" fmla="*/ 197928 w 499610"/>
                  <a:gd name="connsiteY0" fmla="*/ 973305 h 976186"/>
                  <a:gd name="connsiteX1" fmla="*/ 0 w 499610"/>
                  <a:gd name="connsiteY1" fmla="*/ 11688 h 976186"/>
                  <a:gd name="connsiteX2" fmla="*/ 499610 w 499610"/>
                  <a:gd name="connsiteY2" fmla="*/ 0 h 976186"/>
                  <a:gd name="connsiteX3" fmla="*/ 273339 w 499610"/>
                  <a:gd name="connsiteY3" fmla="*/ 976186 h 976186"/>
                  <a:gd name="connsiteX4" fmla="*/ 197928 w 499610"/>
                  <a:gd name="connsiteY4" fmla="*/ 973305 h 976186"/>
                  <a:gd name="connsiteX0" fmla="*/ 197928 w 621064"/>
                  <a:gd name="connsiteY0" fmla="*/ 973305 h 973305"/>
                  <a:gd name="connsiteX1" fmla="*/ 0 w 621064"/>
                  <a:gd name="connsiteY1" fmla="*/ 11688 h 973305"/>
                  <a:gd name="connsiteX2" fmla="*/ 499610 w 621064"/>
                  <a:gd name="connsiteY2" fmla="*/ 0 h 973305"/>
                  <a:gd name="connsiteX3" fmla="*/ 558839 w 621064"/>
                  <a:gd name="connsiteY3" fmla="*/ 754682 h 973305"/>
                  <a:gd name="connsiteX4" fmla="*/ 197928 w 621064"/>
                  <a:gd name="connsiteY4" fmla="*/ 973305 h 973305"/>
                  <a:gd name="connsiteX0" fmla="*/ 197928 w 558839"/>
                  <a:gd name="connsiteY0" fmla="*/ 973305 h 973305"/>
                  <a:gd name="connsiteX1" fmla="*/ 0 w 558839"/>
                  <a:gd name="connsiteY1" fmla="*/ 11688 h 973305"/>
                  <a:gd name="connsiteX2" fmla="*/ 499610 w 558839"/>
                  <a:gd name="connsiteY2" fmla="*/ 0 h 973305"/>
                  <a:gd name="connsiteX3" fmla="*/ 558839 w 558839"/>
                  <a:gd name="connsiteY3" fmla="*/ 754682 h 973305"/>
                  <a:gd name="connsiteX4" fmla="*/ 197928 w 558839"/>
                  <a:gd name="connsiteY4" fmla="*/ 973305 h 973305"/>
                  <a:gd name="connsiteX0" fmla="*/ 197928 w 558839"/>
                  <a:gd name="connsiteY0" fmla="*/ 973305 h 973305"/>
                  <a:gd name="connsiteX1" fmla="*/ 0 w 558839"/>
                  <a:gd name="connsiteY1" fmla="*/ 11688 h 973305"/>
                  <a:gd name="connsiteX2" fmla="*/ 499610 w 558839"/>
                  <a:gd name="connsiteY2" fmla="*/ 0 h 973305"/>
                  <a:gd name="connsiteX3" fmla="*/ 558839 w 558839"/>
                  <a:gd name="connsiteY3" fmla="*/ 754682 h 973305"/>
                  <a:gd name="connsiteX4" fmla="*/ 197928 w 558839"/>
                  <a:gd name="connsiteY4" fmla="*/ 973305 h 973305"/>
                  <a:gd name="connsiteX0" fmla="*/ 370213 w 558839"/>
                  <a:gd name="connsiteY0" fmla="*/ 796102 h 796102"/>
                  <a:gd name="connsiteX1" fmla="*/ 0 w 558839"/>
                  <a:gd name="connsiteY1" fmla="*/ 11688 h 796102"/>
                  <a:gd name="connsiteX2" fmla="*/ 499610 w 558839"/>
                  <a:gd name="connsiteY2" fmla="*/ 0 h 796102"/>
                  <a:gd name="connsiteX3" fmla="*/ 558839 w 558839"/>
                  <a:gd name="connsiteY3" fmla="*/ 754682 h 796102"/>
                  <a:gd name="connsiteX4" fmla="*/ 370213 w 558839"/>
                  <a:gd name="connsiteY4" fmla="*/ 796102 h 796102"/>
                  <a:gd name="connsiteX0" fmla="*/ 370213 w 558839"/>
                  <a:gd name="connsiteY0" fmla="*/ 796102 h 796102"/>
                  <a:gd name="connsiteX1" fmla="*/ 0 w 558839"/>
                  <a:gd name="connsiteY1" fmla="*/ 11688 h 796102"/>
                  <a:gd name="connsiteX2" fmla="*/ 499610 w 558839"/>
                  <a:gd name="connsiteY2" fmla="*/ 0 h 796102"/>
                  <a:gd name="connsiteX3" fmla="*/ 558839 w 558839"/>
                  <a:gd name="connsiteY3" fmla="*/ 754682 h 796102"/>
                  <a:gd name="connsiteX4" fmla="*/ 370213 w 558839"/>
                  <a:gd name="connsiteY4" fmla="*/ 796102 h 796102"/>
                  <a:gd name="connsiteX0" fmla="*/ 370213 w 558839"/>
                  <a:gd name="connsiteY0" fmla="*/ 796102 h 796102"/>
                  <a:gd name="connsiteX1" fmla="*/ 0 w 558839"/>
                  <a:gd name="connsiteY1" fmla="*/ 11688 h 796102"/>
                  <a:gd name="connsiteX2" fmla="*/ 499610 w 558839"/>
                  <a:gd name="connsiteY2" fmla="*/ 0 h 796102"/>
                  <a:gd name="connsiteX3" fmla="*/ 558839 w 558839"/>
                  <a:gd name="connsiteY3" fmla="*/ 754682 h 796102"/>
                  <a:gd name="connsiteX4" fmla="*/ 370213 w 558839"/>
                  <a:gd name="connsiteY4" fmla="*/ 796102 h 796102"/>
                  <a:gd name="connsiteX0" fmla="*/ 370213 w 558839"/>
                  <a:gd name="connsiteY0" fmla="*/ 1315828 h 1315828"/>
                  <a:gd name="connsiteX1" fmla="*/ 0 w 558839"/>
                  <a:gd name="connsiteY1" fmla="*/ 531414 h 1315828"/>
                  <a:gd name="connsiteX2" fmla="*/ 506930 w 558839"/>
                  <a:gd name="connsiteY2" fmla="*/ 0 h 1315828"/>
                  <a:gd name="connsiteX3" fmla="*/ 558839 w 558839"/>
                  <a:gd name="connsiteY3" fmla="*/ 1274408 h 1315828"/>
                  <a:gd name="connsiteX4" fmla="*/ 370213 w 558839"/>
                  <a:gd name="connsiteY4" fmla="*/ 1315828 h 1315828"/>
                  <a:gd name="connsiteX0" fmla="*/ 384853 w 573479"/>
                  <a:gd name="connsiteY0" fmla="*/ 1326654 h 1326654"/>
                  <a:gd name="connsiteX1" fmla="*/ 0 w 573479"/>
                  <a:gd name="connsiteY1" fmla="*/ 554 h 1326654"/>
                  <a:gd name="connsiteX2" fmla="*/ 521570 w 573479"/>
                  <a:gd name="connsiteY2" fmla="*/ 10826 h 1326654"/>
                  <a:gd name="connsiteX3" fmla="*/ 573479 w 573479"/>
                  <a:gd name="connsiteY3" fmla="*/ 1285234 h 1326654"/>
                  <a:gd name="connsiteX4" fmla="*/ 384853 w 573479"/>
                  <a:gd name="connsiteY4" fmla="*/ 1326654 h 1326654"/>
                  <a:gd name="connsiteX0" fmla="*/ 384853 w 573479"/>
                  <a:gd name="connsiteY0" fmla="*/ 1326654 h 1326654"/>
                  <a:gd name="connsiteX1" fmla="*/ 0 w 573479"/>
                  <a:gd name="connsiteY1" fmla="*/ 554 h 1326654"/>
                  <a:gd name="connsiteX2" fmla="*/ 521570 w 573479"/>
                  <a:gd name="connsiteY2" fmla="*/ 10826 h 1326654"/>
                  <a:gd name="connsiteX3" fmla="*/ 573479 w 573479"/>
                  <a:gd name="connsiteY3" fmla="*/ 1285234 h 1326654"/>
                  <a:gd name="connsiteX4" fmla="*/ 384853 w 573479"/>
                  <a:gd name="connsiteY4" fmla="*/ 1326654 h 1326654"/>
                  <a:gd name="connsiteX0" fmla="*/ 384853 w 573479"/>
                  <a:gd name="connsiteY0" fmla="*/ 1326654 h 1326654"/>
                  <a:gd name="connsiteX1" fmla="*/ 0 w 573479"/>
                  <a:gd name="connsiteY1" fmla="*/ 554 h 1326654"/>
                  <a:gd name="connsiteX2" fmla="*/ 521570 w 573479"/>
                  <a:gd name="connsiteY2" fmla="*/ 10826 h 1326654"/>
                  <a:gd name="connsiteX3" fmla="*/ 573479 w 573479"/>
                  <a:gd name="connsiteY3" fmla="*/ 1285234 h 1326654"/>
                  <a:gd name="connsiteX4" fmla="*/ 384853 w 573479"/>
                  <a:gd name="connsiteY4" fmla="*/ 1326654 h 1326654"/>
                  <a:gd name="connsiteX0" fmla="*/ 384853 w 573479"/>
                  <a:gd name="connsiteY0" fmla="*/ 1326654 h 1326654"/>
                  <a:gd name="connsiteX1" fmla="*/ 0 w 573479"/>
                  <a:gd name="connsiteY1" fmla="*/ 554 h 1326654"/>
                  <a:gd name="connsiteX2" fmla="*/ 521570 w 573479"/>
                  <a:gd name="connsiteY2" fmla="*/ 10826 h 1326654"/>
                  <a:gd name="connsiteX3" fmla="*/ 573479 w 573479"/>
                  <a:gd name="connsiteY3" fmla="*/ 1285234 h 1326654"/>
                  <a:gd name="connsiteX4" fmla="*/ 384853 w 573479"/>
                  <a:gd name="connsiteY4" fmla="*/ 1326654 h 1326654"/>
                  <a:gd name="connsiteX0" fmla="*/ 384853 w 573479"/>
                  <a:gd name="connsiteY0" fmla="*/ 1326654 h 1326654"/>
                  <a:gd name="connsiteX1" fmla="*/ 0 w 573479"/>
                  <a:gd name="connsiteY1" fmla="*/ 554 h 1326654"/>
                  <a:gd name="connsiteX2" fmla="*/ 521570 w 573479"/>
                  <a:gd name="connsiteY2" fmla="*/ 10826 h 1326654"/>
                  <a:gd name="connsiteX3" fmla="*/ 573479 w 573479"/>
                  <a:gd name="connsiteY3" fmla="*/ 1285234 h 1326654"/>
                  <a:gd name="connsiteX4" fmla="*/ 384853 w 573479"/>
                  <a:gd name="connsiteY4" fmla="*/ 1326654 h 1326654"/>
                  <a:gd name="connsiteX0" fmla="*/ 384853 w 573479"/>
                  <a:gd name="connsiteY0" fmla="*/ 1326654 h 1326654"/>
                  <a:gd name="connsiteX1" fmla="*/ 0 w 573479"/>
                  <a:gd name="connsiteY1" fmla="*/ 554 h 1326654"/>
                  <a:gd name="connsiteX2" fmla="*/ 521570 w 573479"/>
                  <a:gd name="connsiteY2" fmla="*/ 10826 h 1326654"/>
                  <a:gd name="connsiteX3" fmla="*/ 573479 w 573479"/>
                  <a:gd name="connsiteY3" fmla="*/ 1285234 h 1326654"/>
                  <a:gd name="connsiteX4" fmla="*/ 384853 w 573479"/>
                  <a:gd name="connsiteY4" fmla="*/ 1326654 h 1326654"/>
                  <a:gd name="connsiteX0" fmla="*/ 384853 w 588119"/>
                  <a:gd name="connsiteY0" fmla="*/ 1326654 h 1326654"/>
                  <a:gd name="connsiteX1" fmla="*/ 0 w 588119"/>
                  <a:gd name="connsiteY1" fmla="*/ 554 h 1326654"/>
                  <a:gd name="connsiteX2" fmla="*/ 521570 w 588119"/>
                  <a:gd name="connsiteY2" fmla="*/ 10826 h 1326654"/>
                  <a:gd name="connsiteX3" fmla="*/ 588119 w 588119"/>
                  <a:gd name="connsiteY3" fmla="*/ 1321835 h 1326654"/>
                  <a:gd name="connsiteX4" fmla="*/ 384853 w 588119"/>
                  <a:gd name="connsiteY4" fmla="*/ 1326654 h 1326654"/>
                  <a:gd name="connsiteX0" fmla="*/ 384853 w 588119"/>
                  <a:gd name="connsiteY0" fmla="*/ 1326654 h 1326654"/>
                  <a:gd name="connsiteX1" fmla="*/ 0 w 588119"/>
                  <a:gd name="connsiteY1" fmla="*/ 554 h 1326654"/>
                  <a:gd name="connsiteX2" fmla="*/ 521570 w 588119"/>
                  <a:gd name="connsiteY2" fmla="*/ 10826 h 1326654"/>
                  <a:gd name="connsiteX3" fmla="*/ 588119 w 588119"/>
                  <a:gd name="connsiteY3" fmla="*/ 1321835 h 1326654"/>
                  <a:gd name="connsiteX4" fmla="*/ 384853 w 588119"/>
                  <a:gd name="connsiteY4" fmla="*/ 1326654 h 1326654"/>
                  <a:gd name="connsiteX0" fmla="*/ 384853 w 588119"/>
                  <a:gd name="connsiteY0" fmla="*/ 1326148 h 1326148"/>
                  <a:gd name="connsiteX1" fmla="*/ 0 w 588119"/>
                  <a:gd name="connsiteY1" fmla="*/ 48 h 1326148"/>
                  <a:gd name="connsiteX2" fmla="*/ 521570 w 588119"/>
                  <a:gd name="connsiteY2" fmla="*/ 228243 h 1326148"/>
                  <a:gd name="connsiteX3" fmla="*/ 588119 w 588119"/>
                  <a:gd name="connsiteY3" fmla="*/ 1321329 h 1326148"/>
                  <a:gd name="connsiteX4" fmla="*/ 384853 w 588119"/>
                  <a:gd name="connsiteY4" fmla="*/ 1326148 h 1326148"/>
                  <a:gd name="connsiteX0" fmla="*/ 384853 w 588119"/>
                  <a:gd name="connsiteY0" fmla="*/ 1326148 h 1326148"/>
                  <a:gd name="connsiteX1" fmla="*/ 0 w 588119"/>
                  <a:gd name="connsiteY1" fmla="*/ 48 h 1326148"/>
                  <a:gd name="connsiteX2" fmla="*/ 521570 w 588119"/>
                  <a:gd name="connsiteY2" fmla="*/ 228243 h 1326148"/>
                  <a:gd name="connsiteX3" fmla="*/ 588119 w 588119"/>
                  <a:gd name="connsiteY3" fmla="*/ 1321329 h 1326148"/>
                  <a:gd name="connsiteX4" fmla="*/ 384853 w 588119"/>
                  <a:gd name="connsiteY4" fmla="*/ 1326148 h 1326148"/>
                  <a:gd name="connsiteX0" fmla="*/ 384853 w 588119"/>
                  <a:gd name="connsiteY0" fmla="*/ 1326148 h 1326148"/>
                  <a:gd name="connsiteX1" fmla="*/ 0 w 588119"/>
                  <a:gd name="connsiteY1" fmla="*/ 48 h 1326148"/>
                  <a:gd name="connsiteX2" fmla="*/ 521570 w 588119"/>
                  <a:gd name="connsiteY2" fmla="*/ 228243 h 1326148"/>
                  <a:gd name="connsiteX3" fmla="*/ 588119 w 588119"/>
                  <a:gd name="connsiteY3" fmla="*/ 1321329 h 1326148"/>
                  <a:gd name="connsiteX4" fmla="*/ 384853 w 588119"/>
                  <a:gd name="connsiteY4" fmla="*/ 1326148 h 1326148"/>
                  <a:gd name="connsiteX0" fmla="*/ 366066 w 569332"/>
                  <a:gd name="connsiteY0" fmla="*/ 1097905 h 1097905"/>
                  <a:gd name="connsiteX1" fmla="*/ 0 w 569332"/>
                  <a:gd name="connsiteY1" fmla="*/ 4757 h 1097905"/>
                  <a:gd name="connsiteX2" fmla="*/ 502783 w 569332"/>
                  <a:gd name="connsiteY2" fmla="*/ 0 h 1097905"/>
                  <a:gd name="connsiteX3" fmla="*/ 569332 w 569332"/>
                  <a:gd name="connsiteY3" fmla="*/ 1093086 h 1097905"/>
                  <a:gd name="connsiteX4" fmla="*/ 366066 w 569332"/>
                  <a:gd name="connsiteY4" fmla="*/ 1097905 h 1097905"/>
                  <a:gd name="connsiteX0" fmla="*/ 366066 w 569332"/>
                  <a:gd name="connsiteY0" fmla="*/ 1097905 h 1097905"/>
                  <a:gd name="connsiteX1" fmla="*/ 0 w 569332"/>
                  <a:gd name="connsiteY1" fmla="*/ 4757 h 1097905"/>
                  <a:gd name="connsiteX2" fmla="*/ 502783 w 569332"/>
                  <a:gd name="connsiteY2" fmla="*/ 0 h 1097905"/>
                  <a:gd name="connsiteX3" fmla="*/ 569332 w 569332"/>
                  <a:gd name="connsiteY3" fmla="*/ 1093086 h 1097905"/>
                  <a:gd name="connsiteX4" fmla="*/ 366066 w 569332"/>
                  <a:gd name="connsiteY4" fmla="*/ 1097905 h 1097905"/>
                  <a:gd name="connsiteX0" fmla="*/ 366066 w 569332"/>
                  <a:gd name="connsiteY0" fmla="*/ 1097905 h 1097905"/>
                  <a:gd name="connsiteX1" fmla="*/ 0 w 569332"/>
                  <a:gd name="connsiteY1" fmla="*/ 4757 h 1097905"/>
                  <a:gd name="connsiteX2" fmla="*/ 502783 w 569332"/>
                  <a:gd name="connsiteY2" fmla="*/ 0 h 1097905"/>
                  <a:gd name="connsiteX3" fmla="*/ 569332 w 569332"/>
                  <a:gd name="connsiteY3" fmla="*/ 1093086 h 1097905"/>
                  <a:gd name="connsiteX4" fmla="*/ 366066 w 569332"/>
                  <a:gd name="connsiteY4" fmla="*/ 1097905 h 1097905"/>
                  <a:gd name="connsiteX0" fmla="*/ 366066 w 594113"/>
                  <a:gd name="connsiteY0" fmla="*/ 1097905 h 1179971"/>
                  <a:gd name="connsiteX1" fmla="*/ 0 w 594113"/>
                  <a:gd name="connsiteY1" fmla="*/ 4757 h 1179971"/>
                  <a:gd name="connsiteX2" fmla="*/ 502783 w 594113"/>
                  <a:gd name="connsiteY2" fmla="*/ 0 h 1179971"/>
                  <a:gd name="connsiteX3" fmla="*/ 594113 w 594113"/>
                  <a:gd name="connsiteY3" fmla="*/ 1179818 h 1179971"/>
                  <a:gd name="connsiteX4" fmla="*/ 366066 w 594113"/>
                  <a:gd name="connsiteY4" fmla="*/ 1097905 h 1179971"/>
                  <a:gd name="connsiteX0" fmla="*/ 403236 w 594113"/>
                  <a:gd name="connsiteY0" fmla="*/ 1215612 h 1215612"/>
                  <a:gd name="connsiteX1" fmla="*/ 0 w 594113"/>
                  <a:gd name="connsiteY1" fmla="*/ 4757 h 1215612"/>
                  <a:gd name="connsiteX2" fmla="*/ 502783 w 594113"/>
                  <a:gd name="connsiteY2" fmla="*/ 0 h 1215612"/>
                  <a:gd name="connsiteX3" fmla="*/ 594113 w 594113"/>
                  <a:gd name="connsiteY3" fmla="*/ 1179818 h 1215612"/>
                  <a:gd name="connsiteX4" fmla="*/ 403236 w 594113"/>
                  <a:gd name="connsiteY4" fmla="*/ 1215612 h 1215612"/>
                  <a:gd name="connsiteX0" fmla="*/ 403236 w 574100"/>
                  <a:gd name="connsiteY0" fmla="*/ 1215612 h 1215612"/>
                  <a:gd name="connsiteX1" fmla="*/ 0 w 574100"/>
                  <a:gd name="connsiteY1" fmla="*/ 4757 h 1215612"/>
                  <a:gd name="connsiteX2" fmla="*/ 502783 w 574100"/>
                  <a:gd name="connsiteY2" fmla="*/ 0 h 1215612"/>
                  <a:gd name="connsiteX3" fmla="*/ 574100 w 574100"/>
                  <a:gd name="connsiteY3" fmla="*/ 1014877 h 1215612"/>
                  <a:gd name="connsiteX4" fmla="*/ 403236 w 574100"/>
                  <a:gd name="connsiteY4" fmla="*/ 1215612 h 1215612"/>
                  <a:gd name="connsiteX0" fmla="*/ 333190 w 574100"/>
                  <a:gd name="connsiteY0" fmla="*/ 985695 h 1015244"/>
                  <a:gd name="connsiteX1" fmla="*/ 0 w 574100"/>
                  <a:gd name="connsiteY1" fmla="*/ 4757 h 1015244"/>
                  <a:gd name="connsiteX2" fmla="*/ 502783 w 574100"/>
                  <a:gd name="connsiteY2" fmla="*/ 0 h 1015244"/>
                  <a:gd name="connsiteX3" fmla="*/ 574100 w 574100"/>
                  <a:gd name="connsiteY3" fmla="*/ 1014877 h 1015244"/>
                  <a:gd name="connsiteX4" fmla="*/ 333190 w 574100"/>
                  <a:gd name="connsiteY4" fmla="*/ 985695 h 10152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74100" h="1015244">
                    <a:moveTo>
                      <a:pt x="333190" y="985695"/>
                    </a:moveTo>
                    <a:cubicBezTo>
                      <a:pt x="153901" y="433090"/>
                      <a:pt x="295574" y="908506"/>
                      <a:pt x="0" y="4757"/>
                    </a:cubicBezTo>
                    <a:cubicBezTo>
                      <a:pt x="166537" y="861"/>
                      <a:pt x="336246" y="3896"/>
                      <a:pt x="502783" y="0"/>
                    </a:cubicBezTo>
                    <a:cubicBezTo>
                      <a:pt x="555943" y="995541"/>
                      <a:pt x="537473" y="350120"/>
                      <a:pt x="574100" y="1014877"/>
                    </a:cubicBezTo>
                    <a:cubicBezTo>
                      <a:pt x="476415" y="1019182"/>
                      <a:pt x="529388" y="984229"/>
                      <a:pt x="333190" y="985695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bg1">
                      <a:lumMod val="95000"/>
                      <a:alpha val="55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</a:gradFill>
              <a:ln>
                <a:solidFill>
                  <a:schemeClr val="bg1">
                    <a:lumMod val="75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grpSp>
            <p:nvGrpSpPr>
              <p:cNvPr id="29" name="Group 28"/>
              <p:cNvGrpSpPr/>
              <p:nvPr/>
            </p:nvGrpSpPr>
            <p:grpSpPr>
              <a:xfrm>
                <a:off x="1856416" y="3709935"/>
                <a:ext cx="1049338" cy="1739900"/>
                <a:chOff x="1856416" y="3709935"/>
                <a:chExt cx="1049338" cy="1739900"/>
              </a:xfrm>
            </p:grpSpPr>
            <p:sp>
              <p:nvSpPr>
                <p:cNvPr id="496" name="Rectangle 495"/>
                <p:cNvSpPr/>
                <p:nvPr/>
              </p:nvSpPr>
              <p:spPr bwMode="auto">
                <a:xfrm rot="10800000">
                  <a:off x="1867529" y="3957585"/>
                  <a:ext cx="1027112" cy="611090"/>
                </a:xfrm>
                <a:prstGeom prst="rect">
                  <a:avLst/>
                </a:prstGeom>
                <a:gradFill>
                  <a:gsLst>
                    <a:gs pos="0">
                      <a:schemeClr val="accent2">
                        <a:lumMod val="75000"/>
                        <a:alpha val="62000"/>
                      </a:schemeClr>
                    </a:gs>
                    <a:gs pos="54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bg1"/>
                    </a:gs>
                  </a:gsLst>
                </a:gra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grpSp>
              <p:nvGrpSpPr>
                <p:cNvPr id="48285" name="Group 498"/>
                <p:cNvGrpSpPr>
                  <a:grpSpLocks/>
                </p:cNvGrpSpPr>
                <p:nvPr/>
              </p:nvGrpSpPr>
              <p:grpSpPr bwMode="auto">
                <a:xfrm>
                  <a:off x="1858805" y="5088863"/>
                  <a:ext cx="1035373" cy="360972"/>
                  <a:chOff x="4128636" y="3606589"/>
                  <a:chExt cx="568145" cy="338667"/>
                </a:xfrm>
              </p:grpSpPr>
              <p:sp>
                <p:nvSpPr>
                  <p:cNvPr id="515" name="Oval 514"/>
                  <p:cNvSpPr/>
                  <p:nvPr/>
                </p:nvSpPr>
                <p:spPr>
                  <a:xfrm>
                    <a:off x="4129067" y="3720356"/>
                    <a:ext cx="567968" cy="224900"/>
                  </a:xfrm>
                  <a:prstGeom prst="ellipse">
                    <a:avLst/>
                  </a:prstGeom>
                  <a:solidFill>
                    <a:schemeClr val="accent2">
                      <a:lumMod val="75000"/>
                    </a:schemeClr>
                  </a:solidFill>
                  <a:ln w="6350">
                    <a:solidFill>
                      <a:schemeClr val="tx1"/>
                    </a:solidFill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sp>
                <p:nvSpPr>
                  <p:cNvPr id="516" name="Rectangle 515"/>
                  <p:cNvSpPr/>
                  <p:nvPr/>
                </p:nvSpPr>
                <p:spPr>
                  <a:xfrm>
                    <a:off x="4129067" y="3720356"/>
                    <a:ext cx="567968" cy="111705"/>
                  </a:xfrm>
                  <a:prstGeom prst="rect">
                    <a:avLst/>
                  </a:prstGeom>
                  <a:solidFill>
                    <a:schemeClr val="accent2">
                      <a:lumMod val="75000"/>
                    </a:schemeClr>
                  </a:solidFill>
                  <a:ln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sp>
                <p:nvSpPr>
                  <p:cNvPr id="517" name="Oval 516"/>
                  <p:cNvSpPr/>
                  <p:nvPr/>
                </p:nvSpPr>
                <p:spPr>
                  <a:xfrm>
                    <a:off x="4129067" y="3607161"/>
                    <a:ext cx="567968" cy="224900"/>
                  </a:xfrm>
                  <a:prstGeom prst="ellipse">
                    <a:avLst/>
                  </a:prstGeom>
                  <a:solidFill>
                    <a:schemeClr val="accent2">
                      <a:lumMod val="60000"/>
                      <a:lumOff val="40000"/>
                      <a:alpha val="70000"/>
                    </a:schemeClr>
                  </a:solidFill>
                  <a:ln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cxnSp>
                <p:nvCxnSpPr>
                  <p:cNvPr id="518" name="Straight Connector 517"/>
                  <p:cNvCxnSpPr/>
                  <p:nvPr/>
                </p:nvCxnSpPr>
                <p:spPr>
                  <a:xfrm>
                    <a:off x="4697035" y="3720356"/>
                    <a:ext cx="0" cy="111705"/>
                  </a:xfrm>
                  <a:prstGeom prst="line">
                    <a:avLst/>
                  </a:prstGeom>
                  <a:ln w="6350">
                    <a:solidFill>
                      <a:schemeClr val="tx1"/>
                    </a:solidFill>
                  </a:ln>
                  <a:effectLst/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19" name="Straight Connector 518"/>
                  <p:cNvCxnSpPr/>
                  <p:nvPr/>
                </p:nvCxnSpPr>
                <p:spPr>
                  <a:xfrm>
                    <a:off x="4129067" y="3720356"/>
                    <a:ext cx="0" cy="111705"/>
                  </a:xfrm>
                  <a:prstGeom prst="line">
                    <a:avLst/>
                  </a:prstGeom>
                  <a:ln w="6350">
                    <a:solidFill>
                      <a:schemeClr val="tx1"/>
                    </a:solidFill>
                  </a:ln>
                  <a:effectLst/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500" name="Rectangle 499"/>
                <p:cNvSpPr/>
                <p:nvPr/>
              </p:nvSpPr>
              <p:spPr bwMode="auto">
                <a:xfrm>
                  <a:off x="1877054" y="4704509"/>
                  <a:ext cx="1028700" cy="523075"/>
                </a:xfrm>
                <a:prstGeom prst="rect">
                  <a:avLst/>
                </a:prstGeom>
                <a:gradFill>
                  <a:gsLst>
                    <a:gs pos="0">
                      <a:schemeClr val="accent2">
                        <a:lumMod val="60000"/>
                        <a:lumOff val="40000"/>
                        <a:alpha val="62000"/>
                      </a:schemeClr>
                    </a:gs>
                    <a:gs pos="54000">
                      <a:schemeClr val="accent2">
                        <a:lumMod val="40000"/>
                        <a:lumOff val="60000"/>
                      </a:schemeClr>
                    </a:gs>
                    <a:gs pos="100000">
                      <a:schemeClr val="bg1"/>
                    </a:gs>
                  </a:gsLst>
                </a:gra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cxnSp>
              <p:nvCxnSpPr>
                <p:cNvPr id="502" name="Straight Connector 501"/>
                <p:cNvCxnSpPr/>
                <p:nvPr/>
              </p:nvCxnSpPr>
              <p:spPr bwMode="auto">
                <a:xfrm>
                  <a:off x="1861179" y="3981398"/>
                  <a:ext cx="17462" cy="1301750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ash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03" name="Straight Connector 502"/>
                <p:cNvCxnSpPr/>
                <p:nvPr/>
              </p:nvCxnSpPr>
              <p:spPr bwMode="auto">
                <a:xfrm flipH="1">
                  <a:off x="2894641" y="3971873"/>
                  <a:ext cx="6350" cy="1270000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ash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48290" name="Group 504"/>
                <p:cNvGrpSpPr>
                  <a:grpSpLocks/>
                </p:cNvGrpSpPr>
                <p:nvPr/>
              </p:nvGrpSpPr>
              <p:grpSpPr bwMode="auto">
                <a:xfrm>
                  <a:off x="1856416" y="3709935"/>
                  <a:ext cx="1044712" cy="399063"/>
                  <a:chOff x="2183302" y="1574638"/>
                  <a:chExt cx="1200154" cy="430218"/>
                </a:xfrm>
              </p:grpSpPr>
              <p:sp>
                <p:nvSpPr>
                  <p:cNvPr id="506" name="Oval 505"/>
                  <p:cNvSpPr/>
                  <p:nvPr/>
                </p:nvSpPr>
                <p:spPr bwMode="auto">
                  <a:xfrm flipV="1">
                    <a:off x="2185126" y="1689305"/>
                    <a:ext cx="1196349" cy="314904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chemeClr val="accent2">
                          <a:lumMod val="75000"/>
                        </a:schemeClr>
                      </a:gs>
                      <a:gs pos="31000">
                        <a:schemeClr val="accent2">
                          <a:lumMod val="60000"/>
                          <a:lumOff val="40000"/>
                        </a:schemeClr>
                      </a:gs>
                      <a:gs pos="100000">
                        <a:schemeClr val="accent2">
                          <a:lumMod val="20000"/>
                          <a:lumOff val="80000"/>
                        </a:schemeClr>
                      </a:gs>
                    </a:gsLst>
                    <a:lin ang="16200000" scaled="0"/>
                    <a:tileRect/>
                  </a:gradFill>
                  <a:ln w="6350" cmpd="sng"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 dirty="0">
                      <a:ln>
                        <a:solidFill>
                          <a:schemeClr val="tx1"/>
                        </a:solidFill>
                      </a:ln>
                    </a:endParaRPr>
                  </a:p>
                </p:txBody>
              </p:sp>
              <p:sp>
                <p:nvSpPr>
                  <p:cNvPr id="507" name="Rectangle 506"/>
                  <p:cNvSpPr/>
                  <p:nvPr/>
                </p:nvSpPr>
                <p:spPr bwMode="auto">
                  <a:xfrm>
                    <a:off x="2183302" y="1735513"/>
                    <a:ext cx="1198173" cy="112955"/>
                  </a:xfrm>
                  <a:prstGeom prst="rect">
                    <a:avLst/>
                  </a:prstGeom>
                  <a:gradFill>
                    <a:gsLst>
                      <a:gs pos="0">
                        <a:schemeClr val="accent2">
                          <a:lumMod val="40000"/>
                          <a:lumOff val="60000"/>
                        </a:schemeClr>
                      </a:gs>
                      <a:gs pos="54000">
                        <a:schemeClr val="accent2">
                          <a:lumMod val="60000"/>
                          <a:lumOff val="40000"/>
                        </a:schemeClr>
                      </a:gs>
                      <a:gs pos="100000">
                        <a:schemeClr val="accent2">
                          <a:lumMod val="75000"/>
                        </a:schemeClr>
                      </a:gs>
                    </a:gsLst>
                    <a:lin ang="16200000" scaled="0"/>
                  </a:gradFill>
                  <a:ln w="25400"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sp>
                <p:nvSpPr>
                  <p:cNvPr id="508" name="Oval 507"/>
                  <p:cNvSpPr/>
                  <p:nvPr/>
                </p:nvSpPr>
                <p:spPr bwMode="auto">
                  <a:xfrm flipV="1">
                    <a:off x="2183302" y="1574638"/>
                    <a:ext cx="1196349" cy="314904"/>
                  </a:xfrm>
                  <a:prstGeom prst="ellipse">
                    <a:avLst/>
                  </a:prstGeom>
                  <a:solidFill>
                    <a:schemeClr val="bg1">
                      <a:lumMod val="75000"/>
                    </a:schemeClr>
                  </a:solidFill>
                  <a:ln w="6350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 dirty="0">
                      <a:ln>
                        <a:solidFill>
                          <a:schemeClr val="tx1"/>
                        </a:solidFill>
                      </a:ln>
                    </a:endParaRPr>
                  </a:p>
                </p:txBody>
              </p:sp>
              <p:sp>
                <p:nvSpPr>
                  <p:cNvPr id="509" name="Freeform 508"/>
                  <p:cNvSpPr/>
                  <p:nvPr/>
                </p:nvSpPr>
                <p:spPr bwMode="auto">
                  <a:xfrm>
                    <a:off x="2489684" y="1670478"/>
                    <a:ext cx="581762" cy="157452"/>
                  </a:xfrm>
                  <a:custGeom>
                    <a:avLst/>
                    <a:gdLst>
                      <a:gd name="connsiteX0" fmla="*/ 1486231 w 2944854"/>
                      <a:gd name="connsiteY0" fmla="*/ 727041 h 1302232"/>
                      <a:gd name="connsiteX1" fmla="*/ 257675 w 2944854"/>
                      <a:gd name="connsiteY1" fmla="*/ 1302232 h 1302232"/>
                      <a:gd name="connsiteX2" fmla="*/ 0 w 2944854"/>
                      <a:gd name="connsiteY2" fmla="*/ 1228607 h 1302232"/>
                      <a:gd name="connsiteX3" fmla="*/ 911064 w 2944854"/>
                      <a:gd name="connsiteY3" fmla="*/ 837478 h 1302232"/>
                      <a:gd name="connsiteX4" fmla="*/ 883456 w 2944854"/>
                      <a:gd name="connsiteY4" fmla="*/ 450949 h 1302232"/>
                      <a:gd name="connsiteX5" fmla="*/ 161047 w 2944854"/>
                      <a:gd name="connsiteY5" fmla="*/ 119640 h 1302232"/>
                      <a:gd name="connsiteX6" fmla="*/ 404917 w 2944854"/>
                      <a:gd name="connsiteY6" fmla="*/ 50617 h 1302232"/>
                      <a:gd name="connsiteX7" fmla="*/ 1477028 w 2944854"/>
                      <a:gd name="connsiteY7" fmla="*/ 501566 h 1302232"/>
                      <a:gd name="connsiteX8" fmla="*/ 2572146 w 2944854"/>
                      <a:gd name="connsiteY8" fmla="*/ 0 h 1302232"/>
                      <a:gd name="connsiteX9" fmla="*/ 2875834 w 2944854"/>
                      <a:gd name="connsiteY9" fmla="*/ 96632 h 1302232"/>
                      <a:gd name="connsiteX10" fmla="*/ 2079803 w 2944854"/>
                      <a:gd name="connsiteY10" fmla="*/ 432543 h 1302232"/>
                      <a:gd name="connsiteX11" fmla="*/ 2240850 w 2944854"/>
                      <a:gd name="connsiteY11" fmla="*/ 920305 h 1302232"/>
                      <a:gd name="connsiteX12" fmla="*/ 2944854 w 2944854"/>
                      <a:gd name="connsiteY12" fmla="*/ 1228607 h 1302232"/>
                      <a:gd name="connsiteX13" fmla="*/ 2733192 w 2944854"/>
                      <a:gd name="connsiteY13" fmla="*/ 1297630 h 1302232"/>
                      <a:gd name="connsiteX14" fmla="*/ 1486231 w 2944854"/>
                      <a:gd name="connsiteY14" fmla="*/ 727041 h 1302232"/>
                      <a:gd name="connsiteX0" fmla="*/ 1486231 w 2944854"/>
                      <a:gd name="connsiteY0" fmla="*/ 727041 h 1316375"/>
                      <a:gd name="connsiteX1" fmla="*/ 257675 w 2944854"/>
                      <a:gd name="connsiteY1" fmla="*/ 1302232 h 1316375"/>
                      <a:gd name="connsiteX2" fmla="*/ 0 w 2944854"/>
                      <a:gd name="connsiteY2" fmla="*/ 1228607 h 1316375"/>
                      <a:gd name="connsiteX3" fmla="*/ 911064 w 2944854"/>
                      <a:gd name="connsiteY3" fmla="*/ 837478 h 1316375"/>
                      <a:gd name="connsiteX4" fmla="*/ 883456 w 2944854"/>
                      <a:gd name="connsiteY4" fmla="*/ 450949 h 1316375"/>
                      <a:gd name="connsiteX5" fmla="*/ 161047 w 2944854"/>
                      <a:gd name="connsiteY5" fmla="*/ 119640 h 1316375"/>
                      <a:gd name="connsiteX6" fmla="*/ 404917 w 2944854"/>
                      <a:gd name="connsiteY6" fmla="*/ 50617 h 1316375"/>
                      <a:gd name="connsiteX7" fmla="*/ 1477028 w 2944854"/>
                      <a:gd name="connsiteY7" fmla="*/ 501566 h 1316375"/>
                      <a:gd name="connsiteX8" fmla="*/ 2572146 w 2944854"/>
                      <a:gd name="connsiteY8" fmla="*/ 0 h 1316375"/>
                      <a:gd name="connsiteX9" fmla="*/ 2875834 w 2944854"/>
                      <a:gd name="connsiteY9" fmla="*/ 96632 h 1316375"/>
                      <a:gd name="connsiteX10" fmla="*/ 2079803 w 2944854"/>
                      <a:gd name="connsiteY10" fmla="*/ 432543 h 1316375"/>
                      <a:gd name="connsiteX11" fmla="*/ 2240850 w 2944854"/>
                      <a:gd name="connsiteY11" fmla="*/ 920305 h 1316375"/>
                      <a:gd name="connsiteX12" fmla="*/ 2944854 w 2944854"/>
                      <a:gd name="connsiteY12" fmla="*/ 1228607 h 1316375"/>
                      <a:gd name="connsiteX13" fmla="*/ 2756623 w 2944854"/>
                      <a:gd name="connsiteY13" fmla="*/ 1316375 h 1316375"/>
                      <a:gd name="connsiteX14" fmla="*/ 1486231 w 2944854"/>
                      <a:gd name="connsiteY14" fmla="*/ 727041 h 1316375"/>
                      <a:gd name="connsiteX0" fmla="*/ 1486231 w 3024520"/>
                      <a:gd name="connsiteY0" fmla="*/ 727041 h 1316375"/>
                      <a:gd name="connsiteX1" fmla="*/ 257675 w 3024520"/>
                      <a:gd name="connsiteY1" fmla="*/ 1302232 h 1316375"/>
                      <a:gd name="connsiteX2" fmla="*/ 0 w 3024520"/>
                      <a:gd name="connsiteY2" fmla="*/ 1228607 h 1316375"/>
                      <a:gd name="connsiteX3" fmla="*/ 911064 w 3024520"/>
                      <a:gd name="connsiteY3" fmla="*/ 837478 h 1316375"/>
                      <a:gd name="connsiteX4" fmla="*/ 883456 w 3024520"/>
                      <a:gd name="connsiteY4" fmla="*/ 450949 h 1316375"/>
                      <a:gd name="connsiteX5" fmla="*/ 161047 w 3024520"/>
                      <a:gd name="connsiteY5" fmla="*/ 119640 h 1316375"/>
                      <a:gd name="connsiteX6" fmla="*/ 404917 w 3024520"/>
                      <a:gd name="connsiteY6" fmla="*/ 50617 h 1316375"/>
                      <a:gd name="connsiteX7" fmla="*/ 1477028 w 3024520"/>
                      <a:gd name="connsiteY7" fmla="*/ 501566 h 1316375"/>
                      <a:gd name="connsiteX8" fmla="*/ 2572146 w 3024520"/>
                      <a:gd name="connsiteY8" fmla="*/ 0 h 1316375"/>
                      <a:gd name="connsiteX9" fmla="*/ 2875834 w 3024520"/>
                      <a:gd name="connsiteY9" fmla="*/ 96632 h 1316375"/>
                      <a:gd name="connsiteX10" fmla="*/ 2079803 w 3024520"/>
                      <a:gd name="connsiteY10" fmla="*/ 432543 h 1316375"/>
                      <a:gd name="connsiteX11" fmla="*/ 2240850 w 3024520"/>
                      <a:gd name="connsiteY11" fmla="*/ 920305 h 1316375"/>
                      <a:gd name="connsiteX12" fmla="*/ 3024520 w 3024520"/>
                      <a:gd name="connsiteY12" fmla="*/ 1228607 h 1316375"/>
                      <a:gd name="connsiteX13" fmla="*/ 2756623 w 3024520"/>
                      <a:gd name="connsiteY13" fmla="*/ 1316375 h 1316375"/>
                      <a:gd name="connsiteX14" fmla="*/ 1486231 w 3024520"/>
                      <a:gd name="connsiteY14" fmla="*/ 727041 h 1316375"/>
                      <a:gd name="connsiteX0" fmla="*/ 1537780 w 3076069"/>
                      <a:gd name="connsiteY0" fmla="*/ 727041 h 1316375"/>
                      <a:gd name="connsiteX1" fmla="*/ 309224 w 3076069"/>
                      <a:gd name="connsiteY1" fmla="*/ 1302232 h 1316375"/>
                      <a:gd name="connsiteX2" fmla="*/ 0 w 3076069"/>
                      <a:gd name="connsiteY2" fmla="*/ 1228607 h 1316375"/>
                      <a:gd name="connsiteX3" fmla="*/ 962613 w 3076069"/>
                      <a:gd name="connsiteY3" fmla="*/ 837478 h 1316375"/>
                      <a:gd name="connsiteX4" fmla="*/ 935005 w 3076069"/>
                      <a:gd name="connsiteY4" fmla="*/ 450949 h 1316375"/>
                      <a:gd name="connsiteX5" fmla="*/ 212596 w 3076069"/>
                      <a:gd name="connsiteY5" fmla="*/ 119640 h 1316375"/>
                      <a:gd name="connsiteX6" fmla="*/ 456466 w 3076069"/>
                      <a:gd name="connsiteY6" fmla="*/ 50617 h 1316375"/>
                      <a:gd name="connsiteX7" fmla="*/ 1528577 w 3076069"/>
                      <a:gd name="connsiteY7" fmla="*/ 501566 h 1316375"/>
                      <a:gd name="connsiteX8" fmla="*/ 2623695 w 3076069"/>
                      <a:gd name="connsiteY8" fmla="*/ 0 h 1316375"/>
                      <a:gd name="connsiteX9" fmla="*/ 2927383 w 3076069"/>
                      <a:gd name="connsiteY9" fmla="*/ 96632 h 1316375"/>
                      <a:gd name="connsiteX10" fmla="*/ 2131352 w 3076069"/>
                      <a:gd name="connsiteY10" fmla="*/ 432543 h 1316375"/>
                      <a:gd name="connsiteX11" fmla="*/ 2292399 w 3076069"/>
                      <a:gd name="connsiteY11" fmla="*/ 920305 h 1316375"/>
                      <a:gd name="connsiteX12" fmla="*/ 3076069 w 3076069"/>
                      <a:gd name="connsiteY12" fmla="*/ 1228607 h 1316375"/>
                      <a:gd name="connsiteX13" fmla="*/ 2808172 w 3076069"/>
                      <a:gd name="connsiteY13" fmla="*/ 1316375 h 1316375"/>
                      <a:gd name="connsiteX14" fmla="*/ 1537780 w 3076069"/>
                      <a:gd name="connsiteY14" fmla="*/ 727041 h 1316375"/>
                      <a:gd name="connsiteX0" fmla="*/ 1537780 w 3076069"/>
                      <a:gd name="connsiteY0" fmla="*/ 727041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27041 h 1321259"/>
                      <a:gd name="connsiteX0" fmla="*/ 1537780 w 3076069"/>
                      <a:gd name="connsiteY0" fmla="*/ 750825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50825 h 132125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</a:cxnLst>
                    <a:rect l="l" t="t" r="r" b="b"/>
                    <a:pathLst>
                      <a:path w="3076069" h="1321259">
                        <a:moveTo>
                          <a:pt x="1537780" y="750825"/>
                        </a:moveTo>
                        <a:lnTo>
                          <a:pt x="313981" y="1321259"/>
                        </a:lnTo>
                        <a:lnTo>
                          <a:pt x="0" y="1228607"/>
                        </a:lnTo>
                        <a:lnTo>
                          <a:pt x="962613" y="837478"/>
                        </a:lnTo>
                        <a:lnTo>
                          <a:pt x="935005" y="450949"/>
                        </a:lnTo>
                        <a:lnTo>
                          <a:pt x="212596" y="119640"/>
                        </a:lnTo>
                        <a:lnTo>
                          <a:pt x="456466" y="50617"/>
                        </a:lnTo>
                        <a:lnTo>
                          <a:pt x="1528577" y="501566"/>
                        </a:lnTo>
                        <a:lnTo>
                          <a:pt x="2623695" y="0"/>
                        </a:lnTo>
                        <a:lnTo>
                          <a:pt x="2927383" y="96632"/>
                        </a:lnTo>
                        <a:lnTo>
                          <a:pt x="2131352" y="432543"/>
                        </a:lnTo>
                        <a:lnTo>
                          <a:pt x="2292399" y="920305"/>
                        </a:lnTo>
                        <a:lnTo>
                          <a:pt x="3076069" y="1228607"/>
                        </a:lnTo>
                        <a:lnTo>
                          <a:pt x="2808172" y="1316375"/>
                        </a:lnTo>
                        <a:lnTo>
                          <a:pt x="1537780" y="750825"/>
                        </a:lnTo>
                        <a:close/>
                      </a:path>
                    </a:pathLst>
                  </a:custGeom>
                  <a:solidFill>
                    <a:schemeClr val="accent2">
                      <a:lumMod val="60000"/>
                      <a:lumOff val="40000"/>
                    </a:schemeClr>
                  </a:solidFill>
                  <a:ln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sp>
                <p:nvSpPr>
                  <p:cNvPr id="510" name="Freeform 509"/>
                  <p:cNvSpPr/>
                  <p:nvPr/>
                </p:nvSpPr>
                <p:spPr bwMode="auto">
                  <a:xfrm>
                    <a:off x="2429502" y="1629404"/>
                    <a:ext cx="703949" cy="111244"/>
                  </a:xfrm>
                  <a:custGeom>
                    <a:avLst/>
                    <a:gdLst>
                      <a:gd name="connsiteX0" fmla="*/ 0 w 3645229"/>
                      <a:gd name="connsiteY0" fmla="*/ 214441 h 923747"/>
                      <a:gd name="connsiteX1" fmla="*/ 659770 w 3645229"/>
                      <a:gd name="connsiteY1" fmla="*/ 16495 h 923747"/>
                      <a:gd name="connsiteX2" fmla="*/ 1814367 w 3645229"/>
                      <a:gd name="connsiteY2" fmla="*/ 511360 h 923747"/>
                      <a:gd name="connsiteX3" fmla="*/ 2968965 w 3645229"/>
                      <a:gd name="connsiteY3" fmla="*/ 0 h 923747"/>
                      <a:gd name="connsiteX4" fmla="*/ 3645229 w 3645229"/>
                      <a:gd name="connsiteY4" fmla="*/ 197946 h 923747"/>
                      <a:gd name="connsiteX5" fmla="*/ 3199884 w 3645229"/>
                      <a:gd name="connsiteY5" fmla="*/ 461874 h 923747"/>
                      <a:gd name="connsiteX6" fmla="*/ 2985459 w 3645229"/>
                      <a:gd name="connsiteY6" fmla="*/ 379396 h 923747"/>
                      <a:gd name="connsiteX7" fmla="*/ 1830861 w 3645229"/>
                      <a:gd name="connsiteY7" fmla="*/ 923747 h 923747"/>
                      <a:gd name="connsiteX8" fmla="*/ 676264 w 3645229"/>
                      <a:gd name="connsiteY8" fmla="*/ 412387 h 923747"/>
                      <a:gd name="connsiteX9" fmla="*/ 527816 w 3645229"/>
                      <a:gd name="connsiteY9" fmla="*/ 478369 h 923747"/>
                      <a:gd name="connsiteX10" fmla="*/ 0 w 3645229"/>
                      <a:gd name="connsiteY10" fmla="*/ 21444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71662 w 3640627"/>
                      <a:gd name="connsiteY8" fmla="*/ 412387 h 923747"/>
                      <a:gd name="connsiteX9" fmla="*/ 523214 w 3640627"/>
                      <a:gd name="connsiteY9" fmla="*/ 478369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71662 w 3640627"/>
                      <a:gd name="connsiteY8" fmla="*/ 412387 h 923747"/>
                      <a:gd name="connsiteX9" fmla="*/ 523214 w 3640627"/>
                      <a:gd name="connsiteY9" fmla="*/ 482971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90067 w 3640627"/>
                      <a:gd name="connsiteY8" fmla="*/ 412387 h 923747"/>
                      <a:gd name="connsiteX9" fmla="*/ 523214 w 3640627"/>
                      <a:gd name="connsiteY9" fmla="*/ 482971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09765 w 3640627"/>
                      <a:gd name="connsiteY2" fmla="*/ 511360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2980857 w 3640627"/>
                      <a:gd name="connsiteY6" fmla="*/ 379396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55778 w 3640627"/>
                      <a:gd name="connsiteY2" fmla="*/ 534367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2980857 w 3640627"/>
                      <a:gd name="connsiteY6" fmla="*/ 379396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55778 w 3640627"/>
                      <a:gd name="connsiteY2" fmla="*/ 534367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3008465 w 3640627"/>
                      <a:gd name="connsiteY6" fmla="*/ 402404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723451"/>
                      <a:gd name="connsiteY0" fmla="*/ 242051 h 946755"/>
                      <a:gd name="connsiteX1" fmla="*/ 655168 w 3723451"/>
                      <a:gd name="connsiteY1" fmla="*/ 16495 h 946755"/>
                      <a:gd name="connsiteX2" fmla="*/ 1855778 w 3723451"/>
                      <a:gd name="connsiteY2" fmla="*/ 534367 h 946755"/>
                      <a:gd name="connsiteX3" fmla="*/ 2964363 w 3723451"/>
                      <a:gd name="connsiteY3" fmla="*/ 0 h 946755"/>
                      <a:gd name="connsiteX4" fmla="*/ 3723451 w 3723451"/>
                      <a:gd name="connsiteY4" fmla="*/ 220954 h 946755"/>
                      <a:gd name="connsiteX5" fmla="*/ 3195282 w 3723451"/>
                      <a:gd name="connsiteY5" fmla="*/ 461874 h 946755"/>
                      <a:gd name="connsiteX6" fmla="*/ 3008465 w 3723451"/>
                      <a:gd name="connsiteY6" fmla="*/ 402404 h 946755"/>
                      <a:gd name="connsiteX7" fmla="*/ 1876873 w 3723451"/>
                      <a:gd name="connsiteY7" fmla="*/ 946755 h 946755"/>
                      <a:gd name="connsiteX8" fmla="*/ 690067 w 3723451"/>
                      <a:gd name="connsiteY8" fmla="*/ 412387 h 946755"/>
                      <a:gd name="connsiteX9" fmla="*/ 523214 w 3723451"/>
                      <a:gd name="connsiteY9" fmla="*/ 482971 h 946755"/>
                      <a:gd name="connsiteX10" fmla="*/ 0 w 3723451"/>
                      <a:gd name="connsiteY10" fmla="*/ 242051 h 946755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95282 w 3723451"/>
                      <a:gd name="connsiteY5" fmla="*/ 448069 h 932950"/>
                      <a:gd name="connsiteX6" fmla="*/ 3008465 w 3723451"/>
                      <a:gd name="connsiteY6" fmla="*/ 388599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95282 w 3723451"/>
                      <a:gd name="connsiteY5" fmla="*/ 448069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86079 w 3723451"/>
                      <a:gd name="connsiteY5" fmla="*/ 461874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86079 w 3723451"/>
                      <a:gd name="connsiteY5" fmla="*/ 461874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711613 w 3723451"/>
                      <a:gd name="connsiteY8" fmla="*/ 413055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3723451" h="932950">
                        <a:moveTo>
                          <a:pt x="0" y="228246"/>
                        </a:moveTo>
                        <a:lnTo>
                          <a:pt x="655168" y="2690"/>
                        </a:lnTo>
                        <a:lnTo>
                          <a:pt x="1855778" y="520562"/>
                        </a:lnTo>
                        <a:lnTo>
                          <a:pt x="3001174" y="0"/>
                        </a:lnTo>
                        <a:lnTo>
                          <a:pt x="3723451" y="207149"/>
                        </a:lnTo>
                        <a:lnTo>
                          <a:pt x="3186079" y="461874"/>
                        </a:lnTo>
                        <a:lnTo>
                          <a:pt x="3013067" y="393200"/>
                        </a:lnTo>
                        <a:lnTo>
                          <a:pt x="1876873" y="932950"/>
                        </a:lnTo>
                        <a:lnTo>
                          <a:pt x="711613" y="413055"/>
                        </a:lnTo>
                        <a:lnTo>
                          <a:pt x="523214" y="469166"/>
                        </a:lnTo>
                        <a:lnTo>
                          <a:pt x="0" y="228246"/>
                        </a:lnTo>
                        <a:close/>
                      </a:path>
                    </a:pathLst>
                  </a:custGeom>
                  <a:solidFill>
                    <a:schemeClr val="accent2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sp>
                <p:nvSpPr>
                  <p:cNvPr id="511" name="Freeform 510"/>
                  <p:cNvSpPr/>
                  <p:nvPr/>
                </p:nvSpPr>
                <p:spPr bwMode="auto">
                  <a:xfrm>
                    <a:off x="2892723" y="1723534"/>
                    <a:ext cx="257142" cy="95840"/>
                  </a:xfrm>
                  <a:custGeom>
                    <a:avLst/>
                    <a:gdLst>
                      <a:gd name="connsiteX0" fmla="*/ 55216 w 1421812"/>
                      <a:gd name="connsiteY0" fmla="*/ 0 h 800665"/>
                      <a:gd name="connsiteX1" fmla="*/ 1421812 w 1421812"/>
                      <a:gd name="connsiteY1" fmla="*/ 625807 h 800665"/>
                      <a:gd name="connsiteX2" fmla="*/ 947874 w 1421812"/>
                      <a:gd name="connsiteY2" fmla="*/ 800665 h 800665"/>
                      <a:gd name="connsiteX3" fmla="*/ 50614 w 1421812"/>
                      <a:gd name="connsiteY3" fmla="*/ 404934 h 800665"/>
                      <a:gd name="connsiteX4" fmla="*/ 0 w 1421812"/>
                      <a:gd name="connsiteY4" fmla="*/ 404934 h 800665"/>
                      <a:gd name="connsiteX5" fmla="*/ 55216 w 1421812"/>
                      <a:gd name="connsiteY5" fmla="*/ 0 h 800665"/>
                      <a:gd name="connsiteX0" fmla="*/ 4602 w 1371198"/>
                      <a:gd name="connsiteY0" fmla="*/ 0 h 800665"/>
                      <a:gd name="connsiteX1" fmla="*/ 1371198 w 1371198"/>
                      <a:gd name="connsiteY1" fmla="*/ 625807 h 800665"/>
                      <a:gd name="connsiteX2" fmla="*/ 897260 w 1371198"/>
                      <a:gd name="connsiteY2" fmla="*/ 800665 h 800665"/>
                      <a:gd name="connsiteX3" fmla="*/ 0 w 1371198"/>
                      <a:gd name="connsiteY3" fmla="*/ 404934 h 800665"/>
                      <a:gd name="connsiteX4" fmla="*/ 4602 w 1371198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9868"/>
                      <a:gd name="connsiteX1" fmla="*/ 1366596 w 1366596"/>
                      <a:gd name="connsiteY1" fmla="*/ 625807 h 809868"/>
                      <a:gd name="connsiteX2" fmla="*/ 865050 w 1366596"/>
                      <a:gd name="connsiteY2" fmla="*/ 809868 h 809868"/>
                      <a:gd name="connsiteX3" fmla="*/ 4601 w 1366596"/>
                      <a:gd name="connsiteY3" fmla="*/ 427942 h 809868"/>
                      <a:gd name="connsiteX4" fmla="*/ 0 w 1366596"/>
                      <a:gd name="connsiteY4" fmla="*/ 0 h 80986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66596" h="809868">
                        <a:moveTo>
                          <a:pt x="0" y="0"/>
                        </a:moveTo>
                        <a:lnTo>
                          <a:pt x="1366596" y="625807"/>
                        </a:lnTo>
                        <a:lnTo>
                          <a:pt x="865050" y="809868"/>
                        </a:lnTo>
                        <a:lnTo>
                          <a:pt x="4601" y="427942"/>
                        </a:lnTo>
                        <a:cubicBezTo>
                          <a:pt x="-1535" y="105836"/>
                          <a:pt x="1534" y="142647"/>
                          <a:pt x="0" y="0"/>
                        </a:cubicBezTo>
                        <a:close/>
                      </a:path>
                    </a:pathLst>
                  </a:custGeom>
                  <a:solidFill>
                    <a:schemeClr val="accent2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sp>
                <p:nvSpPr>
                  <p:cNvPr id="512" name="Freeform 511"/>
                  <p:cNvSpPr/>
                  <p:nvPr/>
                </p:nvSpPr>
                <p:spPr bwMode="auto">
                  <a:xfrm>
                    <a:off x="2416736" y="1725244"/>
                    <a:ext cx="255318" cy="94130"/>
                  </a:xfrm>
                  <a:custGeom>
                    <a:avLst/>
                    <a:gdLst>
                      <a:gd name="connsiteX0" fmla="*/ 1329786 w 1348191"/>
                      <a:gd name="connsiteY0" fmla="*/ 0 h 809869"/>
                      <a:gd name="connsiteX1" fmla="*/ 1348191 w 1348191"/>
                      <a:gd name="connsiteY1" fmla="*/ 400333 h 809869"/>
                      <a:gd name="connsiteX2" fmla="*/ 487742 w 1348191"/>
                      <a:gd name="connsiteY2" fmla="*/ 809869 h 809869"/>
                      <a:gd name="connsiteX3" fmla="*/ 0 w 1348191"/>
                      <a:gd name="connsiteY3" fmla="*/ 630409 h 809869"/>
                      <a:gd name="connsiteX4" fmla="*/ 1329786 w 1348191"/>
                      <a:gd name="connsiteY4" fmla="*/ 0 h 809869"/>
                      <a:gd name="connsiteX0" fmla="*/ 1329786 w 1348191"/>
                      <a:gd name="connsiteY0" fmla="*/ 0 h 791462"/>
                      <a:gd name="connsiteX1" fmla="*/ 1348191 w 1348191"/>
                      <a:gd name="connsiteY1" fmla="*/ 381926 h 791462"/>
                      <a:gd name="connsiteX2" fmla="*/ 487742 w 1348191"/>
                      <a:gd name="connsiteY2" fmla="*/ 791462 h 791462"/>
                      <a:gd name="connsiteX3" fmla="*/ 0 w 1348191"/>
                      <a:gd name="connsiteY3" fmla="*/ 612002 h 791462"/>
                      <a:gd name="connsiteX4" fmla="*/ 1329786 w 1348191"/>
                      <a:gd name="connsiteY4" fmla="*/ 0 h 79146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48191" h="791462">
                        <a:moveTo>
                          <a:pt x="1329786" y="0"/>
                        </a:moveTo>
                        <a:lnTo>
                          <a:pt x="1348191" y="381926"/>
                        </a:lnTo>
                        <a:lnTo>
                          <a:pt x="487742" y="791462"/>
                        </a:lnTo>
                        <a:lnTo>
                          <a:pt x="0" y="612002"/>
                        </a:lnTo>
                        <a:lnTo>
                          <a:pt x="1329786" y="0"/>
                        </a:lnTo>
                        <a:close/>
                      </a:path>
                    </a:pathLst>
                  </a:custGeom>
                  <a:solidFill>
                    <a:schemeClr val="accent2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cxnSp>
                <p:nvCxnSpPr>
                  <p:cNvPr id="513" name="Straight Connector 512"/>
                  <p:cNvCxnSpPr>
                    <a:endCxn id="508" idx="2"/>
                  </p:cNvCxnSpPr>
                  <p:nvPr/>
                </p:nvCxnSpPr>
                <p:spPr bwMode="auto">
                  <a:xfrm flipH="1" flipV="1">
                    <a:off x="2183302" y="1732090"/>
                    <a:ext cx="1824" cy="121513"/>
                  </a:xfrm>
                  <a:prstGeom prst="line">
                    <a:avLst/>
                  </a:prstGeom>
                  <a:ln w="6350" cmpd="sng">
                    <a:solidFill>
                      <a:schemeClr val="tx1"/>
                    </a:solidFill>
                  </a:ln>
                  <a:effectLst>
                    <a:outerShdw blurRad="40005" dist="19939" dir="5400000" algn="tl" rotWithShape="0">
                      <a:srgbClr val="000000">
                        <a:alpha val="38000"/>
                      </a:srgbClr>
                    </a:outerShdw>
                  </a:effectLst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14" name="Straight Connector 513"/>
                  <p:cNvCxnSpPr/>
                  <p:nvPr/>
                </p:nvCxnSpPr>
                <p:spPr bwMode="auto">
                  <a:xfrm flipH="1" flipV="1">
                    <a:off x="3381475" y="1728667"/>
                    <a:ext cx="1823" cy="121513"/>
                  </a:xfrm>
                  <a:prstGeom prst="line">
                    <a:avLst/>
                  </a:prstGeom>
                  <a:ln w="6350" cmpd="sng">
                    <a:solidFill>
                      <a:schemeClr val="tx1"/>
                    </a:solidFill>
                  </a:ln>
                  <a:effectLst>
                    <a:outerShdw blurRad="40005" dist="19939" dir="5400000" algn="tl" rotWithShape="0">
                      <a:srgbClr val="000000">
                        <a:alpha val="38000"/>
                      </a:srgbClr>
                    </a:outerShdw>
                  </a:effectLst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grpSp>
            <p:nvGrpSpPr>
              <p:cNvPr id="30" name="Group 29"/>
              <p:cNvGrpSpPr/>
              <p:nvPr/>
            </p:nvGrpSpPr>
            <p:grpSpPr>
              <a:xfrm>
                <a:off x="3566154" y="3862335"/>
                <a:ext cx="514350" cy="1670050"/>
                <a:chOff x="3566154" y="3862335"/>
                <a:chExt cx="514350" cy="1670050"/>
              </a:xfrm>
            </p:grpSpPr>
            <p:sp>
              <p:nvSpPr>
                <p:cNvPr id="549" name="Rectangle 548"/>
                <p:cNvSpPr/>
                <p:nvPr/>
              </p:nvSpPr>
              <p:spPr bwMode="auto">
                <a:xfrm rot="10800000">
                  <a:off x="3569201" y="3946092"/>
                  <a:ext cx="498084" cy="628647"/>
                </a:xfrm>
                <a:prstGeom prst="rect">
                  <a:avLst/>
                </a:prstGeom>
                <a:gradFill>
                  <a:gsLst>
                    <a:gs pos="1000">
                      <a:schemeClr val="accent2">
                        <a:lumMod val="75000"/>
                        <a:alpha val="62000"/>
                      </a:schemeClr>
                    </a:gs>
                    <a:gs pos="54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bg1"/>
                    </a:gs>
                  </a:gsLst>
                </a:gra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cxnSp>
              <p:nvCxnSpPr>
                <p:cNvPr id="550" name="Straight Connector 549"/>
                <p:cNvCxnSpPr/>
                <p:nvPr/>
              </p:nvCxnSpPr>
              <p:spPr bwMode="auto">
                <a:xfrm flipH="1">
                  <a:off x="4078916" y="4019498"/>
                  <a:ext cx="1588" cy="1365250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ash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48271" name="Group 552"/>
                <p:cNvGrpSpPr>
                  <a:grpSpLocks/>
                </p:cNvGrpSpPr>
                <p:nvPr/>
              </p:nvGrpSpPr>
              <p:grpSpPr bwMode="auto">
                <a:xfrm>
                  <a:off x="3571302" y="5310688"/>
                  <a:ext cx="507588" cy="221697"/>
                  <a:chOff x="4128636" y="3606589"/>
                  <a:chExt cx="568145" cy="338667"/>
                </a:xfrm>
              </p:grpSpPr>
              <p:sp>
                <p:nvSpPr>
                  <p:cNvPr id="562" name="Oval 561"/>
                  <p:cNvSpPr/>
                  <p:nvPr/>
                </p:nvSpPr>
                <p:spPr>
                  <a:xfrm>
                    <a:off x="4128204" y="3719724"/>
                    <a:ext cx="568606" cy="225532"/>
                  </a:xfrm>
                  <a:prstGeom prst="ellipse">
                    <a:avLst/>
                  </a:prstGeom>
                  <a:solidFill>
                    <a:schemeClr val="accent2">
                      <a:lumMod val="75000"/>
                    </a:schemeClr>
                  </a:solidFill>
                  <a:ln w="6350">
                    <a:solidFill>
                      <a:schemeClr val="tx1"/>
                    </a:solidFill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sp>
                <p:nvSpPr>
                  <p:cNvPr id="563" name="Rectangle 562"/>
                  <p:cNvSpPr/>
                  <p:nvPr/>
                </p:nvSpPr>
                <p:spPr>
                  <a:xfrm>
                    <a:off x="4128204" y="3719724"/>
                    <a:ext cx="568606" cy="111554"/>
                  </a:xfrm>
                  <a:prstGeom prst="rect">
                    <a:avLst/>
                  </a:prstGeom>
                  <a:solidFill>
                    <a:schemeClr val="accent2">
                      <a:lumMod val="75000"/>
                    </a:schemeClr>
                  </a:solidFill>
                  <a:ln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sp>
                <p:nvSpPr>
                  <p:cNvPr id="564" name="Oval 563"/>
                  <p:cNvSpPr/>
                  <p:nvPr/>
                </p:nvSpPr>
                <p:spPr>
                  <a:xfrm>
                    <a:off x="4128204" y="3605744"/>
                    <a:ext cx="568606" cy="225534"/>
                  </a:xfrm>
                  <a:prstGeom prst="ellipse">
                    <a:avLst/>
                  </a:prstGeom>
                  <a:solidFill>
                    <a:schemeClr val="accent2">
                      <a:lumMod val="40000"/>
                      <a:lumOff val="60000"/>
                      <a:alpha val="55000"/>
                    </a:schemeClr>
                  </a:solidFill>
                  <a:ln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cxnSp>
                <p:nvCxnSpPr>
                  <p:cNvPr id="565" name="Straight Connector 564"/>
                  <p:cNvCxnSpPr/>
                  <p:nvPr/>
                </p:nvCxnSpPr>
                <p:spPr>
                  <a:xfrm>
                    <a:off x="4696810" y="3719724"/>
                    <a:ext cx="0" cy="111554"/>
                  </a:xfrm>
                  <a:prstGeom prst="line">
                    <a:avLst/>
                  </a:prstGeom>
                  <a:ln w="6350">
                    <a:solidFill>
                      <a:schemeClr val="tx1"/>
                    </a:solidFill>
                  </a:ln>
                  <a:effectLst/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66" name="Straight Connector 565"/>
                  <p:cNvCxnSpPr/>
                  <p:nvPr/>
                </p:nvCxnSpPr>
                <p:spPr>
                  <a:xfrm>
                    <a:off x="4128204" y="3719724"/>
                    <a:ext cx="0" cy="111554"/>
                  </a:xfrm>
                  <a:prstGeom prst="line">
                    <a:avLst/>
                  </a:prstGeom>
                  <a:ln w="6350">
                    <a:solidFill>
                      <a:schemeClr val="tx1"/>
                    </a:solidFill>
                  </a:ln>
                  <a:effectLst/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554" name="Rectangle 553"/>
                <p:cNvSpPr/>
                <p:nvPr/>
              </p:nvSpPr>
              <p:spPr bwMode="auto">
                <a:xfrm>
                  <a:off x="3572504" y="4575123"/>
                  <a:ext cx="496887" cy="812800"/>
                </a:xfrm>
                <a:prstGeom prst="rect">
                  <a:avLst/>
                </a:prstGeom>
                <a:gradFill>
                  <a:gsLst>
                    <a:gs pos="0">
                      <a:schemeClr val="accent2">
                        <a:lumMod val="75000"/>
                        <a:alpha val="62000"/>
                      </a:schemeClr>
                    </a:gs>
                    <a:gs pos="54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bg1"/>
                    </a:gs>
                  </a:gsLst>
                </a:gra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cxnSp>
              <p:nvCxnSpPr>
                <p:cNvPr id="557" name="Straight Connector 556"/>
                <p:cNvCxnSpPr/>
                <p:nvPr/>
              </p:nvCxnSpPr>
              <p:spPr bwMode="auto">
                <a:xfrm flipH="1">
                  <a:off x="3566154" y="4027435"/>
                  <a:ext cx="3175" cy="1450975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ash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48257" name="Group 538"/>
                <p:cNvGrpSpPr>
                  <a:grpSpLocks/>
                </p:cNvGrpSpPr>
                <p:nvPr/>
              </p:nvGrpSpPr>
              <p:grpSpPr bwMode="auto">
                <a:xfrm>
                  <a:off x="3568667" y="3862335"/>
                  <a:ext cx="503828" cy="248249"/>
                  <a:chOff x="2183302" y="1564542"/>
                  <a:chExt cx="1200154" cy="440314"/>
                </a:xfrm>
              </p:grpSpPr>
              <p:sp>
                <p:nvSpPr>
                  <p:cNvPr id="540" name="Oval 539"/>
                  <p:cNvSpPr/>
                  <p:nvPr/>
                </p:nvSpPr>
                <p:spPr bwMode="auto">
                  <a:xfrm flipV="1">
                    <a:off x="2188659" y="1691250"/>
                    <a:ext cx="1194966" cy="312543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chemeClr val="accent2">
                          <a:lumMod val="75000"/>
                        </a:schemeClr>
                      </a:gs>
                      <a:gs pos="31000">
                        <a:schemeClr val="accent2">
                          <a:lumMod val="60000"/>
                          <a:lumOff val="40000"/>
                        </a:schemeClr>
                      </a:gs>
                      <a:gs pos="100000">
                        <a:schemeClr val="bg1"/>
                      </a:gs>
                    </a:gsLst>
                    <a:lin ang="16200000" scaled="0"/>
                    <a:tileRect/>
                  </a:gradFill>
                  <a:ln w="6350" cmpd="sng"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 dirty="0">
                      <a:ln>
                        <a:solidFill>
                          <a:schemeClr val="tx1"/>
                        </a:solidFill>
                      </a:ln>
                    </a:endParaRPr>
                  </a:p>
                </p:txBody>
              </p:sp>
              <p:sp>
                <p:nvSpPr>
                  <p:cNvPr id="541" name="Rectangle 540"/>
                  <p:cNvSpPr/>
                  <p:nvPr/>
                </p:nvSpPr>
                <p:spPr bwMode="auto">
                  <a:xfrm>
                    <a:off x="2184879" y="1736302"/>
                    <a:ext cx="1198746" cy="112629"/>
                  </a:xfrm>
                  <a:prstGeom prst="rect">
                    <a:avLst/>
                  </a:prstGeom>
                  <a:gradFill>
                    <a:gsLst>
                      <a:gs pos="0">
                        <a:schemeClr val="accent2">
                          <a:lumMod val="40000"/>
                          <a:lumOff val="60000"/>
                        </a:schemeClr>
                      </a:gs>
                      <a:gs pos="54000">
                        <a:schemeClr val="accent2">
                          <a:lumMod val="60000"/>
                          <a:lumOff val="40000"/>
                        </a:schemeClr>
                      </a:gs>
                      <a:gs pos="100000">
                        <a:schemeClr val="accent2">
                          <a:lumMod val="75000"/>
                        </a:schemeClr>
                      </a:gs>
                    </a:gsLst>
                    <a:lin ang="16200000" scaled="0"/>
                  </a:gradFill>
                  <a:ln w="25400"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sp>
                <p:nvSpPr>
                  <p:cNvPr id="542" name="Oval 541"/>
                  <p:cNvSpPr/>
                  <p:nvPr/>
                </p:nvSpPr>
                <p:spPr bwMode="auto">
                  <a:xfrm flipV="1">
                    <a:off x="2184879" y="1564542"/>
                    <a:ext cx="1194966" cy="312545"/>
                  </a:xfrm>
                  <a:prstGeom prst="ellipse">
                    <a:avLst/>
                  </a:prstGeom>
                  <a:solidFill>
                    <a:schemeClr val="bg1">
                      <a:lumMod val="75000"/>
                    </a:schemeClr>
                  </a:solidFill>
                  <a:ln w="6350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 dirty="0">
                      <a:ln>
                        <a:solidFill>
                          <a:schemeClr val="tx1"/>
                        </a:solidFill>
                      </a:ln>
                    </a:endParaRPr>
                  </a:p>
                </p:txBody>
              </p:sp>
              <p:sp>
                <p:nvSpPr>
                  <p:cNvPr id="543" name="Freeform 542"/>
                  <p:cNvSpPr/>
                  <p:nvPr/>
                </p:nvSpPr>
                <p:spPr bwMode="auto">
                  <a:xfrm>
                    <a:off x="2491182" y="1671539"/>
                    <a:ext cx="582357" cy="154865"/>
                  </a:xfrm>
                  <a:custGeom>
                    <a:avLst/>
                    <a:gdLst>
                      <a:gd name="connsiteX0" fmla="*/ 1486231 w 2944854"/>
                      <a:gd name="connsiteY0" fmla="*/ 727041 h 1302232"/>
                      <a:gd name="connsiteX1" fmla="*/ 257675 w 2944854"/>
                      <a:gd name="connsiteY1" fmla="*/ 1302232 h 1302232"/>
                      <a:gd name="connsiteX2" fmla="*/ 0 w 2944854"/>
                      <a:gd name="connsiteY2" fmla="*/ 1228607 h 1302232"/>
                      <a:gd name="connsiteX3" fmla="*/ 911064 w 2944854"/>
                      <a:gd name="connsiteY3" fmla="*/ 837478 h 1302232"/>
                      <a:gd name="connsiteX4" fmla="*/ 883456 w 2944854"/>
                      <a:gd name="connsiteY4" fmla="*/ 450949 h 1302232"/>
                      <a:gd name="connsiteX5" fmla="*/ 161047 w 2944854"/>
                      <a:gd name="connsiteY5" fmla="*/ 119640 h 1302232"/>
                      <a:gd name="connsiteX6" fmla="*/ 404917 w 2944854"/>
                      <a:gd name="connsiteY6" fmla="*/ 50617 h 1302232"/>
                      <a:gd name="connsiteX7" fmla="*/ 1477028 w 2944854"/>
                      <a:gd name="connsiteY7" fmla="*/ 501566 h 1302232"/>
                      <a:gd name="connsiteX8" fmla="*/ 2572146 w 2944854"/>
                      <a:gd name="connsiteY8" fmla="*/ 0 h 1302232"/>
                      <a:gd name="connsiteX9" fmla="*/ 2875834 w 2944854"/>
                      <a:gd name="connsiteY9" fmla="*/ 96632 h 1302232"/>
                      <a:gd name="connsiteX10" fmla="*/ 2079803 w 2944854"/>
                      <a:gd name="connsiteY10" fmla="*/ 432543 h 1302232"/>
                      <a:gd name="connsiteX11" fmla="*/ 2240850 w 2944854"/>
                      <a:gd name="connsiteY11" fmla="*/ 920305 h 1302232"/>
                      <a:gd name="connsiteX12" fmla="*/ 2944854 w 2944854"/>
                      <a:gd name="connsiteY12" fmla="*/ 1228607 h 1302232"/>
                      <a:gd name="connsiteX13" fmla="*/ 2733192 w 2944854"/>
                      <a:gd name="connsiteY13" fmla="*/ 1297630 h 1302232"/>
                      <a:gd name="connsiteX14" fmla="*/ 1486231 w 2944854"/>
                      <a:gd name="connsiteY14" fmla="*/ 727041 h 1302232"/>
                      <a:gd name="connsiteX0" fmla="*/ 1486231 w 2944854"/>
                      <a:gd name="connsiteY0" fmla="*/ 727041 h 1316375"/>
                      <a:gd name="connsiteX1" fmla="*/ 257675 w 2944854"/>
                      <a:gd name="connsiteY1" fmla="*/ 1302232 h 1316375"/>
                      <a:gd name="connsiteX2" fmla="*/ 0 w 2944854"/>
                      <a:gd name="connsiteY2" fmla="*/ 1228607 h 1316375"/>
                      <a:gd name="connsiteX3" fmla="*/ 911064 w 2944854"/>
                      <a:gd name="connsiteY3" fmla="*/ 837478 h 1316375"/>
                      <a:gd name="connsiteX4" fmla="*/ 883456 w 2944854"/>
                      <a:gd name="connsiteY4" fmla="*/ 450949 h 1316375"/>
                      <a:gd name="connsiteX5" fmla="*/ 161047 w 2944854"/>
                      <a:gd name="connsiteY5" fmla="*/ 119640 h 1316375"/>
                      <a:gd name="connsiteX6" fmla="*/ 404917 w 2944854"/>
                      <a:gd name="connsiteY6" fmla="*/ 50617 h 1316375"/>
                      <a:gd name="connsiteX7" fmla="*/ 1477028 w 2944854"/>
                      <a:gd name="connsiteY7" fmla="*/ 501566 h 1316375"/>
                      <a:gd name="connsiteX8" fmla="*/ 2572146 w 2944854"/>
                      <a:gd name="connsiteY8" fmla="*/ 0 h 1316375"/>
                      <a:gd name="connsiteX9" fmla="*/ 2875834 w 2944854"/>
                      <a:gd name="connsiteY9" fmla="*/ 96632 h 1316375"/>
                      <a:gd name="connsiteX10" fmla="*/ 2079803 w 2944854"/>
                      <a:gd name="connsiteY10" fmla="*/ 432543 h 1316375"/>
                      <a:gd name="connsiteX11" fmla="*/ 2240850 w 2944854"/>
                      <a:gd name="connsiteY11" fmla="*/ 920305 h 1316375"/>
                      <a:gd name="connsiteX12" fmla="*/ 2944854 w 2944854"/>
                      <a:gd name="connsiteY12" fmla="*/ 1228607 h 1316375"/>
                      <a:gd name="connsiteX13" fmla="*/ 2756623 w 2944854"/>
                      <a:gd name="connsiteY13" fmla="*/ 1316375 h 1316375"/>
                      <a:gd name="connsiteX14" fmla="*/ 1486231 w 2944854"/>
                      <a:gd name="connsiteY14" fmla="*/ 727041 h 1316375"/>
                      <a:gd name="connsiteX0" fmla="*/ 1486231 w 3024520"/>
                      <a:gd name="connsiteY0" fmla="*/ 727041 h 1316375"/>
                      <a:gd name="connsiteX1" fmla="*/ 257675 w 3024520"/>
                      <a:gd name="connsiteY1" fmla="*/ 1302232 h 1316375"/>
                      <a:gd name="connsiteX2" fmla="*/ 0 w 3024520"/>
                      <a:gd name="connsiteY2" fmla="*/ 1228607 h 1316375"/>
                      <a:gd name="connsiteX3" fmla="*/ 911064 w 3024520"/>
                      <a:gd name="connsiteY3" fmla="*/ 837478 h 1316375"/>
                      <a:gd name="connsiteX4" fmla="*/ 883456 w 3024520"/>
                      <a:gd name="connsiteY4" fmla="*/ 450949 h 1316375"/>
                      <a:gd name="connsiteX5" fmla="*/ 161047 w 3024520"/>
                      <a:gd name="connsiteY5" fmla="*/ 119640 h 1316375"/>
                      <a:gd name="connsiteX6" fmla="*/ 404917 w 3024520"/>
                      <a:gd name="connsiteY6" fmla="*/ 50617 h 1316375"/>
                      <a:gd name="connsiteX7" fmla="*/ 1477028 w 3024520"/>
                      <a:gd name="connsiteY7" fmla="*/ 501566 h 1316375"/>
                      <a:gd name="connsiteX8" fmla="*/ 2572146 w 3024520"/>
                      <a:gd name="connsiteY8" fmla="*/ 0 h 1316375"/>
                      <a:gd name="connsiteX9" fmla="*/ 2875834 w 3024520"/>
                      <a:gd name="connsiteY9" fmla="*/ 96632 h 1316375"/>
                      <a:gd name="connsiteX10" fmla="*/ 2079803 w 3024520"/>
                      <a:gd name="connsiteY10" fmla="*/ 432543 h 1316375"/>
                      <a:gd name="connsiteX11" fmla="*/ 2240850 w 3024520"/>
                      <a:gd name="connsiteY11" fmla="*/ 920305 h 1316375"/>
                      <a:gd name="connsiteX12" fmla="*/ 3024520 w 3024520"/>
                      <a:gd name="connsiteY12" fmla="*/ 1228607 h 1316375"/>
                      <a:gd name="connsiteX13" fmla="*/ 2756623 w 3024520"/>
                      <a:gd name="connsiteY13" fmla="*/ 1316375 h 1316375"/>
                      <a:gd name="connsiteX14" fmla="*/ 1486231 w 3024520"/>
                      <a:gd name="connsiteY14" fmla="*/ 727041 h 1316375"/>
                      <a:gd name="connsiteX0" fmla="*/ 1537780 w 3076069"/>
                      <a:gd name="connsiteY0" fmla="*/ 727041 h 1316375"/>
                      <a:gd name="connsiteX1" fmla="*/ 309224 w 3076069"/>
                      <a:gd name="connsiteY1" fmla="*/ 1302232 h 1316375"/>
                      <a:gd name="connsiteX2" fmla="*/ 0 w 3076069"/>
                      <a:gd name="connsiteY2" fmla="*/ 1228607 h 1316375"/>
                      <a:gd name="connsiteX3" fmla="*/ 962613 w 3076069"/>
                      <a:gd name="connsiteY3" fmla="*/ 837478 h 1316375"/>
                      <a:gd name="connsiteX4" fmla="*/ 935005 w 3076069"/>
                      <a:gd name="connsiteY4" fmla="*/ 450949 h 1316375"/>
                      <a:gd name="connsiteX5" fmla="*/ 212596 w 3076069"/>
                      <a:gd name="connsiteY5" fmla="*/ 119640 h 1316375"/>
                      <a:gd name="connsiteX6" fmla="*/ 456466 w 3076069"/>
                      <a:gd name="connsiteY6" fmla="*/ 50617 h 1316375"/>
                      <a:gd name="connsiteX7" fmla="*/ 1528577 w 3076069"/>
                      <a:gd name="connsiteY7" fmla="*/ 501566 h 1316375"/>
                      <a:gd name="connsiteX8" fmla="*/ 2623695 w 3076069"/>
                      <a:gd name="connsiteY8" fmla="*/ 0 h 1316375"/>
                      <a:gd name="connsiteX9" fmla="*/ 2927383 w 3076069"/>
                      <a:gd name="connsiteY9" fmla="*/ 96632 h 1316375"/>
                      <a:gd name="connsiteX10" fmla="*/ 2131352 w 3076069"/>
                      <a:gd name="connsiteY10" fmla="*/ 432543 h 1316375"/>
                      <a:gd name="connsiteX11" fmla="*/ 2292399 w 3076069"/>
                      <a:gd name="connsiteY11" fmla="*/ 920305 h 1316375"/>
                      <a:gd name="connsiteX12" fmla="*/ 3076069 w 3076069"/>
                      <a:gd name="connsiteY12" fmla="*/ 1228607 h 1316375"/>
                      <a:gd name="connsiteX13" fmla="*/ 2808172 w 3076069"/>
                      <a:gd name="connsiteY13" fmla="*/ 1316375 h 1316375"/>
                      <a:gd name="connsiteX14" fmla="*/ 1537780 w 3076069"/>
                      <a:gd name="connsiteY14" fmla="*/ 727041 h 1316375"/>
                      <a:gd name="connsiteX0" fmla="*/ 1537780 w 3076069"/>
                      <a:gd name="connsiteY0" fmla="*/ 727041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27041 h 1321259"/>
                      <a:gd name="connsiteX0" fmla="*/ 1537780 w 3076069"/>
                      <a:gd name="connsiteY0" fmla="*/ 750825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50825 h 132125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</a:cxnLst>
                    <a:rect l="l" t="t" r="r" b="b"/>
                    <a:pathLst>
                      <a:path w="3076069" h="1321259">
                        <a:moveTo>
                          <a:pt x="1537780" y="750825"/>
                        </a:moveTo>
                        <a:lnTo>
                          <a:pt x="313981" y="1321259"/>
                        </a:lnTo>
                        <a:lnTo>
                          <a:pt x="0" y="1228607"/>
                        </a:lnTo>
                        <a:lnTo>
                          <a:pt x="962613" y="837478"/>
                        </a:lnTo>
                        <a:lnTo>
                          <a:pt x="935005" y="450949"/>
                        </a:lnTo>
                        <a:lnTo>
                          <a:pt x="212596" y="119640"/>
                        </a:lnTo>
                        <a:lnTo>
                          <a:pt x="456466" y="50617"/>
                        </a:lnTo>
                        <a:lnTo>
                          <a:pt x="1528577" y="501566"/>
                        </a:lnTo>
                        <a:lnTo>
                          <a:pt x="2623695" y="0"/>
                        </a:lnTo>
                        <a:lnTo>
                          <a:pt x="2927383" y="96632"/>
                        </a:lnTo>
                        <a:lnTo>
                          <a:pt x="2131352" y="432543"/>
                        </a:lnTo>
                        <a:lnTo>
                          <a:pt x="2292399" y="920305"/>
                        </a:lnTo>
                        <a:lnTo>
                          <a:pt x="3076069" y="1228607"/>
                        </a:lnTo>
                        <a:lnTo>
                          <a:pt x="2808172" y="1316375"/>
                        </a:lnTo>
                        <a:lnTo>
                          <a:pt x="1537780" y="750825"/>
                        </a:lnTo>
                        <a:close/>
                      </a:path>
                    </a:pathLst>
                  </a:custGeom>
                  <a:solidFill>
                    <a:schemeClr val="accent2">
                      <a:lumMod val="60000"/>
                      <a:lumOff val="40000"/>
                    </a:schemeClr>
                  </a:solidFill>
                  <a:ln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sp>
                <p:nvSpPr>
                  <p:cNvPr id="544" name="Freeform 543"/>
                  <p:cNvSpPr/>
                  <p:nvPr/>
                </p:nvSpPr>
                <p:spPr bwMode="auto">
                  <a:xfrm>
                    <a:off x="2430678" y="1629304"/>
                    <a:ext cx="703366" cy="109812"/>
                  </a:xfrm>
                  <a:custGeom>
                    <a:avLst/>
                    <a:gdLst>
                      <a:gd name="connsiteX0" fmla="*/ 0 w 3645229"/>
                      <a:gd name="connsiteY0" fmla="*/ 214441 h 923747"/>
                      <a:gd name="connsiteX1" fmla="*/ 659770 w 3645229"/>
                      <a:gd name="connsiteY1" fmla="*/ 16495 h 923747"/>
                      <a:gd name="connsiteX2" fmla="*/ 1814367 w 3645229"/>
                      <a:gd name="connsiteY2" fmla="*/ 511360 h 923747"/>
                      <a:gd name="connsiteX3" fmla="*/ 2968965 w 3645229"/>
                      <a:gd name="connsiteY3" fmla="*/ 0 h 923747"/>
                      <a:gd name="connsiteX4" fmla="*/ 3645229 w 3645229"/>
                      <a:gd name="connsiteY4" fmla="*/ 197946 h 923747"/>
                      <a:gd name="connsiteX5" fmla="*/ 3199884 w 3645229"/>
                      <a:gd name="connsiteY5" fmla="*/ 461874 h 923747"/>
                      <a:gd name="connsiteX6" fmla="*/ 2985459 w 3645229"/>
                      <a:gd name="connsiteY6" fmla="*/ 379396 h 923747"/>
                      <a:gd name="connsiteX7" fmla="*/ 1830861 w 3645229"/>
                      <a:gd name="connsiteY7" fmla="*/ 923747 h 923747"/>
                      <a:gd name="connsiteX8" fmla="*/ 676264 w 3645229"/>
                      <a:gd name="connsiteY8" fmla="*/ 412387 h 923747"/>
                      <a:gd name="connsiteX9" fmla="*/ 527816 w 3645229"/>
                      <a:gd name="connsiteY9" fmla="*/ 478369 h 923747"/>
                      <a:gd name="connsiteX10" fmla="*/ 0 w 3645229"/>
                      <a:gd name="connsiteY10" fmla="*/ 21444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71662 w 3640627"/>
                      <a:gd name="connsiteY8" fmla="*/ 412387 h 923747"/>
                      <a:gd name="connsiteX9" fmla="*/ 523214 w 3640627"/>
                      <a:gd name="connsiteY9" fmla="*/ 478369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71662 w 3640627"/>
                      <a:gd name="connsiteY8" fmla="*/ 412387 h 923747"/>
                      <a:gd name="connsiteX9" fmla="*/ 523214 w 3640627"/>
                      <a:gd name="connsiteY9" fmla="*/ 482971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90067 w 3640627"/>
                      <a:gd name="connsiteY8" fmla="*/ 412387 h 923747"/>
                      <a:gd name="connsiteX9" fmla="*/ 523214 w 3640627"/>
                      <a:gd name="connsiteY9" fmla="*/ 482971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09765 w 3640627"/>
                      <a:gd name="connsiteY2" fmla="*/ 511360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2980857 w 3640627"/>
                      <a:gd name="connsiteY6" fmla="*/ 379396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55778 w 3640627"/>
                      <a:gd name="connsiteY2" fmla="*/ 534367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2980857 w 3640627"/>
                      <a:gd name="connsiteY6" fmla="*/ 379396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55778 w 3640627"/>
                      <a:gd name="connsiteY2" fmla="*/ 534367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3008465 w 3640627"/>
                      <a:gd name="connsiteY6" fmla="*/ 402404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723451"/>
                      <a:gd name="connsiteY0" fmla="*/ 242051 h 946755"/>
                      <a:gd name="connsiteX1" fmla="*/ 655168 w 3723451"/>
                      <a:gd name="connsiteY1" fmla="*/ 16495 h 946755"/>
                      <a:gd name="connsiteX2" fmla="*/ 1855778 w 3723451"/>
                      <a:gd name="connsiteY2" fmla="*/ 534367 h 946755"/>
                      <a:gd name="connsiteX3" fmla="*/ 2964363 w 3723451"/>
                      <a:gd name="connsiteY3" fmla="*/ 0 h 946755"/>
                      <a:gd name="connsiteX4" fmla="*/ 3723451 w 3723451"/>
                      <a:gd name="connsiteY4" fmla="*/ 220954 h 946755"/>
                      <a:gd name="connsiteX5" fmla="*/ 3195282 w 3723451"/>
                      <a:gd name="connsiteY5" fmla="*/ 461874 h 946755"/>
                      <a:gd name="connsiteX6" fmla="*/ 3008465 w 3723451"/>
                      <a:gd name="connsiteY6" fmla="*/ 402404 h 946755"/>
                      <a:gd name="connsiteX7" fmla="*/ 1876873 w 3723451"/>
                      <a:gd name="connsiteY7" fmla="*/ 946755 h 946755"/>
                      <a:gd name="connsiteX8" fmla="*/ 690067 w 3723451"/>
                      <a:gd name="connsiteY8" fmla="*/ 412387 h 946755"/>
                      <a:gd name="connsiteX9" fmla="*/ 523214 w 3723451"/>
                      <a:gd name="connsiteY9" fmla="*/ 482971 h 946755"/>
                      <a:gd name="connsiteX10" fmla="*/ 0 w 3723451"/>
                      <a:gd name="connsiteY10" fmla="*/ 242051 h 946755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95282 w 3723451"/>
                      <a:gd name="connsiteY5" fmla="*/ 448069 h 932950"/>
                      <a:gd name="connsiteX6" fmla="*/ 3008465 w 3723451"/>
                      <a:gd name="connsiteY6" fmla="*/ 388599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95282 w 3723451"/>
                      <a:gd name="connsiteY5" fmla="*/ 448069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86079 w 3723451"/>
                      <a:gd name="connsiteY5" fmla="*/ 461874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86079 w 3723451"/>
                      <a:gd name="connsiteY5" fmla="*/ 461874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711613 w 3723451"/>
                      <a:gd name="connsiteY8" fmla="*/ 413055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3723451" h="932950">
                        <a:moveTo>
                          <a:pt x="0" y="228246"/>
                        </a:moveTo>
                        <a:lnTo>
                          <a:pt x="655168" y="2690"/>
                        </a:lnTo>
                        <a:lnTo>
                          <a:pt x="1855778" y="520562"/>
                        </a:lnTo>
                        <a:lnTo>
                          <a:pt x="3001174" y="0"/>
                        </a:lnTo>
                        <a:lnTo>
                          <a:pt x="3723451" y="207149"/>
                        </a:lnTo>
                        <a:lnTo>
                          <a:pt x="3186079" y="461874"/>
                        </a:lnTo>
                        <a:lnTo>
                          <a:pt x="3013067" y="393200"/>
                        </a:lnTo>
                        <a:lnTo>
                          <a:pt x="1876873" y="932950"/>
                        </a:lnTo>
                        <a:lnTo>
                          <a:pt x="711613" y="413055"/>
                        </a:lnTo>
                        <a:lnTo>
                          <a:pt x="523214" y="469166"/>
                        </a:lnTo>
                        <a:lnTo>
                          <a:pt x="0" y="228246"/>
                        </a:lnTo>
                        <a:close/>
                      </a:path>
                    </a:pathLst>
                  </a:custGeom>
                  <a:solidFill>
                    <a:schemeClr val="accent2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sp>
                <p:nvSpPr>
                  <p:cNvPr id="545" name="Freeform 544"/>
                  <p:cNvSpPr/>
                  <p:nvPr/>
                </p:nvSpPr>
                <p:spPr bwMode="auto">
                  <a:xfrm>
                    <a:off x="2892025" y="1722222"/>
                    <a:ext cx="260927" cy="95734"/>
                  </a:xfrm>
                  <a:custGeom>
                    <a:avLst/>
                    <a:gdLst>
                      <a:gd name="connsiteX0" fmla="*/ 55216 w 1421812"/>
                      <a:gd name="connsiteY0" fmla="*/ 0 h 800665"/>
                      <a:gd name="connsiteX1" fmla="*/ 1421812 w 1421812"/>
                      <a:gd name="connsiteY1" fmla="*/ 625807 h 800665"/>
                      <a:gd name="connsiteX2" fmla="*/ 947874 w 1421812"/>
                      <a:gd name="connsiteY2" fmla="*/ 800665 h 800665"/>
                      <a:gd name="connsiteX3" fmla="*/ 50614 w 1421812"/>
                      <a:gd name="connsiteY3" fmla="*/ 404934 h 800665"/>
                      <a:gd name="connsiteX4" fmla="*/ 0 w 1421812"/>
                      <a:gd name="connsiteY4" fmla="*/ 404934 h 800665"/>
                      <a:gd name="connsiteX5" fmla="*/ 55216 w 1421812"/>
                      <a:gd name="connsiteY5" fmla="*/ 0 h 800665"/>
                      <a:gd name="connsiteX0" fmla="*/ 4602 w 1371198"/>
                      <a:gd name="connsiteY0" fmla="*/ 0 h 800665"/>
                      <a:gd name="connsiteX1" fmla="*/ 1371198 w 1371198"/>
                      <a:gd name="connsiteY1" fmla="*/ 625807 h 800665"/>
                      <a:gd name="connsiteX2" fmla="*/ 897260 w 1371198"/>
                      <a:gd name="connsiteY2" fmla="*/ 800665 h 800665"/>
                      <a:gd name="connsiteX3" fmla="*/ 0 w 1371198"/>
                      <a:gd name="connsiteY3" fmla="*/ 404934 h 800665"/>
                      <a:gd name="connsiteX4" fmla="*/ 4602 w 1371198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9868"/>
                      <a:gd name="connsiteX1" fmla="*/ 1366596 w 1366596"/>
                      <a:gd name="connsiteY1" fmla="*/ 625807 h 809868"/>
                      <a:gd name="connsiteX2" fmla="*/ 865050 w 1366596"/>
                      <a:gd name="connsiteY2" fmla="*/ 809868 h 809868"/>
                      <a:gd name="connsiteX3" fmla="*/ 4601 w 1366596"/>
                      <a:gd name="connsiteY3" fmla="*/ 427942 h 809868"/>
                      <a:gd name="connsiteX4" fmla="*/ 0 w 1366596"/>
                      <a:gd name="connsiteY4" fmla="*/ 0 h 80986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66596" h="809868">
                        <a:moveTo>
                          <a:pt x="0" y="0"/>
                        </a:moveTo>
                        <a:lnTo>
                          <a:pt x="1366596" y="625807"/>
                        </a:lnTo>
                        <a:lnTo>
                          <a:pt x="865050" y="809868"/>
                        </a:lnTo>
                        <a:lnTo>
                          <a:pt x="4601" y="427942"/>
                        </a:lnTo>
                        <a:cubicBezTo>
                          <a:pt x="-1535" y="105836"/>
                          <a:pt x="1534" y="142647"/>
                          <a:pt x="0" y="0"/>
                        </a:cubicBezTo>
                        <a:close/>
                      </a:path>
                    </a:pathLst>
                  </a:custGeom>
                  <a:solidFill>
                    <a:schemeClr val="accent2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sp>
                <p:nvSpPr>
                  <p:cNvPr id="546" name="Freeform 545"/>
                  <p:cNvSpPr/>
                  <p:nvPr/>
                </p:nvSpPr>
                <p:spPr bwMode="auto">
                  <a:xfrm>
                    <a:off x="2419334" y="1725039"/>
                    <a:ext cx="253362" cy="95734"/>
                  </a:xfrm>
                  <a:custGeom>
                    <a:avLst/>
                    <a:gdLst>
                      <a:gd name="connsiteX0" fmla="*/ 1329786 w 1348191"/>
                      <a:gd name="connsiteY0" fmla="*/ 0 h 809869"/>
                      <a:gd name="connsiteX1" fmla="*/ 1348191 w 1348191"/>
                      <a:gd name="connsiteY1" fmla="*/ 400333 h 809869"/>
                      <a:gd name="connsiteX2" fmla="*/ 487742 w 1348191"/>
                      <a:gd name="connsiteY2" fmla="*/ 809869 h 809869"/>
                      <a:gd name="connsiteX3" fmla="*/ 0 w 1348191"/>
                      <a:gd name="connsiteY3" fmla="*/ 630409 h 809869"/>
                      <a:gd name="connsiteX4" fmla="*/ 1329786 w 1348191"/>
                      <a:gd name="connsiteY4" fmla="*/ 0 h 809869"/>
                      <a:gd name="connsiteX0" fmla="*/ 1329786 w 1348191"/>
                      <a:gd name="connsiteY0" fmla="*/ 0 h 791462"/>
                      <a:gd name="connsiteX1" fmla="*/ 1348191 w 1348191"/>
                      <a:gd name="connsiteY1" fmla="*/ 381926 h 791462"/>
                      <a:gd name="connsiteX2" fmla="*/ 487742 w 1348191"/>
                      <a:gd name="connsiteY2" fmla="*/ 791462 h 791462"/>
                      <a:gd name="connsiteX3" fmla="*/ 0 w 1348191"/>
                      <a:gd name="connsiteY3" fmla="*/ 612002 h 791462"/>
                      <a:gd name="connsiteX4" fmla="*/ 1329786 w 1348191"/>
                      <a:gd name="connsiteY4" fmla="*/ 0 h 79146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48191" h="791462">
                        <a:moveTo>
                          <a:pt x="1329786" y="0"/>
                        </a:moveTo>
                        <a:lnTo>
                          <a:pt x="1348191" y="381926"/>
                        </a:lnTo>
                        <a:lnTo>
                          <a:pt x="487742" y="791462"/>
                        </a:lnTo>
                        <a:lnTo>
                          <a:pt x="0" y="612002"/>
                        </a:lnTo>
                        <a:lnTo>
                          <a:pt x="1329786" y="0"/>
                        </a:lnTo>
                        <a:close/>
                      </a:path>
                    </a:pathLst>
                  </a:custGeom>
                  <a:solidFill>
                    <a:schemeClr val="accent2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cxnSp>
                <p:nvCxnSpPr>
                  <p:cNvPr id="547" name="Straight Connector 546"/>
                  <p:cNvCxnSpPr>
                    <a:endCxn id="542" idx="2"/>
                  </p:cNvCxnSpPr>
                  <p:nvPr/>
                </p:nvCxnSpPr>
                <p:spPr bwMode="auto">
                  <a:xfrm flipH="1" flipV="1">
                    <a:off x="2184879" y="1722222"/>
                    <a:ext cx="3780" cy="121077"/>
                  </a:xfrm>
                  <a:prstGeom prst="line">
                    <a:avLst/>
                  </a:prstGeom>
                  <a:ln w="6350" cmpd="sng">
                    <a:solidFill>
                      <a:schemeClr val="tx1"/>
                    </a:solidFill>
                  </a:ln>
                  <a:effectLst>
                    <a:outerShdw blurRad="40005" dist="19939" dir="5400000" algn="tl" rotWithShape="0">
                      <a:srgbClr val="000000">
                        <a:alpha val="38000"/>
                      </a:srgbClr>
                    </a:outerShdw>
                  </a:effectLst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48" name="Straight Connector 547"/>
                  <p:cNvCxnSpPr/>
                  <p:nvPr/>
                </p:nvCxnSpPr>
                <p:spPr bwMode="auto">
                  <a:xfrm flipH="1" flipV="1">
                    <a:off x="3379845" y="1727853"/>
                    <a:ext cx="3780" cy="121077"/>
                  </a:xfrm>
                  <a:prstGeom prst="line">
                    <a:avLst/>
                  </a:prstGeom>
                  <a:ln w="6350" cmpd="sng">
                    <a:solidFill>
                      <a:schemeClr val="tx1"/>
                    </a:solidFill>
                  </a:ln>
                  <a:effectLst>
                    <a:outerShdw blurRad="40005" dist="19939" dir="5400000" algn="tl" rotWithShape="0">
                      <a:srgbClr val="000000">
                        <a:alpha val="38000"/>
                      </a:srgbClr>
                    </a:outerShdw>
                  </a:effectLst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grpSp>
            <p:nvGrpSpPr>
              <p:cNvPr id="31" name="Group 30"/>
              <p:cNvGrpSpPr/>
              <p:nvPr/>
            </p:nvGrpSpPr>
            <p:grpSpPr>
              <a:xfrm>
                <a:off x="4348791" y="3867098"/>
                <a:ext cx="514350" cy="1670050"/>
                <a:chOff x="4348791" y="3867098"/>
                <a:chExt cx="514350" cy="1670050"/>
              </a:xfrm>
            </p:grpSpPr>
            <p:sp>
              <p:nvSpPr>
                <p:cNvPr id="579" name="Rectangle 578"/>
                <p:cNvSpPr/>
                <p:nvPr/>
              </p:nvSpPr>
              <p:spPr bwMode="auto">
                <a:xfrm rot="10800000">
                  <a:off x="4351838" y="3950855"/>
                  <a:ext cx="498084" cy="628647"/>
                </a:xfrm>
                <a:prstGeom prst="rect">
                  <a:avLst/>
                </a:prstGeom>
                <a:gradFill>
                  <a:gsLst>
                    <a:gs pos="1000">
                      <a:schemeClr val="accent2">
                        <a:lumMod val="75000"/>
                        <a:alpha val="62000"/>
                      </a:schemeClr>
                    </a:gs>
                    <a:gs pos="54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bg1"/>
                    </a:gs>
                  </a:gsLst>
                </a:gra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cxnSp>
              <p:nvCxnSpPr>
                <p:cNvPr id="580" name="Straight Connector 579"/>
                <p:cNvCxnSpPr/>
                <p:nvPr/>
              </p:nvCxnSpPr>
              <p:spPr bwMode="auto">
                <a:xfrm flipH="1">
                  <a:off x="4861554" y="4024260"/>
                  <a:ext cx="1587" cy="1365250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ash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48243" name="Group 580"/>
                <p:cNvGrpSpPr>
                  <a:grpSpLocks/>
                </p:cNvGrpSpPr>
                <p:nvPr/>
              </p:nvGrpSpPr>
              <p:grpSpPr bwMode="auto">
                <a:xfrm>
                  <a:off x="4353939" y="5315451"/>
                  <a:ext cx="507588" cy="221697"/>
                  <a:chOff x="4128636" y="3606589"/>
                  <a:chExt cx="568145" cy="338667"/>
                </a:xfrm>
              </p:grpSpPr>
              <p:sp>
                <p:nvSpPr>
                  <p:cNvPr id="589" name="Oval 588"/>
                  <p:cNvSpPr/>
                  <p:nvPr/>
                </p:nvSpPr>
                <p:spPr>
                  <a:xfrm>
                    <a:off x="4128205" y="3719722"/>
                    <a:ext cx="568606" cy="225534"/>
                  </a:xfrm>
                  <a:prstGeom prst="ellipse">
                    <a:avLst/>
                  </a:prstGeom>
                  <a:solidFill>
                    <a:schemeClr val="accent2">
                      <a:lumMod val="75000"/>
                    </a:schemeClr>
                  </a:solidFill>
                  <a:ln w="6350">
                    <a:solidFill>
                      <a:schemeClr val="tx1"/>
                    </a:solidFill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sp>
                <p:nvSpPr>
                  <p:cNvPr id="590" name="Rectangle 589"/>
                  <p:cNvSpPr/>
                  <p:nvPr/>
                </p:nvSpPr>
                <p:spPr>
                  <a:xfrm>
                    <a:off x="4128205" y="3719722"/>
                    <a:ext cx="568606" cy="111554"/>
                  </a:xfrm>
                  <a:prstGeom prst="rect">
                    <a:avLst/>
                  </a:prstGeom>
                  <a:solidFill>
                    <a:schemeClr val="accent2">
                      <a:lumMod val="75000"/>
                    </a:schemeClr>
                  </a:solidFill>
                  <a:ln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sp>
                <p:nvSpPr>
                  <p:cNvPr id="591" name="Oval 590"/>
                  <p:cNvSpPr/>
                  <p:nvPr/>
                </p:nvSpPr>
                <p:spPr>
                  <a:xfrm>
                    <a:off x="4128205" y="3605744"/>
                    <a:ext cx="568606" cy="225532"/>
                  </a:xfrm>
                  <a:prstGeom prst="ellipse">
                    <a:avLst/>
                  </a:prstGeom>
                  <a:solidFill>
                    <a:schemeClr val="accent2">
                      <a:lumMod val="40000"/>
                      <a:lumOff val="60000"/>
                      <a:alpha val="55000"/>
                    </a:schemeClr>
                  </a:solidFill>
                  <a:ln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cxnSp>
                <p:nvCxnSpPr>
                  <p:cNvPr id="592" name="Straight Connector 591"/>
                  <p:cNvCxnSpPr/>
                  <p:nvPr/>
                </p:nvCxnSpPr>
                <p:spPr>
                  <a:xfrm>
                    <a:off x="4696811" y="3719722"/>
                    <a:ext cx="0" cy="111554"/>
                  </a:xfrm>
                  <a:prstGeom prst="line">
                    <a:avLst/>
                  </a:prstGeom>
                  <a:ln w="6350">
                    <a:solidFill>
                      <a:schemeClr val="tx1"/>
                    </a:solidFill>
                  </a:ln>
                  <a:effectLst/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93" name="Straight Connector 592"/>
                  <p:cNvCxnSpPr/>
                  <p:nvPr/>
                </p:nvCxnSpPr>
                <p:spPr>
                  <a:xfrm>
                    <a:off x="4128205" y="3719722"/>
                    <a:ext cx="0" cy="111554"/>
                  </a:xfrm>
                  <a:prstGeom prst="line">
                    <a:avLst/>
                  </a:prstGeom>
                  <a:ln w="6350">
                    <a:solidFill>
                      <a:schemeClr val="tx1"/>
                    </a:solidFill>
                  </a:ln>
                  <a:effectLst/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582" name="Rectangle 581"/>
                <p:cNvSpPr/>
                <p:nvPr/>
              </p:nvSpPr>
              <p:spPr bwMode="auto">
                <a:xfrm>
                  <a:off x="4355141" y="4579885"/>
                  <a:ext cx="496888" cy="812800"/>
                </a:xfrm>
                <a:prstGeom prst="rect">
                  <a:avLst/>
                </a:prstGeom>
                <a:gradFill>
                  <a:gsLst>
                    <a:gs pos="0">
                      <a:schemeClr val="accent2">
                        <a:lumMod val="75000"/>
                        <a:alpha val="62000"/>
                      </a:schemeClr>
                    </a:gs>
                    <a:gs pos="54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bg1"/>
                    </a:gs>
                  </a:gsLst>
                </a:gra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cxnSp>
              <p:nvCxnSpPr>
                <p:cNvPr id="584" name="Straight Connector 583"/>
                <p:cNvCxnSpPr/>
                <p:nvPr/>
              </p:nvCxnSpPr>
              <p:spPr bwMode="auto">
                <a:xfrm flipH="1">
                  <a:off x="4348791" y="4032198"/>
                  <a:ext cx="3175" cy="1450975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ash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48229" name="Group 568"/>
                <p:cNvGrpSpPr>
                  <a:grpSpLocks/>
                </p:cNvGrpSpPr>
                <p:nvPr/>
              </p:nvGrpSpPr>
              <p:grpSpPr bwMode="auto">
                <a:xfrm>
                  <a:off x="4351304" y="3867098"/>
                  <a:ext cx="503828" cy="248249"/>
                  <a:chOff x="2183302" y="1564542"/>
                  <a:chExt cx="1200154" cy="440314"/>
                </a:xfrm>
              </p:grpSpPr>
              <p:sp>
                <p:nvSpPr>
                  <p:cNvPr id="570" name="Oval 569"/>
                  <p:cNvSpPr/>
                  <p:nvPr/>
                </p:nvSpPr>
                <p:spPr bwMode="auto">
                  <a:xfrm flipV="1">
                    <a:off x="2188662" y="1691248"/>
                    <a:ext cx="1194966" cy="312545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chemeClr val="accent2">
                          <a:lumMod val="75000"/>
                        </a:schemeClr>
                      </a:gs>
                      <a:gs pos="31000">
                        <a:schemeClr val="accent2">
                          <a:lumMod val="60000"/>
                          <a:lumOff val="40000"/>
                        </a:schemeClr>
                      </a:gs>
                      <a:gs pos="100000">
                        <a:schemeClr val="bg1"/>
                      </a:gs>
                    </a:gsLst>
                    <a:lin ang="16200000" scaled="0"/>
                    <a:tileRect/>
                  </a:gradFill>
                  <a:ln w="6350" cmpd="sng"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 dirty="0">
                      <a:ln>
                        <a:solidFill>
                          <a:schemeClr val="tx1"/>
                        </a:solidFill>
                      </a:ln>
                    </a:endParaRPr>
                  </a:p>
                </p:txBody>
              </p:sp>
              <p:sp>
                <p:nvSpPr>
                  <p:cNvPr id="571" name="Rectangle 570"/>
                  <p:cNvSpPr/>
                  <p:nvPr/>
                </p:nvSpPr>
                <p:spPr bwMode="auto">
                  <a:xfrm>
                    <a:off x="2184879" y="1736300"/>
                    <a:ext cx="1198749" cy="112629"/>
                  </a:xfrm>
                  <a:prstGeom prst="rect">
                    <a:avLst/>
                  </a:prstGeom>
                  <a:gradFill>
                    <a:gsLst>
                      <a:gs pos="0">
                        <a:schemeClr val="accent2">
                          <a:lumMod val="40000"/>
                          <a:lumOff val="60000"/>
                        </a:schemeClr>
                      </a:gs>
                      <a:gs pos="54000">
                        <a:schemeClr val="accent2">
                          <a:lumMod val="60000"/>
                          <a:lumOff val="40000"/>
                        </a:schemeClr>
                      </a:gs>
                      <a:gs pos="100000">
                        <a:schemeClr val="accent2">
                          <a:lumMod val="75000"/>
                        </a:schemeClr>
                      </a:gs>
                    </a:gsLst>
                    <a:lin ang="16200000" scaled="0"/>
                  </a:gradFill>
                  <a:ln w="25400"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sp>
                <p:nvSpPr>
                  <p:cNvPr id="572" name="Oval 571"/>
                  <p:cNvSpPr/>
                  <p:nvPr/>
                </p:nvSpPr>
                <p:spPr bwMode="auto">
                  <a:xfrm flipV="1">
                    <a:off x="2184879" y="1564542"/>
                    <a:ext cx="1194966" cy="312543"/>
                  </a:xfrm>
                  <a:prstGeom prst="ellipse">
                    <a:avLst/>
                  </a:prstGeom>
                  <a:solidFill>
                    <a:schemeClr val="bg1">
                      <a:lumMod val="75000"/>
                    </a:schemeClr>
                  </a:solidFill>
                  <a:ln w="6350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 dirty="0">
                      <a:ln>
                        <a:solidFill>
                          <a:schemeClr val="tx1"/>
                        </a:solidFill>
                      </a:ln>
                    </a:endParaRPr>
                  </a:p>
                </p:txBody>
              </p:sp>
              <p:sp>
                <p:nvSpPr>
                  <p:cNvPr id="573" name="Freeform 572"/>
                  <p:cNvSpPr/>
                  <p:nvPr/>
                </p:nvSpPr>
                <p:spPr bwMode="auto">
                  <a:xfrm>
                    <a:off x="2491185" y="1671539"/>
                    <a:ext cx="582357" cy="154863"/>
                  </a:xfrm>
                  <a:custGeom>
                    <a:avLst/>
                    <a:gdLst>
                      <a:gd name="connsiteX0" fmla="*/ 1486231 w 2944854"/>
                      <a:gd name="connsiteY0" fmla="*/ 727041 h 1302232"/>
                      <a:gd name="connsiteX1" fmla="*/ 257675 w 2944854"/>
                      <a:gd name="connsiteY1" fmla="*/ 1302232 h 1302232"/>
                      <a:gd name="connsiteX2" fmla="*/ 0 w 2944854"/>
                      <a:gd name="connsiteY2" fmla="*/ 1228607 h 1302232"/>
                      <a:gd name="connsiteX3" fmla="*/ 911064 w 2944854"/>
                      <a:gd name="connsiteY3" fmla="*/ 837478 h 1302232"/>
                      <a:gd name="connsiteX4" fmla="*/ 883456 w 2944854"/>
                      <a:gd name="connsiteY4" fmla="*/ 450949 h 1302232"/>
                      <a:gd name="connsiteX5" fmla="*/ 161047 w 2944854"/>
                      <a:gd name="connsiteY5" fmla="*/ 119640 h 1302232"/>
                      <a:gd name="connsiteX6" fmla="*/ 404917 w 2944854"/>
                      <a:gd name="connsiteY6" fmla="*/ 50617 h 1302232"/>
                      <a:gd name="connsiteX7" fmla="*/ 1477028 w 2944854"/>
                      <a:gd name="connsiteY7" fmla="*/ 501566 h 1302232"/>
                      <a:gd name="connsiteX8" fmla="*/ 2572146 w 2944854"/>
                      <a:gd name="connsiteY8" fmla="*/ 0 h 1302232"/>
                      <a:gd name="connsiteX9" fmla="*/ 2875834 w 2944854"/>
                      <a:gd name="connsiteY9" fmla="*/ 96632 h 1302232"/>
                      <a:gd name="connsiteX10" fmla="*/ 2079803 w 2944854"/>
                      <a:gd name="connsiteY10" fmla="*/ 432543 h 1302232"/>
                      <a:gd name="connsiteX11" fmla="*/ 2240850 w 2944854"/>
                      <a:gd name="connsiteY11" fmla="*/ 920305 h 1302232"/>
                      <a:gd name="connsiteX12" fmla="*/ 2944854 w 2944854"/>
                      <a:gd name="connsiteY12" fmla="*/ 1228607 h 1302232"/>
                      <a:gd name="connsiteX13" fmla="*/ 2733192 w 2944854"/>
                      <a:gd name="connsiteY13" fmla="*/ 1297630 h 1302232"/>
                      <a:gd name="connsiteX14" fmla="*/ 1486231 w 2944854"/>
                      <a:gd name="connsiteY14" fmla="*/ 727041 h 1302232"/>
                      <a:gd name="connsiteX0" fmla="*/ 1486231 w 2944854"/>
                      <a:gd name="connsiteY0" fmla="*/ 727041 h 1316375"/>
                      <a:gd name="connsiteX1" fmla="*/ 257675 w 2944854"/>
                      <a:gd name="connsiteY1" fmla="*/ 1302232 h 1316375"/>
                      <a:gd name="connsiteX2" fmla="*/ 0 w 2944854"/>
                      <a:gd name="connsiteY2" fmla="*/ 1228607 h 1316375"/>
                      <a:gd name="connsiteX3" fmla="*/ 911064 w 2944854"/>
                      <a:gd name="connsiteY3" fmla="*/ 837478 h 1316375"/>
                      <a:gd name="connsiteX4" fmla="*/ 883456 w 2944854"/>
                      <a:gd name="connsiteY4" fmla="*/ 450949 h 1316375"/>
                      <a:gd name="connsiteX5" fmla="*/ 161047 w 2944854"/>
                      <a:gd name="connsiteY5" fmla="*/ 119640 h 1316375"/>
                      <a:gd name="connsiteX6" fmla="*/ 404917 w 2944854"/>
                      <a:gd name="connsiteY6" fmla="*/ 50617 h 1316375"/>
                      <a:gd name="connsiteX7" fmla="*/ 1477028 w 2944854"/>
                      <a:gd name="connsiteY7" fmla="*/ 501566 h 1316375"/>
                      <a:gd name="connsiteX8" fmla="*/ 2572146 w 2944854"/>
                      <a:gd name="connsiteY8" fmla="*/ 0 h 1316375"/>
                      <a:gd name="connsiteX9" fmla="*/ 2875834 w 2944854"/>
                      <a:gd name="connsiteY9" fmla="*/ 96632 h 1316375"/>
                      <a:gd name="connsiteX10" fmla="*/ 2079803 w 2944854"/>
                      <a:gd name="connsiteY10" fmla="*/ 432543 h 1316375"/>
                      <a:gd name="connsiteX11" fmla="*/ 2240850 w 2944854"/>
                      <a:gd name="connsiteY11" fmla="*/ 920305 h 1316375"/>
                      <a:gd name="connsiteX12" fmla="*/ 2944854 w 2944854"/>
                      <a:gd name="connsiteY12" fmla="*/ 1228607 h 1316375"/>
                      <a:gd name="connsiteX13" fmla="*/ 2756623 w 2944854"/>
                      <a:gd name="connsiteY13" fmla="*/ 1316375 h 1316375"/>
                      <a:gd name="connsiteX14" fmla="*/ 1486231 w 2944854"/>
                      <a:gd name="connsiteY14" fmla="*/ 727041 h 1316375"/>
                      <a:gd name="connsiteX0" fmla="*/ 1486231 w 3024520"/>
                      <a:gd name="connsiteY0" fmla="*/ 727041 h 1316375"/>
                      <a:gd name="connsiteX1" fmla="*/ 257675 w 3024520"/>
                      <a:gd name="connsiteY1" fmla="*/ 1302232 h 1316375"/>
                      <a:gd name="connsiteX2" fmla="*/ 0 w 3024520"/>
                      <a:gd name="connsiteY2" fmla="*/ 1228607 h 1316375"/>
                      <a:gd name="connsiteX3" fmla="*/ 911064 w 3024520"/>
                      <a:gd name="connsiteY3" fmla="*/ 837478 h 1316375"/>
                      <a:gd name="connsiteX4" fmla="*/ 883456 w 3024520"/>
                      <a:gd name="connsiteY4" fmla="*/ 450949 h 1316375"/>
                      <a:gd name="connsiteX5" fmla="*/ 161047 w 3024520"/>
                      <a:gd name="connsiteY5" fmla="*/ 119640 h 1316375"/>
                      <a:gd name="connsiteX6" fmla="*/ 404917 w 3024520"/>
                      <a:gd name="connsiteY6" fmla="*/ 50617 h 1316375"/>
                      <a:gd name="connsiteX7" fmla="*/ 1477028 w 3024520"/>
                      <a:gd name="connsiteY7" fmla="*/ 501566 h 1316375"/>
                      <a:gd name="connsiteX8" fmla="*/ 2572146 w 3024520"/>
                      <a:gd name="connsiteY8" fmla="*/ 0 h 1316375"/>
                      <a:gd name="connsiteX9" fmla="*/ 2875834 w 3024520"/>
                      <a:gd name="connsiteY9" fmla="*/ 96632 h 1316375"/>
                      <a:gd name="connsiteX10" fmla="*/ 2079803 w 3024520"/>
                      <a:gd name="connsiteY10" fmla="*/ 432543 h 1316375"/>
                      <a:gd name="connsiteX11" fmla="*/ 2240850 w 3024520"/>
                      <a:gd name="connsiteY11" fmla="*/ 920305 h 1316375"/>
                      <a:gd name="connsiteX12" fmla="*/ 3024520 w 3024520"/>
                      <a:gd name="connsiteY12" fmla="*/ 1228607 h 1316375"/>
                      <a:gd name="connsiteX13" fmla="*/ 2756623 w 3024520"/>
                      <a:gd name="connsiteY13" fmla="*/ 1316375 h 1316375"/>
                      <a:gd name="connsiteX14" fmla="*/ 1486231 w 3024520"/>
                      <a:gd name="connsiteY14" fmla="*/ 727041 h 1316375"/>
                      <a:gd name="connsiteX0" fmla="*/ 1537780 w 3076069"/>
                      <a:gd name="connsiteY0" fmla="*/ 727041 h 1316375"/>
                      <a:gd name="connsiteX1" fmla="*/ 309224 w 3076069"/>
                      <a:gd name="connsiteY1" fmla="*/ 1302232 h 1316375"/>
                      <a:gd name="connsiteX2" fmla="*/ 0 w 3076069"/>
                      <a:gd name="connsiteY2" fmla="*/ 1228607 h 1316375"/>
                      <a:gd name="connsiteX3" fmla="*/ 962613 w 3076069"/>
                      <a:gd name="connsiteY3" fmla="*/ 837478 h 1316375"/>
                      <a:gd name="connsiteX4" fmla="*/ 935005 w 3076069"/>
                      <a:gd name="connsiteY4" fmla="*/ 450949 h 1316375"/>
                      <a:gd name="connsiteX5" fmla="*/ 212596 w 3076069"/>
                      <a:gd name="connsiteY5" fmla="*/ 119640 h 1316375"/>
                      <a:gd name="connsiteX6" fmla="*/ 456466 w 3076069"/>
                      <a:gd name="connsiteY6" fmla="*/ 50617 h 1316375"/>
                      <a:gd name="connsiteX7" fmla="*/ 1528577 w 3076069"/>
                      <a:gd name="connsiteY7" fmla="*/ 501566 h 1316375"/>
                      <a:gd name="connsiteX8" fmla="*/ 2623695 w 3076069"/>
                      <a:gd name="connsiteY8" fmla="*/ 0 h 1316375"/>
                      <a:gd name="connsiteX9" fmla="*/ 2927383 w 3076069"/>
                      <a:gd name="connsiteY9" fmla="*/ 96632 h 1316375"/>
                      <a:gd name="connsiteX10" fmla="*/ 2131352 w 3076069"/>
                      <a:gd name="connsiteY10" fmla="*/ 432543 h 1316375"/>
                      <a:gd name="connsiteX11" fmla="*/ 2292399 w 3076069"/>
                      <a:gd name="connsiteY11" fmla="*/ 920305 h 1316375"/>
                      <a:gd name="connsiteX12" fmla="*/ 3076069 w 3076069"/>
                      <a:gd name="connsiteY12" fmla="*/ 1228607 h 1316375"/>
                      <a:gd name="connsiteX13" fmla="*/ 2808172 w 3076069"/>
                      <a:gd name="connsiteY13" fmla="*/ 1316375 h 1316375"/>
                      <a:gd name="connsiteX14" fmla="*/ 1537780 w 3076069"/>
                      <a:gd name="connsiteY14" fmla="*/ 727041 h 1316375"/>
                      <a:gd name="connsiteX0" fmla="*/ 1537780 w 3076069"/>
                      <a:gd name="connsiteY0" fmla="*/ 727041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27041 h 1321259"/>
                      <a:gd name="connsiteX0" fmla="*/ 1537780 w 3076069"/>
                      <a:gd name="connsiteY0" fmla="*/ 750825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50825 h 132125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</a:cxnLst>
                    <a:rect l="l" t="t" r="r" b="b"/>
                    <a:pathLst>
                      <a:path w="3076069" h="1321259">
                        <a:moveTo>
                          <a:pt x="1537780" y="750825"/>
                        </a:moveTo>
                        <a:lnTo>
                          <a:pt x="313981" y="1321259"/>
                        </a:lnTo>
                        <a:lnTo>
                          <a:pt x="0" y="1228607"/>
                        </a:lnTo>
                        <a:lnTo>
                          <a:pt x="962613" y="837478"/>
                        </a:lnTo>
                        <a:lnTo>
                          <a:pt x="935005" y="450949"/>
                        </a:lnTo>
                        <a:lnTo>
                          <a:pt x="212596" y="119640"/>
                        </a:lnTo>
                        <a:lnTo>
                          <a:pt x="456466" y="50617"/>
                        </a:lnTo>
                        <a:lnTo>
                          <a:pt x="1528577" y="501566"/>
                        </a:lnTo>
                        <a:lnTo>
                          <a:pt x="2623695" y="0"/>
                        </a:lnTo>
                        <a:lnTo>
                          <a:pt x="2927383" y="96632"/>
                        </a:lnTo>
                        <a:lnTo>
                          <a:pt x="2131352" y="432543"/>
                        </a:lnTo>
                        <a:lnTo>
                          <a:pt x="2292399" y="920305"/>
                        </a:lnTo>
                        <a:lnTo>
                          <a:pt x="3076069" y="1228607"/>
                        </a:lnTo>
                        <a:lnTo>
                          <a:pt x="2808172" y="1316375"/>
                        </a:lnTo>
                        <a:lnTo>
                          <a:pt x="1537780" y="750825"/>
                        </a:lnTo>
                        <a:close/>
                      </a:path>
                    </a:pathLst>
                  </a:custGeom>
                  <a:solidFill>
                    <a:schemeClr val="accent2">
                      <a:lumMod val="60000"/>
                      <a:lumOff val="40000"/>
                    </a:schemeClr>
                  </a:solidFill>
                  <a:ln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sp>
                <p:nvSpPr>
                  <p:cNvPr id="574" name="Freeform 573"/>
                  <p:cNvSpPr/>
                  <p:nvPr/>
                </p:nvSpPr>
                <p:spPr bwMode="auto">
                  <a:xfrm>
                    <a:off x="2430680" y="1629303"/>
                    <a:ext cx="703366" cy="109814"/>
                  </a:xfrm>
                  <a:custGeom>
                    <a:avLst/>
                    <a:gdLst>
                      <a:gd name="connsiteX0" fmla="*/ 0 w 3645229"/>
                      <a:gd name="connsiteY0" fmla="*/ 214441 h 923747"/>
                      <a:gd name="connsiteX1" fmla="*/ 659770 w 3645229"/>
                      <a:gd name="connsiteY1" fmla="*/ 16495 h 923747"/>
                      <a:gd name="connsiteX2" fmla="*/ 1814367 w 3645229"/>
                      <a:gd name="connsiteY2" fmla="*/ 511360 h 923747"/>
                      <a:gd name="connsiteX3" fmla="*/ 2968965 w 3645229"/>
                      <a:gd name="connsiteY3" fmla="*/ 0 h 923747"/>
                      <a:gd name="connsiteX4" fmla="*/ 3645229 w 3645229"/>
                      <a:gd name="connsiteY4" fmla="*/ 197946 h 923747"/>
                      <a:gd name="connsiteX5" fmla="*/ 3199884 w 3645229"/>
                      <a:gd name="connsiteY5" fmla="*/ 461874 h 923747"/>
                      <a:gd name="connsiteX6" fmla="*/ 2985459 w 3645229"/>
                      <a:gd name="connsiteY6" fmla="*/ 379396 h 923747"/>
                      <a:gd name="connsiteX7" fmla="*/ 1830861 w 3645229"/>
                      <a:gd name="connsiteY7" fmla="*/ 923747 h 923747"/>
                      <a:gd name="connsiteX8" fmla="*/ 676264 w 3645229"/>
                      <a:gd name="connsiteY8" fmla="*/ 412387 h 923747"/>
                      <a:gd name="connsiteX9" fmla="*/ 527816 w 3645229"/>
                      <a:gd name="connsiteY9" fmla="*/ 478369 h 923747"/>
                      <a:gd name="connsiteX10" fmla="*/ 0 w 3645229"/>
                      <a:gd name="connsiteY10" fmla="*/ 21444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71662 w 3640627"/>
                      <a:gd name="connsiteY8" fmla="*/ 412387 h 923747"/>
                      <a:gd name="connsiteX9" fmla="*/ 523214 w 3640627"/>
                      <a:gd name="connsiteY9" fmla="*/ 478369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71662 w 3640627"/>
                      <a:gd name="connsiteY8" fmla="*/ 412387 h 923747"/>
                      <a:gd name="connsiteX9" fmla="*/ 523214 w 3640627"/>
                      <a:gd name="connsiteY9" fmla="*/ 482971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90067 w 3640627"/>
                      <a:gd name="connsiteY8" fmla="*/ 412387 h 923747"/>
                      <a:gd name="connsiteX9" fmla="*/ 523214 w 3640627"/>
                      <a:gd name="connsiteY9" fmla="*/ 482971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09765 w 3640627"/>
                      <a:gd name="connsiteY2" fmla="*/ 511360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2980857 w 3640627"/>
                      <a:gd name="connsiteY6" fmla="*/ 379396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55778 w 3640627"/>
                      <a:gd name="connsiteY2" fmla="*/ 534367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2980857 w 3640627"/>
                      <a:gd name="connsiteY6" fmla="*/ 379396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55778 w 3640627"/>
                      <a:gd name="connsiteY2" fmla="*/ 534367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3008465 w 3640627"/>
                      <a:gd name="connsiteY6" fmla="*/ 402404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723451"/>
                      <a:gd name="connsiteY0" fmla="*/ 242051 h 946755"/>
                      <a:gd name="connsiteX1" fmla="*/ 655168 w 3723451"/>
                      <a:gd name="connsiteY1" fmla="*/ 16495 h 946755"/>
                      <a:gd name="connsiteX2" fmla="*/ 1855778 w 3723451"/>
                      <a:gd name="connsiteY2" fmla="*/ 534367 h 946755"/>
                      <a:gd name="connsiteX3" fmla="*/ 2964363 w 3723451"/>
                      <a:gd name="connsiteY3" fmla="*/ 0 h 946755"/>
                      <a:gd name="connsiteX4" fmla="*/ 3723451 w 3723451"/>
                      <a:gd name="connsiteY4" fmla="*/ 220954 h 946755"/>
                      <a:gd name="connsiteX5" fmla="*/ 3195282 w 3723451"/>
                      <a:gd name="connsiteY5" fmla="*/ 461874 h 946755"/>
                      <a:gd name="connsiteX6" fmla="*/ 3008465 w 3723451"/>
                      <a:gd name="connsiteY6" fmla="*/ 402404 h 946755"/>
                      <a:gd name="connsiteX7" fmla="*/ 1876873 w 3723451"/>
                      <a:gd name="connsiteY7" fmla="*/ 946755 h 946755"/>
                      <a:gd name="connsiteX8" fmla="*/ 690067 w 3723451"/>
                      <a:gd name="connsiteY8" fmla="*/ 412387 h 946755"/>
                      <a:gd name="connsiteX9" fmla="*/ 523214 w 3723451"/>
                      <a:gd name="connsiteY9" fmla="*/ 482971 h 946755"/>
                      <a:gd name="connsiteX10" fmla="*/ 0 w 3723451"/>
                      <a:gd name="connsiteY10" fmla="*/ 242051 h 946755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95282 w 3723451"/>
                      <a:gd name="connsiteY5" fmla="*/ 448069 h 932950"/>
                      <a:gd name="connsiteX6" fmla="*/ 3008465 w 3723451"/>
                      <a:gd name="connsiteY6" fmla="*/ 388599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95282 w 3723451"/>
                      <a:gd name="connsiteY5" fmla="*/ 448069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86079 w 3723451"/>
                      <a:gd name="connsiteY5" fmla="*/ 461874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86079 w 3723451"/>
                      <a:gd name="connsiteY5" fmla="*/ 461874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711613 w 3723451"/>
                      <a:gd name="connsiteY8" fmla="*/ 413055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3723451" h="932950">
                        <a:moveTo>
                          <a:pt x="0" y="228246"/>
                        </a:moveTo>
                        <a:lnTo>
                          <a:pt x="655168" y="2690"/>
                        </a:lnTo>
                        <a:lnTo>
                          <a:pt x="1855778" y="520562"/>
                        </a:lnTo>
                        <a:lnTo>
                          <a:pt x="3001174" y="0"/>
                        </a:lnTo>
                        <a:lnTo>
                          <a:pt x="3723451" y="207149"/>
                        </a:lnTo>
                        <a:lnTo>
                          <a:pt x="3186079" y="461874"/>
                        </a:lnTo>
                        <a:lnTo>
                          <a:pt x="3013067" y="393200"/>
                        </a:lnTo>
                        <a:lnTo>
                          <a:pt x="1876873" y="932950"/>
                        </a:lnTo>
                        <a:lnTo>
                          <a:pt x="711613" y="413055"/>
                        </a:lnTo>
                        <a:lnTo>
                          <a:pt x="523214" y="469166"/>
                        </a:lnTo>
                        <a:lnTo>
                          <a:pt x="0" y="228246"/>
                        </a:lnTo>
                        <a:close/>
                      </a:path>
                    </a:pathLst>
                  </a:custGeom>
                  <a:solidFill>
                    <a:schemeClr val="accent2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sp>
                <p:nvSpPr>
                  <p:cNvPr id="575" name="Freeform 574"/>
                  <p:cNvSpPr/>
                  <p:nvPr/>
                </p:nvSpPr>
                <p:spPr bwMode="auto">
                  <a:xfrm>
                    <a:off x="2892028" y="1722222"/>
                    <a:ext cx="260925" cy="95734"/>
                  </a:xfrm>
                  <a:custGeom>
                    <a:avLst/>
                    <a:gdLst>
                      <a:gd name="connsiteX0" fmla="*/ 55216 w 1421812"/>
                      <a:gd name="connsiteY0" fmla="*/ 0 h 800665"/>
                      <a:gd name="connsiteX1" fmla="*/ 1421812 w 1421812"/>
                      <a:gd name="connsiteY1" fmla="*/ 625807 h 800665"/>
                      <a:gd name="connsiteX2" fmla="*/ 947874 w 1421812"/>
                      <a:gd name="connsiteY2" fmla="*/ 800665 h 800665"/>
                      <a:gd name="connsiteX3" fmla="*/ 50614 w 1421812"/>
                      <a:gd name="connsiteY3" fmla="*/ 404934 h 800665"/>
                      <a:gd name="connsiteX4" fmla="*/ 0 w 1421812"/>
                      <a:gd name="connsiteY4" fmla="*/ 404934 h 800665"/>
                      <a:gd name="connsiteX5" fmla="*/ 55216 w 1421812"/>
                      <a:gd name="connsiteY5" fmla="*/ 0 h 800665"/>
                      <a:gd name="connsiteX0" fmla="*/ 4602 w 1371198"/>
                      <a:gd name="connsiteY0" fmla="*/ 0 h 800665"/>
                      <a:gd name="connsiteX1" fmla="*/ 1371198 w 1371198"/>
                      <a:gd name="connsiteY1" fmla="*/ 625807 h 800665"/>
                      <a:gd name="connsiteX2" fmla="*/ 897260 w 1371198"/>
                      <a:gd name="connsiteY2" fmla="*/ 800665 h 800665"/>
                      <a:gd name="connsiteX3" fmla="*/ 0 w 1371198"/>
                      <a:gd name="connsiteY3" fmla="*/ 404934 h 800665"/>
                      <a:gd name="connsiteX4" fmla="*/ 4602 w 1371198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9868"/>
                      <a:gd name="connsiteX1" fmla="*/ 1366596 w 1366596"/>
                      <a:gd name="connsiteY1" fmla="*/ 625807 h 809868"/>
                      <a:gd name="connsiteX2" fmla="*/ 865050 w 1366596"/>
                      <a:gd name="connsiteY2" fmla="*/ 809868 h 809868"/>
                      <a:gd name="connsiteX3" fmla="*/ 4601 w 1366596"/>
                      <a:gd name="connsiteY3" fmla="*/ 427942 h 809868"/>
                      <a:gd name="connsiteX4" fmla="*/ 0 w 1366596"/>
                      <a:gd name="connsiteY4" fmla="*/ 0 h 80986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66596" h="809868">
                        <a:moveTo>
                          <a:pt x="0" y="0"/>
                        </a:moveTo>
                        <a:lnTo>
                          <a:pt x="1366596" y="625807"/>
                        </a:lnTo>
                        <a:lnTo>
                          <a:pt x="865050" y="809868"/>
                        </a:lnTo>
                        <a:lnTo>
                          <a:pt x="4601" y="427942"/>
                        </a:lnTo>
                        <a:cubicBezTo>
                          <a:pt x="-1535" y="105836"/>
                          <a:pt x="1534" y="142647"/>
                          <a:pt x="0" y="0"/>
                        </a:cubicBezTo>
                        <a:close/>
                      </a:path>
                    </a:pathLst>
                  </a:custGeom>
                  <a:solidFill>
                    <a:schemeClr val="accent2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sp>
                <p:nvSpPr>
                  <p:cNvPr id="576" name="Freeform 575"/>
                  <p:cNvSpPr/>
                  <p:nvPr/>
                </p:nvSpPr>
                <p:spPr bwMode="auto">
                  <a:xfrm>
                    <a:off x="2419334" y="1725037"/>
                    <a:ext cx="253364" cy="95734"/>
                  </a:xfrm>
                  <a:custGeom>
                    <a:avLst/>
                    <a:gdLst>
                      <a:gd name="connsiteX0" fmla="*/ 1329786 w 1348191"/>
                      <a:gd name="connsiteY0" fmla="*/ 0 h 809869"/>
                      <a:gd name="connsiteX1" fmla="*/ 1348191 w 1348191"/>
                      <a:gd name="connsiteY1" fmla="*/ 400333 h 809869"/>
                      <a:gd name="connsiteX2" fmla="*/ 487742 w 1348191"/>
                      <a:gd name="connsiteY2" fmla="*/ 809869 h 809869"/>
                      <a:gd name="connsiteX3" fmla="*/ 0 w 1348191"/>
                      <a:gd name="connsiteY3" fmla="*/ 630409 h 809869"/>
                      <a:gd name="connsiteX4" fmla="*/ 1329786 w 1348191"/>
                      <a:gd name="connsiteY4" fmla="*/ 0 h 809869"/>
                      <a:gd name="connsiteX0" fmla="*/ 1329786 w 1348191"/>
                      <a:gd name="connsiteY0" fmla="*/ 0 h 791462"/>
                      <a:gd name="connsiteX1" fmla="*/ 1348191 w 1348191"/>
                      <a:gd name="connsiteY1" fmla="*/ 381926 h 791462"/>
                      <a:gd name="connsiteX2" fmla="*/ 487742 w 1348191"/>
                      <a:gd name="connsiteY2" fmla="*/ 791462 h 791462"/>
                      <a:gd name="connsiteX3" fmla="*/ 0 w 1348191"/>
                      <a:gd name="connsiteY3" fmla="*/ 612002 h 791462"/>
                      <a:gd name="connsiteX4" fmla="*/ 1329786 w 1348191"/>
                      <a:gd name="connsiteY4" fmla="*/ 0 h 79146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48191" h="791462">
                        <a:moveTo>
                          <a:pt x="1329786" y="0"/>
                        </a:moveTo>
                        <a:lnTo>
                          <a:pt x="1348191" y="381926"/>
                        </a:lnTo>
                        <a:lnTo>
                          <a:pt x="487742" y="791462"/>
                        </a:lnTo>
                        <a:lnTo>
                          <a:pt x="0" y="612002"/>
                        </a:lnTo>
                        <a:lnTo>
                          <a:pt x="1329786" y="0"/>
                        </a:lnTo>
                        <a:close/>
                      </a:path>
                    </a:pathLst>
                  </a:custGeom>
                  <a:solidFill>
                    <a:schemeClr val="accent2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cxnSp>
                <p:nvCxnSpPr>
                  <p:cNvPr id="577" name="Straight Connector 576"/>
                  <p:cNvCxnSpPr>
                    <a:endCxn id="572" idx="2"/>
                  </p:cNvCxnSpPr>
                  <p:nvPr/>
                </p:nvCxnSpPr>
                <p:spPr bwMode="auto">
                  <a:xfrm flipH="1" flipV="1">
                    <a:off x="2184879" y="1722222"/>
                    <a:ext cx="3783" cy="121075"/>
                  </a:xfrm>
                  <a:prstGeom prst="line">
                    <a:avLst/>
                  </a:prstGeom>
                  <a:ln w="6350" cmpd="sng">
                    <a:solidFill>
                      <a:schemeClr val="tx1"/>
                    </a:solidFill>
                  </a:ln>
                  <a:effectLst>
                    <a:outerShdw blurRad="40005" dist="19939" dir="5400000" algn="tl" rotWithShape="0">
                      <a:srgbClr val="000000">
                        <a:alpha val="38000"/>
                      </a:srgbClr>
                    </a:outerShdw>
                  </a:effectLst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78" name="Straight Connector 577"/>
                  <p:cNvCxnSpPr/>
                  <p:nvPr/>
                </p:nvCxnSpPr>
                <p:spPr bwMode="auto">
                  <a:xfrm flipH="1" flipV="1">
                    <a:off x="3379845" y="1727853"/>
                    <a:ext cx="3783" cy="121075"/>
                  </a:xfrm>
                  <a:prstGeom prst="line">
                    <a:avLst/>
                  </a:prstGeom>
                  <a:ln w="6350" cmpd="sng">
                    <a:solidFill>
                      <a:schemeClr val="tx1"/>
                    </a:solidFill>
                  </a:ln>
                  <a:effectLst>
                    <a:outerShdw blurRad="40005" dist="19939" dir="5400000" algn="tl" rotWithShape="0">
                      <a:srgbClr val="000000">
                        <a:alpha val="38000"/>
                      </a:srgbClr>
                    </a:outerShdw>
                  </a:effectLst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grpSp>
            <p:nvGrpSpPr>
              <p:cNvPr id="48258" name="Group 48257"/>
              <p:cNvGrpSpPr/>
              <p:nvPr/>
            </p:nvGrpSpPr>
            <p:grpSpPr>
              <a:xfrm>
                <a:off x="5552116" y="3849635"/>
                <a:ext cx="514350" cy="1670050"/>
                <a:chOff x="5552116" y="3849635"/>
                <a:chExt cx="514350" cy="1670050"/>
              </a:xfrm>
            </p:grpSpPr>
            <p:sp>
              <p:nvSpPr>
                <p:cNvPr id="606" name="Rectangle 605"/>
                <p:cNvSpPr/>
                <p:nvPr/>
              </p:nvSpPr>
              <p:spPr bwMode="auto">
                <a:xfrm rot="10800000">
                  <a:off x="5555163" y="3933392"/>
                  <a:ext cx="498084" cy="628647"/>
                </a:xfrm>
                <a:prstGeom prst="rect">
                  <a:avLst/>
                </a:prstGeom>
                <a:gradFill>
                  <a:gsLst>
                    <a:gs pos="1000">
                      <a:schemeClr val="accent2">
                        <a:lumMod val="75000"/>
                        <a:alpha val="62000"/>
                      </a:schemeClr>
                    </a:gs>
                    <a:gs pos="54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bg1"/>
                    </a:gs>
                  </a:gsLst>
                </a:gra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cxnSp>
              <p:nvCxnSpPr>
                <p:cNvPr id="607" name="Straight Connector 606"/>
                <p:cNvCxnSpPr/>
                <p:nvPr/>
              </p:nvCxnSpPr>
              <p:spPr bwMode="auto">
                <a:xfrm flipH="1">
                  <a:off x="6064879" y="4006798"/>
                  <a:ext cx="1587" cy="1365250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ash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48215" name="Group 607"/>
                <p:cNvGrpSpPr>
                  <a:grpSpLocks/>
                </p:cNvGrpSpPr>
                <p:nvPr/>
              </p:nvGrpSpPr>
              <p:grpSpPr bwMode="auto">
                <a:xfrm>
                  <a:off x="5557264" y="5297988"/>
                  <a:ext cx="507588" cy="221697"/>
                  <a:chOff x="4128636" y="3606589"/>
                  <a:chExt cx="568145" cy="338667"/>
                </a:xfrm>
              </p:grpSpPr>
              <p:sp>
                <p:nvSpPr>
                  <p:cNvPr id="616" name="Oval 615"/>
                  <p:cNvSpPr/>
                  <p:nvPr/>
                </p:nvSpPr>
                <p:spPr>
                  <a:xfrm>
                    <a:off x="4128205" y="3719724"/>
                    <a:ext cx="568606" cy="225532"/>
                  </a:xfrm>
                  <a:prstGeom prst="ellipse">
                    <a:avLst/>
                  </a:prstGeom>
                  <a:solidFill>
                    <a:schemeClr val="accent2">
                      <a:lumMod val="75000"/>
                    </a:schemeClr>
                  </a:solidFill>
                  <a:ln w="6350">
                    <a:solidFill>
                      <a:schemeClr val="tx1"/>
                    </a:solidFill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sp>
                <p:nvSpPr>
                  <p:cNvPr id="617" name="Rectangle 616"/>
                  <p:cNvSpPr/>
                  <p:nvPr/>
                </p:nvSpPr>
                <p:spPr>
                  <a:xfrm>
                    <a:off x="4128205" y="3719724"/>
                    <a:ext cx="568606" cy="111554"/>
                  </a:xfrm>
                  <a:prstGeom prst="rect">
                    <a:avLst/>
                  </a:prstGeom>
                  <a:solidFill>
                    <a:schemeClr val="accent2">
                      <a:lumMod val="75000"/>
                    </a:schemeClr>
                  </a:solidFill>
                  <a:ln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sp>
                <p:nvSpPr>
                  <p:cNvPr id="618" name="Oval 617"/>
                  <p:cNvSpPr/>
                  <p:nvPr/>
                </p:nvSpPr>
                <p:spPr>
                  <a:xfrm>
                    <a:off x="4128205" y="3605744"/>
                    <a:ext cx="568606" cy="225534"/>
                  </a:xfrm>
                  <a:prstGeom prst="ellipse">
                    <a:avLst/>
                  </a:prstGeom>
                  <a:solidFill>
                    <a:schemeClr val="accent2">
                      <a:lumMod val="40000"/>
                      <a:lumOff val="60000"/>
                      <a:alpha val="55000"/>
                    </a:schemeClr>
                  </a:solidFill>
                  <a:ln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cxnSp>
                <p:nvCxnSpPr>
                  <p:cNvPr id="619" name="Straight Connector 618"/>
                  <p:cNvCxnSpPr/>
                  <p:nvPr/>
                </p:nvCxnSpPr>
                <p:spPr>
                  <a:xfrm>
                    <a:off x="4696811" y="3719724"/>
                    <a:ext cx="0" cy="111554"/>
                  </a:xfrm>
                  <a:prstGeom prst="line">
                    <a:avLst/>
                  </a:prstGeom>
                  <a:ln w="6350">
                    <a:solidFill>
                      <a:schemeClr val="tx1"/>
                    </a:solidFill>
                  </a:ln>
                  <a:effectLst/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20" name="Straight Connector 619"/>
                  <p:cNvCxnSpPr/>
                  <p:nvPr/>
                </p:nvCxnSpPr>
                <p:spPr>
                  <a:xfrm>
                    <a:off x="4128205" y="3719724"/>
                    <a:ext cx="0" cy="111554"/>
                  </a:xfrm>
                  <a:prstGeom prst="line">
                    <a:avLst/>
                  </a:prstGeom>
                  <a:ln w="6350">
                    <a:solidFill>
                      <a:schemeClr val="tx1"/>
                    </a:solidFill>
                  </a:ln>
                  <a:effectLst/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609" name="Rectangle 608"/>
                <p:cNvSpPr/>
                <p:nvPr/>
              </p:nvSpPr>
              <p:spPr bwMode="auto">
                <a:xfrm>
                  <a:off x="5558466" y="4562423"/>
                  <a:ext cx="496888" cy="812800"/>
                </a:xfrm>
                <a:prstGeom prst="rect">
                  <a:avLst/>
                </a:prstGeom>
                <a:gradFill>
                  <a:gsLst>
                    <a:gs pos="0">
                      <a:schemeClr val="accent2">
                        <a:lumMod val="75000"/>
                        <a:alpha val="62000"/>
                      </a:schemeClr>
                    </a:gs>
                    <a:gs pos="54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bg1"/>
                    </a:gs>
                  </a:gsLst>
                </a:gra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cxnSp>
              <p:nvCxnSpPr>
                <p:cNvPr id="611" name="Straight Connector 610"/>
                <p:cNvCxnSpPr/>
                <p:nvPr/>
              </p:nvCxnSpPr>
              <p:spPr bwMode="auto">
                <a:xfrm flipH="1">
                  <a:off x="5552116" y="4014735"/>
                  <a:ext cx="3175" cy="1450975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ash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48201" name="Group 595"/>
                <p:cNvGrpSpPr>
                  <a:grpSpLocks/>
                </p:cNvGrpSpPr>
                <p:nvPr/>
              </p:nvGrpSpPr>
              <p:grpSpPr bwMode="auto">
                <a:xfrm>
                  <a:off x="5554629" y="3849635"/>
                  <a:ext cx="503828" cy="248249"/>
                  <a:chOff x="2183302" y="1564542"/>
                  <a:chExt cx="1200154" cy="440314"/>
                </a:xfrm>
              </p:grpSpPr>
              <p:sp>
                <p:nvSpPr>
                  <p:cNvPr id="597" name="Oval 596"/>
                  <p:cNvSpPr/>
                  <p:nvPr/>
                </p:nvSpPr>
                <p:spPr bwMode="auto">
                  <a:xfrm flipV="1">
                    <a:off x="2188662" y="1691250"/>
                    <a:ext cx="1194966" cy="312543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chemeClr val="accent2">
                          <a:lumMod val="75000"/>
                        </a:schemeClr>
                      </a:gs>
                      <a:gs pos="31000">
                        <a:schemeClr val="accent2">
                          <a:lumMod val="60000"/>
                          <a:lumOff val="40000"/>
                        </a:schemeClr>
                      </a:gs>
                      <a:gs pos="100000">
                        <a:schemeClr val="bg1"/>
                      </a:gs>
                    </a:gsLst>
                    <a:lin ang="16200000" scaled="0"/>
                    <a:tileRect/>
                  </a:gradFill>
                  <a:ln w="6350" cmpd="sng"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 dirty="0">
                      <a:ln>
                        <a:solidFill>
                          <a:schemeClr val="tx1"/>
                        </a:solidFill>
                      </a:ln>
                    </a:endParaRPr>
                  </a:p>
                </p:txBody>
              </p:sp>
              <p:sp>
                <p:nvSpPr>
                  <p:cNvPr id="598" name="Rectangle 597"/>
                  <p:cNvSpPr/>
                  <p:nvPr/>
                </p:nvSpPr>
                <p:spPr bwMode="auto">
                  <a:xfrm>
                    <a:off x="2184879" y="1736302"/>
                    <a:ext cx="1198749" cy="112629"/>
                  </a:xfrm>
                  <a:prstGeom prst="rect">
                    <a:avLst/>
                  </a:prstGeom>
                  <a:gradFill>
                    <a:gsLst>
                      <a:gs pos="0">
                        <a:schemeClr val="accent2">
                          <a:lumMod val="40000"/>
                          <a:lumOff val="60000"/>
                        </a:schemeClr>
                      </a:gs>
                      <a:gs pos="54000">
                        <a:schemeClr val="accent2">
                          <a:lumMod val="60000"/>
                          <a:lumOff val="40000"/>
                        </a:schemeClr>
                      </a:gs>
                      <a:gs pos="100000">
                        <a:schemeClr val="accent2">
                          <a:lumMod val="75000"/>
                        </a:schemeClr>
                      </a:gs>
                    </a:gsLst>
                    <a:lin ang="16200000" scaled="0"/>
                  </a:gradFill>
                  <a:ln w="25400"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sp>
                <p:nvSpPr>
                  <p:cNvPr id="599" name="Oval 598"/>
                  <p:cNvSpPr/>
                  <p:nvPr/>
                </p:nvSpPr>
                <p:spPr bwMode="auto">
                  <a:xfrm flipV="1">
                    <a:off x="2184879" y="1564542"/>
                    <a:ext cx="1194966" cy="312545"/>
                  </a:xfrm>
                  <a:prstGeom prst="ellipse">
                    <a:avLst/>
                  </a:prstGeom>
                  <a:solidFill>
                    <a:schemeClr val="bg1">
                      <a:lumMod val="75000"/>
                    </a:schemeClr>
                  </a:solidFill>
                  <a:ln w="6350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 dirty="0">
                      <a:ln>
                        <a:solidFill>
                          <a:schemeClr val="tx1"/>
                        </a:solidFill>
                      </a:ln>
                    </a:endParaRPr>
                  </a:p>
                </p:txBody>
              </p:sp>
              <p:sp>
                <p:nvSpPr>
                  <p:cNvPr id="600" name="Freeform 599"/>
                  <p:cNvSpPr/>
                  <p:nvPr/>
                </p:nvSpPr>
                <p:spPr bwMode="auto">
                  <a:xfrm>
                    <a:off x="2491185" y="1671539"/>
                    <a:ext cx="582357" cy="154865"/>
                  </a:xfrm>
                  <a:custGeom>
                    <a:avLst/>
                    <a:gdLst>
                      <a:gd name="connsiteX0" fmla="*/ 1486231 w 2944854"/>
                      <a:gd name="connsiteY0" fmla="*/ 727041 h 1302232"/>
                      <a:gd name="connsiteX1" fmla="*/ 257675 w 2944854"/>
                      <a:gd name="connsiteY1" fmla="*/ 1302232 h 1302232"/>
                      <a:gd name="connsiteX2" fmla="*/ 0 w 2944854"/>
                      <a:gd name="connsiteY2" fmla="*/ 1228607 h 1302232"/>
                      <a:gd name="connsiteX3" fmla="*/ 911064 w 2944854"/>
                      <a:gd name="connsiteY3" fmla="*/ 837478 h 1302232"/>
                      <a:gd name="connsiteX4" fmla="*/ 883456 w 2944854"/>
                      <a:gd name="connsiteY4" fmla="*/ 450949 h 1302232"/>
                      <a:gd name="connsiteX5" fmla="*/ 161047 w 2944854"/>
                      <a:gd name="connsiteY5" fmla="*/ 119640 h 1302232"/>
                      <a:gd name="connsiteX6" fmla="*/ 404917 w 2944854"/>
                      <a:gd name="connsiteY6" fmla="*/ 50617 h 1302232"/>
                      <a:gd name="connsiteX7" fmla="*/ 1477028 w 2944854"/>
                      <a:gd name="connsiteY7" fmla="*/ 501566 h 1302232"/>
                      <a:gd name="connsiteX8" fmla="*/ 2572146 w 2944854"/>
                      <a:gd name="connsiteY8" fmla="*/ 0 h 1302232"/>
                      <a:gd name="connsiteX9" fmla="*/ 2875834 w 2944854"/>
                      <a:gd name="connsiteY9" fmla="*/ 96632 h 1302232"/>
                      <a:gd name="connsiteX10" fmla="*/ 2079803 w 2944854"/>
                      <a:gd name="connsiteY10" fmla="*/ 432543 h 1302232"/>
                      <a:gd name="connsiteX11" fmla="*/ 2240850 w 2944854"/>
                      <a:gd name="connsiteY11" fmla="*/ 920305 h 1302232"/>
                      <a:gd name="connsiteX12" fmla="*/ 2944854 w 2944854"/>
                      <a:gd name="connsiteY12" fmla="*/ 1228607 h 1302232"/>
                      <a:gd name="connsiteX13" fmla="*/ 2733192 w 2944854"/>
                      <a:gd name="connsiteY13" fmla="*/ 1297630 h 1302232"/>
                      <a:gd name="connsiteX14" fmla="*/ 1486231 w 2944854"/>
                      <a:gd name="connsiteY14" fmla="*/ 727041 h 1302232"/>
                      <a:gd name="connsiteX0" fmla="*/ 1486231 w 2944854"/>
                      <a:gd name="connsiteY0" fmla="*/ 727041 h 1316375"/>
                      <a:gd name="connsiteX1" fmla="*/ 257675 w 2944854"/>
                      <a:gd name="connsiteY1" fmla="*/ 1302232 h 1316375"/>
                      <a:gd name="connsiteX2" fmla="*/ 0 w 2944854"/>
                      <a:gd name="connsiteY2" fmla="*/ 1228607 h 1316375"/>
                      <a:gd name="connsiteX3" fmla="*/ 911064 w 2944854"/>
                      <a:gd name="connsiteY3" fmla="*/ 837478 h 1316375"/>
                      <a:gd name="connsiteX4" fmla="*/ 883456 w 2944854"/>
                      <a:gd name="connsiteY4" fmla="*/ 450949 h 1316375"/>
                      <a:gd name="connsiteX5" fmla="*/ 161047 w 2944854"/>
                      <a:gd name="connsiteY5" fmla="*/ 119640 h 1316375"/>
                      <a:gd name="connsiteX6" fmla="*/ 404917 w 2944854"/>
                      <a:gd name="connsiteY6" fmla="*/ 50617 h 1316375"/>
                      <a:gd name="connsiteX7" fmla="*/ 1477028 w 2944854"/>
                      <a:gd name="connsiteY7" fmla="*/ 501566 h 1316375"/>
                      <a:gd name="connsiteX8" fmla="*/ 2572146 w 2944854"/>
                      <a:gd name="connsiteY8" fmla="*/ 0 h 1316375"/>
                      <a:gd name="connsiteX9" fmla="*/ 2875834 w 2944854"/>
                      <a:gd name="connsiteY9" fmla="*/ 96632 h 1316375"/>
                      <a:gd name="connsiteX10" fmla="*/ 2079803 w 2944854"/>
                      <a:gd name="connsiteY10" fmla="*/ 432543 h 1316375"/>
                      <a:gd name="connsiteX11" fmla="*/ 2240850 w 2944854"/>
                      <a:gd name="connsiteY11" fmla="*/ 920305 h 1316375"/>
                      <a:gd name="connsiteX12" fmla="*/ 2944854 w 2944854"/>
                      <a:gd name="connsiteY12" fmla="*/ 1228607 h 1316375"/>
                      <a:gd name="connsiteX13" fmla="*/ 2756623 w 2944854"/>
                      <a:gd name="connsiteY13" fmla="*/ 1316375 h 1316375"/>
                      <a:gd name="connsiteX14" fmla="*/ 1486231 w 2944854"/>
                      <a:gd name="connsiteY14" fmla="*/ 727041 h 1316375"/>
                      <a:gd name="connsiteX0" fmla="*/ 1486231 w 3024520"/>
                      <a:gd name="connsiteY0" fmla="*/ 727041 h 1316375"/>
                      <a:gd name="connsiteX1" fmla="*/ 257675 w 3024520"/>
                      <a:gd name="connsiteY1" fmla="*/ 1302232 h 1316375"/>
                      <a:gd name="connsiteX2" fmla="*/ 0 w 3024520"/>
                      <a:gd name="connsiteY2" fmla="*/ 1228607 h 1316375"/>
                      <a:gd name="connsiteX3" fmla="*/ 911064 w 3024520"/>
                      <a:gd name="connsiteY3" fmla="*/ 837478 h 1316375"/>
                      <a:gd name="connsiteX4" fmla="*/ 883456 w 3024520"/>
                      <a:gd name="connsiteY4" fmla="*/ 450949 h 1316375"/>
                      <a:gd name="connsiteX5" fmla="*/ 161047 w 3024520"/>
                      <a:gd name="connsiteY5" fmla="*/ 119640 h 1316375"/>
                      <a:gd name="connsiteX6" fmla="*/ 404917 w 3024520"/>
                      <a:gd name="connsiteY6" fmla="*/ 50617 h 1316375"/>
                      <a:gd name="connsiteX7" fmla="*/ 1477028 w 3024520"/>
                      <a:gd name="connsiteY7" fmla="*/ 501566 h 1316375"/>
                      <a:gd name="connsiteX8" fmla="*/ 2572146 w 3024520"/>
                      <a:gd name="connsiteY8" fmla="*/ 0 h 1316375"/>
                      <a:gd name="connsiteX9" fmla="*/ 2875834 w 3024520"/>
                      <a:gd name="connsiteY9" fmla="*/ 96632 h 1316375"/>
                      <a:gd name="connsiteX10" fmla="*/ 2079803 w 3024520"/>
                      <a:gd name="connsiteY10" fmla="*/ 432543 h 1316375"/>
                      <a:gd name="connsiteX11" fmla="*/ 2240850 w 3024520"/>
                      <a:gd name="connsiteY11" fmla="*/ 920305 h 1316375"/>
                      <a:gd name="connsiteX12" fmla="*/ 3024520 w 3024520"/>
                      <a:gd name="connsiteY12" fmla="*/ 1228607 h 1316375"/>
                      <a:gd name="connsiteX13" fmla="*/ 2756623 w 3024520"/>
                      <a:gd name="connsiteY13" fmla="*/ 1316375 h 1316375"/>
                      <a:gd name="connsiteX14" fmla="*/ 1486231 w 3024520"/>
                      <a:gd name="connsiteY14" fmla="*/ 727041 h 1316375"/>
                      <a:gd name="connsiteX0" fmla="*/ 1537780 w 3076069"/>
                      <a:gd name="connsiteY0" fmla="*/ 727041 h 1316375"/>
                      <a:gd name="connsiteX1" fmla="*/ 309224 w 3076069"/>
                      <a:gd name="connsiteY1" fmla="*/ 1302232 h 1316375"/>
                      <a:gd name="connsiteX2" fmla="*/ 0 w 3076069"/>
                      <a:gd name="connsiteY2" fmla="*/ 1228607 h 1316375"/>
                      <a:gd name="connsiteX3" fmla="*/ 962613 w 3076069"/>
                      <a:gd name="connsiteY3" fmla="*/ 837478 h 1316375"/>
                      <a:gd name="connsiteX4" fmla="*/ 935005 w 3076069"/>
                      <a:gd name="connsiteY4" fmla="*/ 450949 h 1316375"/>
                      <a:gd name="connsiteX5" fmla="*/ 212596 w 3076069"/>
                      <a:gd name="connsiteY5" fmla="*/ 119640 h 1316375"/>
                      <a:gd name="connsiteX6" fmla="*/ 456466 w 3076069"/>
                      <a:gd name="connsiteY6" fmla="*/ 50617 h 1316375"/>
                      <a:gd name="connsiteX7" fmla="*/ 1528577 w 3076069"/>
                      <a:gd name="connsiteY7" fmla="*/ 501566 h 1316375"/>
                      <a:gd name="connsiteX8" fmla="*/ 2623695 w 3076069"/>
                      <a:gd name="connsiteY8" fmla="*/ 0 h 1316375"/>
                      <a:gd name="connsiteX9" fmla="*/ 2927383 w 3076069"/>
                      <a:gd name="connsiteY9" fmla="*/ 96632 h 1316375"/>
                      <a:gd name="connsiteX10" fmla="*/ 2131352 w 3076069"/>
                      <a:gd name="connsiteY10" fmla="*/ 432543 h 1316375"/>
                      <a:gd name="connsiteX11" fmla="*/ 2292399 w 3076069"/>
                      <a:gd name="connsiteY11" fmla="*/ 920305 h 1316375"/>
                      <a:gd name="connsiteX12" fmla="*/ 3076069 w 3076069"/>
                      <a:gd name="connsiteY12" fmla="*/ 1228607 h 1316375"/>
                      <a:gd name="connsiteX13" fmla="*/ 2808172 w 3076069"/>
                      <a:gd name="connsiteY13" fmla="*/ 1316375 h 1316375"/>
                      <a:gd name="connsiteX14" fmla="*/ 1537780 w 3076069"/>
                      <a:gd name="connsiteY14" fmla="*/ 727041 h 1316375"/>
                      <a:gd name="connsiteX0" fmla="*/ 1537780 w 3076069"/>
                      <a:gd name="connsiteY0" fmla="*/ 727041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27041 h 1321259"/>
                      <a:gd name="connsiteX0" fmla="*/ 1537780 w 3076069"/>
                      <a:gd name="connsiteY0" fmla="*/ 750825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50825 h 132125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</a:cxnLst>
                    <a:rect l="l" t="t" r="r" b="b"/>
                    <a:pathLst>
                      <a:path w="3076069" h="1321259">
                        <a:moveTo>
                          <a:pt x="1537780" y="750825"/>
                        </a:moveTo>
                        <a:lnTo>
                          <a:pt x="313981" y="1321259"/>
                        </a:lnTo>
                        <a:lnTo>
                          <a:pt x="0" y="1228607"/>
                        </a:lnTo>
                        <a:lnTo>
                          <a:pt x="962613" y="837478"/>
                        </a:lnTo>
                        <a:lnTo>
                          <a:pt x="935005" y="450949"/>
                        </a:lnTo>
                        <a:lnTo>
                          <a:pt x="212596" y="119640"/>
                        </a:lnTo>
                        <a:lnTo>
                          <a:pt x="456466" y="50617"/>
                        </a:lnTo>
                        <a:lnTo>
                          <a:pt x="1528577" y="501566"/>
                        </a:lnTo>
                        <a:lnTo>
                          <a:pt x="2623695" y="0"/>
                        </a:lnTo>
                        <a:lnTo>
                          <a:pt x="2927383" y="96632"/>
                        </a:lnTo>
                        <a:lnTo>
                          <a:pt x="2131352" y="432543"/>
                        </a:lnTo>
                        <a:lnTo>
                          <a:pt x="2292399" y="920305"/>
                        </a:lnTo>
                        <a:lnTo>
                          <a:pt x="3076069" y="1228607"/>
                        </a:lnTo>
                        <a:lnTo>
                          <a:pt x="2808172" y="1316375"/>
                        </a:lnTo>
                        <a:lnTo>
                          <a:pt x="1537780" y="750825"/>
                        </a:lnTo>
                        <a:close/>
                      </a:path>
                    </a:pathLst>
                  </a:custGeom>
                  <a:solidFill>
                    <a:schemeClr val="accent2">
                      <a:lumMod val="60000"/>
                      <a:lumOff val="40000"/>
                    </a:schemeClr>
                  </a:solidFill>
                  <a:ln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sp>
                <p:nvSpPr>
                  <p:cNvPr id="601" name="Freeform 600"/>
                  <p:cNvSpPr/>
                  <p:nvPr/>
                </p:nvSpPr>
                <p:spPr bwMode="auto">
                  <a:xfrm>
                    <a:off x="2430680" y="1629304"/>
                    <a:ext cx="703366" cy="109812"/>
                  </a:xfrm>
                  <a:custGeom>
                    <a:avLst/>
                    <a:gdLst>
                      <a:gd name="connsiteX0" fmla="*/ 0 w 3645229"/>
                      <a:gd name="connsiteY0" fmla="*/ 214441 h 923747"/>
                      <a:gd name="connsiteX1" fmla="*/ 659770 w 3645229"/>
                      <a:gd name="connsiteY1" fmla="*/ 16495 h 923747"/>
                      <a:gd name="connsiteX2" fmla="*/ 1814367 w 3645229"/>
                      <a:gd name="connsiteY2" fmla="*/ 511360 h 923747"/>
                      <a:gd name="connsiteX3" fmla="*/ 2968965 w 3645229"/>
                      <a:gd name="connsiteY3" fmla="*/ 0 h 923747"/>
                      <a:gd name="connsiteX4" fmla="*/ 3645229 w 3645229"/>
                      <a:gd name="connsiteY4" fmla="*/ 197946 h 923747"/>
                      <a:gd name="connsiteX5" fmla="*/ 3199884 w 3645229"/>
                      <a:gd name="connsiteY5" fmla="*/ 461874 h 923747"/>
                      <a:gd name="connsiteX6" fmla="*/ 2985459 w 3645229"/>
                      <a:gd name="connsiteY6" fmla="*/ 379396 h 923747"/>
                      <a:gd name="connsiteX7" fmla="*/ 1830861 w 3645229"/>
                      <a:gd name="connsiteY7" fmla="*/ 923747 h 923747"/>
                      <a:gd name="connsiteX8" fmla="*/ 676264 w 3645229"/>
                      <a:gd name="connsiteY8" fmla="*/ 412387 h 923747"/>
                      <a:gd name="connsiteX9" fmla="*/ 527816 w 3645229"/>
                      <a:gd name="connsiteY9" fmla="*/ 478369 h 923747"/>
                      <a:gd name="connsiteX10" fmla="*/ 0 w 3645229"/>
                      <a:gd name="connsiteY10" fmla="*/ 21444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71662 w 3640627"/>
                      <a:gd name="connsiteY8" fmla="*/ 412387 h 923747"/>
                      <a:gd name="connsiteX9" fmla="*/ 523214 w 3640627"/>
                      <a:gd name="connsiteY9" fmla="*/ 478369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71662 w 3640627"/>
                      <a:gd name="connsiteY8" fmla="*/ 412387 h 923747"/>
                      <a:gd name="connsiteX9" fmla="*/ 523214 w 3640627"/>
                      <a:gd name="connsiteY9" fmla="*/ 482971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90067 w 3640627"/>
                      <a:gd name="connsiteY8" fmla="*/ 412387 h 923747"/>
                      <a:gd name="connsiteX9" fmla="*/ 523214 w 3640627"/>
                      <a:gd name="connsiteY9" fmla="*/ 482971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09765 w 3640627"/>
                      <a:gd name="connsiteY2" fmla="*/ 511360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2980857 w 3640627"/>
                      <a:gd name="connsiteY6" fmla="*/ 379396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55778 w 3640627"/>
                      <a:gd name="connsiteY2" fmla="*/ 534367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2980857 w 3640627"/>
                      <a:gd name="connsiteY6" fmla="*/ 379396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55778 w 3640627"/>
                      <a:gd name="connsiteY2" fmla="*/ 534367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3008465 w 3640627"/>
                      <a:gd name="connsiteY6" fmla="*/ 402404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723451"/>
                      <a:gd name="connsiteY0" fmla="*/ 242051 h 946755"/>
                      <a:gd name="connsiteX1" fmla="*/ 655168 w 3723451"/>
                      <a:gd name="connsiteY1" fmla="*/ 16495 h 946755"/>
                      <a:gd name="connsiteX2" fmla="*/ 1855778 w 3723451"/>
                      <a:gd name="connsiteY2" fmla="*/ 534367 h 946755"/>
                      <a:gd name="connsiteX3" fmla="*/ 2964363 w 3723451"/>
                      <a:gd name="connsiteY3" fmla="*/ 0 h 946755"/>
                      <a:gd name="connsiteX4" fmla="*/ 3723451 w 3723451"/>
                      <a:gd name="connsiteY4" fmla="*/ 220954 h 946755"/>
                      <a:gd name="connsiteX5" fmla="*/ 3195282 w 3723451"/>
                      <a:gd name="connsiteY5" fmla="*/ 461874 h 946755"/>
                      <a:gd name="connsiteX6" fmla="*/ 3008465 w 3723451"/>
                      <a:gd name="connsiteY6" fmla="*/ 402404 h 946755"/>
                      <a:gd name="connsiteX7" fmla="*/ 1876873 w 3723451"/>
                      <a:gd name="connsiteY7" fmla="*/ 946755 h 946755"/>
                      <a:gd name="connsiteX8" fmla="*/ 690067 w 3723451"/>
                      <a:gd name="connsiteY8" fmla="*/ 412387 h 946755"/>
                      <a:gd name="connsiteX9" fmla="*/ 523214 w 3723451"/>
                      <a:gd name="connsiteY9" fmla="*/ 482971 h 946755"/>
                      <a:gd name="connsiteX10" fmla="*/ 0 w 3723451"/>
                      <a:gd name="connsiteY10" fmla="*/ 242051 h 946755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95282 w 3723451"/>
                      <a:gd name="connsiteY5" fmla="*/ 448069 h 932950"/>
                      <a:gd name="connsiteX6" fmla="*/ 3008465 w 3723451"/>
                      <a:gd name="connsiteY6" fmla="*/ 388599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95282 w 3723451"/>
                      <a:gd name="connsiteY5" fmla="*/ 448069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86079 w 3723451"/>
                      <a:gd name="connsiteY5" fmla="*/ 461874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86079 w 3723451"/>
                      <a:gd name="connsiteY5" fmla="*/ 461874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711613 w 3723451"/>
                      <a:gd name="connsiteY8" fmla="*/ 413055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3723451" h="932950">
                        <a:moveTo>
                          <a:pt x="0" y="228246"/>
                        </a:moveTo>
                        <a:lnTo>
                          <a:pt x="655168" y="2690"/>
                        </a:lnTo>
                        <a:lnTo>
                          <a:pt x="1855778" y="520562"/>
                        </a:lnTo>
                        <a:lnTo>
                          <a:pt x="3001174" y="0"/>
                        </a:lnTo>
                        <a:lnTo>
                          <a:pt x="3723451" y="207149"/>
                        </a:lnTo>
                        <a:lnTo>
                          <a:pt x="3186079" y="461874"/>
                        </a:lnTo>
                        <a:lnTo>
                          <a:pt x="3013067" y="393200"/>
                        </a:lnTo>
                        <a:lnTo>
                          <a:pt x="1876873" y="932950"/>
                        </a:lnTo>
                        <a:lnTo>
                          <a:pt x="711613" y="413055"/>
                        </a:lnTo>
                        <a:lnTo>
                          <a:pt x="523214" y="469166"/>
                        </a:lnTo>
                        <a:lnTo>
                          <a:pt x="0" y="228246"/>
                        </a:lnTo>
                        <a:close/>
                      </a:path>
                    </a:pathLst>
                  </a:custGeom>
                  <a:solidFill>
                    <a:schemeClr val="accent2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sp>
                <p:nvSpPr>
                  <p:cNvPr id="602" name="Freeform 601"/>
                  <p:cNvSpPr/>
                  <p:nvPr/>
                </p:nvSpPr>
                <p:spPr bwMode="auto">
                  <a:xfrm>
                    <a:off x="2892028" y="1722222"/>
                    <a:ext cx="260925" cy="95734"/>
                  </a:xfrm>
                  <a:custGeom>
                    <a:avLst/>
                    <a:gdLst>
                      <a:gd name="connsiteX0" fmla="*/ 55216 w 1421812"/>
                      <a:gd name="connsiteY0" fmla="*/ 0 h 800665"/>
                      <a:gd name="connsiteX1" fmla="*/ 1421812 w 1421812"/>
                      <a:gd name="connsiteY1" fmla="*/ 625807 h 800665"/>
                      <a:gd name="connsiteX2" fmla="*/ 947874 w 1421812"/>
                      <a:gd name="connsiteY2" fmla="*/ 800665 h 800665"/>
                      <a:gd name="connsiteX3" fmla="*/ 50614 w 1421812"/>
                      <a:gd name="connsiteY3" fmla="*/ 404934 h 800665"/>
                      <a:gd name="connsiteX4" fmla="*/ 0 w 1421812"/>
                      <a:gd name="connsiteY4" fmla="*/ 404934 h 800665"/>
                      <a:gd name="connsiteX5" fmla="*/ 55216 w 1421812"/>
                      <a:gd name="connsiteY5" fmla="*/ 0 h 800665"/>
                      <a:gd name="connsiteX0" fmla="*/ 4602 w 1371198"/>
                      <a:gd name="connsiteY0" fmla="*/ 0 h 800665"/>
                      <a:gd name="connsiteX1" fmla="*/ 1371198 w 1371198"/>
                      <a:gd name="connsiteY1" fmla="*/ 625807 h 800665"/>
                      <a:gd name="connsiteX2" fmla="*/ 897260 w 1371198"/>
                      <a:gd name="connsiteY2" fmla="*/ 800665 h 800665"/>
                      <a:gd name="connsiteX3" fmla="*/ 0 w 1371198"/>
                      <a:gd name="connsiteY3" fmla="*/ 404934 h 800665"/>
                      <a:gd name="connsiteX4" fmla="*/ 4602 w 1371198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9868"/>
                      <a:gd name="connsiteX1" fmla="*/ 1366596 w 1366596"/>
                      <a:gd name="connsiteY1" fmla="*/ 625807 h 809868"/>
                      <a:gd name="connsiteX2" fmla="*/ 865050 w 1366596"/>
                      <a:gd name="connsiteY2" fmla="*/ 809868 h 809868"/>
                      <a:gd name="connsiteX3" fmla="*/ 4601 w 1366596"/>
                      <a:gd name="connsiteY3" fmla="*/ 427942 h 809868"/>
                      <a:gd name="connsiteX4" fmla="*/ 0 w 1366596"/>
                      <a:gd name="connsiteY4" fmla="*/ 0 h 80986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66596" h="809868">
                        <a:moveTo>
                          <a:pt x="0" y="0"/>
                        </a:moveTo>
                        <a:lnTo>
                          <a:pt x="1366596" y="625807"/>
                        </a:lnTo>
                        <a:lnTo>
                          <a:pt x="865050" y="809868"/>
                        </a:lnTo>
                        <a:lnTo>
                          <a:pt x="4601" y="427942"/>
                        </a:lnTo>
                        <a:cubicBezTo>
                          <a:pt x="-1535" y="105836"/>
                          <a:pt x="1534" y="142647"/>
                          <a:pt x="0" y="0"/>
                        </a:cubicBezTo>
                        <a:close/>
                      </a:path>
                    </a:pathLst>
                  </a:custGeom>
                  <a:solidFill>
                    <a:schemeClr val="accent2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sp>
                <p:nvSpPr>
                  <p:cNvPr id="603" name="Freeform 602"/>
                  <p:cNvSpPr/>
                  <p:nvPr/>
                </p:nvSpPr>
                <p:spPr bwMode="auto">
                  <a:xfrm>
                    <a:off x="2419334" y="1725039"/>
                    <a:ext cx="253364" cy="95734"/>
                  </a:xfrm>
                  <a:custGeom>
                    <a:avLst/>
                    <a:gdLst>
                      <a:gd name="connsiteX0" fmla="*/ 1329786 w 1348191"/>
                      <a:gd name="connsiteY0" fmla="*/ 0 h 809869"/>
                      <a:gd name="connsiteX1" fmla="*/ 1348191 w 1348191"/>
                      <a:gd name="connsiteY1" fmla="*/ 400333 h 809869"/>
                      <a:gd name="connsiteX2" fmla="*/ 487742 w 1348191"/>
                      <a:gd name="connsiteY2" fmla="*/ 809869 h 809869"/>
                      <a:gd name="connsiteX3" fmla="*/ 0 w 1348191"/>
                      <a:gd name="connsiteY3" fmla="*/ 630409 h 809869"/>
                      <a:gd name="connsiteX4" fmla="*/ 1329786 w 1348191"/>
                      <a:gd name="connsiteY4" fmla="*/ 0 h 809869"/>
                      <a:gd name="connsiteX0" fmla="*/ 1329786 w 1348191"/>
                      <a:gd name="connsiteY0" fmla="*/ 0 h 791462"/>
                      <a:gd name="connsiteX1" fmla="*/ 1348191 w 1348191"/>
                      <a:gd name="connsiteY1" fmla="*/ 381926 h 791462"/>
                      <a:gd name="connsiteX2" fmla="*/ 487742 w 1348191"/>
                      <a:gd name="connsiteY2" fmla="*/ 791462 h 791462"/>
                      <a:gd name="connsiteX3" fmla="*/ 0 w 1348191"/>
                      <a:gd name="connsiteY3" fmla="*/ 612002 h 791462"/>
                      <a:gd name="connsiteX4" fmla="*/ 1329786 w 1348191"/>
                      <a:gd name="connsiteY4" fmla="*/ 0 h 79146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48191" h="791462">
                        <a:moveTo>
                          <a:pt x="1329786" y="0"/>
                        </a:moveTo>
                        <a:lnTo>
                          <a:pt x="1348191" y="381926"/>
                        </a:lnTo>
                        <a:lnTo>
                          <a:pt x="487742" y="791462"/>
                        </a:lnTo>
                        <a:lnTo>
                          <a:pt x="0" y="612002"/>
                        </a:lnTo>
                        <a:lnTo>
                          <a:pt x="1329786" y="0"/>
                        </a:lnTo>
                        <a:close/>
                      </a:path>
                    </a:pathLst>
                  </a:custGeom>
                  <a:solidFill>
                    <a:schemeClr val="accent2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cxnSp>
                <p:nvCxnSpPr>
                  <p:cNvPr id="604" name="Straight Connector 603"/>
                  <p:cNvCxnSpPr>
                    <a:endCxn id="599" idx="2"/>
                  </p:cNvCxnSpPr>
                  <p:nvPr/>
                </p:nvCxnSpPr>
                <p:spPr bwMode="auto">
                  <a:xfrm flipH="1" flipV="1">
                    <a:off x="2184879" y="1722222"/>
                    <a:ext cx="3783" cy="121077"/>
                  </a:xfrm>
                  <a:prstGeom prst="line">
                    <a:avLst/>
                  </a:prstGeom>
                  <a:ln w="6350" cmpd="sng">
                    <a:solidFill>
                      <a:schemeClr val="tx1"/>
                    </a:solidFill>
                  </a:ln>
                  <a:effectLst>
                    <a:outerShdw blurRad="40005" dist="19939" dir="5400000" algn="tl" rotWithShape="0">
                      <a:srgbClr val="000000">
                        <a:alpha val="38000"/>
                      </a:srgbClr>
                    </a:outerShdw>
                  </a:effectLst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05" name="Straight Connector 604"/>
                  <p:cNvCxnSpPr/>
                  <p:nvPr/>
                </p:nvCxnSpPr>
                <p:spPr bwMode="auto">
                  <a:xfrm flipH="1" flipV="1">
                    <a:off x="3379845" y="1727853"/>
                    <a:ext cx="3783" cy="121077"/>
                  </a:xfrm>
                  <a:prstGeom prst="line">
                    <a:avLst/>
                  </a:prstGeom>
                  <a:ln w="6350" cmpd="sng">
                    <a:solidFill>
                      <a:schemeClr val="tx1"/>
                    </a:solidFill>
                  </a:ln>
                  <a:effectLst>
                    <a:outerShdw blurRad="40005" dist="19939" dir="5400000" algn="tl" rotWithShape="0">
                      <a:srgbClr val="000000">
                        <a:alpha val="38000"/>
                      </a:srgbClr>
                    </a:outerShdw>
                  </a:effectLst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grpSp>
            <p:nvGrpSpPr>
              <p:cNvPr id="48259" name="Group 48258"/>
              <p:cNvGrpSpPr/>
              <p:nvPr/>
            </p:nvGrpSpPr>
            <p:grpSpPr>
              <a:xfrm>
                <a:off x="6547479" y="3836935"/>
                <a:ext cx="514350" cy="1671638"/>
                <a:chOff x="6547479" y="3836935"/>
                <a:chExt cx="514350" cy="1671638"/>
              </a:xfrm>
            </p:grpSpPr>
            <p:sp>
              <p:nvSpPr>
                <p:cNvPr id="633" name="Rectangle 632"/>
                <p:cNvSpPr/>
                <p:nvPr/>
              </p:nvSpPr>
              <p:spPr bwMode="auto">
                <a:xfrm rot="10800000">
                  <a:off x="6550526" y="3920772"/>
                  <a:ext cx="498084" cy="629245"/>
                </a:xfrm>
                <a:prstGeom prst="rect">
                  <a:avLst/>
                </a:prstGeom>
                <a:gradFill>
                  <a:gsLst>
                    <a:gs pos="1000">
                      <a:schemeClr val="accent2">
                        <a:lumMod val="75000"/>
                        <a:alpha val="62000"/>
                      </a:schemeClr>
                    </a:gs>
                    <a:gs pos="54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bg1"/>
                    </a:gs>
                  </a:gsLst>
                </a:gra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cxnSp>
              <p:nvCxnSpPr>
                <p:cNvPr id="634" name="Straight Connector 633"/>
                <p:cNvCxnSpPr/>
                <p:nvPr/>
              </p:nvCxnSpPr>
              <p:spPr bwMode="auto">
                <a:xfrm flipH="1">
                  <a:off x="7060241" y="3994098"/>
                  <a:ext cx="1588" cy="136683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ash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48187" name="Group 634"/>
                <p:cNvGrpSpPr>
                  <a:grpSpLocks/>
                </p:cNvGrpSpPr>
                <p:nvPr/>
              </p:nvGrpSpPr>
              <p:grpSpPr bwMode="auto">
                <a:xfrm>
                  <a:off x="6552627" y="5286665"/>
                  <a:ext cx="507588" cy="221908"/>
                  <a:chOff x="4128636" y="3606589"/>
                  <a:chExt cx="568145" cy="338667"/>
                </a:xfrm>
              </p:grpSpPr>
              <p:sp>
                <p:nvSpPr>
                  <p:cNvPr id="643" name="Oval 642"/>
                  <p:cNvSpPr/>
                  <p:nvPr/>
                </p:nvSpPr>
                <p:spPr>
                  <a:xfrm>
                    <a:off x="4128204" y="3719937"/>
                    <a:ext cx="568606" cy="225319"/>
                  </a:xfrm>
                  <a:prstGeom prst="ellipse">
                    <a:avLst/>
                  </a:prstGeom>
                  <a:solidFill>
                    <a:schemeClr val="accent2">
                      <a:lumMod val="75000"/>
                    </a:schemeClr>
                  </a:solidFill>
                  <a:ln w="6350">
                    <a:solidFill>
                      <a:schemeClr val="tx1"/>
                    </a:solidFill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sp>
                <p:nvSpPr>
                  <p:cNvPr id="644" name="Rectangle 643"/>
                  <p:cNvSpPr/>
                  <p:nvPr/>
                </p:nvSpPr>
                <p:spPr>
                  <a:xfrm>
                    <a:off x="4128204" y="3719937"/>
                    <a:ext cx="568606" cy="111448"/>
                  </a:xfrm>
                  <a:prstGeom prst="rect">
                    <a:avLst/>
                  </a:prstGeom>
                  <a:solidFill>
                    <a:schemeClr val="accent2">
                      <a:lumMod val="75000"/>
                    </a:schemeClr>
                  </a:solidFill>
                  <a:ln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sp>
                <p:nvSpPr>
                  <p:cNvPr id="645" name="Oval 644"/>
                  <p:cNvSpPr/>
                  <p:nvPr/>
                </p:nvSpPr>
                <p:spPr>
                  <a:xfrm>
                    <a:off x="4128204" y="3606067"/>
                    <a:ext cx="568606" cy="225318"/>
                  </a:xfrm>
                  <a:prstGeom prst="ellipse">
                    <a:avLst/>
                  </a:prstGeom>
                  <a:solidFill>
                    <a:schemeClr val="accent2">
                      <a:lumMod val="40000"/>
                      <a:lumOff val="60000"/>
                      <a:alpha val="55000"/>
                    </a:schemeClr>
                  </a:solidFill>
                  <a:ln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cxnSp>
                <p:nvCxnSpPr>
                  <p:cNvPr id="646" name="Straight Connector 645"/>
                  <p:cNvCxnSpPr/>
                  <p:nvPr/>
                </p:nvCxnSpPr>
                <p:spPr>
                  <a:xfrm>
                    <a:off x="4696810" y="3719937"/>
                    <a:ext cx="0" cy="111448"/>
                  </a:xfrm>
                  <a:prstGeom prst="line">
                    <a:avLst/>
                  </a:prstGeom>
                  <a:ln w="6350">
                    <a:solidFill>
                      <a:schemeClr val="tx1"/>
                    </a:solidFill>
                  </a:ln>
                  <a:effectLst/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47" name="Straight Connector 646"/>
                  <p:cNvCxnSpPr/>
                  <p:nvPr/>
                </p:nvCxnSpPr>
                <p:spPr>
                  <a:xfrm>
                    <a:off x="4128204" y="3719937"/>
                    <a:ext cx="0" cy="111448"/>
                  </a:xfrm>
                  <a:prstGeom prst="line">
                    <a:avLst/>
                  </a:prstGeom>
                  <a:ln w="6350">
                    <a:solidFill>
                      <a:schemeClr val="tx1"/>
                    </a:solidFill>
                  </a:ln>
                  <a:effectLst/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636" name="Rectangle 635"/>
                <p:cNvSpPr/>
                <p:nvPr/>
              </p:nvSpPr>
              <p:spPr bwMode="auto">
                <a:xfrm>
                  <a:off x="6553829" y="4551310"/>
                  <a:ext cx="496887" cy="812800"/>
                </a:xfrm>
                <a:prstGeom prst="rect">
                  <a:avLst/>
                </a:prstGeom>
                <a:gradFill>
                  <a:gsLst>
                    <a:gs pos="0">
                      <a:schemeClr val="accent2">
                        <a:lumMod val="75000"/>
                        <a:alpha val="62000"/>
                      </a:schemeClr>
                    </a:gs>
                    <a:gs pos="54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bg1"/>
                    </a:gs>
                  </a:gsLst>
                </a:gra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cxnSp>
              <p:nvCxnSpPr>
                <p:cNvPr id="638" name="Straight Connector 637"/>
                <p:cNvCxnSpPr/>
                <p:nvPr/>
              </p:nvCxnSpPr>
              <p:spPr bwMode="auto">
                <a:xfrm flipH="1">
                  <a:off x="6547479" y="4002035"/>
                  <a:ext cx="3175" cy="1452563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ash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48173" name="Group 622"/>
                <p:cNvGrpSpPr>
                  <a:grpSpLocks/>
                </p:cNvGrpSpPr>
                <p:nvPr/>
              </p:nvGrpSpPr>
              <p:grpSpPr bwMode="auto">
                <a:xfrm>
                  <a:off x="6549992" y="3836935"/>
                  <a:ext cx="503828" cy="248485"/>
                  <a:chOff x="2183302" y="1564542"/>
                  <a:chExt cx="1200154" cy="440314"/>
                </a:xfrm>
              </p:grpSpPr>
              <p:sp>
                <p:nvSpPr>
                  <p:cNvPr id="624" name="Oval 623"/>
                  <p:cNvSpPr/>
                  <p:nvPr/>
                </p:nvSpPr>
                <p:spPr bwMode="auto">
                  <a:xfrm flipV="1">
                    <a:off x="2188659" y="1691130"/>
                    <a:ext cx="1194966" cy="315061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chemeClr val="accent2">
                          <a:lumMod val="75000"/>
                        </a:schemeClr>
                      </a:gs>
                      <a:gs pos="31000">
                        <a:schemeClr val="accent2">
                          <a:lumMod val="60000"/>
                          <a:lumOff val="40000"/>
                        </a:schemeClr>
                      </a:gs>
                      <a:gs pos="100000">
                        <a:schemeClr val="bg1"/>
                      </a:gs>
                    </a:gsLst>
                    <a:lin ang="16200000" scaled="0"/>
                    <a:tileRect/>
                  </a:gradFill>
                  <a:ln w="6350" cmpd="sng"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 dirty="0">
                      <a:ln>
                        <a:solidFill>
                          <a:schemeClr val="tx1"/>
                        </a:solidFill>
                      </a:ln>
                    </a:endParaRPr>
                  </a:p>
                </p:txBody>
              </p:sp>
              <p:sp>
                <p:nvSpPr>
                  <p:cNvPr id="625" name="Rectangle 624"/>
                  <p:cNvSpPr/>
                  <p:nvPr/>
                </p:nvSpPr>
                <p:spPr bwMode="auto">
                  <a:xfrm>
                    <a:off x="2184879" y="1736138"/>
                    <a:ext cx="1198746" cy="112522"/>
                  </a:xfrm>
                  <a:prstGeom prst="rect">
                    <a:avLst/>
                  </a:prstGeom>
                  <a:gradFill>
                    <a:gsLst>
                      <a:gs pos="0">
                        <a:schemeClr val="accent2">
                          <a:lumMod val="40000"/>
                          <a:lumOff val="60000"/>
                        </a:schemeClr>
                      </a:gs>
                      <a:gs pos="54000">
                        <a:schemeClr val="accent2">
                          <a:lumMod val="60000"/>
                          <a:lumOff val="40000"/>
                        </a:schemeClr>
                      </a:gs>
                      <a:gs pos="100000">
                        <a:schemeClr val="accent2">
                          <a:lumMod val="75000"/>
                        </a:schemeClr>
                      </a:gs>
                    </a:gsLst>
                    <a:lin ang="16200000" scaled="0"/>
                  </a:gradFill>
                  <a:ln w="25400"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sp>
                <p:nvSpPr>
                  <p:cNvPr id="626" name="Oval 625"/>
                  <p:cNvSpPr/>
                  <p:nvPr/>
                </p:nvSpPr>
                <p:spPr bwMode="auto">
                  <a:xfrm flipV="1">
                    <a:off x="2184879" y="1564542"/>
                    <a:ext cx="1194966" cy="315061"/>
                  </a:xfrm>
                  <a:prstGeom prst="ellipse">
                    <a:avLst/>
                  </a:prstGeom>
                  <a:solidFill>
                    <a:schemeClr val="bg1">
                      <a:lumMod val="75000"/>
                    </a:schemeClr>
                  </a:solidFill>
                  <a:ln w="6350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 dirty="0">
                      <a:ln>
                        <a:solidFill>
                          <a:schemeClr val="tx1"/>
                        </a:solidFill>
                      </a:ln>
                    </a:endParaRPr>
                  </a:p>
                </p:txBody>
              </p:sp>
              <p:sp>
                <p:nvSpPr>
                  <p:cNvPr id="627" name="Freeform 626"/>
                  <p:cNvSpPr/>
                  <p:nvPr/>
                </p:nvSpPr>
                <p:spPr bwMode="auto">
                  <a:xfrm>
                    <a:off x="2491182" y="1671438"/>
                    <a:ext cx="582357" cy="157530"/>
                  </a:xfrm>
                  <a:custGeom>
                    <a:avLst/>
                    <a:gdLst>
                      <a:gd name="connsiteX0" fmla="*/ 1486231 w 2944854"/>
                      <a:gd name="connsiteY0" fmla="*/ 727041 h 1302232"/>
                      <a:gd name="connsiteX1" fmla="*/ 257675 w 2944854"/>
                      <a:gd name="connsiteY1" fmla="*/ 1302232 h 1302232"/>
                      <a:gd name="connsiteX2" fmla="*/ 0 w 2944854"/>
                      <a:gd name="connsiteY2" fmla="*/ 1228607 h 1302232"/>
                      <a:gd name="connsiteX3" fmla="*/ 911064 w 2944854"/>
                      <a:gd name="connsiteY3" fmla="*/ 837478 h 1302232"/>
                      <a:gd name="connsiteX4" fmla="*/ 883456 w 2944854"/>
                      <a:gd name="connsiteY4" fmla="*/ 450949 h 1302232"/>
                      <a:gd name="connsiteX5" fmla="*/ 161047 w 2944854"/>
                      <a:gd name="connsiteY5" fmla="*/ 119640 h 1302232"/>
                      <a:gd name="connsiteX6" fmla="*/ 404917 w 2944854"/>
                      <a:gd name="connsiteY6" fmla="*/ 50617 h 1302232"/>
                      <a:gd name="connsiteX7" fmla="*/ 1477028 w 2944854"/>
                      <a:gd name="connsiteY7" fmla="*/ 501566 h 1302232"/>
                      <a:gd name="connsiteX8" fmla="*/ 2572146 w 2944854"/>
                      <a:gd name="connsiteY8" fmla="*/ 0 h 1302232"/>
                      <a:gd name="connsiteX9" fmla="*/ 2875834 w 2944854"/>
                      <a:gd name="connsiteY9" fmla="*/ 96632 h 1302232"/>
                      <a:gd name="connsiteX10" fmla="*/ 2079803 w 2944854"/>
                      <a:gd name="connsiteY10" fmla="*/ 432543 h 1302232"/>
                      <a:gd name="connsiteX11" fmla="*/ 2240850 w 2944854"/>
                      <a:gd name="connsiteY11" fmla="*/ 920305 h 1302232"/>
                      <a:gd name="connsiteX12" fmla="*/ 2944854 w 2944854"/>
                      <a:gd name="connsiteY12" fmla="*/ 1228607 h 1302232"/>
                      <a:gd name="connsiteX13" fmla="*/ 2733192 w 2944854"/>
                      <a:gd name="connsiteY13" fmla="*/ 1297630 h 1302232"/>
                      <a:gd name="connsiteX14" fmla="*/ 1486231 w 2944854"/>
                      <a:gd name="connsiteY14" fmla="*/ 727041 h 1302232"/>
                      <a:gd name="connsiteX0" fmla="*/ 1486231 w 2944854"/>
                      <a:gd name="connsiteY0" fmla="*/ 727041 h 1316375"/>
                      <a:gd name="connsiteX1" fmla="*/ 257675 w 2944854"/>
                      <a:gd name="connsiteY1" fmla="*/ 1302232 h 1316375"/>
                      <a:gd name="connsiteX2" fmla="*/ 0 w 2944854"/>
                      <a:gd name="connsiteY2" fmla="*/ 1228607 h 1316375"/>
                      <a:gd name="connsiteX3" fmla="*/ 911064 w 2944854"/>
                      <a:gd name="connsiteY3" fmla="*/ 837478 h 1316375"/>
                      <a:gd name="connsiteX4" fmla="*/ 883456 w 2944854"/>
                      <a:gd name="connsiteY4" fmla="*/ 450949 h 1316375"/>
                      <a:gd name="connsiteX5" fmla="*/ 161047 w 2944854"/>
                      <a:gd name="connsiteY5" fmla="*/ 119640 h 1316375"/>
                      <a:gd name="connsiteX6" fmla="*/ 404917 w 2944854"/>
                      <a:gd name="connsiteY6" fmla="*/ 50617 h 1316375"/>
                      <a:gd name="connsiteX7" fmla="*/ 1477028 w 2944854"/>
                      <a:gd name="connsiteY7" fmla="*/ 501566 h 1316375"/>
                      <a:gd name="connsiteX8" fmla="*/ 2572146 w 2944854"/>
                      <a:gd name="connsiteY8" fmla="*/ 0 h 1316375"/>
                      <a:gd name="connsiteX9" fmla="*/ 2875834 w 2944854"/>
                      <a:gd name="connsiteY9" fmla="*/ 96632 h 1316375"/>
                      <a:gd name="connsiteX10" fmla="*/ 2079803 w 2944854"/>
                      <a:gd name="connsiteY10" fmla="*/ 432543 h 1316375"/>
                      <a:gd name="connsiteX11" fmla="*/ 2240850 w 2944854"/>
                      <a:gd name="connsiteY11" fmla="*/ 920305 h 1316375"/>
                      <a:gd name="connsiteX12" fmla="*/ 2944854 w 2944854"/>
                      <a:gd name="connsiteY12" fmla="*/ 1228607 h 1316375"/>
                      <a:gd name="connsiteX13" fmla="*/ 2756623 w 2944854"/>
                      <a:gd name="connsiteY13" fmla="*/ 1316375 h 1316375"/>
                      <a:gd name="connsiteX14" fmla="*/ 1486231 w 2944854"/>
                      <a:gd name="connsiteY14" fmla="*/ 727041 h 1316375"/>
                      <a:gd name="connsiteX0" fmla="*/ 1486231 w 3024520"/>
                      <a:gd name="connsiteY0" fmla="*/ 727041 h 1316375"/>
                      <a:gd name="connsiteX1" fmla="*/ 257675 w 3024520"/>
                      <a:gd name="connsiteY1" fmla="*/ 1302232 h 1316375"/>
                      <a:gd name="connsiteX2" fmla="*/ 0 w 3024520"/>
                      <a:gd name="connsiteY2" fmla="*/ 1228607 h 1316375"/>
                      <a:gd name="connsiteX3" fmla="*/ 911064 w 3024520"/>
                      <a:gd name="connsiteY3" fmla="*/ 837478 h 1316375"/>
                      <a:gd name="connsiteX4" fmla="*/ 883456 w 3024520"/>
                      <a:gd name="connsiteY4" fmla="*/ 450949 h 1316375"/>
                      <a:gd name="connsiteX5" fmla="*/ 161047 w 3024520"/>
                      <a:gd name="connsiteY5" fmla="*/ 119640 h 1316375"/>
                      <a:gd name="connsiteX6" fmla="*/ 404917 w 3024520"/>
                      <a:gd name="connsiteY6" fmla="*/ 50617 h 1316375"/>
                      <a:gd name="connsiteX7" fmla="*/ 1477028 w 3024520"/>
                      <a:gd name="connsiteY7" fmla="*/ 501566 h 1316375"/>
                      <a:gd name="connsiteX8" fmla="*/ 2572146 w 3024520"/>
                      <a:gd name="connsiteY8" fmla="*/ 0 h 1316375"/>
                      <a:gd name="connsiteX9" fmla="*/ 2875834 w 3024520"/>
                      <a:gd name="connsiteY9" fmla="*/ 96632 h 1316375"/>
                      <a:gd name="connsiteX10" fmla="*/ 2079803 w 3024520"/>
                      <a:gd name="connsiteY10" fmla="*/ 432543 h 1316375"/>
                      <a:gd name="connsiteX11" fmla="*/ 2240850 w 3024520"/>
                      <a:gd name="connsiteY11" fmla="*/ 920305 h 1316375"/>
                      <a:gd name="connsiteX12" fmla="*/ 3024520 w 3024520"/>
                      <a:gd name="connsiteY12" fmla="*/ 1228607 h 1316375"/>
                      <a:gd name="connsiteX13" fmla="*/ 2756623 w 3024520"/>
                      <a:gd name="connsiteY13" fmla="*/ 1316375 h 1316375"/>
                      <a:gd name="connsiteX14" fmla="*/ 1486231 w 3024520"/>
                      <a:gd name="connsiteY14" fmla="*/ 727041 h 1316375"/>
                      <a:gd name="connsiteX0" fmla="*/ 1537780 w 3076069"/>
                      <a:gd name="connsiteY0" fmla="*/ 727041 h 1316375"/>
                      <a:gd name="connsiteX1" fmla="*/ 309224 w 3076069"/>
                      <a:gd name="connsiteY1" fmla="*/ 1302232 h 1316375"/>
                      <a:gd name="connsiteX2" fmla="*/ 0 w 3076069"/>
                      <a:gd name="connsiteY2" fmla="*/ 1228607 h 1316375"/>
                      <a:gd name="connsiteX3" fmla="*/ 962613 w 3076069"/>
                      <a:gd name="connsiteY3" fmla="*/ 837478 h 1316375"/>
                      <a:gd name="connsiteX4" fmla="*/ 935005 w 3076069"/>
                      <a:gd name="connsiteY4" fmla="*/ 450949 h 1316375"/>
                      <a:gd name="connsiteX5" fmla="*/ 212596 w 3076069"/>
                      <a:gd name="connsiteY5" fmla="*/ 119640 h 1316375"/>
                      <a:gd name="connsiteX6" fmla="*/ 456466 w 3076069"/>
                      <a:gd name="connsiteY6" fmla="*/ 50617 h 1316375"/>
                      <a:gd name="connsiteX7" fmla="*/ 1528577 w 3076069"/>
                      <a:gd name="connsiteY7" fmla="*/ 501566 h 1316375"/>
                      <a:gd name="connsiteX8" fmla="*/ 2623695 w 3076069"/>
                      <a:gd name="connsiteY8" fmla="*/ 0 h 1316375"/>
                      <a:gd name="connsiteX9" fmla="*/ 2927383 w 3076069"/>
                      <a:gd name="connsiteY9" fmla="*/ 96632 h 1316375"/>
                      <a:gd name="connsiteX10" fmla="*/ 2131352 w 3076069"/>
                      <a:gd name="connsiteY10" fmla="*/ 432543 h 1316375"/>
                      <a:gd name="connsiteX11" fmla="*/ 2292399 w 3076069"/>
                      <a:gd name="connsiteY11" fmla="*/ 920305 h 1316375"/>
                      <a:gd name="connsiteX12" fmla="*/ 3076069 w 3076069"/>
                      <a:gd name="connsiteY12" fmla="*/ 1228607 h 1316375"/>
                      <a:gd name="connsiteX13" fmla="*/ 2808172 w 3076069"/>
                      <a:gd name="connsiteY13" fmla="*/ 1316375 h 1316375"/>
                      <a:gd name="connsiteX14" fmla="*/ 1537780 w 3076069"/>
                      <a:gd name="connsiteY14" fmla="*/ 727041 h 1316375"/>
                      <a:gd name="connsiteX0" fmla="*/ 1537780 w 3076069"/>
                      <a:gd name="connsiteY0" fmla="*/ 727041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27041 h 1321259"/>
                      <a:gd name="connsiteX0" fmla="*/ 1537780 w 3076069"/>
                      <a:gd name="connsiteY0" fmla="*/ 750825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50825 h 132125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</a:cxnLst>
                    <a:rect l="l" t="t" r="r" b="b"/>
                    <a:pathLst>
                      <a:path w="3076069" h="1321259">
                        <a:moveTo>
                          <a:pt x="1537780" y="750825"/>
                        </a:moveTo>
                        <a:lnTo>
                          <a:pt x="313981" y="1321259"/>
                        </a:lnTo>
                        <a:lnTo>
                          <a:pt x="0" y="1228607"/>
                        </a:lnTo>
                        <a:lnTo>
                          <a:pt x="962613" y="837478"/>
                        </a:lnTo>
                        <a:lnTo>
                          <a:pt x="935005" y="450949"/>
                        </a:lnTo>
                        <a:lnTo>
                          <a:pt x="212596" y="119640"/>
                        </a:lnTo>
                        <a:lnTo>
                          <a:pt x="456466" y="50617"/>
                        </a:lnTo>
                        <a:lnTo>
                          <a:pt x="1528577" y="501566"/>
                        </a:lnTo>
                        <a:lnTo>
                          <a:pt x="2623695" y="0"/>
                        </a:lnTo>
                        <a:lnTo>
                          <a:pt x="2927383" y="96632"/>
                        </a:lnTo>
                        <a:lnTo>
                          <a:pt x="2131352" y="432543"/>
                        </a:lnTo>
                        <a:lnTo>
                          <a:pt x="2292399" y="920305"/>
                        </a:lnTo>
                        <a:lnTo>
                          <a:pt x="3076069" y="1228607"/>
                        </a:lnTo>
                        <a:lnTo>
                          <a:pt x="2808172" y="1316375"/>
                        </a:lnTo>
                        <a:lnTo>
                          <a:pt x="1537780" y="750825"/>
                        </a:lnTo>
                        <a:close/>
                      </a:path>
                    </a:pathLst>
                  </a:custGeom>
                  <a:solidFill>
                    <a:schemeClr val="accent2">
                      <a:lumMod val="60000"/>
                      <a:lumOff val="40000"/>
                    </a:schemeClr>
                  </a:solidFill>
                  <a:ln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sp>
                <p:nvSpPr>
                  <p:cNvPr id="628" name="Freeform 627"/>
                  <p:cNvSpPr/>
                  <p:nvPr/>
                </p:nvSpPr>
                <p:spPr bwMode="auto">
                  <a:xfrm>
                    <a:off x="2430678" y="1629243"/>
                    <a:ext cx="703366" cy="112522"/>
                  </a:xfrm>
                  <a:custGeom>
                    <a:avLst/>
                    <a:gdLst>
                      <a:gd name="connsiteX0" fmla="*/ 0 w 3645229"/>
                      <a:gd name="connsiteY0" fmla="*/ 214441 h 923747"/>
                      <a:gd name="connsiteX1" fmla="*/ 659770 w 3645229"/>
                      <a:gd name="connsiteY1" fmla="*/ 16495 h 923747"/>
                      <a:gd name="connsiteX2" fmla="*/ 1814367 w 3645229"/>
                      <a:gd name="connsiteY2" fmla="*/ 511360 h 923747"/>
                      <a:gd name="connsiteX3" fmla="*/ 2968965 w 3645229"/>
                      <a:gd name="connsiteY3" fmla="*/ 0 h 923747"/>
                      <a:gd name="connsiteX4" fmla="*/ 3645229 w 3645229"/>
                      <a:gd name="connsiteY4" fmla="*/ 197946 h 923747"/>
                      <a:gd name="connsiteX5" fmla="*/ 3199884 w 3645229"/>
                      <a:gd name="connsiteY5" fmla="*/ 461874 h 923747"/>
                      <a:gd name="connsiteX6" fmla="*/ 2985459 w 3645229"/>
                      <a:gd name="connsiteY6" fmla="*/ 379396 h 923747"/>
                      <a:gd name="connsiteX7" fmla="*/ 1830861 w 3645229"/>
                      <a:gd name="connsiteY7" fmla="*/ 923747 h 923747"/>
                      <a:gd name="connsiteX8" fmla="*/ 676264 w 3645229"/>
                      <a:gd name="connsiteY8" fmla="*/ 412387 h 923747"/>
                      <a:gd name="connsiteX9" fmla="*/ 527816 w 3645229"/>
                      <a:gd name="connsiteY9" fmla="*/ 478369 h 923747"/>
                      <a:gd name="connsiteX10" fmla="*/ 0 w 3645229"/>
                      <a:gd name="connsiteY10" fmla="*/ 21444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71662 w 3640627"/>
                      <a:gd name="connsiteY8" fmla="*/ 412387 h 923747"/>
                      <a:gd name="connsiteX9" fmla="*/ 523214 w 3640627"/>
                      <a:gd name="connsiteY9" fmla="*/ 478369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71662 w 3640627"/>
                      <a:gd name="connsiteY8" fmla="*/ 412387 h 923747"/>
                      <a:gd name="connsiteX9" fmla="*/ 523214 w 3640627"/>
                      <a:gd name="connsiteY9" fmla="*/ 482971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90067 w 3640627"/>
                      <a:gd name="connsiteY8" fmla="*/ 412387 h 923747"/>
                      <a:gd name="connsiteX9" fmla="*/ 523214 w 3640627"/>
                      <a:gd name="connsiteY9" fmla="*/ 482971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09765 w 3640627"/>
                      <a:gd name="connsiteY2" fmla="*/ 511360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2980857 w 3640627"/>
                      <a:gd name="connsiteY6" fmla="*/ 379396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55778 w 3640627"/>
                      <a:gd name="connsiteY2" fmla="*/ 534367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2980857 w 3640627"/>
                      <a:gd name="connsiteY6" fmla="*/ 379396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55778 w 3640627"/>
                      <a:gd name="connsiteY2" fmla="*/ 534367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3008465 w 3640627"/>
                      <a:gd name="connsiteY6" fmla="*/ 402404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723451"/>
                      <a:gd name="connsiteY0" fmla="*/ 242051 h 946755"/>
                      <a:gd name="connsiteX1" fmla="*/ 655168 w 3723451"/>
                      <a:gd name="connsiteY1" fmla="*/ 16495 h 946755"/>
                      <a:gd name="connsiteX2" fmla="*/ 1855778 w 3723451"/>
                      <a:gd name="connsiteY2" fmla="*/ 534367 h 946755"/>
                      <a:gd name="connsiteX3" fmla="*/ 2964363 w 3723451"/>
                      <a:gd name="connsiteY3" fmla="*/ 0 h 946755"/>
                      <a:gd name="connsiteX4" fmla="*/ 3723451 w 3723451"/>
                      <a:gd name="connsiteY4" fmla="*/ 220954 h 946755"/>
                      <a:gd name="connsiteX5" fmla="*/ 3195282 w 3723451"/>
                      <a:gd name="connsiteY5" fmla="*/ 461874 h 946755"/>
                      <a:gd name="connsiteX6" fmla="*/ 3008465 w 3723451"/>
                      <a:gd name="connsiteY6" fmla="*/ 402404 h 946755"/>
                      <a:gd name="connsiteX7" fmla="*/ 1876873 w 3723451"/>
                      <a:gd name="connsiteY7" fmla="*/ 946755 h 946755"/>
                      <a:gd name="connsiteX8" fmla="*/ 690067 w 3723451"/>
                      <a:gd name="connsiteY8" fmla="*/ 412387 h 946755"/>
                      <a:gd name="connsiteX9" fmla="*/ 523214 w 3723451"/>
                      <a:gd name="connsiteY9" fmla="*/ 482971 h 946755"/>
                      <a:gd name="connsiteX10" fmla="*/ 0 w 3723451"/>
                      <a:gd name="connsiteY10" fmla="*/ 242051 h 946755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95282 w 3723451"/>
                      <a:gd name="connsiteY5" fmla="*/ 448069 h 932950"/>
                      <a:gd name="connsiteX6" fmla="*/ 3008465 w 3723451"/>
                      <a:gd name="connsiteY6" fmla="*/ 388599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95282 w 3723451"/>
                      <a:gd name="connsiteY5" fmla="*/ 448069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86079 w 3723451"/>
                      <a:gd name="connsiteY5" fmla="*/ 461874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86079 w 3723451"/>
                      <a:gd name="connsiteY5" fmla="*/ 461874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711613 w 3723451"/>
                      <a:gd name="connsiteY8" fmla="*/ 413055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3723451" h="932950">
                        <a:moveTo>
                          <a:pt x="0" y="228246"/>
                        </a:moveTo>
                        <a:lnTo>
                          <a:pt x="655168" y="2690"/>
                        </a:lnTo>
                        <a:lnTo>
                          <a:pt x="1855778" y="520562"/>
                        </a:lnTo>
                        <a:lnTo>
                          <a:pt x="3001174" y="0"/>
                        </a:lnTo>
                        <a:lnTo>
                          <a:pt x="3723451" y="207149"/>
                        </a:lnTo>
                        <a:lnTo>
                          <a:pt x="3186079" y="461874"/>
                        </a:lnTo>
                        <a:lnTo>
                          <a:pt x="3013067" y="393200"/>
                        </a:lnTo>
                        <a:lnTo>
                          <a:pt x="1876873" y="932950"/>
                        </a:lnTo>
                        <a:lnTo>
                          <a:pt x="711613" y="413055"/>
                        </a:lnTo>
                        <a:lnTo>
                          <a:pt x="523214" y="469166"/>
                        </a:lnTo>
                        <a:lnTo>
                          <a:pt x="0" y="228246"/>
                        </a:lnTo>
                        <a:close/>
                      </a:path>
                    </a:pathLst>
                  </a:custGeom>
                  <a:solidFill>
                    <a:schemeClr val="accent2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sp>
                <p:nvSpPr>
                  <p:cNvPr id="629" name="Freeform 628"/>
                  <p:cNvSpPr/>
                  <p:nvPr/>
                </p:nvSpPr>
                <p:spPr bwMode="auto">
                  <a:xfrm>
                    <a:off x="2892025" y="1724886"/>
                    <a:ext cx="260927" cy="95643"/>
                  </a:xfrm>
                  <a:custGeom>
                    <a:avLst/>
                    <a:gdLst>
                      <a:gd name="connsiteX0" fmla="*/ 55216 w 1421812"/>
                      <a:gd name="connsiteY0" fmla="*/ 0 h 800665"/>
                      <a:gd name="connsiteX1" fmla="*/ 1421812 w 1421812"/>
                      <a:gd name="connsiteY1" fmla="*/ 625807 h 800665"/>
                      <a:gd name="connsiteX2" fmla="*/ 947874 w 1421812"/>
                      <a:gd name="connsiteY2" fmla="*/ 800665 h 800665"/>
                      <a:gd name="connsiteX3" fmla="*/ 50614 w 1421812"/>
                      <a:gd name="connsiteY3" fmla="*/ 404934 h 800665"/>
                      <a:gd name="connsiteX4" fmla="*/ 0 w 1421812"/>
                      <a:gd name="connsiteY4" fmla="*/ 404934 h 800665"/>
                      <a:gd name="connsiteX5" fmla="*/ 55216 w 1421812"/>
                      <a:gd name="connsiteY5" fmla="*/ 0 h 800665"/>
                      <a:gd name="connsiteX0" fmla="*/ 4602 w 1371198"/>
                      <a:gd name="connsiteY0" fmla="*/ 0 h 800665"/>
                      <a:gd name="connsiteX1" fmla="*/ 1371198 w 1371198"/>
                      <a:gd name="connsiteY1" fmla="*/ 625807 h 800665"/>
                      <a:gd name="connsiteX2" fmla="*/ 897260 w 1371198"/>
                      <a:gd name="connsiteY2" fmla="*/ 800665 h 800665"/>
                      <a:gd name="connsiteX3" fmla="*/ 0 w 1371198"/>
                      <a:gd name="connsiteY3" fmla="*/ 404934 h 800665"/>
                      <a:gd name="connsiteX4" fmla="*/ 4602 w 1371198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9868"/>
                      <a:gd name="connsiteX1" fmla="*/ 1366596 w 1366596"/>
                      <a:gd name="connsiteY1" fmla="*/ 625807 h 809868"/>
                      <a:gd name="connsiteX2" fmla="*/ 865050 w 1366596"/>
                      <a:gd name="connsiteY2" fmla="*/ 809868 h 809868"/>
                      <a:gd name="connsiteX3" fmla="*/ 4601 w 1366596"/>
                      <a:gd name="connsiteY3" fmla="*/ 427942 h 809868"/>
                      <a:gd name="connsiteX4" fmla="*/ 0 w 1366596"/>
                      <a:gd name="connsiteY4" fmla="*/ 0 h 80986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66596" h="809868">
                        <a:moveTo>
                          <a:pt x="0" y="0"/>
                        </a:moveTo>
                        <a:lnTo>
                          <a:pt x="1366596" y="625807"/>
                        </a:lnTo>
                        <a:lnTo>
                          <a:pt x="865050" y="809868"/>
                        </a:lnTo>
                        <a:lnTo>
                          <a:pt x="4601" y="427942"/>
                        </a:lnTo>
                        <a:cubicBezTo>
                          <a:pt x="-1535" y="105836"/>
                          <a:pt x="1534" y="142647"/>
                          <a:pt x="0" y="0"/>
                        </a:cubicBezTo>
                        <a:close/>
                      </a:path>
                    </a:pathLst>
                  </a:custGeom>
                  <a:solidFill>
                    <a:schemeClr val="accent2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sp>
                <p:nvSpPr>
                  <p:cNvPr id="630" name="Freeform 629"/>
                  <p:cNvSpPr/>
                  <p:nvPr/>
                </p:nvSpPr>
                <p:spPr bwMode="auto">
                  <a:xfrm>
                    <a:off x="2419334" y="1727698"/>
                    <a:ext cx="253362" cy="92831"/>
                  </a:xfrm>
                  <a:custGeom>
                    <a:avLst/>
                    <a:gdLst>
                      <a:gd name="connsiteX0" fmla="*/ 1329786 w 1348191"/>
                      <a:gd name="connsiteY0" fmla="*/ 0 h 809869"/>
                      <a:gd name="connsiteX1" fmla="*/ 1348191 w 1348191"/>
                      <a:gd name="connsiteY1" fmla="*/ 400333 h 809869"/>
                      <a:gd name="connsiteX2" fmla="*/ 487742 w 1348191"/>
                      <a:gd name="connsiteY2" fmla="*/ 809869 h 809869"/>
                      <a:gd name="connsiteX3" fmla="*/ 0 w 1348191"/>
                      <a:gd name="connsiteY3" fmla="*/ 630409 h 809869"/>
                      <a:gd name="connsiteX4" fmla="*/ 1329786 w 1348191"/>
                      <a:gd name="connsiteY4" fmla="*/ 0 h 809869"/>
                      <a:gd name="connsiteX0" fmla="*/ 1329786 w 1348191"/>
                      <a:gd name="connsiteY0" fmla="*/ 0 h 791462"/>
                      <a:gd name="connsiteX1" fmla="*/ 1348191 w 1348191"/>
                      <a:gd name="connsiteY1" fmla="*/ 381926 h 791462"/>
                      <a:gd name="connsiteX2" fmla="*/ 487742 w 1348191"/>
                      <a:gd name="connsiteY2" fmla="*/ 791462 h 791462"/>
                      <a:gd name="connsiteX3" fmla="*/ 0 w 1348191"/>
                      <a:gd name="connsiteY3" fmla="*/ 612002 h 791462"/>
                      <a:gd name="connsiteX4" fmla="*/ 1329786 w 1348191"/>
                      <a:gd name="connsiteY4" fmla="*/ 0 h 79146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48191" h="791462">
                        <a:moveTo>
                          <a:pt x="1329786" y="0"/>
                        </a:moveTo>
                        <a:lnTo>
                          <a:pt x="1348191" y="381926"/>
                        </a:lnTo>
                        <a:lnTo>
                          <a:pt x="487742" y="791462"/>
                        </a:lnTo>
                        <a:lnTo>
                          <a:pt x="0" y="612002"/>
                        </a:lnTo>
                        <a:lnTo>
                          <a:pt x="1329786" y="0"/>
                        </a:lnTo>
                        <a:close/>
                      </a:path>
                    </a:pathLst>
                  </a:custGeom>
                  <a:solidFill>
                    <a:schemeClr val="accent2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cxnSp>
                <p:nvCxnSpPr>
                  <p:cNvPr id="631" name="Straight Connector 630"/>
                  <p:cNvCxnSpPr>
                    <a:endCxn id="626" idx="2"/>
                  </p:cNvCxnSpPr>
                  <p:nvPr/>
                </p:nvCxnSpPr>
                <p:spPr bwMode="auto">
                  <a:xfrm flipH="1" flipV="1">
                    <a:off x="2184879" y="1722072"/>
                    <a:ext cx="3780" cy="120962"/>
                  </a:xfrm>
                  <a:prstGeom prst="line">
                    <a:avLst/>
                  </a:prstGeom>
                  <a:ln w="6350" cmpd="sng">
                    <a:solidFill>
                      <a:schemeClr val="tx1"/>
                    </a:solidFill>
                  </a:ln>
                  <a:effectLst>
                    <a:outerShdw blurRad="40005" dist="19939" dir="5400000" algn="tl" rotWithShape="0">
                      <a:srgbClr val="000000">
                        <a:alpha val="38000"/>
                      </a:srgbClr>
                    </a:outerShdw>
                  </a:effectLst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32" name="Straight Connector 631"/>
                  <p:cNvCxnSpPr/>
                  <p:nvPr/>
                </p:nvCxnSpPr>
                <p:spPr bwMode="auto">
                  <a:xfrm flipH="1" flipV="1">
                    <a:off x="3379845" y="1730512"/>
                    <a:ext cx="3780" cy="120960"/>
                  </a:xfrm>
                  <a:prstGeom prst="line">
                    <a:avLst/>
                  </a:prstGeom>
                  <a:ln w="6350" cmpd="sng">
                    <a:solidFill>
                      <a:schemeClr val="tx1"/>
                    </a:solidFill>
                  </a:ln>
                  <a:effectLst>
                    <a:outerShdw blurRad="40005" dist="19939" dir="5400000" algn="tl" rotWithShape="0">
                      <a:srgbClr val="000000">
                        <a:alpha val="38000"/>
                      </a:srgbClr>
                    </a:outerShdw>
                  </a:effectLst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</p:grpSp>
        <p:grpSp>
          <p:nvGrpSpPr>
            <p:cNvPr id="28" name="Group 27"/>
            <p:cNvGrpSpPr/>
            <p:nvPr/>
          </p:nvGrpSpPr>
          <p:grpSpPr>
            <a:xfrm>
              <a:off x="2381956" y="2010251"/>
              <a:ext cx="4415330" cy="2315048"/>
              <a:chOff x="2381956" y="2435173"/>
              <a:chExt cx="4415330" cy="2315048"/>
            </a:xfrm>
          </p:grpSpPr>
          <p:sp>
            <p:nvSpPr>
              <p:cNvPr id="391" name="Freeform 390"/>
              <p:cNvSpPr/>
              <p:nvPr/>
            </p:nvSpPr>
            <p:spPr>
              <a:xfrm>
                <a:off x="2381956" y="2439629"/>
                <a:ext cx="297540" cy="1743187"/>
              </a:xfrm>
              <a:custGeom>
                <a:avLst/>
                <a:gdLst>
                  <a:gd name="connsiteX0" fmla="*/ 307275 w 307275"/>
                  <a:gd name="connsiteY0" fmla="*/ 0 h 1659441"/>
                  <a:gd name="connsiteX1" fmla="*/ 0 w 307275"/>
                  <a:gd name="connsiteY1" fmla="*/ 0 h 1659441"/>
                  <a:gd name="connsiteX2" fmla="*/ 0 w 307275"/>
                  <a:gd name="connsiteY2" fmla="*/ 1659441 h 1659441"/>
                  <a:gd name="connsiteX0" fmla="*/ 307275 w 307275"/>
                  <a:gd name="connsiteY0" fmla="*/ 0 h 2015941"/>
                  <a:gd name="connsiteX1" fmla="*/ 0 w 307275"/>
                  <a:gd name="connsiteY1" fmla="*/ 0 h 2015941"/>
                  <a:gd name="connsiteX2" fmla="*/ 0 w 307275"/>
                  <a:gd name="connsiteY2" fmla="*/ 2015941 h 2015941"/>
                  <a:gd name="connsiteX0" fmla="*/ 228538 w 228538"/>
                  <a:gd name="connsiteY0" fmla="*/ 0 h 2022548"/>
                  <a:gd name="connsiteX1" fmla="*/ 0 w 228538"/>
                  <a:gd name="connsiteY1" fmla="*/ 6607 h 2022548"/>
                  <a:gd name="connsiteX2" fmla="*/ 0 w 228538"/>
                  <a:gd name="connsiteY2" fmla="*/ 2022548 h 20225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28538" h="2022548">
                    <a:moveTo>
                      <a:pt x="228538" y="0"/>
                    </a:moveTo>
                    <a:lnTo>
                      <a:pt x="0" y="6607"/>
                    </a:lnTo>
                    <a:lnTo>
                      <a:pt x="0" y="2022548"/>
                    </a:lnTo>
                  </a:path>
                </a:pathLst>
              </a:custGeom>
              <a:ln w="31750">
                <a:solidFill>
                  <a:srgbClr val="CC0000"/>
                </a:solidFill>
                <a:headEnd type="triangle"/>
                <a:tailEnd type="triangl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>
                  <a:solidFill>
                    <a:srgbClr val="CC0000"/>
                  </a:solidFill>
                </a:endParaRPr>
              </a:p>
            </p:txBody>
          </p:sp>
          <p:sp>
            <p:nvSpPr>
              <p:cNvPr id="392" name="Freeform 391"/>
              <p:cNvSpPr/>
              <p:nvPr/>
            </p:nvSpPr>
            <p:spPr>
              <a:xfrm flipH="1">
                <a:off x="6411524" y="2435173"/>
                <a:ext cx="385762" cy="2300562"/>
              </a:xfrm>
              <a:custGeom>
                <a:avLst/>
                <a:gdLst>
                  <a:gd name="connsiteX0" fmla="*/ 307275 w 307275"/>
                  <a:gd name="connsiteY0" fmla="*/ 0 h 1659441"/>
                  <a:gd name="connsiteX1" fmla="*/ 0 w 307275"/>
                  <a:gd name="connsiteY1" fmla="*/ 0 h 1659441"/>
                  <a:gd name="connsiteX2" fmla="*/ 0 w 307275"/>
                  <a:gd name="connsiteY2" fmla="*/ 1659441 h 1659441"/>
                  <a:gd name="connsiteX0" fmla="*/ 307275 w 307275"/>
                  <a:gd name="connsiteY0" fmla="*/ 0 h 2117725"/>
                  <a:gd name="connsiteX1" fmla="*/ 0 w 307275"/>
                  <a:gd name="connsiteY1" fmla="*/ 0 h 2117725"/>
                  <a:gd name="connsiteX2" fmla="*/ 0 w 307275"/>
                  <a:gd name="connsiteY2" fmla="*/ 2117725 h 2117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07275" h="2117725">
                    <a:moveTo>
                      <a:pt x="307275" y="0"/>
                    </a:moveTo>
                    <a:lnTo>
                      <a:pt x="0" y="0"/>
                    </a:lnTo>
                    <a:lnTo>
                      <a:pt x="0" y="2117725"/>
                    </a:lnTo>
                  </a:path>
                </a:pathLst>
              </a:custGeom>
              <a:ln w="31750">
                <a:solidFill>
                  <a:srgbClr val="CC0000"/>
                </a:solidFill>
                <a:headEnd type="triangle"/>
                <a:tailEnd type="triangl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/>
              </a:p>
            </p:txBody>
          </p:sp>
          <p:cxnSp>
            <p:nvCxnSpPr>
              <p:cNvPr id="393" name="Straight Arrow Connector 392"/>
              <p:cNvCxnSpPr/>
              <p:nvPr/>
            </p:nvCxnSpPr>
            <p:spPr>
              <a:xfrm flipV="1">
                <a:off x="5791457" y="2687586"/>
                <a:ext cx="8309" cy="2062635"/>
              </a:xfrm>
              <a:prstGeom prst="straightConnector1">
                <a:avLst/>
              </a:prstGeom>
              <a:ln w="31750">
                <a:solidFill>
                  <a:srgbClr val="CC0000"/>
                </a:solidFill>
                <a:headEnd type="triangle"/>
                <a:tailEnd type="triangl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4" name="Straight Arrow Connector 393"/>
              <p:cNvCxnSpPr/>
              <p:nvPr/>
            </p:nvCxnSpPr>
            <p:spPr>
              <a:xfrm flipV="1">
                <a:off x="4598735" y="2708225"/>
                <a:ext cx="18344" cy="2037167"/>
              </a:xfrm>
              <a:prstGeom prst="straightConnector1">
                <a:avLst/>
              </a:prstGeom>
              <a:ln w="31750">
                <a:solidFill>
                  <a:srgbClr val="CC0000"/>
                </a:solidFill>
                <a:headEnd type="triangle"/>
                <a:tailEnd type="triangl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5" name="Straight Arrow Connector 394"/>
              <p:cNvCxnSpPr/>
              <p:nvPr/>
            </p:nvCxnSpPr>
            <p:spPr>
              <a:xfrm flipH="1" flipV="1">
                <a:off x="3807455" y="2762199"/>
                <a:ext cx="9009" cy="1983193"/>
              </a:xfrm>
              <a:prstGeom prst="straightConnector1">
                <a:avLst/>
              </a:prstGeom>
              <a:ln w="31750">
                <a:solidFill>
                  <a:srgbClr val="CC0000"/>
                </a:solidFill>
                <a:headEnd type="triangle"/>
                <a:tailEnd type="triangl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62" name="Group 347"/>
            <p:cNvGrpSpPr>
              <a:grpSpLocks/>
            </p:cNvGrpSpPr>
            <p:nvPr/>
          </p:nvGrpSpPr>
          <p:grpSpPr bwMode="auto">
            <a:xfrm>
              <a:off x="5856401" y="5478592"/>
              <a:ext cx="588970" cy="242608"/>
              <a:chOff x="1871277" y="1576300"/>
              <a:chExt cx="1128371" cy="437861"/>
            </a:xfrm>
          </p:grpSpPr>
          <p:sp>
            <p:nvSpPr>
              <p:cNvPr id="363" name="Oval 362"/>
              <p:cNvSpPr/>
              <p:nvPr/>
            </p:nvSpPr>
            <p:spPr bwMode="auto">
              <a:xfrm flipV="1">
                <a:off x="1874446" y="1694641"/>
                <a:ext cx="1125202" cy="319520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2">
                      <a:lumMod val="75000"/>
                    </a:schemeClr>
                  </a:gs>
                  <a:gs pos="5300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accent2">
                      <a:lumMod val="75000"/>
                    </a:schemeClr>
                  </a:gs>
                </a:gsLst>
                <a:lin ang="0" scaled="1"/>
                <a:tileRect/>
              </a:gradFill>
              <a:ln w="6350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>
                  <a:ln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364" name="Rectangle 363"/>
              <p:cNvSpPr/>
              <p:nvPr/>
            </p:nvSpPr>
            <p:spPr bwMode="auto">
              <a:xfrm>
                <a:off x="1871277" y="1739611"/>
                <a:ext cx="1128371" cy="115973"/>
              </a:xfrm>
              <a:prstGeom prst="rect">
                <a:avLst/>
              </a:prstGeom>
              <a:gradFill>
                <a:gsLst>
                  <a:gs pos="0">
                    <a:schemeClr val="accent2">
                      <a:lumMod val="75000"/>
                    </a:schemeClr>
                  </a:gs>
                  <a:gs pos="5300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accent2">
                      <a:lumMod val="75000"/>
                    </a:schemeClr>
                  </a:gs>
                </a:gsLst>
                <a:lin ang="10800000" scaled="0"/>
              </a:gradFill>
              <a:ln w="25400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365" name="Oval 364"/>
              <p:cNvSpPr/>
              <p:nvPr/>
            </p:nvSpPr>
            <p:spPr bwMode="auto">
              <a:xfrm flipV="1">
                <a:off x="1871277" y="1576300"/>
                <a:ext cx="1125200" cy="31952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 w="6350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>
                  <a:ln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366" name="Freeform 365"/>
              <p:cNvSpPr/>
              <p:nvPr/>
            </p:nvSpPr>
            <p:spPr bwMode="auto">
              <a:xfrm>
                <a:off x="2159708" y="1673340"/>
                <a:ext cx="548339" cy="160943"/>
              </a:xfrm>
              <a:custGeom>
                <a:avLst/>
                <a:gdLst>
                  <a:gd name="connsiteX0" fmla="*/ 1486231 w 2944854"/>
                  <a:gd name="connsiteY0" fmla="*/ 727041 h 1302232"/>
                  <a:gd name="connsiteX1" fmla="*/ 257675 w 2944854"/>
                  <a:gd name="connsiteY1" fmla="*/ 1302232 h 1302232"/>
                  <a:gd name="connsiteX2" fmla="*/ 0 w 2944854"/>
                  <a:gd name="connsiteY2" fmla="*/ 1228607 h 1302232"/>
                  <a:gd name="connsiteX3" fmla="*/ 911064 w 2944854"/>
                  <a:gd name="connsiteY3" fmla="*/ 837478 h 1302232"/>
                  <a:gd name="connsiteX4" fmla="*/ 883456 w 2944854"/>
                  <a:gd name="connsiteY4" fmla="*/ 450949 h 1302232"/>
                  <a:gd name="connsiteX5" fmla="*/ 161047 w 2944854"/>
                  <a:gd name="connsiteY5" fmla="*/ 119640 h 1302232"/>
                  <a:gd name="connsiteX6" fmla="*/ 404917 w 2944854"/>
                  <a:gd name="connsiteY6" fmla="*/ 50617 h 1302232"/>
                  <a:gd name="connsiteX7" fmla="*/ 1477028 w 2944854"/>
                  <a:gd name="connsiteY7" fmla="*/ 501566 h 1302232"/>
                  <a:gd name="connsiteX8" fmla="*/ 2572146 w 2944854"/>
                  <a:gd name="connsiteY8" fmla="*/ 0 h 1302232"/>
                  <a:gd name="connsiteX9" fmla="*/ 2875834 w 2944854"/>
                  <a:gd name="connsiteY9" fmla="*/ 96632 h 1302232"/>
                  <a:gd name="connsiteX10" fmla="*/ 2079803 w 2944854"/>
                  <a:gd name="connsiteY10" fmla="*/ 432543 h 1302232"/>
                  <a:gd name="connsiteX11" fmla="*/ 2240850 w 2944854"/>
                  <a:gd name="connsiteY11" fmla="*/ 920305 h 1302232"/>
                  <a:gd name="connsiteX12" fmla="*/ 2944854 w 2944854"/>
                  <a:gd name="connsiteY12" fmla="*/ 1228607 h 1302232"/>
                  <a:gd name="connsiteX13" fmla="*/ 2733192 w 2944854"/>
                  <a:gd name="connsiteY13" fmla="*/ 1297630 h 1302232"/>
                  <a:gd name="connsiteX14" fmla="*/ 1486231 w 2944854"/>
                  <a:gd name="connsiteY14" fmla="*/ 727041 h 1302232"/>
                  <a:gd name="connsiteX0" fmla="*/ 1486231 w 2944854"/>
                  <a:gd name="connsiteY0" fmla="*/ 727041 h 1316375"/>
                  <a:gd name="connsiteX1" fmla="*/ 257675 w 2944854"/>
                  <a:gd name="connsiteY1" fmla="*/ 1302232 h 1316375"/>
                  <a:gd name="connsiteX2" fmla="*/ 0 w 2944854"/>
                  <a:gd name="connsiteY2" fmla="*/ 1228607 h 1316375"/>
                  <a:gd name="connsiteX3" fmla="*/ 911064 w 2944854"/>
                  <a:gd name="connsiteY3" fmla="*/ 837478 h 1316375"/>
                  <a:gd name="connsiteX4" fmla="*/ 883456 w 2944854"/>
                  <a:gd name="connsiteY4" fmla="*/ 450949 h 1316375"/>
                  <a:gd name="connsiteX5" fmla="*/ 161047 w 2944854"/>
                  <a:gd name="connsiteY5" fmla="*/ 119640 h 1316375"/>
                  <a:gd name="connsiteX6" fmla="*/ 404917 w 2944854"/>
                  <a:gd name="connsiteY6" fmla="*/ 50617 h 1316375"/>
                  <a:gd name="connsiteX7" fmla="*/ 1477028 w 2944854"/>
                  <a:gd name="connsiteY7" fmla="*/ 501566 h 1316375"/>
                  <a:gd name="connsiteX8" fmla="*/ 2572146 w 2944854"/>
                  <a:gd name="connsiteY8" fmla="*/ 0 h 1316375"/>
                  <a:gd name="connsiteX9" fmla="*/ 2875834 w 2944854"/>
                  <a:gd name="connsiteY9" fmla="*/ 96632 h 1316375"/>
                  <a:gd name="connsiteX10" fmla="*/ 2079803 w 2944854"/>
                  <a:gd name="connsiteY10" fmla="*/ 432543 h 1316375"/>
                  <a:gd name="connsiteX11" fmla="*/ 2240850 w 2944854"/>
                  <a:gd name="connsiteY11" fmla="*/ 920305 h 1316375"/>
                  <a:gd name="connsiteX12" fmla="*/ 2944854 w 2944854"/>
                  <a:gd name="connsiteY12" fmla="*/ 1228607 h 1316375"/>
                  <a:gd name="connsiteX13" fmla="*/ 2756623 w 2944854"/>
                  <a:gd name="connsiteY13" fmla="*/ 1316375 h 1316375"/>
                  <a:gd name="connsiteX14" fmla="*/ 1486231 w 2944854"/>
                  <a:gd name="connsiteY14" fmla="*/ 727041 h 1316375"/>
                  <a:gd name="connsiteX0" fmla="*/ 1486231 w 3024520"/>
                  <a:gd name="connsiteY0" fmla="*/ 727041 h 1316375"/>
                  <a:gd name="connsiteX1" fmla="*/ 257675 w 3024520"/>
                  <a:gd name="connsiteY1" fmla="*/ 1302232 h 1316375"/>
                  <a:gd name="connsiteX2" fmla="*/ 0 w 3024520"/>
                  <a:gd name="connsiteY2" fmla="*/ 1228607 h 1316375"/>
                  <a:gd name="connsiteX3" fmla="*/ 911064 w 3024520"/>
                  <a:gd name="connsiteY3" fmla="*/ 837478 h 1316375"/>
                  <a:gd name="connsiteX4" fmla="*/ 883456 w 3024520"/>
                  <a:gd name="connsiteY4" fmla="*/ 450949 h 1316375"/>
                  <a:gd name="connsiteX5" fmla="*/ 161047 w 3024520"/>
                  <a:gd name="connsiteY5" fmla="*/ 119640 h 1316375"/>
                  <a:gd name="connsiteX6" fmla="*/ 404917 w 3024520"/>
                  <a:gd name="connsiteY6" fmla="*/ 50617 h 1316375"/>
                  <a:gd name="connsiteX7" fmla="*/ 1477028 w 3024520"/>
                  <a:gd name="connsiteY7" fmla="*/ 501566 h 1316375"/>
                  <a:gd name="connsiteX8" fmla="*/ 2572146 w 3024520"/>
                  <a:gd name="connsiteY8" fmla="*/ 0 h 1316375"/>
                  <a:gd name="connsiteX9" fmla="*/ 2875834 w 3024520"/>
                  <a:gd name="connsiteY9" fmla="*/ 96632 h 1316375"/>
                  <a:gd name="connsiteX10" fmla="*/ 2079803 w 3024520"/>
                  <a:gd name="connsiteY10" fmla="*/ 432543 h 1316375"/>
                  <a:gd name="connsiteX11" fmla="*/ 2240850 w 3024520"/>
                  <a:gd name="connsiteY11" fmla="*/ 920305 h 1316375"/>
                  <a:gd name="connsiteX12" fmla="*/ 3024520 w 3024520"/>
                  <a:gd name="connsiteY12" fmla="*/ 1228607 h 1316375"/>
                  <a:gd name="connsiteX13" fmla="*/ 2756623 w 3024520"/>
                  <a:gd name="connsiteY13" fmla="*/ 1316375 h 1316375"/>
                  <a:gd name="connsiteX14" fmla="*/ 1486231 w 3024520"/>
                  <a:gd name="connsiteY14" fmla="*/ 727041 h 1316375"/>
                  <a:gd name="connsiteX0" fmla="*/ 1537780 w 3076069"/>
                  <a:gd name="connsiteY0" fmla="*/ 727041 h 1316375"/>
                  <a:gd name="connsiteX1" fmla="*/ 309224 w 3076069"/>
                  <a:gd name="connsiteY1" fmla="*/ 1302232 h 1316375"/>
                  <a:gd name="connsiteX2" fmla="*/ 0 w 3076069"/>
                  <a:gd name="connsiteY2" fmla="*/ 1228607 h 1316375"/>
                  <a:gd name="connsiteX3" fmla="*/ 962613 w 3076069"/>
                  <a:gd name="connsiteY3" fmla="*/ 837478 h 1316375"/>
                  <a:gd name="connsiteX4" fmla="*/ 935005 w 3076069"/>
                  <a:gd name="connsiteY4" fmla="*/ 450949 h 1316375"/>
                  <a:gd name="connsiteX5" fmla="*/ 212596 w 3076069"/>
                  <a:gd name="connsiteY5" fmla="*/ 119640 h 1316375"/>
                  <a:gd name="connsiteX6" fmla="*/ 456466 w 3076069"/>
                  <a:gd name="connsiteY6" fmla="*/ 50617 h 1316375"/>
                  <a:gd name="connsiteX7" fmla="*/ 1528577 w 3076069"/>
                  <a:gd name="connsiteY7" fmla="*/ 501566 h 1316375"/>
                  <a:gd name="connsiteX8" fmla="*/ 2623695 w 3076069"/>
                  <a:gd name="connsiteY8" fmla="*/ 0 h 1316375"/>
                  <a:gd name="connsiteX9" fmla="*/ 2927383 w 3076069"/>
                  <a:gd name="connsiteY9" fmla="*/ 96632 h 1316375"/>
                  <a:gd name="connsiteX10" fmla="*/ 2131352 w 3076069"/>
                  <a:gd name="connsiteY10" fmla="*/ 432543 h 1316375"/>
                  <a:gd name="connsiteX11" fmla="*/ 2292399 w 3076069"/>
                  <a:gd name="connsiteY11" fmla="*/ 920305 h 1316375"/>
                  <a:gd name="connsiteX12" fmla="*/ 3076069 w 3076069"/>
                  <a:gd name="connsiteY12" fmla="*/ 1228607 h 1316375"/>
                  <a:gd name="connsiteX13" fmla="*/ 2808172 w 3076069"/>
                  <a:gd name="connsiteY13" fmla="*/ 1316375 h 1316375"/>
                  <a:gd name="connsiteX14" fmla="*/ 1537780 w 3076069"/>
                  <a:gd name="connsiteY14" fmla="*/ 727041 h 1316375"/>
                  <a:gd name="connsiteX0" fmla="*/ 1537780 w 3076069"/>
                  <a:gd name="connsiteY0" fmla="*/ 727041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27041 h 1321259"/>
                  <a:gd name="connsiteX0" fmla="*/ 1537780 w 3076069"/>
                  <a:gd name="connsiteY0" fmla="*/ 750825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50825 h 13212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3076069" h="132125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367" name="Freeform 366"/>
              <p:cNvSpPr/>
              <p:nvPr/>
            </p:nvSpPr>
            <p:spPr bwMode="auto">
              <a:xfrm>
                <a:off x="2102655" y="1633103"/>
                <a:ext cx="662444" cy="111241"/>
              </a:xfrm>
              <a:custGeom>
                <a:avLst/>
                <a:gdLst>
                  <a:gd name="connsiteX0" fmla="*/ 0 w 3645229"/>
                  <a:gd name="connsiteY0" fmla="*/ 214441 h 923747"/>
                  <a:gd name="connsiteX1" fmla="*/ 659770 w 3645229"/>
                  <a:gd name="connsiteY1" fmla="*/ 16495 h 923747"/>
                  <a:gd name="connsiteX2" fmla="*/ 1814367 w 3645229"/>
                  <a:gd name="connsiteY2" fmla="*/ 511360 h 923747"/>
                  <a:gd name="connsiteX3" fmla="*/ 2968965 w 3645229"/>
                  <a:gd name="connsiteY3" fmla="*/ 0 h 923747"/>
                  <a:gd name="connsiteX4" fmla="*/ 3645229 w 3645229"/>
                  <a:gd name="connsiteY4" fmla="*/ 197946 h 923747"/>
                  <a:gd name="connsiteX5" fmla="*/ 3199884 w 3645229"/>
                  <a:gd name="connsiteY5" fmla="*/ 461874 h 923747"/>
                  <a:gd name="connsiteX6" fmla="*/ 2985459 w 3645229"/>
                  <a:gd name="connsiteY6" fmla="*/ 379396 h 923747"/>
                  <a:gd name="connsiteX7" fmla="*/ 1830861 w 3645229"/>
                  <a:gd name="connsiteY7" fmla="*/ 923747 h 923747"/>
                  <a:gd name="connsiteX8" fmla="*/ 676264 w 3645229"/>
                  <a:gd name="connsiteY8" fmla="*/ 412387 h 923747"/>
                  <a:gd name="connsiteX9" fmla="*/ 527816 w 3645229"/>
                  <a:gd name="connsiteY9" fmla="*/ 478369 h 923747"/>
                  <a:gd name="connsiteX10" fmla="*/ 0 w 3645229"/>
                  <a:gd name="connsiteY10" fmla="*/ 21444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71662 w 3640627"/>
                  <a:gd name="connsiteY8" fmla="*/ 412387 h 923747"/>
                  <a:gd name="connsiteX9" fmla="*/ 523214 w 3640627"/>
                  <a:gd name="connsiteY9" fmla="*/ 478369 h 923747"/>
                  <a:gd name="connsiteX10" fmla="*/ 0 w 3640627"/>
                  <a:gd name="connsiteY10" fmla="*/ 24205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71662 w 3640627"/>
                  <a:gd name="connsiteY8" fmla="*/ 412387 h 923747"/>
                  <a:gd name="connsiteX9" fmla="*/ 523214 w 3640627"/>
                  <a:gd name="connsiteY9" fmla="*/ 482971 h 923747"/>
                  <a:gd name="connsiteX10" fmla="*/ 0 w 3640627"/>
                  <a:gd name="connsiteY10" fmla="*/ 24205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90067 w 3640627"/>
                  <a:gd name="connsiteY8" fmla="*/ 412387 h 923747"/>
                  <a:gd name="connsiteX9" fmla="*/ 523214 w 3640627"/>
                  <a:gd name="connsiteY9" fmla="*/ 482971 h 923747"/>
                  <a:gd name="connsiteX10" fmla="*/ 0 w 3640627"/>
                  <a:gd name="connsiteY10" fmla="*/ 242051 h 923747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09765 w 3640627"/>
                  <a:gd name="connsiteY2" fmla="*/ 511360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2980857 w 3640627"/>
                  <a:gd name="connsiteY6" fmla="*/ 379396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55778 w 3640627"/>
                  <a:gd name="connsiteY2" fmla="*/ 534367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2980857 w 3640627"/>
                  <a:gd name="connsiteY6" fmla="*/ 379396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55778 w 3640627"/>
                  <a:gd name="connsiteY2" fmla="*/ 534367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3008465 w 3640627"/>
                  <a:gd name="connsiteY6" fmla="*/ 402404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723451"/>
                  <a:gd name="connsiteY0" fmla="*/ 242051 h 946755"/>
                  <a:gd name="connsiteX1" fmla="*/ 655168 w 3723451"/>
                  <a:gd name="connsiteY1" fmla="*/ 16495 h 946755"/>
                  <a:gd name="connsiteX2" fmla="*/ 1855778 w 3723451"/>
                  <a:gd name="connsiteY2" fmla="*/ 534367 h 946755"/>
                  <a:gd name="connsiteX3" fmla="*/ 2964363 w 3723451"/>
                  <a:gd name="connsiteY3" fmla="*/ 0 h 946755"/>
                  <a:gd name="connsiteX4" fmla="*/ 3723451 w 3723451"/>
                  <a:gd name="connsiteY4" fmla="*/ 220954 h 946755"/>
                  <a:gd name="connsiteX5" fmla="*/ 3195282 w 3723451"/>
                  <a:gd name="connsiteY5" fmla="*/ 461874 h 946755"/>
                  <a:gd name="connsiteX6" fmla="*/ 3008465 w 3723451"/>
                  <a:gd name="connsiteY6" fmla="*/ 402404 h 946755"/>
                  <a:gd name="connsiteX7" fmla="*/ 1876873 w 3723451"/>
                  <a:gd name="connsiteY7" fmla="*/ 946755 h 946755"/>
                  <a:gd name="connsiteX8" fmla="*/ 690067 w 3723451"/>
                  <a:gd name="connsiteY8" fmla="*/ 412387 h 946755"/>
                  <a:gd name="connsiteX9" fmla="*/ 523214 w 3723451"/>
                  <a:gd name="connsiteY9" fmla="*/ 482971 h 946755"/>
                  <a:gd name="connsiteX10" fmla="*/ 0 w 3723451"/>
                  <a:gd name="connsiteY10" fmla="*/ 242051 h 946755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95282 w 3723451"/>
                  <a:gd name="connsiteY5" fmla="*/ 448069 h 932950"/>
                  <a:gd name="connsiteX6" fmla="*/ 3008465 w 3723451"/>
                  <a:gd name="connsiteY6" fmla="*/ 388599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95282 w 3723451"/>
                  <a:gd name="connsiteY5" fmla="*/ 448069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86079 w 3723451"/>
                  <a:gd name="connsiteY5" fmla="*/ 461874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86079 w 3723451"/>
                  <a:gd name="connsiteY5" fmla="*/ 461874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711613 w 3723451"/>
                  <a:gd name="connsiteY8" fmla="*/ 413055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723451" h="932950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368" name="Freeform 367"/>
              <p:cNvSpPr/>
              <p:nvPr/>
            </p:nvSpPr>
            <p:spPr bwMode="auto">
              <a:xfrm>
                <a:off x="2536889" y="1727776"/>
                <a:ext cx="244057" cy="97040"/>
              </a:xfrm>
              <a:custGeom>
                <a:avLst/>
                <a:gdLst>
                  <a:gd name="connsiteX0" fmla="*/ 55216 w 1421812"/>
                  <a:gd name="connsiteY0" fmla="*/ 0 h 800665"/>
                  <a:gd name="connsiteX1" fmla="*/ 1421812 w 1421812"/>
                  <a:gd name="connsiteY1" fmla="*/ 625807 h 800665"/>
                  <a:gd name="connsiteX2" fmla="*/ 947874 w 1421812"/>
                  <a:gd name="connsiteY2" fmla="*/ 800665 h 800665"/>
                  <a:gd name="connsiteX3" fmla="*/ 50614 w 1421812"/>
                  <a:gd name="connsiteY3" fmla="*/ 404934 h 800665"/>
                  <a:gd name="connsiteX4" fmla="*/ 0 w 1421812"/>
                  <a:gd name="connsiteY4" fmla="*/ 404934 h 800665"/>
                  <a:gd name="connsiteX5" fmla="*/ 55216 w 1421812"/>
                  <a:gd name="connsiteY5" fmla="*/ 0 h 800665"/>
                  <a:gd name="connsiteX0" fmla="*/ 4602 w 1371198"/>
                  <a:gd name="connsiteY0" fmla="*/ 0 h 800665"/>
                  <a:gd name="connsiteX1" fmla="*/ 1371198 w 1371198"/>
                  <a:gd name="connsiteY1" fmla="*/ 625807 h 800665"/>
                  <a:gd name="connsiteX2" fmla="*/ 897260 w 1371198"/>
                  <a:gd name="connsiteY2" fmla="*/ 800665 h 800665"/>
                  <a:gd name="connsiteX3" fmla="*/ 0 w 1371198"/>
                  <a:gd name="connsiteY3" fmla="*/ 404934 h 800665"/>
                  <a:gd name="connsiteX4" fmla="*/ 4602 w 1371198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9868"/>
                  <a:gd name="connsiteX1" fmla="*/ 1366596 w 1366596"/>
                  <a:gd name="connsiteY1" fmla="*/ 625807 h 809868"/>
                  <a:gd name="connsiteX2" fmla="*/ 865050 w 1366596"/>
                  <a:gd name="connsiteY2" fmla="*/ 809868 h 809868"/>
                  <a:gd name="connsiteX3" fmla="*/ 4601 w 1366596"/>
                  <a:gd name="connsiteY3" fmla="*/ 427942 h 809868"/>
                  <a:gd name="connsiteX4" fmla="*/ 0 w 1366596"/>
                  <a:gd name="connsiteY4" fmla="*/ 0 h 8098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6596" h="809868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369" name="Freeform 368"/>
              <p:cNvSpPr/>
              <p:nvPr/>
            </p:nvSpPr>
            <p:spPr bwMode="auto">
              <a:xfrm>
                <a:off x="2089977" y="1730144"/>
                <a:ext cx="240888" cy="97039"/>
              </a:xfrm>
              <a:custGeom>
                <a:avLst/>
                <a:gdLst>
                  <a:gd name="connsiteX0" fmla="*/ 1329786 w 1348191"/>
                  <a:gd name="connsiteY0" fmla="*/ 0 h 809869"/>
                  <a:gd name="connsiteX1" fmla="*/ 1348191 w 1348191"/>
                  <a:gd name="connsiteY1" fmla="*/ 400333 h 809869"/>
                  <a:gd name="connsiteX2" fmla="*/ 487742 w 1348191"/>
                  <a:gd name="connsiteY2" fmla="*/ 809869 h 809869"/>
                  <a:gd name="connsiteX3" fmla="*/ 0 w 1348191"/>
                  <a:gd name="connsiteY3" fmla="*/ 630409 h 809869"/>
                  <a:gd name="connsiteX4" fmla="*/ 1329786 w 1348191"/>
                  <a:gd name="connsiteY4" fmla="*/ 0 h 809869"/>
                  <a:gd name="connsiteX0" fmla="*/ 1329786 w 1348191"/>
                  <a:gd name="connsiteY0" fmla="*/ 0 h 791462"/>
                  <a:gd name="connsiteX1" fmla="*/ 1348191 w 1348191"/>
                  <a:gd name="connsiteY1" fmla="*/ 381926 h 791462"/>
                  <a:gd name="connsiteX2" fmla="*/ 487742 w 1348191"/>
                  <a:gd name="connsiteY2" fmla="*/ 791462 h 791462"/>
                  <a:gd name="connsiteX3" fmla="*/ 0 w 1348191"/>
                  <a:gd name="connsiteY3" fmla="*/ 612002 h 791462"/>
                  <a:gd name="connsiteX4" fmla="*/ 1329786 w 1348191"/>
                  <a:gd name="connsiteY4" fmla="*/ 0 h 7914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48191" h="791462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cxnSp>
            <p:nvCxnSpPr>
              <p:cNvPr id="370" name="Straight Connector 369"/>
              <p:cNvCxnSpPr>
                <a:endCxn id="365" idx="2"/>
              </p:cNvCxnSpPr>
              <p:nvPr/>
            </p:nvCxnSpPr>
            <p:spPr bwMode="auto">
              <a:xfrm flipH="1" flipV="1">
                <a:off x="1871277" y="1737243"/>
                <a:ext cx="3169" cy="123074"/>
              </a:xfrm>
              <a:prstGeom prst="line">
                <a:avLst/>
              </a:prstGeom>
              <a:ln w="6350" cmpd="sng">
                <a:solidFill>
                  <a:schemeClr val="tx1"/>
                </a:solidFill>
              </a:ln>
              <a:effectLst>
                <a:outerShdw blurRad="40005" dist="19939" dir="5400000" algn="tl" rotWithShape="0">
                  <a:srgbClr val="000000">
                    <a:alpha val="38000"/>
                  </a:srgbClr>
                </a:outerShdw>
              </a:effectLst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1" name="Straight Connector 370"/>
              <p:cNvCxnSpPr/>
              <p:nvPr/>
            </p:nvCxnSpPr>
            <p:spPr bwMode="auto">
              <a:xfrm flipH="1" flipV="1">
                <a:off x="2996477" y="1734877"/>
                <a:ext cx="3171" cy="123074"/>
              </a:xfrm>
              <a:prstGeom prst="line">
                <a:avLst/>
              </a:prstGeom>
              <a:ln w="6350" cmpd="sng">
                <a:solidFill>
                  <a:schemeClr val="tx1"/>
                </a:solidFill>
              </a:ln>
              <a:effectLst>
                <a:outerShdw blurRad="40005" dist="19939" dir="5400000" algn="tl" rotWithShape="0">
                  <a:srgbClr val="000000">
                    <a:alpha val="38000"/>
                  </a:srgbClr>
                </a:outerShdw>
              </a:effectLst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72" name="Group 347"/>
            <p:cNvGrpSpPr>
              <a:grpSpLocks/>
            </p:cNvGrpSpPr>
            <p:nvPr/>
          </p:nvGrpSpPr>
          <p:grpSpPr bwMode="auto">
            <a:xfrm>
              <a:off x="4375328" y="5336495"/>
              <a:ext cx="588970" cy="242608"/>
              <a:chOff x="1871277" y="1576300"/>
              <a:chExt cx="1128371" cy="437861"/>
            </a:xfrm>
          </p:grpSpPr>
          <p:sp>
            <p:nvSpPr>
              <p:cNvPr id="373" name="Oval 372"/>
              <p:cNvSpPr/>
              <p:nvPr/>
            </p:nvSpPr>
            <p:spPr bwMode="auto">
              <a:xfrm flipV="1">
                <a:off x="1874446" y="1694641"/>
                <a:ext cx="1125202" cy="319520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2">
                      <a:lumMod val="75000"/>
                    </a:schemeClr>
                  </a:gs>
                  <a:gs pos="5300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accent2">
                      <a:lumMod val="75000"/>
                    </a:schemeClr>
                  </a:gs>
                </a:gsLst>
                <a:lin ang="0" scaled="1"/>
                <a:tileRect/>
              </a:gradFill>
              <a:ln w="6350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>
                  <a:ln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374" name="Rectangle 373"/>
              <p:cNvSpPr/>
              <p:nvPr/>
            </p:nvSpPr>
            <p:spPr bwMode="auto">
              <a:xfrm>
                <a:off x="1871277" y="1739611"/>
                <a:ext cx="1128371" cy="115973"/>
              </a:xfrm>
              <a:prstGeom prst="rect">
                <a:avLst/>
              </a:prstGeom>
              <a:gradFill>
                <a:gsLst>
                  <a:gs pos="0">
                    <a:schemeClr val="accent2">
                      <a:lumMod val="75000"/>
                    </a:schemeClr>
                  </a:gs>
                  <a:gs pos="5300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accent2">
                      <a:lumMod val="75000"/>
                    </a:schemeClr>
                  </a:gs>
                </a:gsLst>
                <a:lin ang="10800000" scaled="0"/>
              </a:gradFill>
              <a:ln w="25400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375" name="Oval 374"/>
              <p:cNvSpPr/>
              <p:nvPr/>
            </p:nvSpPr>
            <p:spPr bwMode="auto">
              <a:xfrm flipV="1">
                <a:off x="1871277" y="1576300"/>
                <a:ext cx="1125200" cy="31952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 w="6350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>
                  <a:ln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376" name="Freeform 375"/>
              <p:cNvSpPr/>
              <p:nvPr/>
            </p:nvSpPr>
            <p:spPr bwMode="auto">
              <a:xfrm>
                <a:off x="2159708" y="1673340"/>
                <a:ext cx="548339" cy="160943"/>
              </a:xfrm>
              <a:custGeom>
                <a:avLst/>
                <a:gdLst>
                  <a:gd name="connsiteX0" fmla="*/ 1486231 w 2944854"/>
                  <a:gd name="connsiteY0" fmla="*/ 727041 h 1302232"/>
                  <a:gd name="connsiteX1" fmla="*/ 257675 w 2944854"/>
                  <a:gd name="connsiteY1" fmla="*/ 1302232 h 1302232"/>
                  <a:gd name="connsiteX2" fmla="*/ 0 w 2944854"/>
                  <a:gd name="connsiteY2" fmla="*/ 1228607 h 1302232"/>
                  <a:gd name="connsiteX3" fmla="*/ 911064 w 2944854"/>
                  <a:gd name="connsiteY3" fmla="*/ 837478 h 1302232"/>
                  <a:gd name="connsiteX4" fmla="*/ 883456 w 2944854"/>
                  <a:gd name="connsiteY4" fmla="*/ 450949 h 1302232"/>
                  <a:gd name="connsiteX5" fmla="*/ 161047 w 2944854"/>
                  <a:gd name="connsiteY5" fmla="*/ 119640 h 1302232"/>
                  <a:gd name="connsiteX6" fmla="*/ 404917 w 2944854"/>
                  <a:gd name="connsiteY6" fmla="*/ 50617 h 1302232"/>
                  <a:gd name="connsiteX7" fmla="*/ 1477028 w 2944854"/>
                  <a:gd name="connsiteY7" fmla="*/ 501566 h 1302232"/>
                  <a:gd name="connsiteX8" fmla="*/ 2572146 w 2944854"/>
                  <a:gd name="connsiteY8" fmla="*/ 0 h 1302232"/>
                  <a:gd name="connsiteX9" fmla="*/ 2875834 w 2944854"/>
                  <a:gd name="connsiteY9" fmla="*/ 96632 h 1302232"/>
                  <a:gd name="connsiteX10" fmla="*/ 2079803 w 2944854"/>
                  <a:gd name="connsiteY10" fmla="*/ 432543 h 1302232"/>
                  <a:gd name="connsiteX11" fmla="*/ 2240850 w 2944854"/>
                  <a:gd name="connsiteY11" fmla="*/ 920305 h 1302232"/>
                  <a:gd name="connsiteX12" fmla="*/ 2944854 w 2944854"/>
                  <a:gd name="connsiteY12" fmla="*/ 1228607 h 1302232"/>
                  <a:gd name="connsiteX13" fmla="*/ 2733192 w 2944854"/>
                  <a:gd name="connsiteY13" fmla="*/ 1297630 h 1302232"/>
                  <a:gd name="connsiteX14" fmla="*/ 1486231 w 2944854"/>
                  <a:gd name="connsiteY14" fmla="*/ 727041 h 1302232"/>
                  <a:gd name="connsiteX0" fmla="*/ 1486231 w 2944854"/>
                  <a:gd name="connsiteY0" fmla="*/ 727041 h 1316375"/>
                  <a:gd name="connsiteX1" fmla="*/ 257675 w 2944854"/>
                  <a:gd name="connsiteY1" fmla="*/ 1302232 h 1316375"/>
                  <a:gd name="connsiteX2" fmla="*/ 0 w 2944854"/>
                  <a:gd name="connsiteY2" fmla="*/ 1228607 h 1316375"/>
                  <a:gd name="connsiteX3" fmla="*/ 911064 w 2944854"/>
                  <a:gd name="connsiteY3" fmla="*/ 837478 h 1316375"/>
                  <a:gd name="connsiteX4" fmla="*/ 883456 w 2944854"/>
                  <a:gd name="connsiteY4" fmla="*/ 450949 h 1316375"/>
                  <a:gd name="connsiteX5" fmla="*/ 161047 w 2944854"/>
                  <a:gd name="connsiteY5" fmla="*/ 119640 h 1316375"/>
                  <a:gd name="connsiteX6" fmla="*/ 404917 w 2944854"/>
                  <a:gd name="connsiteY6" fmla="*/ 50617 h 1316375"/>
                  <a:gd name="connsiteX7" fmla="*/ 1477028 w 2944854"/>
                  <a:gd name="connsiteY7" fmla="*/ 501566 h 1316375"/>
                  <a:gd name="connsiteX8" fmla="*/ 2572146 w 2944854"/>
                  <a:gd name="connsiteY8" fmla="*/ 0 h 1316375"/>
                  <a:gd name="connsiteX9" fmla="*/ 2875834 w 2944854"/>
                  <a:gd name="connsiteY9" fmla="*/ 96632 h 1316375"/>
                  <a:gd name="connsiteX10" fmla="*/ 2079803 w 2944854"/>
                  <a:gd name="connsiteY10" fmla="*/ 432543 h 1316375"/>
                  <a:gd name="connsiteX11" fmla="*/ 2240850 w 2944854"/>
                  <a:gd name="connsiteY11" fmla="*/ 920305 h 1316375"/>
                  <a:gd name="connsiteX12" fmla="*/ 2944854 w 2944854"/>
                  <a:gd name="connsiteY12" fmla="*/ 1228607 h 1316375"/>
                  <a:gd name="connsiteX13" fmla="*/ 2756623 w 2944854"/>
                  <a:gd name="connsiteY13" fmla="*/ 1316375 h 1316375"/>
                  <a:gd name="connsiteX14" fmla="*/ 1486231 w 2944854"/>
                  <a:gd name="connsiteY14" fmla="*/ 727041 h 1316375"/>
                  <a:gd name="connsiteX0" fmla="*/ 1486231 w 3024520"/>
                  <a:gd name="connsiteY0" fmla="*/ 727041 h 1316375"/>
                  <a:gd name="connsiteX1" fmla="*/ 257675 w 3024520"/>
                  <a:gd name="connsiteY1" fmla="*/ 1302232 h 1316375"/>
                  <a:gd name="connsiteX2" fmla="*/ 0 w 3024520"/>
                  <a:gd name="connsiteY2" fmla="*/ 1228607 h 1316375"/>
                  <a:gd name="connsiteX3" fmla="*/ 911064 w 3024520"/>
                  <a:gd name="connsiteY3" fmla="*/ 837478 h 1316375"/>
                  <a:gd name="connsiteX4" fmla="*/ 883456 w 3024520"/>
                  <a:gd name="connsiteY4" fmla="*/ 450949 h 1316375"/>
                  <a:gd name="connsiteX5" fmla="*/ 161047 w 3024520"/>
                  <a:gd name="connsiteY5" fmla="*/ 119640 h 1316375"/>
                  <a:gd name="connsiteX6" fmla="*/ 404917 w 3024520"/>
                  <a:gd name="connsiteY6" fmla="*/ 50617 h 1316375"/>
                  <a:gd name="connsiteX7" fmla="*/ 1477028 w 3024520"/>
                  <a:gd name="connsiteY7" fmla="*/ 501566 h 1316375"/>
                  <a:gd name="connsiteX8" fmla="*/ 2572146 w 3024520"/>
                  <a:gd name="connsiteY8" fmla="*/ 0 h 1316375"/>
                  <a:gd name="connsiteX9" fmla="*/ 2875834 w 3024520"/>
                  <a:gd name="connsiteY9" fmla="*/ 96632 h 1316375"/>
                  <a:gd name="connsiteX10" fmla="*/ 2079803 w 3024520"/>
                  <a:gd name="connsiteY10" fmla="*/ 432543 h 1316375"/>
                  <a:gd name="connsiteX11" fmla="*/ 2240850 w 3024520"/>
                  <a:gd name="connsiteY11" fmla="*/ 920305 h 1316375"/>
                  <a:gd name="connsiteX12" fmla="*/ 3024520 w 3024520"/>
                  <a:gd name="connsiteY12" fmla="*/ 1228607 h 1316375"/>
                  <a:gd name="connsiteX13" fmla="*/ 2756623 w 3024520"/>
                  <a:gd name="connsiteY13" fmla="*/ 1316375 h 1316375"/>
                  <a:gd name="connsiteX14" fmla="*/ 1486231 w 3024520"/>
                  <a:gd name="connsiteY14" fmla="*/ 727041 h 1316375"/>
                  <a:gd name="connsiteX0" fmla="*/ 1537780 w 3076069"/>
                  <a:gd name="connsiteY0" fmla="*/ 727041 h 1316375"/>
                  <a:gd name="connsiteX1" fmla="*/ 309224 w 3076069"/>
                  <a:gd name="connsiteY1" fmla="*/ 1302232 h 1316375"/>
                  <a:gd name="connsiteX2" fmla="*/ 0 w 3076069"/>
                  <a:gd name="connsiteY2" fmla="*/ 1228607 h 1316375"/>
                  <a:gd name="connsiteX3" fmla="*/ 962613 w 3076069"/>
                  <a:gd name="connsiteY3" fmla="*/ 837478 h 1316375"/>
                  <a:gd name="connsiteX4" fmla="*/ 935005 w 3076069"/>
                  <a:gd name="connsiteY4" fmla="*/ 450949 h 1316375"/>
                  <a:gd name="connsiteX5" fmla="*/ 212596 w 3076069"/>
                  <a:gd name="connsiteY5" fmla="*/ 119640 h 1316375"/>
                  <a:gd name="connsiteX6" fmla="*/ 456466 w 3076069"/>
                  <a:gd name="connsiteY6" fmla="*/ 50617 h 1316375"/>
                  <a:gd name="connsiteX7" fmla="*/ 1528577 w 3076069"/>
                  <a:gd name="connsiteY7" fmla="*/ 501566 h 1316375"/>
                  <a:gd name="connsiteX8" fmla="*/ 2623695 w 3076069"/>
                  <a:gd name="connsiteY8" fmla="*/ 0 h 1316375"/>
                  <a:gd name="connsiteX9" fmla="*/ 2927383 w 3076069"/>
                  <a:gd name="connsiteY9" fmla="*/ 96632 h 1316375"/>
                  <a:gd name="connsiteX10" fmla="*/ 2131352 w 3076069"/>
                  <a:gd name="connsiteY10" fmla="*/ 432543 h 1316375"/>
                  <a:gd name="connsiteX11" fmla="*/ 2292399 w 3076069"/>
                  <a:gd name="connsiteY11" fmla="*/ 920305 h 1316375"/>
                  <a:gd name="connsiteX12" fmla="*/ 3076069 w 3076069"/>
                  <a:gd name="connsiteY12" fmla="*/ 1228607 h 1316375"/>
                  <a:gd name="connsiteX13" fmla="*/ 2808172 w 3076069"/>
                  <a:gd name="connsiteY13" fmla="*/ 1316375 h 1316375"/>
                  <a:gd name="connsiteX14" fmla="*/ 1537780 w 3076069"/>
                  <a:gd name="connsiteY14" fmla="*/ 727041 h 1316375"/>
                  <a:gd name="connsiteX0" fmla="*/ 1537780 w 3076069"/>
                  <a:gd name="connsiteY0" fmla="*/ 727041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27041 h 1321259"/>
                  <a:gd name="connsiteX0" fmla="*/ 1537780 w 3076069"/>
                  <a:gd name="connsiteY0" fmla="*/ 750825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50825 h 13212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3076069" h="132125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377" name="Freeform 376"/>
              <p:cNvSpPr/>
              <p:nvPr/>
            </p:nvSpPr>
            <p:spPr bwMode="auto">
              <a:xfrm>
                <a:off x="2102655" y="1633103"/>
                <a:ext cx="662444" cy="111241"/>
              </a:xfrm>
              <a:custGeom>
                <a:avLst/>
                <a:gdLst>
                  <a:gd name="connsiteX0" fmla="*/ 0 w 3645229"/>
                  <a:gd name="connsiteY0" fmla="*/ 214441 h 923747"/>
                  <a:gd name="connsiteX1" fmla="*/ 659770 w 3645229"/>
                  <a:gd name="connsiteY1" fmla="*/ 16495 h 923747"/>
                  <a:gd name="connsiteX2" fmla="*/ 1814367 w 3645229"/>
                  <a:gd name="connsiteY2" fmla="*/ 511360 h 923747"/>
                  <a:gd name="connsiteX3" fmla="*/ 2968965 w 3645229"/>
                  <a:gd name="connsiteY3" fmla="*/ 0 h 923747"/>
                  <a:gd name="connsiteX4" fmla="*/ 3645229 w 3645229"/>
                  <a:gd name="connsiteY4" fmla="*/ 197946 h 923747"/>
                  <a:gd name="connsiteX5" fmla="*/ 3199884 w 3645229"/>
                  <a:gd name="connsiteY5" fmla="*/ 461874 h 923747"/>
                  <a:gd name="connsiteX6" fmla="*/ 2985459 w 3645229"/>
                  <a:gd name="connsiteY6" fmla="*/ 379396 h 923747"/>
                  <a:gd name="connsiteX7" fmla="*/ 1830861 w 3645229"/>
                  <a:gd name="connsiteY7" fmla="*/ 923747 h 923747"/>
                  <a:gd name="connsiteX8" fmla="*/ 676264 w 3645229"/>
                  <a:gd name="connsiteY8" fmla="*/ 412387 h 923747"/>
                  <a:gd name="connsiteX9" fmla="*/ 527816 w 3645229"/>
                  <a:gd name="connsiteY9" fmla="*/ 478369 h 923747"/>
                  <a:gd name="connsiteX10" fmla="*/ 0 w 3645229"/>
                  <a:gd name="connsiteY10" fmla="*/ 21444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71662 w 3640627"/>
                  <a:gd name="connsiteY8" fmla="*/ 412387 h 923747"/>
                  <a:gd name="connsiteX9" fmla="*/ 523214 w 3640627"/>
                  <a:gd name="connsiteY9" fmla="*/ 478369 h 923747"/>
                  <a:gd name="connsiteX10" fmla="*/ 0 w 3640627"/>
                  <a:gd name="connsiteY10" fmla="*/ 24205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71662 w 3640627"/>
                  <a:gd name="connsiteY8" fmla="*/ 412387 h 923747"/>
                  <a:gd name="connsiteX9" fmla="*/ 523214 w 3640627"/>
                  <a:gd name="connsiteY9" fmla="*/ 482971 h 923747"/>
                  <a:gd name="connsiteX10" fmla="*/ 0 w 3640627"/>
                  <a:gd name="connsiteY10" fmla="*/ 24205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90067 w 3640627"/>
                  <a:gd name="connsiteY8" fmla="*/ 412387 h 923747"/>
                  <a:gd name="connsiteX9" fmla="*/ 523214 w 3640627"/>
                  <a:gd name="connsiteY9" fmla="*/ 482971 h 923747"/>
                  <a:gd name="connsiteX10" fmla="*/ 0 w 3640627"/>
                  <a:gd name="connsiteY10" fmla="*/ 242051 h 923747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09765 w 3640627"/>
                  <a:gd name="connsiteY2" fmla="*/ 511360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2980857 w 3640627"/>
                  <a:gd name="connsiteY6" fmla="*/ 379396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55778 w 3640627"/>
                  <a:gd name="connsiteY2" fmla="*/ 534367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2980857 w 3640627"/>
                  <a:gd name="connsiteY6" fmla="*/ 379396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55778 w 3640627"/>
                  <a:gd name="connsiteY2" fmla="*/ 534367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3008465 w 3640627"/>
                  <a:gd name="connsiteY6" fmla="*/ 402404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723451"/>
                  <a:gd name="connsiteY0" fmla="*/ 242051 h 946755"/>
                  <a:gd name="connsiteX1" fmla="*/ 655168 w 3723451"/>
                  <a:gd name="connsiteY1" fmla="*/ 16495 h 946755"/>
                  <a:gd name="connsiteX2" fmla="*/ 1855778 w 3723451"/>
                  <a:gd name="connsiteY2" fmla="*/ 534367 h 946755"/>
                  <a:gd name="connsiteX3" fmla="*/ 2964363 w 3723451"/>
                  <a:gd name="connsiteY3" fmla="*/ 0 h 946755"/>
                  <a:gd name="connsiteX4" fmla="*/ 3723451 w 3723451"/>
                  <a:gd name="connsiteY4" fmla="*/ 220954 h 946755"/>
                  <a:gd name="connsiteX5" fmla="*/ 3195282 w 3723451"/>
                  <a:gd name="connsiteY5" fmla="*/ 461874 h 946755"/>
                  <a:gd name="connsiteX6" fmla="*/ 3008465 w 3723451"/>
                  <a:gd name="connsiteY6" fmla="*/ 402404 h 946755"/>
                  <a:gd name="connsiteX7" fmla="*/ 1876873 w 3723451"/>
                  <a:gd name="connsiteY7" fmla="*/ 946755 h 946755"/>
                  <a:gd name="connsiteX8" fmla="*/ 690067 w 3723451"/>
                  <a:gd name="connsiteY8" fmla="*/ 412387 h 946755"/>
                  <a:gd name="connsiteX9" fmla="*/ 523214 w 3723451"/>
                  <a:gd name="connsiteY9" fmla="*/ 482971 h 946755"/>
                  <a:gd name="connsiteX10" fmla="*/ 0 w 3723451"/>
                  <a:gd name="connsiteY10" fmla="*/ 242051 h 946755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95282 w 3723451"/>
                  <a:gd name="connsiteY5" fmla="*/ 448069 h 932950"/>
                  <a:gd name="connsiteX6" fmla="*/ 3008465 w 3723451"/>
                  <a:gd name="connsiteY6" fmla="*/ 388599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95282 w 3723451"/>
                  <a:gd name="connsiteY5" fmla="*/ 448069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86079 w 3723451"/>
                  <a:gd name="connsiteY5" fmla="*/ 461874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86079 w 3723451"/>
                  <a:gd name="connsiteY5" fmla="*/ 461874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711613 w 3723451"/>
                  <a:gd name="connsiteY8" fmla="*/ 413055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723451" h="932950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378" name="Freeform 377"/>
              <p:cNvSpPr/>
              <p:nvPr/>
            </p:nvSpPr>
            <p:spPr bwMode="auto">
              <a:xfrm>
                <a:off x="2536889" y="1727776"/>
                <a:ext cx="244057" cy="97040"/>
              </a:xfrm>
              <a:custGeom>
                <a:avLst/>
                <a:gdLst>
                  <a:gd name="connsiteX0" fmla="*/ 55216 w 1421812"/>
                  <a:gd name="connsiteY0" fmla="*/ 0 h 800665"/>
                  <a:gd name="connsiteX1" fmla="*/ 1421812 w 1421812"/>
                  <a:gd name="connsiteY1" fmla="*/ 625807 h 800665"/>
                  <a:gd name="connsiteX2" fmla="*/ 947874 w 1421812"/>
                  <a:gd name="connsiteY2" fmla="*/ 800665 h 800665"/>
                  <a:gd name="connsiteX3" fmla="*/ 50614 w 1421812"/>
                  <a:gd name="connsiteY3" fmla="*/ 404934 h 800665"/>
                  <a:gd name="connsiteX4" fmla="*/ 0 w 1421812"/>
                  <a:gd name="connsiteY4" fmla="*/ 404934 h 800665"/>
                  <a:gd name="connsiteX5" fmla="*/ 55216 w 1421812"/>
                  <a:gd name="connsiteY5" fmla="*/ 0 h 800665"/>
                  <a:gd name="connsiteX0" fmla="*/ 4602 w 1371198"/>
                  <a:gd name="connsiteY0" fmla="*/ 0 h 800665"/>
                  <a:gd name="connsiteX1" fmla="*/ 1371198 w 1371198"/>
                  <a:gd name="connsiteY1" fmla="*/ 625807 h 800665"/>
                  <a:gd name="connsiteX2" fmla="*/ 897260 w 1371198"/>
                  <a:gd name="connsiteY2" fmla="*/ 800665 h 800665"/>
                  <a:gd name="connsiteX3" fmla="*/ 0 w 1371198"/>
                  <a:gd name="connsiteY3" fmla="*/ 404934 h 800665"/>
                  <a:gd name="connsiteX4" fmla="*/ 4602 w 1371198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9868"/>
                  <a:gd name="connsiteX1" fmla="*/ 1366596 w 1366596"/>
                  <a:gd name="connsiteY1" fmla="*/ 625807 h 809868"/>
                  <a:gd name="connsiteX2" fmla="*/ 865050 w 1366596"/>
                  <a:gd name="connsiteY2" fmla="*/ 809868 h 809868"/>
                  <a:gd name="connsiteX3" fmla="*/ 4601 w 1366596"/>
                  <a:gd name="connsiteY3" fmla="*/ 427942 h 809868"/>
                  <a:gd name="connsiteX4" fmla="*/ 0 w 1366596"/>
                  <a:gd name="connsiteY4" fmla="*/ 0 h 8098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6596" h="809868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379" name="Freeform 378"/>
              <p:cNvSpPr/>
              <p:nvPr/>
            </p:nvSpPr>
            <p:spPr bwMode="auto">
              <a:xfrm>
                <a:off x="2089977" y="1730144"/>
                <a:ext cx="240888" cy="97039"/>
              </a:xfrm>
              <a:custGeom>
                <a:avLst/>
                <a:gdLst>
                  <a:gd name="connsiteX0" fmla="*/ 1329786 w 1348191"/>
                  <a:gd name="connsiteY0" fmla="*/ 0 h 809869"/>
                  <a:gd name="connsiteX1" fmla="*/ 1348191 w 1348191"/>
                  <a:gd name="connsiteY1" fmla="*/ 400333 h 809869"/>
                  <a:gd name="connsiteX2" fmla="*/ 487742 w 1348191"/>
                  <a:gd name="connsiteY2" fmla="*/ 809869 h 809869"/>
                  <a:gd name="connsiteX3" fmla="*/ 0 w 1348191"/>
                  <a:gd name="connsiteY3" fmla="*/ 630409 h 809869"/>
                  <a:gd name="connsiteX4" fmla="*/ 1329786 w 1348191"/>
                  <a:gd name="connsiteY4" fmla="*/ 0 h 809869"/>
                  <a:gd name="connsiteX0" fmla="*/ 1329786 w 1348191"/>
                  <a:gd name="connsiteY0" fmla="*/ 0 h 791462"/>
                  <a:gd name="connsiteX1" fmla="*/ 1348191 w 1348191"/>
                  <a:gd name="connsiteY1" fmla="*/ 381926 h 791462"/>
                  <a:gd name="connsiteX2" fmla="*/ 487742 w 1348191"/>
                  <a:gd name="connsiteY2" fmla="*/ 791462 h 791462"/>
                  <a:gd name="connsiteX3" fmla="*/ 0 w 1348191"/>
                  <a:gd name="connsiteY3" fmla="*/ 612002 h 791462"/>
                  <a:gd name="connsiteX4" fmla="*/ 1329786 w 1348191"/>
                  <a:gd name="connsiteY4" fmla="*/ 0 h 7914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48191" h="791462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cxnSp>
            <p:nvCxnSpPr>
              <p:cNvPr id="380" name="Straight Connector 379"/>
              <p:cNvCxnSpPr>
                <a:endCxn id="375" idx="2"/>
              </p:cNvCxnSpPr>
              <p:nvPr/>
            </p:nvCxnSpPr>
            <p:spPr bwMode="auto">
              <a:xfrm flipH="1" flipV="1">
                <a:off x="1871277" y="1737243"/>
                <a:ext cx="3169" cy="123074"/>
              </a:xfrm>
              <a:prstGeom prst="line">
                <a:avLst/>
              </a:prstGeom>
              <a:ln w="6350" cmpd="sng">
                <a:solidFill>
                  <a:schemeClr val="tx1"/>
                </a:solidFill>
              </a:ln>
              <a:effectLst>
                <a:outerShdw blurRad="40005" dist="19939" dir="5400000" algn="tl" rotWithShape="0">
                  <a:srgbClr val="000000">
                    <a:alpha val="38000"/>
                  </a:srgbClr>
                </a:outerShdw>
              </a:effectLst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1" name="Straight Connector 380"/>
              <p:cNvCxnSpPr/>
              <p:nvPr/>
            </p:nvCxnSpPr>
            <p:spPr bwMode="auto">
              <a:xfrm flipH="1" flipV="1">
                <a:off x="2996477" y="1734877"/>
                <a:ext cx="3171" cy="123074"/>
              </a:xfrm>
              <a:prstGeom prst="line">
                <a:avLst/>
              </a:prstGeom>
              <a:ln w="6350" cmpd="sng">
                <a:solidFill>
                  <a:schemeClr val="tx1"/>
                </a:solidFill>
              </a:ln>
              <a:effectLst>
                <a:outerShdw blurRad="40005" dist="19939" dir="5400000" algn="tl" rotWithShape="0">
                  <a:srgbClr val="000000">
                    <a:alpha val="38000"/>
                  </a:srgbClr>
                </a:outerShdw>
              </a:effectLst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82" name="Group 347"/>
            <p:cNvGrpSpPr>
              <a:grpSpLocks/>
            </p:cNvGrpSpPr>
            <p:nvPr/>
          </p:nvGrpSpPr>
          <p:grpSpPr bwMode="auto">
            <a:xfrm>
              <a:off x="2848241" y="5530308"/>
              <a:ext cx="588970" cy="242608"/>
              <a:chOff x="1871277" y="1576300"/>
              <a:chExt cx="1128371" cy="437861"/>
            </a:xfrm>
          </p:grpSpPr>
          <p:sp>
            <p:nvSpPr>
              <p:cNvPr id="383" name="Oval 382"/>
              <p:cNvSpPr/>
              <p:nvPr/>
            </p:nvSpPr>
            <p:spPr bwMode="auto">
              <a:xfrm flipV="1">
                <a:off x="1874446" y="1694641"/>
                <a:ext cx="1125202" cy="319520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2">
                      <a:lumMod val="75000"/>
                    </a:schemeClr>
                  </a:gs>
                  <a:gs pos="5300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accent2">
                      <a:lumMod val="75000"/>
                    </a:schemeClr>
                  </a:gs>
                </a:gsLst>
                <a:lin ang="0" scaled="1"/>
                <a:tileRect/>
              </a:gradFill>
              <a:ln w="6350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>
                  <a:ln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384" name="Rectangle 383"/>
              <p:cNvSpPr/>
              <p:nvPr/>
            </p:nvSpPr>
            <p:spPr bwMode="auto">
              <a:xfrm>
                <a:off x="1871277" y="1739611"/>
                <a:ext cx="1128371" cy="115973"/>
              </a:xfrm>
              <a:prstGeom prst="rect">
                <a:avLst/>
              </a:prstGeom>
              <a:gradFill>
                <a:gsLst>
                  <a:gs pos="0">
                    <a:schemeClr val="accent2">
                      <a:lumMod val="75000"/>
                    </a:schemeClr>
                  </a:gs>
                  <a:gs pos="5300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accent2">
                      <a:lumMod val="75000"/>
                    </a:schemeClr>
                  </a:gs>
                </a:gsLst>
                <a:lin ang="10800000" scaled="0"/>
              </a:gradFill>
              <a:ln w="25400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385" name="Oval 384"/>
              <p:cNvSpPr/>
              <p:nvPr/>
            </p:nvSpPr>
            <p:spPr bwMode="auto">
              <a:xfrm flipV="1">
                <a:off x="1871277" y="1576300"/>
                <a:ext cx="1125200" cy="31952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 w="6350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>
                  <a:ln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386" name="Freeform 385"/>
              <p:cNvSpPr/>
              <p:nvPr/>
            </p:nvSpPr>
            <p:spPr bwMode="auto">
              <a:xfrm>
                <a:off x="2159708" y="1673340"/>
                <a:ext cx="548339" cy="160943"/>
              </a:xfrm>
              <a:custGeom>
                <a:avLst/>
                <a:gdLst>
                  <a:gd name="connsiteX0" fmla="*/ 1486231 w 2944854"/>
                  <a:gd name="connsiteY0" fmla="*/ 727041 h 1302232"/>
                  <a:gd name="connsiteX1" fmla="*/ 257675 w 2944854"/>
                  <a:gd name="connsiteY1" fmla="*/ 1302232 h 1302232"/>
                  <a:gd name="connsiteX2" fmla="*/ 0 w 2944854"/>
                  <a:gd name="connsiteY2" fmla="*/ 1228607 h 1302232"/>
                  <a:gd name="connsiteX3" fmla="*/ 911064 w 2944854"/>
                  <a:gd name="connsiteY3" fmla="*/ 837478 h 1302232"/>
                  <a:gd name="connsiteX4" fmla="*/ 883456 w 2944854"/>
                  <a:gd name="connsiteY4" fmla="*/ 450949 h 1302232"/>
                  <a:gd name="connsiteX5" fmla="*/ 161047 w 2944854"/>
                  <a:gd name="connsiteY5" fmla="*/ 119640 h 1302232"/>
                  <a:gd name="connsiteX6" fmla="*/ 404917 w 2944854"/>
                  <a:gd name="connsiteY6" fmla="*/ 50617 h 1302232"/>
                  <a:gd name="connsiteX7" fmla="*/ 1477028 w 2944854"/>
                  <a:gd name="connsiteY7" fmla="*/ 501566 h 1302232"/>
                  <a:gd name="connsiteX8" fmla="*/ 2572146 w 2944854"/>
                  <a:gd name="connsiteY8" fmla="*/ 0 h 1302232"/>
                  <a:gd name="connsiteX9" fmla="*/ 2875834 w 2944854"/>
                  <a:gd name="connsiteY9" fmla="*/ 96632 h 1302232"/>
                  <a:gd name="connsiteX10" fmla="*/ 2079803 w 2944854"/>
                  <a:gd name="connsiteY10" fmla="*/ 432543 h 1302232"/>
                  <a:gd name="connsiteX11" fmla="*/ 2240850 w 2944854"/>
                  <a:gd name="connsiteY11" fmla="*/ 920305 h 1302232"/>
                  <a:gd name="connsiteX12" fmla="*/ 2944854 w 2944854"/>
                  <a:gd name="connsiteY12" fmla="*/ 1228607 h 1302232"/>
                  <a:gd name="connsiteX13" fmla="*/ 2733192 w 2944854"/>
                  <a:gd name="connsiteY13" fmla="*/ 1297630 h 1302232"/>
                  <a:gd name="connsiteX14" fmla="*/ 1486231 w 2944854"/>
                  <a:gd name="connsiteY14" fmla="*/ 727041 h 1302232"/>
                  <a:gd name="connsiteX0" fmla="*/ 1486231 w 2944854"/>
                  <a:gd name="connsiteY0" fmla="*/ 727041 h 1316375"/>
                  <a:gd name="connsiteX1" fmla="*/ 257675 w 2944854"/>
                  <a:gd name="connsiteY1" fmla="*/ 1302232 h 1316375"/>
                  <a:gd name="connsiteX2" fmla="*/ 0 w 2944854"/>
                  <a:gd name="connsiteY2" fmla="*/ 1228607 h 1316375"/>
                  <a:gd name="connsiteX3" fmla="*/ 911064 w 2944854"/>
                  <a:gd name="connsiteY3" fmla="*/ 837478 h 1316375"/>
                  <a:gd name="connsiteX4" fmla="*/ 883456 w 2944854"/>
                  <a:gd name="connsiteY4" fmla="*/ 450949 h 1316375"/>
                  <a:gd name="connsiteX5" fmla="*/ 161047 w 2944854"/>
                  <a:gd name="connsiteY5" fmla="*/ 119640 h 1316375"/>
                  <a:gd name="connsiteX6" fmla="*/ 404917 w 2944854"/>
                  <a:gd name="connsiteY6" fmla="*/ 50617 h 1316375"/>
                  <a:gd name="connsiteX7" fmla="*/ 1477028 w 2944854"/>
                  <a:gd name="connsiteY7" fmla="*/ 501566 h 1316375"/>
                  <a:gd name="connsiteX8" fmla="*/ 2572146 w 2944854"/>
                  <a:gd name="connsiteY8" fmla="*/ 0 h 1316375"/>
                  <a:gd name="connsiteX9" fmla="*/ 2875834 w 2944854"/>
                  <a:gd name="connsiteY9" fmla="*/ 96632 h 1316375"/>
                  <a:gd name="connsiteX10" fmla="*/ 2079803 w 2944854"/>
                  <a:gd name="connsiteY10" fmla="*/ 432543 h 1316375"/>
                  <a:gd name="connsiteX11" fmla="*/ 2240850 w 2944854"/>
                  <a:gd name="connsiteY11" fmla="*/ 920305 h 1316375"/>
                  <a:gd name="connsiteX12" fmla="*/ 2944854 w 2944854"/>
                  <a:gd name="connsiteY12" fmla="*/ 1228607 h 1316375"/>
                  <a:gd name="connsiteX13" fmla="*/ 2756623 w 2944854"/>
                  <a:gd name="connsiteY13" fmla="*/ 1316375 h 1316375"/>
                  <a:gd name="connsiteX14" fmla="*/ 1486231 w 2944854"/>
                  <a:gd name="connsiteY14" fmla="*/ 727041 h 1316375"/>
                  <a:gd name="connsiteX0" fmla="*/ 1486231 w 3024520"/>
                  <a:gd name="connsiteY0" fmla="*/ 727041 h 1316375"/>
                  <a:gd name="connsiteX1" fmla="*/ 257675 w 3024520"/>
                  <a:gd name="connsiteY1" fmla="*/ 1302232 h 1316375"/>
                  <a:gd name="connsiteX2" fmla="*/ 0 w 3024520"/>
                  <a:gd name="connsiteY2" fmla="*/ 1228607 h 1316375"/>
                  <a:gd name="connsiteX3" fmla="*/ 911064 w 3024520"/>
                  <a:gd name="connsiteY3" fmla="*/ 837478 h 1316375"/>
                  <a:gd name="connsiteX4" fmla="*/ 883456 w 3024520"/>
                  <a:gd name="connsiteY4" fmla="*/ 450949 h 1316375"/>
                  <a:gd name="connsiteX5" fmla="*/ 161047 w 3024520"/>
                  <a:gd name="connsiteY5" fmla="*/ 119640 h 1316375"/>
                  <a:gd name="connsiteX6" fmla="*/ 404917 w 3024520"/>
                  <a:gd name="connsiteY6" fmla="*/ 50617 h 1316375"/>
                  <a:gd name="connsiteX7" fmla="*/ 1477028 w 3024520"/>
                  <a:gd name="connsiteY7" fmla="*/ 501566 h 1316375"/>
                  <a:gd name="connsiteX8" fmla="*/ 2572146 w 3024520"/>
                  <a:gd name="connsiteY8" fmla="*/ 0 h 1316375"/>
                  <a:gd name="connsiteX9" fmla="*/ 2875834 w 3024520"/>
                  <a:gd name="connsiteY9" fmla="*/ 96632 h 1316375"/>
                  <a:gd name="connsiteX10" fmla="*/ 2079803 w 3024520"/>
                  <a:gd name="connsiteY10" fmla="*/ 432543 h 1316375"/>
                  <a:gd name="connsiteX11" fmla="*/ 2240850 w 3024520"/>
                  <a:gd name="connsiteY11" fmla="*/ 920305 h 1316375"/>
                  <a:gd name="connsiteX12" fmla="*/ 3024520 w 3024520"/>
                  <a:gd name="connsiteY12" fmla="*/ 1228607 h 1316375"/>
                  <a:gd name="connsiteX13" fmla="*/ 2756623 w 3024520"/>
                  <a:gd name="connsiteY13" fmla="*/ 1316375 h 1316375"/>
                  <a:gd name="connsiteX14" fmla="*/ 1486231 w 3024520"/>
                  <a:gd name="connsiteY14" fmla="*/ 727041 h 1316375"/>
                  <a:gd name="connsiteX0" fmla="*/ 1537780 w 3076069"/>
                  <a:gd name="connsiteY0" fmla="*/ 727041 h 1316375"/>
                  <a:gd name="connsiteX1" fmla="*/ 309224 w 3076069"/>
                  <a:gd name="connsiteY1" fmla="*/ 1302232 h 1316375"/>
                  <a:gd name="connsiteX2" fmla="*/ 0 w 3076069"/>
                  <a:gd name="connsiteY2" fmla="*/ 1228607 h 1316375"/>
                  <a:gd name="connsiteX3" fmla="*/ 962613 w 3076069"/>
                  <a:gd name="connsiteY3" fmla="*/ 837478 h 1316375"/>
                  <a:gd name="connsiteX4" fmla="*/ 935005 w 3076069"/>
                  <a:gd name="connsiteY4" fmla="*/ 450949 h 1316375"/>
                  <a:gd name="connsiteX5" fmla="*/ 212596 w 3076069"/>
                  <a:gd name="connsiteY5" fmla="*/ 119640 h 1316375"/>
                  <a:gd name="connsiteX6" fmla="*/ 456466 w 3076069"/>
                  <a:gd name="connsiteY6" fmla="*/ 50617 h 1316375"/>
                  <a:gd name="connsiteX7" fmla="*/ 1528577 w 3076069"/>
                  <a:gd name="connsiteY7" fmla="*/ 501566 h 1316375"/>
                  <a:gd name="connsiteX8" fmla="*/ 2623695 w 3076069"/>
                  <a:gd name="connsiteY8" fmla="*/ 0 h 1316375"/>
                  <a:gd name="connsiteX9" fmla="*/ 2927383 w 3076069"/>
                  <a:gd name="connsiteY9" fmla="*/ 96632 h 1316375"/>
                  <a:gd name="connsiteX10" fmla="*/ 2131352 w 3076069"/>
                  <a:gd name="connsiteY10" fmla="*/ 432543 h 1316375"/>
                  <a:gd name="connsiteX11" fmla="*/ 2292399 w 3076069"/>
                  <a:gd name="connsiteY11" fmla="*/ 920305 h 1316375"/>
                  <a:gd name="connsiteX12" fmla="*/ 3076069 w 3076069"/>
                  <a:gd name="connsiteY12" fmla="*/ 1228607 h 1316375"/>
                  <a:gd name="connsiteX13" fmla="*/ 2808172 w 3076069"/>
                  <a:gd name="connsiteY13" fmla="*/ 1316375 h 1316375"/>
                  <a:gd name="connsiteX14" fmla="*/ 1537780 w 3076069"/>
                  <a:gd name="connsiteY14" fmla="*/ 727041 h 1316375"/>
                  <a:gd name="connsiteX0" fmla="*/ 1537780 w 3076069"/>
                  <a:gd name="connsiteY0" fmla="*/ 727041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27041 h 1321259"/>
                  <a:gd name="connsiteX0" fmla="*/ 1537780 w 3076069"/>
                  <a:gd name="connsiteY0" fmla="*/ 750825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50825 h 13212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3076069" h="132125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387" name="Freeform 386"/>
              <p:cNvSpPr/>
              <p:nvPr/>
            </p:nvSpPr>
            <p:spPr bwMode="auto">
              <a:xfrm>
                <a:off x="2102655" y="1633103"/>
                <a:ext cx="662444" cy="111241"/>
              </a:xfrm>
              <a:custGeom>
                <a:avLst/>
                <a:gdLst>
                  <a:gd name="connsiteX0" fmla="*/ 0 w 3645229"/>
                  <a:gd name="connsiteY0" fmla="*/ 214441 h 923747"/>
                  <a:gd name="connsiteX1" fmla="*/ 659770 w 3645229"/>
                  <a:gd name="connsiteY1" fmla="*/ 16495 h 923747"/>
                  <a:gd name="connsiteX2" fmla="*/ 1814367 w 3645229"/>
                  <a:gd name="connsiteY2" fmla="*/ 511360 h 923747"/>
                  <a:gd name="connsiteX3" fmla="*/ 2968965 w 3645229"/>
                  <a:gd name="connsiteY3" fmla="*/ 0 h 923747"/>
                  <a:gd name="connsiteX4" fmla="*/ 3645229 w 3645229"/>
                  <a:gd name="connsiteY4" fmla="*/ 197946 h 923747"/>
                  <a:gd name="connsiteX5" fmla="*/ 3199884 w 3645229"/>
                  <a:gd name="connsiteY5" fmla="*/ 461874 h 923747"/>
                  <a:gd name="connsiteX6" fmla="*/ 2985459 w 3645229"/>
                  <a:gd name="connsiteY6" fmla="*/ 379396 h 923747"/>
                  <a:gd name="connsiteX7" fmla="*/ 1830861 w 3645229"/>
                  <a:gd name="connsiteY7" fmla="*/ 923747 h 923747"/>
                  <a:gd name="connsiteX8" fmla="*/ 676264 w 3645229"/>
                  <a:gd name="connsiteY8" fmla="*/ 412387 h 923747"/>
                  <a:gd name="connsiteX9" fmla="*/ 527816 w 3645229"/>
                  <a:gd name="connsiteY9" fmla="*/ 478369 h 923747"/>
                  <a:gd name="connsiteX10" fmla="*/ 0 w 3645229"/>
                  <a:gd name="connsiteY10" fmla="*/ 21444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71662 w 3640627"/>
                  <a:gd name="connsiteY8" fmla="*/ 412387 h 923747"/>
                  <a:gd name="connsiteX9" fmla="*/ 523214 w 3640627"/>
                  <a:gd name="connsiteY9" fmla="*/ 478369 h 923747"/>
                  <a:gd name="connsiteX10" fmla="*/ 0 w 3640627"/>
                  <a:gd name="connsiteY10" fmla="*/ 24205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71662 w 3640627"/>
                  <a:gd name="connsiteY8" fmla="*/ 412387 h 923747"/>
                  <a:gd name="connsiteX9" fmla="*/ 523214 w 3640627"/>
                  <a:gd name="connsiteY9" fmla="*/ 482971 h 923747"/>
                  <a:gd name="connsiteX10" fmla="*/ 0 w 3640627"/>
                  <a:gd name="connsiteY10" fmla="*/ 24205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90067 w 3640627"/>
                  <a:gd name="connsiteY8" fmla="*/ 412387 h 923747"/>
                  <a:gd name="connsiteX9" fmla="*/ 523214 w 3640627"/>
                  <a:gd name="connsiteY9" fmla="*/ 482971 h 923747"/>
                  <a:gd name="connsiteX10" fmla="*/ 0 w 3640627"/>
                  <a:gd name="connsiteY10" fmla="*/ 242051 h 923747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09765 w 3640627"/>
                  <a:gd name="connsiteY2" fmla="*/ 511360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2980857 w 3640627"/>
                  <a:gd name="connsiteY6" fmla="*/ 379396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55778 w 3640627"/>
                  <a:gd name="connsiteY2" fmla="*/ 534367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2980857 w 3640627"/>
                  <a:gd name="connsiteY6" fmla="*/ 379396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55778 w 3640627"/>
                  <a:gd name="connsiteY2" fmla="*/ 534367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3008465 w 3640627"/>
                  <a:gd name="connsiteY6" fmla="*/ 402404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723451"/>
                  <a:gd name="connsiteY0" fmla="*/ 242051 h 946755"/>
                  <a:gd name="connsiteX1" fmla="*/ 655168 w 3723451"/>
                  <a:gd name="connsiteY1" fmla="*/ 16495 h 946755"/>
                  <a:gd name="connsiteX2" fmla="*/ 1855778 w 3723451"/>
                  <a:gd name="connsiteY2" fmla="*/ 534367 h 946755"/>
                  <a:gd name="connsiteX3" fmla="*/ 2964363 w 3723451"/>
                  <a:gd name="connsiteY3" fmla="*/ 0 h 946755"/>
                  <a:gd name="connsiteX4" fmla="*/ 3723451 w 3723451"/>
                  <a:gd name="connsiteY4" fmla="*/ 220954 h 946755"/>
                  <a:gd name="connsiteX5" fmla="*/ 3195282 w 3723451"/>
                  <a:gd name="connsiteY5" fmla="*/ 461874 h 946755"/>
                  <a:gd name="connsiteX6" fmla="*/ 3008465 w 3723451"/>
                  <a:gd name="connsiteY6" fmla="*/ 402404 h 946755"/>
                  <a:gd name="connsiteX7" fmla="*/ 1876873 w 3723451"/>
                  <a:gd name="connsiteY7" fmla="*/ 946755 h 946755"/>
                  <a:gd name="connsiteX8" fmla="*/ 690067 w 3723451"/>
                  <a:gd name="connsiteY8" fmla="*/ 412387 h 946755"/>
                  <a:gd name="connsiteX9" fmla="*/ 523214 w 3723451"/>
                  <a:gd name="connsiteY9" fmla="*/ 482971 h 946755"/>
                  <a:gd name="connsiteX10" fmla="*/ 0 w 3723451"/>
                  <a:gd name="connsiteY10" fmla="*/ 242051 h 946755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95282 w 3723451"/>
                  <a:gd name="connsiteY5" fmla="*/ 448069 h 932950"/>
                  <a:gd name="connsiteX6" fmla="*/ 3008465 w 3723451"/>
                  <a:gd name="connsiteY6" fmla="*/ 388599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95282 w 3723451"/>
                  <a:gd name="connsiteY5" fmla="*/ 448069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86079 w 3723451"/>
                  <a:gd name="connsiteY5" fmla="*/ 461874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86079 w 3723451"/>
                  <a:gd name="connsiteY5" fmla="*/ 461874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711613 w 3723451"/>
                  <a:gd name="connsiteY8" fmla="*/ 413055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723451" h="932950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390" name="Freeform 389"/>
              <p:cNvSpPr/>
              <p:nvPr/>
            </p:nvSpPr>
            <p:spPr bwMode="auto">
              <a:xfrm>
                <a:off x="2536889" y="1727776"/>
                <a:ext cx="244057" cy="97040"/>
              </a:xfrm>
              <a:custGeom>
                <a:avLst/>
                <a:gdLst>
                  <a:gd name="connsiteX0" fmla="*/ 55216 w 1421812"/>
                  <a:gd name="connsiteY0" fmla="*/ 0 h 800665"/>
                  <a:gd name="connsiteX1" fmla="*/ 1421812 w 1421812"/>
                  <a:gd name="connsiteY1" fmla="*/ 625807 h 800665"/>
                  <a:gd name="connsiteX2" fmla="*/ 947874 w 1421812"/>
                  <a:gd name="connsiteY2" fmla="*/ 800665 h 800665"/>
                  <a:gd name="connsiteX3" fmla="*/ 50614 w 1421812"/>
                  <a:gd name="connsiteY3" fmla="*/ 404934 h 800665"/>
                  <a:gd name="connsiteX4" fmla="*/ 0 w 1421812"/>
                  <a:gd name="connsiteY4" fmla="*/ 404934 h 800665"/>
                  <a:gd name="connsiteX5" fmla="*/ 55216 w 1421812"/>
                  <a:gd name="connsiteY5" fmla="*/ 0 h 800665"/>
                  <a:gd name="connsiteX0" fmla="*/ 4602 w 1371198"/>
                  <a:gd name="connsiteY0" fmla="*/ 0 h 800665"/>
                  <a:gd name="connsiteX1" fmla="*/ 1371198 w 1371198"/>
                  <a:gd name="connsiteY1" fmla="*/ 625807 h 800665"/>
                  <a:gd name="connsiteX2" fmla="*/ 897260 w 1371198"/>
                  <a:gd name="connsiteY2" fmla="*/ 800665 h 800665"/>
                  <a:gd name="connsiteX3" fmla="*/ 0 w 1371198"/>
                  <a:gd name="connsiteY3" fmla="*/ 404934 h 800665"/>
                  <a:gd name="connsiteX4" fmla="*/ 4602 w 1371198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9868"/>
                  <a:gd name="connsiteX1" fmla="*/ 1366596 w 1366596"/>
                  <a:gd name="connsiteY1" fmla="*/ 625807 h 809868"/>
                  <a:gd name="connsiteX2" fmla="*/ 865050 w 1366596"/>
                  <a:gd name="connsiteY2" fmla="*/ 809868 h 809868"/>
                  <a:gd name="connsiteX3" fmla="*/ 4601 w 1366596"/>
                  <a:gd name="connsiteY3" fmla="*/ 427942 h 809868"/>
                  <a:gd name="connsiteX4" fmla="*/ 0 w 1366596"/>
                  <a:gd name="connsiteY4" fmla="*/ 0 h 8098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6596" h="809868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397" name="Freeform 396"/>
              <p:cNvSpPr/>
              <p:nvPr/>
            </p:nvSpPr>
            <p:spPr bwMode="auto">
              <a:xfrm>
                <a:off x="2089977" y="1730144"/>
                <a:ext cx="240888" cy="97039"/>
              </a:xfrm>
              <a:custGeom>
                <a:avLst/>
                <a:gdLst>
                  <a:gd name="connsiteX0" fmla="*/ 1329786 w 1348191"/>
                  <a:gd name="connsiteY0" fmla="*/ 0 h 809869"/>
                  <a:gd name="connsiteX1" fmla="*/ 1348191 w 1348191"/>
                  <a:gd name="connsiteY1" fmla="*/ 400333 h 809869"/>
                  <a:gd name="connsiteX2" fmla="*/ 487742 w 1348191"/>
                  <a:gd name="connsiteY2" fmla="*/ 809869 h 809869"/>
                  <a:gd name="connsiteX3" fmla="*/ 0 w 1348191"/>
                  <a:gd name="connsiteY3" fmla="*/ 630409 h 809869"/>
                  <a:gd name="connsiteX4" fmla="*/ 1329786 w 1348191"/>
                  <a:gd name="connsiteY4" fmla="*/ 0 h 809869"/>
                  <a:gd name="connsiteX0" fmla="*/ 1329786 w 1348191"/>
                  <a:gd name="connsiteY0" fmla="*/ 0 h 791462"/>
                  <a:gd name="connsiteX1" fmla="*/ 1348191 w 1348191"/>
                  <a:gd name="connsiteY1" fmla="*/ 381926 h 791462"/>
                  <a:gd name="connsiteX2" fmla="*/ 487742 w 1348191"/>
                  <a:gd name="connsiteY2" fmla="*/ 791462 h 791462"/>
                  <a:gd name="connsiteX3" fmla="*/ 0 w 1348191"/>
                  <a:gd name="connsiteY3" fmla="*/ 612002 h 791462"/>
                  <a:gd name="connsiteX4" fmla="*/ 1329786 w 1348191"/>
                  <a:gd name="connsiteY4" fmla="*/ 0 h 7914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48191" h="791462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cxnSp>
            <p:nvCxnSpPr>
              <p:cNvPr id="399" name="Straight Connector 398"/>
              <p:cNvCxnSpPr>
                <a:endCxn id="385" idx="2"/>
              </p:cNvCxnSpPr>
              <p:nvPr/>
            </p:nvCxnSpPr>
            <p:spPr bwMode="auto">
              <a:xfrm flipH="1" flipV="1">
                <a:off x="1871277" y="1737243"/>
                <a:ext cx="3169" cy="123074"/>
              </a:xfrm>
              <a:prstGeom prst="line">
                <a:avLst/>
              </a:prstGeom>
              <a:ln w="6350" cmpd="sng">
                <a:solidFill>
                  <a:schemeClr val="tx1"/>
                </a:solidFill>
              </a:ln>
              <a:effectLst>
                <a:outerShdw blurRad="40005" dist="19939" dir="5400000" algn="tl" rotWithShape="0">
                  <a:srgbClr val="000000">
                    <a:alpha val="38000"/>
                  </a:srgbClr>
                </a:outerShdw>
              </a:effectLst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0" name="Straight Connector 399"/>
              <p:cNvCxnSpPr/>
              <p:nvPr/>
            </p:nvCxnSpPr>
            <p:spPr bwMode="auto">
              <a:xfrm flipH="1" flipV="1">
                <a:off x="2996477" y="1734877"/>
                <a:ext cx="3171" cy="123074"/>
              </a:xfrm>
              <a:prstGeom prst="line">
                <a:avLst/>
              </a:prstGeom>
              <a:ln w="6350" cmpd="sng">
                <a:solidFill>
                  <a:schemeClr val="tx1"/>
                </a:solidFill>
              </a:ln>
              <a:effectLst>
                <a:outerShdw blurRad="40005" dist="19939" dir="5400000" algn="tl" rotWithShape="0">
                  <a:srgbClr val="000000">
                    <a:alpha val="38000"/>
                  </a:srgbClr>
                </a:outerShdw>
              </a:effectLst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01" name="Group 347"/>
            <p:cNvGrpSpPr>
              <a:grpSpLocks/>
            </p:cNvGrpSpPr>
            <p:nvPr/>
          </p:nvGrpSpPr>
          <p:grpSpPr bwMode="auto">
            <a:xfrm>
              <a:off x="5166757" y="5796647"/>
              <a:ext cx="588970" cy="242608"/>
              <a:chOff x="1871277" y="1576300"/>
              <a:chExt cx="1128371" cy="437861"/>
            </a:xfrm>
          </p:grpSpPr>
          <p:sp>
            <p:nvSpPr>
              <p:cNvPr id="402" name="Oval 401"/>
              <p:cNvSpPr/>
              <p:nvPr/>
            </p:nvSpPr>
            <p:spPr bwMode="auto">
              <a:xfrm flipV="1">
                <a:off x="1874446" y="1694641"/>
                <a:ext cx="1125202" cy="319520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2">
                      <a:lumMod val="75000"/>
                    </a:schemeClr>
                  </a:gs>
                  <a:gs pos="5300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accent2">
                      <a:lumMod val="75000"/>
                    </a:schemeClr>
                  </a:gs>
                </a:gsLst>
                <a:lin ang="0" scaled="1"/>
                <a:tileRect/>
              </a:gradFill>
              <a:ln w="6350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>
                  <a:ln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407" name="Rectangle 406"/>
              <p:cNvSpPr/>
              <p:nvPr/>
            </p:nvSpPr>
            <p:spPr bwMode="auto">
              <a:xfrm>
                <a:off x="1871277" y="1739611"/>
                <a:ext cx="1128371" cy="115973"/>
              </a:xfrm>
              <a:prstGeom prst="rect">
                <a:avLst/>
              </a:prstGeom>
              <a:gradFill>
                <a:gsLst>
                  <a:gs pos="0">
                    <a:schemeClr val="accent2">
                      <a:lumMod val="75000"/>
                    </a:schemeClr>
                  </a:gs>
                  <a:gs pos="5300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accent2">
                      <a:lumMod val="75000"/>
                    </a:schemeClr>
                  </a:gs>
                </a:gsLst>
                <a:lin ang="10800000" scaled="0"/>
              </a:gradFill>
              <a:ln w="25400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412" name="Oval 411"/>
              <p:cNvSpPr/>
              <p:nvPr/>
            </p:nvSpPr>
            <p:spPr bwMode="auto">
              <a:xfrm flipV="1">
                <a:off x="1871277" y="1576300"/>
                <a:ext cx="1125200" cy="31952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 w="6350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>
                  <a:ln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417" name="Freeform 416"/>
              <p:cNvSpPr/>
              <p:nvPr/>
            </p:nvSpPr>
            <p:spPr bwMode="auto">
              <a:xfrm>
                <a:off x="2159708" y="1673340"/>
                <a:ext cx="548339" cy="160943"/>
              </a:xfrm>
              <a:custGeom>
                <a:avLst/>
                <a:gdLst>
                  <a:gd name="connsiteX0" fmla="*/ 1486231 w 2944854"/>
                  <a:gd name="connsiteY0" fmla="*/ 727041 h 1302232"/>
                  <a:gd name="connsiteX1" fmla="*/ 257675 w 2944854"/>
                  <a:gd name="connsiteY1" fmla="*/ 1302232 h 1302232"/>
                  <a:gd name="connsiteX2" fmla="*/ 0 w 2944854"/>
                  <a:gd name="connsiteY2" fmla="*/ 1228607 h 1302232"/>
                  <a:gd name="connsiteX3" fmla="*/ 911064 w 2944854"/>
                  <a:gd name="connsiteY3" fmla="*/ 837478 h 1302232"/>
                  <a:gd name="connsiteX4" fmla="*/ 883456 w 2944854"/>
                  <a:gd name="connsiteY4" fmla="*/ 450949 h 1302232"/>
                  <a:gd name="connsiteX5" fmla="*/ 161047 w 2944854"/>
                  <a:gd name="connsiteY5" fmla="*/ 119640 h 1302232"/>
                  <a:gd name="connsiteX6" fmla="*/ 404917 w 2944854"/>
                  <a:gd name="connsiteY6" fmla="*/ 50617 h 1302232"/>
                  <a:gd name="connsiteX7" fmla="*/ 1477028 w 2944854"/>
                  <a:gd name="connsiteY7" fmla="*/ 501566 h 1302232"/>
                  <a:gd name="connsiteX8" fmla="*/ 2572146 w 2944854"/>
                  <a:gd name="connsiteY8" fmla="*/ 0 h 1302232"/>
                  <a:gd name="connsiteX9" fmla="*/ 2875834 w 2944854"/>
                  <a:gd name="connsiteY9" fmla="*/ 96632 h 1302232"/>
                  <a:gd name="connsiteX10" fmla="*/ 2079803 w 2944854"/>
                  <a:gd name="connsiteY10" fmla="*/ 432543 h 1302232"/>
                  <a:gd name="connsiteX11" fmla="*/ 2240850 w 2944854"/>
                  <a:gd name="connsiteY11" fmla="*/ 920305 h 1302232"/>
                  <a:gd name="connsiteX12" fmla="*/ 2944854 w 2944854"/>
                  <a:gd name="connsiteY12" fmla="*/ 1228607 h 1302232"/>
                  <a:gd name="connsiteX13" fmla="*/ 2733192 w 2944854"/>
                  <a:gd name="connsiteY13" fmla="*/ 1297630 h 1302232"/>
                  <a:gd name="connsiteX14" fmla="*/ 1486231 w 2944854"/>
                  <a:gd name="connsiteY14" fmla="*/ 727041 h 1302232"/>
                  <a:gd name="connsiteX0" fmla="*/ 1486231 w 2944854"/>
                  <a:gd name="connsiteY0" fmla="*/ 727041 h 1316375"/>
                  <a:gd name="connsiteX1" fmla="*/ 257675 w 2944854"/>
                  <a:gd name="connsiteY1" fmla="*/ 1302232 h 1316375"/>
                  <a:gd name="connsiteX2" fmla="*/ 0 w 2944854"/>
                  <a:gd name="connsiteY2" fmla="*/ 1228607 h 1316375"/>
                  <a:gd name="connsiteX3" fmla="*/ 911064 w 2944854"/>
                  <a:gd name="connsiteY3" fmla="*/ 837478 h 1316375"/>
                  <a:gd name="connsiteX4" fmla="*/ 883456 w 2944854"/>
                  <a:gd name="connsiteY4" fmla="*/ 450949 h 1316375"/>
                  <a:gd name="connsiteX5" fmla="*/ 161047 w 2944854"/>
                  <a:gd name="connsiteY5" fmla="*/ 119640 h 1316375"/>
                  <a:gd name="connsiteX6" fmla="*/ 404917 w 2944854"/>
                  <a:gd name="connsiteY6" fmla="*/ 50617 h 1316375"/>
                  <a:gd name="connsiteX7" fmla="*/ 1477028 w 2944854"/>
                  <a:gd name="connsiteY7" fmla="*/ 501566 h 1316375"/>
                  <a:gd name="connsiteX8" fmla="*/ 2572146 w 2944854"/>
                  <a:gd name="connsiteY8" fmla="*/ 0 h 1316375"/>
                  <a:gd name="connsiteX9" fmla="*/ 2875834 w 2944854"/>
                  <a:gd name="connsiteY9" fmla="*/ 96632 h 1316375"/>
                  <a:gd name="connsiteX10" fmla="*/ 2079803 w 2944854"/>
                  <a:gd name="connsiteY10" fmla="*/ 432543 h 1316375"/>
                  <a:gd name="connsiteX11" fmla="*/ 2240850 w 2944854"/>
                  <a:gd name="connsiteY11" fmla="*/ 920305 h 1316375"/>
                  <a:gd name="connsiteX12" fmla="*/ 2944854 w 2944854"/>
                  <a:gd name="connsiteY12" fmla="*/ 1228607 h 1316375"/>
                  <a:gd name="connsiteX13" fmla="*/ 2756623 w 2944854"/>
                  <a:gd name="connsiteY13" fmla="*/ 1316375 h 1316375"/>
                  <a:gd name="connsiteX14" fmla="*/ 1486231 w 2944854"/>
                  <a:gd name="connsiteY14" fmla="*/ 727041 h 1316375"/>
                  <a:gd name="connsiteX0" fmla="*/ 1486231 w 3024520"/>
                  <a:gd name="connsiteY0" fmla="*/ 727041 h 1316375"/>
                  <a:gd name="connsiteX1" fmla="*/ 257675 w 3024520"/>
                  <a:gd name="connsiteY1" fmla="*/ 1302232 h 1316375"/>
                  <a:gd name="connsiteX2" fmla="*/ 0 w 3024520"/>
                  <a:gd name="connsiteY2" fmla="*/ 1228607 h 1316375"/>
                  <a:gd name="connsiteX3" fmla="*/ 911064 w 3024520"/>
                  <a:gd name="connsiteY3" fmla="*/ 837478 h 1316375"/>
                  <a:gd name="connsiteX4" fmla="*/ 883456 w 3024520"/>
                  <a:gd name="connsiteY4" fmla="*/ 450949 h 1316375"/>
                  <a:gd name="connsiteX5" fmla="*/ 161047 w 3024520"/>
                  <a:gd name="connsiteY5" fmla="*/ 119640 h 1316375"/>
                  <a:gd name="connsiteX6" fmla="*/ 404917 w 3024520"/>
                  <a:gd name="connsiteY6" fmla="*/ 50617 h 1316375"/>
                  <a:gd name="connsiteX7" fmla="*/ 1477028 w 3024520"/>
                  <a:gd name="connsiteY7" fmla="*/ 501566 h 1316375"/>
                  <a:gd name="connsiteX8" fmla="*/ 2572146 w 3024520"/>
                  <a:gd name="connsiteY8" fmla="*/ 0 h 1316375"/>
                  <a:gd name="connsiteX9" fmla="*/ 2875834 w 3024520"/>
                  <a:gd name="connsiteY9" fmla="*/ 96632 h 1316375"/>
                  <a:gd name="connsiteX10" fmla="*/ 2079803 w 3024520"/>
                  <a:gd name="connsiteY10" fmla="*/ 432543 h 1316375"/>
                  <a:gd name="connsiteX11" fmla="*/ 2240850 w 3024520"/>
                  <a:gd name="connsiteY11" fmla="*/ 920305 h 1316375"/>
                  <a:gd name="connsiteX12" fmla="*/ 3024520 w 3024520"/>
                  <a:gd name="connsiteY12" fmla="*/ 1228607 h 1316375"/>
                  <a:gd name="connsiteX13" fmla="*/ 2756623 w 3024520"/>
                  <a:gd name="connsiteY13" fmla="*/ 1316375 h 1316375"/>
                  <a:gd name="connsiteX14" fmla="*/ 1486231 w 3024520"/>
                  <a:gd name="connsiteY14" fmla="*/ 727041 h 1316375"/>
                  <a:gd name="connsiteX0" fmla="*/ 1537780 w 3076069"/>
                  <a:gd name="connsiteY0" fmla="*/ 727041 h 1316375"/>
                  <a:gd name="connsiteX1" fmla="*/ 309224 w 3076069"/>
                  <a:gd name="connsiteY1" fmla="*/ 1302232 h 1316375"/>
                  <a:gd name="connsiteX2" fmla="*/ 0 w 3076069"/>
                  <a:gd name="connsiteY2" fmla="*/ 1228607 h 1316375"/>
                  <a:gd name="connsiteX3" fmla="*/ 962613 w 3076069"/>
                  <a:gd name="connsiteY3" fmla="*/ 837478 h 1316375"/>
                  <a:gd name="connsiteX4" fmla="*/ 935005 w 3076069"/>
                  <a:gd name="connsiteY4" fmla="*/ 450949 h 1316375"/>
                  <a:gd name="connsiteX5" fmla="*/ 212596 w 3076069"/>
                  <a:gd name="connsiteY5" fmla="*/ 119640 h 1316375"/>
                  <a:gd name="connsiteX6" fmla="*/ 456466 w 3076069"/>
                  <a:gd name="connsiteY6" fmla="*/ 50617 h 1316375"/>
                  <a:gd name="connsiteX7" fmla="*/ 1528577 w 3076069"/>
                  <a:gd name="connsiteY7" fmla="*/ 501566 h 1316375"/>
                  <a:gd name="connsiteX8" fmla="*/ 2623695 w 3076069"/>
                  <a:gd name="connsiteY8" fmla="*/ 0 h 1316375"/>
                  <a:gd name="connsiteX9" fmla="*/ 2927383 w 3076069"/>
                  <a:gd name="connsiteY9" fmla="*/ 96632 h 1316375"/>
                  <a:gd name="connsiteX10" fmla="*/ 2131352 w 3076069"/>
                  <a:gd name="connsiteY10" fmla="*/ 432543 h 1316375"/>
                  <a:gd name="connsiteX11" fmla="*/ 2292399 w 3076069"/>
                  <a:gd name="connsiteY11" fmla="*/ 920305 h 1316375"/>
                  <a:gd name="connsiteX12" fmla="*/ 3076069 w 3076069"/>
                  <a:gd name="connsiteY12" fmla="*/ 1228607 h 1316375"/>
                  <a:gd name="connsiteX13" fmla="*/ 2808172 w 3076069"/>
                  <a:gd name="connsiteY13" fmla="*/ 1316375 h 1316375"/>
                  <a:gd name="connsiteX14" fmla="*/ 1537780 w 3076069"/>
                  <a:gd name="connsiteY14" fmla="*/ 727041 h 1316375"/>
                  <a:gd name="connsiteX0" fmla="*/ 1537780 w 3076069"/>
                  <a:gd name="connsiteY0" fmla="*/ 727041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27041 h 1321259"/>
                  <a:gd name="connsiteX0" fmla="*/ 1537780 w 3076069"/>
                  <a:gd name="connsiteY0" fmla="*/ 750825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50825 h 13212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3076069" h="132125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422" name="Freeform 421"/>
              <p:cNvSpPr/>
              <p:nvPr/>
            </p:nvSpPr>
            <p:spPr bwMode="auto">
              <a:xfrm>
                <a:off x="2102655" y="1633103"/>
                <a:ext cx="662444" cy="111241"/>
              </a:xfrm>
              <a:custGeom>
                <a:avLst/>
                <a:gdLst>
                  <a:gd name="connsiteX0" fmla="*/ 0 w 3645229"/>
                  <a:gd name="connsiteY0" fmla="*/ 214441 h 923747"/>
                  <a:gd name="connsiteX1" fmla="*/ 659770 w 3645229"/>
                  <a:gd name="connsiteY1" fmla="*/ 16495 h 923747"/>
                  <a:gd name="connsiteX2" fmla="*/ 1814367 w 3645229"/>
                  <a:gd name="connsiteY2" fmla="*/ 511360 h 923747"/>
                  <a:gd name="connsiteX3" fmla="*/ 2968965 w 3645229"/>
                  <a:gd name="connsiteY3" fmla="*/ 0 h 923747"/>
                  <a:gd name="connsiteX4" fmla="*/ 3645229 w 3645229"/>
                  <a:gd name="connsiteY4" fmla="*/ 197946 h 923747"/>
                  <a:gd name="connsiteX5" fmla="*/ 3199884 w 3645229"/>
                  <a:gd name="connsiteY5" fmla="*/ 461874 h 923747"/>
                  <a:gd name="connsiteX6" fmla="*/ 2985459 w 3645229"/>
                  <a:gd name="connsiteY6" fmla="*/ 379396 h 923747"/>
                  <a:gd name="connsiteX7" fmla="*/ 1830861 w 3645229"/>
                  <a:gd name="connsiteY7" fmla="*/ 923747 h 923747"/>
                  <a:gd name="connsiteX8" fmla="*/ 676264 w 3645229"/>
                  <a:gd name="connsiteY8" fmla="*/ 412387 h 923747"/>
                  <a:gd name="connsiteX9" fmla="*/ 527816 w 3645229"/>
                  <a:gd name="connsiteY9" fmla="*/ 478369 h 923747"/>
                  <a:gd name="connsiteX10" fmla="*/ 0 w 3645229"/>
                  <a:gd name="connsiteY10" fmla="*/ 21444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71662 w 3640627"/>
                  <a:gd name="connsiteY8" fmla="*/ 412387 h 923747"/>
                  <a:gd name="connsiteX9" fmla="*/ 523214 w 3640627"/>
                  <a:gd name="connsiteY9" fmla="*/ 478369 h 923747"/>
                  <a:gd name="connsiteX10" fmla="*/ 0 w 3640627"/>
                  <a:gd name="connsiteY10" fmla="*/ 24205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71662 w 3640627"/>
                  <a:gd name="connsiteY8" fmla="*/ 412387 h 923747"/>
                  <a:gd name="connsiteX9" fmla="*/ 523214 w 3640627"/>
                  <a:gd name="connsiteY9" fmla="*/ 482971 h 923747"/>
                  <a:gd name="connsiteX10" fmla="*/ 0 w 3640627"/>
                  <a:gd name="connsiteY10" fmla="*/ 24205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90067 w 3640627"/>
                  <a:gd name="connsiteY8" fmla="*/ 412387 h 923747"/>
                  <a:gd name="connsiteX9" fmla="*/ 523214 w 3640627"/>
                  <a:gd name="connsiteY9" fmla="*/ 482971 h 923747"/>
                  <a:gd name="connsiteX10" fmla="*/ 0 w 3640627"/>
                  <a:gd name="connsiteY10" fmla="*/ 242051 h 923747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09765 w 3640627"/>
                  <a:gd name="connsiteY2" fmla="*/ 511360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2980857 w 3640627"/>
                  <a:gd name="connsiteY6" fmla="*/ 379396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55778 w 3640627"/>
                  <a:gd name="connsiteY2" fmla="*/ 534367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2980857 w 3640627"/>
                  <a:gd name="connsiteY6" fmla="*/ 379396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55778 w 3640627"/>
                  <a:gd name="connsiteY2" fmla="*/ 534367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3008465 w 3640627"/>
                  <a:gd name="connsiteY6" fmla="*/ 402404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723451"/>
                  <a:gd name="connsiteY0" fmla="*/ 242051 h 946755"/>
                  <a:gd name="connsiteX1" fmla="*/ 655168 w 3723451"/>
                  <a:gd name="connsiteY1" fmla="*/ 16495 h 946755"/>
                  <a:gd name="connsiteX2" fmla="*/ 1855778 w 3723451"/>
                  <a:gd name="connsiteY2" fmla="*/ 534367 h 946755"/>
                  <a:gd name="connsiteX3" fmla="*/ 2964363 w 3723451"/>
                  <a:gd name="connsiteY3" fmla="*/ 0 h 946755"/>
                  <a:gd name="connsiteX4" fmla="*/ 3723451 w 3723451"/>
                  <a:gd name="connsiteY4" fmla="*/ 220954 h 946755"/>
                  <a:gd name="connsiteX5" fmla="*/ 3195282 w 3723451"/>
                  <a:gd name="connsiteY5" fmla="*/ 461874 h 946755"/>
                  <a:gd name="connsiteX6" fmla="*/ 3008465 w 3723451"/>
                  <a:gd name="connsiteY6" fmla="*/ 402404 h 946755"/>
                  <a:gd name="connsiteX7" fmla="*/ 1876873 w 3723451"/>
                  <a:gd name="connsiteY7" fmla="*/ 946755 h 946755"/>
                  <a:gd name="connsiteX8" fmla="*/ 690067 w 3723451"/>
                  <a:gd name="connsiteY8" fmla="*/ 412387 h 946755"/>
                  <a:gd name="connsiteX9" fmla="*/ 523214 w 3723451"/>
                  <a:gd name="connsiteY9" fmla="*/ 482971 h 946755"/>
                  <a:gd name="connsiteX10" fmla="*/ 0 w 3723451"/>
                  <a:gd name="connsiteY10" fmla="*/ 242051 h 946755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95282 w 3723451"/>
                  <a:gd name="connsiteY5" fmla="*/ 448069 h 932950"/>
                  <a:gd name="connsiteX6" fmla="*/ 3008465 w 3723451"/>
                  <a:gd name="connsiteY6" fmla="*/ 388599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95282 w 3723451"/>
                  <a:gd name="connsiteY5" fmla="*/ 448069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86079 w 3723451"/>
                  <a:gd name="connsiteY5" fmla="*/ 461874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86079 w 3723451"/>
                  <a:gd name="connsiteY5" fmla="*/ 461874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711613 w 3723451"/>
                  <a:gd name="connsiteY8" fmla="*/ 413055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723451" h="932950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427" name="Freeform 426"/>
              <p:cNvSpPr/>
              <p:nvPr/>
            </p:nvSpPr>
            <p:spPr bwMode="auto">
              <a:xfrm>
                <a:off x="2536889" y="1727776"/>
                <a:ext cx="244057" cy="97040"/>
              </a:xfrm>
              <a:custGeom>
                <a:avLst/>
                <a:gdLst>
                  <a:gd name="connsiteX0" fmla="*/ 55216 w 1421812"/>
                  <a:gd name="connsiteY0" fmla="*/ 0 h 800665"/>
                  <a:gd name="connsiteX1" fmla="*/ 1421812 w 1421812"/>
                  <a:gd name="connsiteY1" fmla="*/ 625807 h 800665"/>
                  <a:gd name="connsiteX2" fmla="*/ 947874 w 1421812"/>
                  <a:gd name="connsiteY2" fmla="*/ 800665 h 800665"/>
                  <a:gd name="connsiteX3" fmla="*/ 50614 w 1421812"/>
                  <a:gd name="connsiteY3" fmla="*/ 404934 h 800665"/>
                  <a:gd name="connsiteX4" fmla="*/ 0 w 1421812"/>
                  <a:gd name="connsiteY4" fmla="*/ 404934 h 800665"/>
                  <a:gd name="connsiteX5" fmla="*/ 55216 w 1421812"/>
                  <a:gd name="connsiteY5" fmla="*/ 0 h 800665"/>
                  <a:gd name="connsiteX0" fmla="*/ 4602 w 1371198"/>
                  <a:gd name="connsiteY0" fmla="*/ 0 h 800665"/>
                  <a:gd name="connsiteX1" fmla="*/ 1371198 w 1371198"/>
                  <a:gd name="connsiteY1" fmla="*/ 625807 h 800665"/>
                  <a:gd name="connsiteX2" fmla="*/ 897260 w 1371198"/>
                  <a:gd name="connsiteY2" fmla="*/ 800665 h 800665"/>
                  <a:gd name="connsiteX3" fmla="*/ 0 w 1371198"/>
                  <a:gd name="connsiteY3" fmla="*/ 404934 h 800665"/>
                  <a:gd name="connsiteX4" fmla="*/ 4602 w 1371198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9868"/>
                  <a:gd name="connsiteX1" fmla="*/ 1366596 w 1366596"/>
                  <a:gd name="connsiteY1" fmla="*/ 625807 h 809868"/>
                  <a:gd name="connsiteX2" fmla="*/ 865050 w 1366596"/>
                  <a:gd name="connsiteY2" fmla="*/ 809868 h 809868"/>
                  <a:gd name="connsiteX3" fmla="*/ 4601 w 1366596"/>
                  <a:gd name="connsiteY3" fmla="*/ 427942 h 809868"/>
                  <a:gd name="connsiteX4" fmla="*/ 0 w 1366596"/>
                  <a:gd name="connsiteY4" fmla="*/ 0 h 8098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6596" h="809868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428" name="Freeform 427"/>
              <p:cNvSpPr/>
              <p:nvPr/>
            </p:nvSpPr>
            <p:spPr bwMode="auto">
              <a:xfrm>
                <a:off x="2089977" y="1730144"/>
                <a:ext cx="240888" cy="97039"/>
              </a:xfrm>
              <a:custGeom>
                <a:avLst/>
                <a:gdLst>
                  <a:gd name="connsiteX0" fmla="*/ 1329786 w 1348191"/>
                  <a:gd name="connsiteY0" fmla="*/ 0 h 809869"/>
                  <a:gd name="connsiteX1" fmla="*/ 1348191 w 1348191"/>
                  <a:gd name="connsiteY1" fmla="*/ 400333 h 809869"/>
                  <a:gd name="connsiteX2" fmla="*/ 487742 w 1348191"/>
                  <a:gd name="connsiteY2" fmla="*/ 809869 h 809869"/>
                  <a:gd name="connsiteX3" fmla="*/ 0 w 1348191"/>
                  <a:gd name="connsiteY3" fmla="*/ 630409 h 809869"/>
                  <a:gd name="connsiteX4" fmla="*/ 1329786 w 1348191"/>
                  <a:gd name="connsiteY4" fmla="*/ 0 h 809869"/>
                  <a:gd name="connsiteX0" fmla="*/ 1329786 w 1348191"/>
                  <a:gd name="connsiteY0" fmla="*/ 0 h 791462"/>
                  <a:gd name="connsiteX1" fmla="*/ 1348191 w 1348191"/>
                  <a:gd name="connsiteY1" fmla="*/ 381926 h 791462"/>
                  <a:gd name="connsiteX2" fmla="*/ 487742 w 1348191"/>
                  <a:gd name="connsiteY2" fmla="*/ 791462 h 791462"/>
                  <a:gd name="connsiteX3" fmla="*/ 0 w 1348191"/>
                  <a:gd name="connsiteY3" fmla="*/ 612002 h 791462"/>
                  <a:gd name="connsiteX4" fmla="*/ 1329786 w 1348191"/>
                  <a:gd name="connsiteY4" fmla="*/ 0 h 7914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48191" h="791462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cxnSp>
            <p:nvCxnSpPr>
              <p:cNvPr id="429" name="Straight Connector 428"/>
              <p:cNvCxnSpPr>
                <a:endCxn id="412" idx="2"/>
              </p:cNvCxnSpPr>
              <p:nvPr/>
            </p:nvCxnSpPr>
            <p:spPr bwMode="auto">
              <a:xfrm flipH="1" flipV="1">
                <a:off x="1871277" y="1737243"/>
                <a:ext cx="3169" cy="123074"/>
              </a:xfrm>
              <a:prstGeom prst="line">
                <a:avLst/>
              </a:prstGeom>
              <a:ln w="6350" cmpd="sng">
                <a:solidFill>
                  <a:schemeClr val="tx1"/>
                </a:solidFill>
              </a:ln>
              <a:effectLst>
                <a:outerShdw blurRad="40005" dist="19939" dir="5400000" algn="tl" rotWithShape="0">
                  <a:srgbClr val="000000">
                    <a:alpha val="38000"/>
                  </a:srgbClr>
                </a:outerShdw>
              </a:effectLst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" name="Straight Connector 429"/>
              <p:cNvCxnSpPr/>
              <p:nvPr/>
            </p:nvCxnSpPr>
            <p:spPr bwMode="auto">
              <a:xfrm flipH="1" flipV="1">
                <a:off x="2996477" y="1734877"/>
                <a:ext cx="3171" cy="123074"/>
              </a:xfrm>
              <a:prstGeom prst="line">
                <a:avLst/>
              </a:prstGeom>
              <a:ln w="6350" cmpd="sng">
                <a:solidFill>
                  <a:schemeClr val="tx1"/>
                </a:solidFill>
              </a:ln>
              <a:effectLst>
                <a:outerShdw blurRad="40005" dist="19939" dir="5400000" algn="tl" rotWithShape="0">
                  <a:srgbClr val="000000">
                    <a:alpha val="38000"/>
                  </a:srgbClr>
                </a:outerShdw>
              </a:effectLst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31" name="Group 347"/>
            <p:cNvGrpSpPr>
              <a:grpSpLocks/>
            </p:cNvGrpSpPr>
            <p:nvPr/>
          </p:nvGrpSpPr>
          <p:grpSpPr bwMode="auto">
            <a:xfrm>
              <a:off x="3704088" y="5889227"/>
              <a:ext cx="588970" cy="242608"/>
              <a:chOff x="1871277" y="1576300"/>
              <a:chExt cx="1128371" cy="437861"/>
            </a:xfrm>
          </p:grpSpPr>
          <p:sp>
            <p:nvSpPr>
              <p:cNvPr id="432" name="Oval 431"/>
              <p:cNvSpPr/>
              <p:nvPr/>
            </p:nvSpPr>
            <p:spPr bwMode="auto">
              <a:xfrm flipV="1">
                <a:off x="1874446" y="1694641"/>
                <a:ext cx="1125202" cy="319520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2">
                      <a:lumMod val="75000"/>
                    </a:schemeClr>
                  </a:gs>
                  <a:gs pos="5300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accent2">
                      <a:lumMod val="75000"/>
                    </a:schemeClr>
                  </a:gs>
                </a:gsLst>
                <a:lin ang="0" scaled="1"/>
                <a:tileRect/>
              </a:gradFill>
              <a:ln w="6350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>
                  <a:ln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433" name="Rectangle 432"/>
              <p:cNvSpPr/>
              <p:nvPr/>
            </p:nvSpPr>
            <p:spPr bwMode="auto">
              <a:xfrm>
                <a:off x="1871277" y="1739611"/>
                <a:ext cx="1128371" cy="115973"/>
              </a:xfrm>
              <a:prstGeom prst="rect">
                <a:avLst/>
              </a:prstGeom>
              <a:gradFill>
                <a:gsLst>
                  <a:gs pos="0">
                    <a:schemeClr val="accent2">
                      <a:lumMod val="75000"/>
                    </a:schemeClr>
                  </a:gs>
                  <a:gs pos="5300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accent2">
                      <a:lumMod val="75000"/>
                    </a:schemeClr>
                  </a:gs>
                </a:gsLst>
                <a:lin ang="10800000" scaled="0"/>
              </a:gradFill>
              <a:ln w="25400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434" name="Oval 433"/>
              <p:cNvSpPr/>
              <p:nvPr/>
            </p:nvSpPr>
            <p:spPr bwMode="auto">
              <a:xfrm flipV="1">
                <a:off x="1871277" y="1576300"/>
                <a:ext cx="1125200" cy="31952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 w="6350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>
                  <a:ln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435" name="Freeform 434"/>
              <p:cNvSpPr/>
              <p:nvPr/>
            </p:nvSpPr>
            <p:spPr bwMode="auto">
              <a:xfrm>
                <a:off x="2159708" y="1673340"/>
                <a:ext cx="548339" cy="160943"/>
              </a:xfrm>
              <a:custGeom>
                <a:avLst/>
                <a:gdLst>
                  <a:gd name="connsiteX0" fmla="*/ 1486231 w 2944854"/>
                  <a:gd name="connsiteY0" fmla="*/ 727041 h 1302232"/>
                  <a:gd name="connsiteX1" fmla="*/ 257675 w 2944854"/>
                  <a:gd name="connsiteY1" fmla="*/ 1302232 h 1302232"/>
                  <a:gd name="connsiteX2" fmla="*/ 0 w 2944854"/>
                  <a:gd name="connsiteY2" fmla="*/ 1228607 h 1302232"/>
                  <a:gd name="connsiteX3" fmla="*/ 911064 w 2944854"/>
                  <a:gd name="connsiteY3" fmla="*/ 837478 h 1302232"/>
                  <a:gd name="connsiteX4" fmla="*/ 883456 w 2944854"/>
                  <a:gd name="connsiteY4" fmla="*/ 450949 h 1302232"/>
                  <a:gd name="connsiteX5" fmla="*/ 161047 w 2944854"/>
                  <a:gd name="connsiteY5" fmla="*/ 119640 h 1302232"/>
                  <a:gd name="connsiteX6" fmla="*/ 404917 w 2944854"/>
                  <a:gd name="connsiteY6" fmla="*/ 50617 h 1302232"/>
                  <a:gd name="connsiteX7" fmla="*/ 1477028 w 2944854"/>
                  <a:gd name="connsiteY7" fmla="*/ 501566 h 1302232"/>
                  <a:gd name="connsiteX8" fmla="*/ 2572146 w 2944854"/>
                  <a:gd name="connsiteY8" fmla="*/ 0 h 1302232"/>
                  <a:gd name="connsiteX9" fmla="*/ 2875834 w 2944854"/>
                  <a:gd name="connsiteY9" fmla="*/ 96632 h 1302232"/>
                  <a:gd name="connsiteX10" fmla="*/ 2079803 w 2944854"/>
                  <a:gd name="connsiteY10" fmla="*/ 432543 h 1302232"/>
                  <a:gd name="connsiteX11" fmla="*/ 2240850 w 2944854"/>
                  <a:gd name="connsiteY11" fmla="*/ 920305 h 1302232"/>
                  <a:gd name="connsiteX12" fmla="*/ 2944854 w 2944854"/>
                  <a:gd name="connsiteY12" fmla="*/ 1228607 h 1302232"/>
                  <a:gd name="connsiteX13" fmla="*/ 2733192 w 2944854"/>
                  <a:gd name="connsiteY13" fmla="*/ 1297630 h 1302232"/>
                  <a:gd name="connsiteX14" fmla="*/ 1486231 w 2944854"/>
                  <a:gd name="connsiteY14" fmla="*/ 727041 h 1302232"/>
                  <a:gd name="connsiteX0" fmla="*/ 1486231 w 2944854"/>
                  <a:gd name="connsiteY0" fmla="*/ 727041 h 1316375"/>
                  <a:gd name="connsiteX1" fmla="*/ 257675 w 2944854"/>
                  <a:gd name="connsiteY1" fmla="*/ 1302232 h 1316375"/>
                  <a:gd name="connsiteX2" fmla="*/ 0 w 2944854"/>
                  <a:gd name="connsiteY2" fmla="*/ 1228607 h 1316375"/>
                  <a:gd name="connsiteX3" fmla="*/ 911064 w 2944854"/>
                  <a:gd name="connsiteY3" fmla="*/ 837478 h 1316375"/>
                  <a:gd name="connsiteX4" fmla="*/ 883456 w 2944854"/>
                  <a:gd name="connsiteY4" fmla="*/ 450949 h 1316375"/>
                  <a:gd name="connsiteX5" fmla="*/ 161047 w 2944854"/>
                  <a:gd name="connsiteY5" fmla="*/ 119640 h 1316375"/>
                  <a:gd name="connsiteX6" fmla="*/ 404917 w 2944854"/>
                  <a:gd name="connsiteY6" fmla="*/ 50617 h 1316375"/>
                  <a:gd name="connsiteX7" fmla="*/ 1477028 w 2944854"/>
                  <a:gd name="connsiteY7" fmla="*/ 501566 h 1316375"/>
                  <a:gd name="connsiteX8" fmla="*/ 2572146 w 2944854"/>
                  <a:gd name="connsiteY8" fmla="*/ 0 h 1316375"/>
                  <a:gd name="connsiteX9" fmla="*/ 2875834 w 2944854"/>
                  <a:gd name="connsiteY9" fmla="*/ 96632 h 1316375"/>
                  <a:gd name="connsiteX10" fmla="*/ 2079803 w 2944854"/>
                  <a:gd name="connsiteY10" fmla="*/ 432543 h 1316375"/>
                  <a:gd name="connsiteX11" fmla="*/ 2240850 w 2944854"/>
                  <a:gd name="connsiteY11" fmla="*/ 920305 h 1316375"/>
                  <a:gd name="connsiteX12" fmla="*/ 2944854 w 2944854"/>
                  <a:gd name="connsiteY12" fmla="*/ 1228607 h 1316375"/>
                  <a:gd name="connsiteX13" fmla="*/ 2756623 w 2944854"/>
                  <a:gd name="connsiteY13" fmla="*/ 1316375 h 1316375"/>
                  <a:gd name="connsiteX14" fmla="*/ 1486231 w 2944854"/>
                  <a:gd name="connsiteY14" fmla="*/ 727041 h 1316375"/>
                  <a:gd name="connsiteX0" fmla="*/ 1486231 w 3024520"/>
                  <a:gd name="connsiteY0" fmla="*/ 727041 h 1316375"/>
                  <a:gd name="connsiteX1" fmla="*/ 257675 w 3024520"/>
                  <a:gd name="connsiteY1" fmla="*/ 1302232 h 1316375"/>
                  <a:gd name="connsiteX2" fmla="*/ 0 w 3024520"/>
                  <a:gd name="connsiteY2" fmla="*/ 1228607 h 1316375"/>
                  <a:gd name="connsiteX3" fmla="*/ 911064 w 3024520"/>
                  <a:gd name="connsiteY3" fmla="*/ 837478 h 1316375"/>
                  <a:gd name="connsiteX4" fmla="*/ 883456 w 3024520"/>
                  <a:gd name="connsiteY4" fmla="*/ 450949 h 1316375"/>
                  <a:gd name="connsiteX5" fmla="*/ 161047 w 3024520"/>
                  <a:gd name="connsiteY5" fmla="*/ 119640 h 1316375"/>
                  <a:gd name="connsiteX6" fmla="*/ 404917 w 3024520"/>
                  <a:gd name="connsiteY6" fmla="*/ 50617 h 1316375"/>
                  <a:gd name="connsiteX7" fmla="*/ 1477028 w 3024520"/>
                  <a:gd name="connsiteY7" fmla="*/ 501566 h 1316375"/>
                  <a:gd name="connsiteX8" fmla="*/ 2572146 w 3024520"/>
                  <a:gd name="connsiteY8" fmla="*/ 0 h 1316375"/>
                  <a:gd name="connsiteX9" fmla="*/ 2875834 w 3024520"/>
                  <a:gd name="connsiteY9" fmla="*/ 96632 h 1316375"/>
                  <a:gd name="connsiteX10" fmla="*/ 2079803 w 3024520"/>
                  <a:gd name="connsiteY10" fmla="*/ 432543 h 1316375"/>
                  <a:gd name="connsiteX11" fmla="*/ 2240850 w 3024520"/>
                  <a:gd name="connsiteY11" fmla="*/ 920305 h 1316375"/>
                  <a:gd name="connsiteX12" fmla="*/ 3024520 w 3024520"/>
                  <a:gd name="connsiteY12" fmla="*/ 1228607 h 1316375"/>
                  <a:gd name="connsiteX13" fmla="*/ 2756623 w 3024520"/>
                  <a:gd name="connsiteY13" fmla="*/ 1316375 h 1316375"/>
                  <a:gd name="connsiteX14" fmla="*/ 1486231 w 3024520"/>
                  <a:gd name="connsiteY14" fmla="*/ 727041 h 1316375"/>
                  <a:gd name="connsiteX0" fmla="*/ 1537780 w 3076069"/>
                  <a:gd name="connsiteY0" fmla="*/ 727041 h 1316375"/>
                  <a:gd name="connsiteX1" fmla="*/ 309224 w 3076069"/>
                  <a:gd name="connsiteY1" fmla="*/ 1302232 h 1316375"/>
                  <a:gd name="connsiteX2" fmla="*/ 0 w 3076069"/>
                  <a:gd name="connsiteY2" fmla="*/ 1228607 h 1316375"/>
                  <a:gd name="connsiteX3" fmla="*/ 962613 w 3076069"/>
                  <a:gd name="connsiteY3" fmla="*/ 837478 h 1316375"/>
                  <a:gd name="connsiteX4" fmla="*/ 935005 w 3076069"/>
                  <a:gd name="connsiteY4" fmla="*/ 450949 h 1316375"/>
                  <a:gd name="connsiteX5" fmla="*/ 212596 w 3076069"/>
                  <a:gd name="connsiteY5" fmla="*/ 119640 h 1316375"/>
                  <a:gd name="connsiteX6" fmla="*/ 456466 w 3076069"/>
                  <a:gd name="connsiteY6" fmla="*/ 50617 h 1316375"/>
                  <a:gd name="connsiteX7" fmla="*/ 1528577 w 3076069"/>
                  <a:gd name="connsiteY7" fmla="*/ 501566 h 1316375"/>
                  <a:gd name="connsiteX8" fmla="*/ 2623695 w 3076069"/>
                  <a:gd name="connsiteY8" fmla="*/ 0 h 1316375"/>
                  <a:gd name="connsiteX9" fmla="*/ 2927383 w 3076069"/>
                  <a:gd name="connsiteY9" fmla="*/ 96632 h 1316375"/>
                  <a:gd name="connsiteX10" fmla="*/ 2131352 w 3076069"/>
                  <a:gd name="connsiteY10" fmla="*/ 432543 h 1316375"/>
                  <a:gd name="connsiteX11" fmla="*/ 2292399 w 3076069"/>
                  <a:gd name="connsiteY11" fmla="*/ 920305 h 1316375"/>
                  <a:gd name="connsiteX12" fmla="*/ 3076069 w 3076069"/>
                  <a:gd name="connsiteY12" fmla="*/ 1228607 h 1316375"/>
                  <a:gd name="connsiteX13" fmla="*/ 2808172 w 3076069"/>
                  <a:gd name="connsiteY13" fmla="*/ 1316375 h 1316375"/>
                  <a:gd name="connsiteX14" fmla="*/ 1537780 w 3076069"/>
                  <a:gd name="connsiteY14" fmla="*/ 727041 h 1316375"/>
                  <a:gd name="connsiteX0" fmla="*/ 1537780 w 3076069"/>
                  <a:gd name="connsiteY0" fmla="*/ 727041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27041 h 1321259"/>
                  <a:gd name="connsiteX0" fmla="*/ 1537780 w 3076069"/>
                  <a:gd name="connsiteY0" fmla="*/ 750825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50825 h 13212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3076069" h="132125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436" name="Freeform 435"/>
              <p:cNvSpPr/>
              <p:nvPr/>
            </p:nvSpPr>
            <p:spPr bwMode="auto">
              <a:xfrm>
                <a:off x="2102655" y="1633103"/>
                <a:ext cx="662444" cy="111241"/>
              </a:xfrm>
              <a:custGeom>
                <a:avLst/>
                <a:gdLst>
                  <a:gd name="connsiteX0" fmla="*/ 0 w 3645229"/>
                  <a:gd name="connsiteY0" fmla="*/ 214441 h 923747"/>
                  <a:gd name="connsiteX1" fmla="*/ 659770 w 3645229"/>
                  <a:gd name="connsiteY1" fmla="*/ 16495 h 923747"/>
                  <a:gd name="connsiteX2" fmla="*/ 1814367 w 3645229"/>
                  <a:gd name="connsiteY2" fmla="*/ 511360 h 923747"/>
                  <a:gd name="connsiteX3" fmla="*/ 2968965 w 3645229"/>
                  <a:gd name="connsiteY3" fmla="*/ 0 h 923747"/>
                  <a:gd name="connsiteX4" fmla="*/ 3645229 w 3645229"/>
                  <a:gd name="connsiteY4" fmla="*/ 197946 h 923747"/>
                  <a:gd name="connsiteX5" fmla="*/ 3199884 w 3645229"/>
                  <a:gd name="connsiteY5" fmla="*/ 461874 h 923747"/>
                  <a:gd name="connsiteX6" fmla="*/ 2985459 w 3645229"/>
                  <a:gd name="connsiteY6" fmla="*/ 379396 h 923747"/>
                  <a:gd name="connsiteX7" fmla="*/ 1830861 w 3645229"/>
                  <a:gd name="connsiteY7" fmla="*/ 923747 h 923747"/>
                  <a:gd name="connsiteX8" fmla="*/ 676264 w 3645229"/>
                  <a:gd name="connsiteY8" fmla="*/ 412387 h 923747"/>
                  <a:gd name="connsiteX9" fmla="*/ 527816 w 3645229"/>
                  <a:gd name="connsiteY9" fmla="*/ 478369 h 923747"/>
                  <a:gd name="connsiteX10" fmla="*/ 0 w 3645229"/>
                  <a:gd name="connsiteY10" fmla="*/ 21444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71662 w 3640627"/>
                  <a:gd name="connsiteY8" fmla="*/ 412387 h 923747"/>
                  <a:gd name="connsiteX9" fmla="*/ 523214 w 3640627"/>
                  <a:gd name="connsiteY9" fmla="*/ 478369 h 923747"/>
                  <a:gd name="connsiteX10" fmla="*/ 0 w 3640627"/>
                  <a:gd name="connsiteY10" fmla="*/ 24205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71662 w 3640627"/>
                  <a:gd name="connsiteY8" fmla="*/ 412387 h 923747"/>
                  <a:gd name="connsiteX9" fmla="*/ 523214 w 3640627"/>
                  <a:gd name="connsiteY9" fmla="*/ 482971 h 923747"/>
                  <a:gd name="connsiteX10" fmla="*/ 0 w 3640627"/>
                  <a:gd name="connsiteY10" fmla="*/ 24205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90067 w 3640627"/>
                  <a:gd name="connsiteY8" fmla="*/ 412387 h 923747"/>
                  <a:gd name="connsiteX9" fmla="*/ 523214 w 3640627"/>
                  <a:gd name="connsiteY9" fmla="*/ 482971 h 923747"/>
                  <a:gd name="connsiteX10" fmla="*/ 0 w 3640627"/>
                  <a:gd name="connsiteY10" fmla="*/ 242051 h 923747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09765 w 3640627"/>
                  <a:gd name="connsiteY2" fmla="*/ 511360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2980857 w 3640627"/>
                  <a:gd name="connsiteY6" fmla="*/ 379396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55778 w 3640627"/>
                  <a:gd name="connsiteY2" fmla="*/ 534367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2980857 w 3640627"/>
                  <a:gd name="connsiteY6" fmla="*/ 379396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55778 w 3640627"/>
                  <a:gd name="connsiteY2" fmla="*/ 534367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3008465 w 3640627"/>
                  <a:gd name="connsiteY6" fmla="*/ 402404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723451"/>
                  <a:gd name="connsiteY0" fmla="*/ 242051 h 946755"/>
                  <a:gd name="connsiteX1" fmla="*/ 655168 w 3723451"/>
                  <a:gd name="connsiteY1" fmla="*/ 16495 h 946755"/>
                  <a:gd name="connsiteX2" fmla="*/ 1855778 w 3723451"/>
                  <a:gd name="connsiteY2" fmla="*/ 534367 h 946755"/>
                  <a:gd name="connsiteX3" fmla="*/ 2964363 w 3723451"/>
                  <a:gd name="connsiteY3" fmla="*/ 0 h 946755"/>
                  <a:gd name="connsiteX4" fmla="*/ 3723451 w 3723451"/>
                  <a:gd name="connsiteY4" fmla="*/ 220954 h 946755"/>
                  <a:gd name="connsiteX5" fmla="*/ 3195282 w 3723451"/>
                  <a:gd name="connsiteY5" fmla="*/ 461874 h 946755"/>
                  <a:gd name="connsiteX6" fmla="*/ 3008465 w 3723451"/>
                  <a:gd name="connsiteY6" fmla="*/ 402404 h 946755"/>
                  <a:gd name="connsiteX7" fmla="*/ 1876873 w 3723451"/>
                  <a:gd name="connsiteY7" fmla="*/ 946755 h 946755"/>
                  <a:gd name="connsiteX8" fmla="*/ 690067 w 3723451"/>
                  <a:gd name="connsiteY8" fmla="*/ 412387 h 946755"/>
                  <a:gd name="connsiteX9" fmla="*/ 523214 w 3723451"/>
                  <a:gd name="connsiteY9" fmla="*/ 482971 h 946755"/>
                  <a:gd name="connsiteX10" fmla="*/ 0 w 3723451"/>
                  <a:gd name="connsiteY10" fmla="*/ 242051 h 946755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95282 w 3723451"/>
                  <a:gd name="connsiteY5" fmla="*/ 448069 h 932950"/>
                  <a:gd name="connsiteX6" fmla="*/ 3008465 w 3723451"/>
                  <a:gd name="connsiteY6" fmla="*/ 388599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95282 w 3723451"/>
                  <a:gd name="connsiteY5" fmla="*/ 448069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86079 w 3723451"/>
                  <a:gd name="connsiteY5" fmla="*/ 461874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86079 w 3723451"/>
                  <a:gd name="connsiteY5" fmla="*/ 461874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711613 w 3723451"/>
                  <a:gd name="connsiteY8" fmla="*/ 413055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723451" h="932950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437" name="Freeform 436"/>
              <p:cNvSpPr/>
              <p:nvPr/>
            </p:nvSpPr>
            <p:spPr bwMode="auto">
              <a:xfrm>
                <a:off x="2536889" y="1727776"/>
                <a:ext cx="244057" cy="97040"/>
              </a:xfrm>
              <a:custGeom>
                <a:avLst/>
                <a:gdLst>
                  <a:gd name="connsiteX0" fmla="*/ 55216 w 1421812"/>
                  <a:gd name="connsiteY0" fmla="*/ 0 h 800665"/>
                  <a:gd name="connsiteX1" fmla="*/ 1421812 w 1421812"/>
                  <a:gd name="connsiteY1" fmla="*/ 625807 h 800665"/>
                  <a:gd name="connsiteX2" fmla="*/ 947874 w 1421812"/>
                  <a:gd name="connsiteY2" fmla="*/ 800665 h 800665"/>
                  <a:gd name="connsiteX3" fmla="*/ 50614 w 1421812"/>
                  <a:gd name="connsiteY3" fmla="*/ 404934 h 800665"/>
                  <a:gd name="connsiteX4" fmla="*/ 0 w 1421812"/>
                  <a:gd name="connsiteY4" fmla="*/ 404934 h 800665"/>
                  <a:gd name="connsiteX5" fmla="*/ 55216 w 1421812"/>
                  <a:gd name="connsiteY5" fmla="*/ 0 h 800665"/>
                  <a:gd name="connsiteX0" fmla="*/ 4602 w 1371198"/>
                  <a:gd name="connsiteY0" fmla="*/ 0 h 800665"/>
                  <a:gd name="connsiteX1" fmla="*/ 1371198 w 1371198"/>
                  <a:gd name="connsiteY1" fmla="*/ 625807 h 800665"/>
                  <a:gd name="connsiteX2" fmla="*/ 897260 w 1371198"/>
                  <a:gd name="connsiteY2" fmla="*/ 800665 h 800665"/>
                  <a:gd name="connsiteX3" fmla="*/ 0 w 1371198"/>
                  <a:gd name="connsiteY3" fmla="*/ 404934 h 800665"/>
                  <a:gd name="connsiteX4" fmla="*/ 4602 w 1371198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9868"/>
                  <a:gd name="connsiteX1" fmla="*/ 1366596 w 1366596"/>
                  <a:gd name="connsiteY1" fmla="*/ 625807 h 809868"/>
                  <a:gd name="connsiteX2" fmla="*/ 865050 w 1366596"/>
                  <a:gd name="connsiteY2" fmla="*/ 809868 h 809868"/>
                  <a:gd name="connsiteX3" fmla="*/ 4601 w 1366596"/>
                  <a:gd name="connsiteY3" fmla="*/ 427942 h 809868"/>
                  <a:gd name="connsiteX4" fmla="*/ 0 w 1366596"/>
                  <a:gd name="connsiteY4" fmla="*/ 0 h 8098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6596" h="809868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438" name="Freeform 437"/>
              <p:cNvSpPr/>
              <p:nvPr/>
            </p:nvSpPr>
            <p:spPr bwMode="auto">
              <a:xfrm>
                <a:off x="2089977" y="1730144"/>
                <a:ext cx="240888" cy="97039"/>
              </a:xfrm>
              <a:custGeom>
                <a:avLst/>
                <a:gdLst>
                  <a:gd name="connsiteX0" fmla="*/ 1329786 w 1348191"/>
                  <a:gd name="connsiteY0" fmla="*/ 0 h 809869"/>
                  <a:gd name="connsiteX1" fmla="*/ 1348191 w 1348191"/>
                  <a:gd name="connsiteY1" fmla="*/ 400333 h 809869"/>
                  <a:gd name="connsiteX2" fmla="*/ 487742 w 1348191"/>
                  <a:gd name="connsiteY2" fmla="*/ 809869 h 809869"/>
                  <a:gd name="connsiteX3" fmla="*/ 0 w 1348191"/>
                  <a:gd name="connsiteY3" fmla="*/ 630409 h 809869"/>
                  <a:gd name="connsiteX4" fmla="*/ 1329786 w 1348191"/>
                  <a:gd name="connsiteY4" fmla="*/ 0 h 809869"/>
                  <a:gd name="connsiteX0" fmla="*/ 1329786 w 1348191"/>
                  <a:gd name="connsiteY0" fmla="*/ 0 h 791462"/>
                  <a:gd name="connsiteX1" fmla="*/ 1348191 w 1348191"/>
                  <a:gd name="connsiteY1" fmla="*/ 381926 h 791462"/>
                  <a:gd name="connsiteX2" fmla="*/ 487742 w 1348191"/>
                  <a:gd name="connsiteY2" fmla="*/ 791462 h 791462"/>
                  <a:gd name="connsiteX3" fmla="*/ 0 w 1348191"/>
                  <a:gd name="connsiteY3" fmla="*/ 612002 h 791462"/>
                  <a:gd name="connsiteX4" fmla="*/ 1329786 w 1348191"/>
                  <a:gd name="connsiteY4" fmla="*/ 0 h 7914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48191" h="791462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cxnSp>
            <p:nvCxnSpPr>
              <p:cNvPr id="439" name="Straight Connector 438"/>
              <p:cNvCxnSpPr>
                <a:endCxn id="434" idx="2"/>
              </p:cNvCxnSpPr>
              <p:nvPr/>
            </p:nvCxnSpPr>
            <p:spPr bwMode="auto">
              <a:xfrm flipH="1" flipV="1">
                <a:off x="1871277" y="1737243"/>
                <a:ext cx="3169" cy="123074"/>
              </a:xfrm>
              <a:prstGeom prst="line">
                <a:avLst/>
              </a:prstGeom>
              <a:ln w="6350" cmpd="sng">
                <a:solidFill>
                  <a:schemeClr val="tx1"/>
                </a:solidFill>
              </a:ln>
              <a:effectLst>
                <a:outerShdw blurRad="40005" dist="19939" dir="5400000" algn="tl" rotWithShape="0">
                  <a:srgbClr val="000000">
                    <a:alpha val="38000"/>
                  </a:srgbClr>
                </a:outerShdw>
              </a:effectLst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0" name="Straight Connector 439"/>
              <p:cNvCxnSpPr/>
              <p:nvPr/>
            </p:nvCxnSpPr>
            <p:spPr bwMode="auto">
              <a:xfrm flipH="1" flipV="1">
                <a:off x="2996477" y="1734877"/>
                <a:ext cx="3171" cy="123074"/>
              </a:xfrm>
              <a:prstGeom prst="line">
                <a:avLst/>
              </a:prstGeom>
              <a:ln w="6350" cmpd="sng">
                <a:solidFill>
                  <a:schemeClr val="tx1"/>
                </a:solidFill>
              </a:ln>
              <a:effectLst>
                <a:outerShdw blurRad="40005" dist="19939" dir="5400000" algn="tl" rotWithShape="0">
                  <a:srgbClr val="000000">
                    <a:alpha val="38000"/>
                  </a:srgbClr>
                </a:outerShdw>
              </a:effectLst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6" name="Group 25"/>
            <p:cNvGrpSpPr/>
            <p:nvPr/>
          </p:nvGrpSpPr>
          <p:grpSpPr>
            <a:xfrm>
              <a:off x="1925875" y="1754513"/>
              <a:ext cx="5095391" cy="2833288"/>
              <a:chOff x="1925876" y="2212958"/>
              <a:chExt cx="5095391" cy="2833288"/>
            </a:xfrm>
          </p:grpSpPr>
          <p:grpSp>
            <p:nvGrpSpPr>
              <p:cNvPr id="12" name="Group 11"/>
              <p:cNvGrpSpPr/>
              <p:nvPr/>
            </p:nvGrpSpPr>
            <p:grpSpPr>
              <a:xfrm>
                <a:off x="2745416" y="2212958"/>
                <a:ext cx="3597533" cy="493677"/>
                <a:chOff x="2705100" y="2011398"/>
                <a:chExt cx="3597533" cy="493677"/>
              </a:xfrm>
            </p:grpSpPr>
            <p:sp>
              <p:nvSpPr>
                <p:cNvPr id="342" name="Oval 341"/>
                <p:cNvSpPr/>
                <p:nvPr/>
              </p:nvSpPr>
              <p:spPr bwMode="auto">
                <a:xfrm>
                  <a:off x="2722820" y="2011398"/>
                  <a:ext cx="3579813" cy="492125"/>
                </a:xfrm>
                <a:prstGeom prst="ellipse">
                  <a:avLst/>
                </a:prstGeom>
                <a:solidFill>
                  <a:schemeClr val="bg1">
                    <a:alpha val="42000"/>
                  </a:schemeClr>
                </a:solidFill>
                <a:ln w="3175"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389" name="Oval 388"/>
                <p:cNvSpPr/>
                <p:nvPr/>
              </p:nvSpPr>
              <p:spPr bwMode="auto">
                <a:xfrm>
                  <a:off x="2705100" y="2012950"/>
                  <a:ext cx="3579813" cy="492125"/>
                </a:xfrm>
                <a:prstGeom prst="ellipse">
                  <a:avLst/>
                </a:prstGeom>
                <a:solidFill>
                  <a:srgbClr val="CC0000">
                    <a:alpha val="42000"/>
                  </a:srgbClr>
                </a:solidFill>
                <a:ln w="3175">
                  <a:solidFill>
                    <a:srgbClr val="CC0000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48308" name="TextBox 389"/>
                <p:cNvSpPr txBox="1">
                  <a:spLocks noChangeArrowheads="1"/>
                </p:cNvSpPr>
                <p:nvPr/>
              </p:nvSpPr>
              <p:spPr bwMode="auto">
                <a:xfrm>
                  <a:off x="3452664" y="2127167"/>
                  <a:ext cx="2057700" cy="296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algn="ctr">
                    <a:lnSpc>
                      <a:spcPts val="1475"/>
                    </a:lnSpc>
                  </a:pPr>
                  <a:r>
                    <a:rPr lang="en-US" sz="1800" dirty="0">
                      <a:solidFill>
                        <a:schemeClr val="bg1"/>
                      </a:solidFill>
                    </a:rPr>
                    <a:t>Remote Controller</a:t>
                  </a:r>
                </a:p>
              </p:txBody>
            </p:sp>
          </p:grpSp>
          <p:grpSp>
            <p:nvGrpSpPr>
              <p:cNvPr id="442" name="Group 441"/>
              <p:cNvGrpSpPr/>
              <p:nvPr/>
            </p:nvGrpSpPr>
            <p:grpSpPr>
              <a:xfrm>
                <a:off x="1925876" y="4223509"/>
                <a:ext cx="923540" cy="405953"/>
                <a:chOff x="2705100" y="2011398"/>
                <a:chExt cx="3597533" cy="493677"/>
              </a:xfrm>
            </p:grpSpPr>
            <p:sp>
              <p:nvSpPr>
                <p:cNvPr id="443" name="Oval 442"/>
                <p:cNvSpPr/>
                <p:nvPr/>
              </p:nvSpPr>
              <p:spPr bwMode="auto">
                <a:xfrm>
                  <a:off x="2722820" y="2011398"/>
                  <a:ext cx="3579813" cy="492125"/>
                </a:xfrm>
                <a:prstGeom prst="ellipse">
                  <a:avLst/>
                </a:prstGeom>
                <a:solidFill>
                  <a:schemeClr val="bg1">
                    <a:alpha val="42000"/>
                  </a:schemeClr>
                </a:solidFill>
                <a:ln w="3175"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444" name="Oval 443"/>
                <p:cNvSpPr/>
                <p:nvPr/>
              </p:nvSpPr>
              <p:spPr bwMode="auto">
                <a:xfrm>
                  <a:off x="2705100" y="2012950"/>
                  <a:ext cx="3579813" cy="492125"/>
                </a:xfrm>
                <a:prstGeom prst="ellipse">
                  <a:avLst/>
                </a:prstGeom>
                <a:solidFill>
                  <a:srgbClr val="CC0000">
                    <a:alpha val="42000"/>
                  </a:srgbClr>
                </a:solidFill>
                <a:ln w="3175">
                  <a:solidFill>
                    <a:srgbClr val="CC0000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445" name="TextBox 389"/>
                <p:cNvSpPr txBox="1">
                  <a:spLocks noChangeArrowheads="1"/>
                </p:cNvSpPr>
                <p:nvPr/>
              </p:nvSpPr>
              <p:spPr bwMode="auto">
                <a:xfrm>
                  <a:off x="3901810" y="2127167"/>
                  <a:ext cx="1159411" cy="296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algn="ctr">
                    <a:lnSpc>
                      <a:spcPts val="1475"/>
                    </a:lnSpc>
                  </a:pPr>
                  <a:r>
                    <a:rPr lang="en-US" sz="1800" dirty="0">
                      <a:solidFill>
                        <a:schemeClr val="bg1"/>
                      </a:solidFill>
                    </a:rPr>
                    <a:t>CA</a:t>
                  </a:r>
                </a:p>
              </p:txBody>
            </p:sp>
          </p:grpSp>
          <p:grpSp>
            <p:nvGrpSpPr>
              <p:cNvPr id="17" name="Group 16"/>
              <p:cNvGrpSpPr/>
              <p:nvPr/>
            </p:nvGrpSpPr>
            <p:grpSpPr>
              <a:xfrm>
                <a:off x="3589508" y="4760377"/>
                <a:ext cx="463568" cy="285869"/>
                <a:chOff x="3558850" y="4573304"/>
                <a:chExt cx="463568" cy="285869"/>
              </a:xfrm>
            </p:grpSpPr>
            <p:grpSp>
              <p:nvGrpSpPr>
                <p:cNvPr id="13" name="Group 12"/>
                <p:cNvGrpSpPr/>
                <p:nvPr/>
              </p:nvGrpSpPr>
              <p:grpSpPr>
                <a:xfrm>
                  <a:off x="3558850" y="4577634"/>
                  <a:ext cx="463568" cy="262710"/>
                  <a:chOff x="3558850" y="4577634"/>
                  <a:chExt cx="463568" cy="262710"/>
                </a:xfrm>
              </p:grpSpPr>
              <p:sp>
                <p:nvSpPr>
                  <p:cNvPr id="447" name="Oval 446"/>
                  <p:cNvSpPr/>
                  <p:nvPr/>
                </p:nvSpPr>
                <p:spPr bwMode="auto">
                  <a:xfrm>
                    <a:off x="3573337" y="4577634"/>
                    <a:ext cx="439424" cy="261732"/>
                  </a:xfrm>
                  <a:prstGeom prst="ellipse">
                    <a:avLst/>
                  </a:prstGeom>
                  <a:solidFill>
                    <a:schemeClr val="bg1">
                      <a:alpha val="42000"/>
                    </a:schemeClr>
                  </a:solidFill>
                  <a:ln w="3175"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sp>
                <p:nvSpPr>
                  <p:cNvPr id="448" name="Oval 447"/>
                  <p:cNvSpPr/>
                  <p:nvPr/>
                </p:nvSpPr>
                <p:spPr bwMode="auto">
                  <a:xfrm>
                    <a:off x="3558850" y="4587291"/>
                    <a:ext cx="463568" cy="253053"/>
                  </a:xfrm>
                  <a:prstGeom prst="ellipse">
                    <a:avLst/>
                  </a:prstGeom>
                  <a:solidFill>
                    <a:srgbClr val="CC0000">
                      <a:alpha val="42000"/>
                    </a:srgbClr>
                  </a:solidFill>
                  <a:ln w="3175">
                    <a:solidFill>
                      <a:srgbClr val="CC0000"/>
                    </a:solidFill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</p:grpSp>
            <p:sp>
              <p:nvSpPr>
                <p:cNvPr id="449" name="TextBox 389"/>
                <p:cNvSpPr txBox="1">
                  <a:spLocks noChangeArrowheads="1"/>
                </p:cNvSpPr>
                <p:nvPr/>
              </p:nvSpPr>
              <p:spPr bwMode="auto">
                <a:xfrm>
                  <a:off x="3565935" y="4573304"/>
                  <a:ext cx="434071" cy="28586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algn="ctr">
                    <a:lnSpc>
                      <a:spcPts val="1475"/>
                    </a:lnSpc>
                  </a:pPr>
                  <a:r>
                    <a:rPr lang="en-US" sz="1400" dirty="0">
                      <a:solidFill>
                        <a:schemeClr val="bg1"/>
                      </a:solidFill>
                    </a:rPr>
                    <a:t>CA</a:t>
                  </a:r>
                  <a:endParaRPr lang="en-US" sz="1800" dirty="0">
                    <a:solidFill>
                      <a:schemeClr val="bg1"/>
                    </a:solidFill>
                  </a:endParaRPr>
                </a:p>
              </p:txBody>
            </p:sp>
          </p:grpSp>
          <p:grpSp>
            <p:nvGrpSpPr>
              <p:cNvPr id="451" name="Group 450"/>
              <p:cNvGrpSpPr/>
              <p:nvPr/>
            </p:nvGrpSpPr>
            <p:grpSpPr>
              <a:xfrm>
                <a:off x="4369656" y="4758258"/>
                <a:ext cx="463568" cy="285869"/>
                <a:chOff x="3558850" y="4573304"/>
                <a:chExt cx="463568" cy="285869"/>
              </a:xfrm>
            </p:grpSpPr>
            <p:grpSp>
              <p:nvGrpSpPr>
                <p:cNvPr id="452" name="Group 451"/>
                <p:cNvGrpSpPr/>
                <p:nvPr/>
              </p:nvGrpSpPr>
              <p:grpSpPr>
                <a:xfrm>
                  <a:off x="3558850" y="4577634"/>
                  <a:ext cx="463568" cy="262710"/>
                  <a:chOff x="3558850" y="4577634"/>
                  <a:chExt cx="463568" cy="262710"/>
                </a:xfrm>
              </p:grpSpPr>
              <p:sp>
                <p:nvSpPr>
                  <p:cNvPr id="454" name="Oval 453"/>
                  <p:cNvSpPr/>
                  <p:nvPr/>
                </p:nvSpPr>
                <p:spPr bwMode="auto">
                  <a:xfrm>
                    <a:off x="3573337" y="4577634"/>
                    <a:ext cx="439424" cy="261732"/>
                  </a:xfrm>
                  <a:prstGeom prst="ellipse">
                    <a:avLst/>
                  </a:prstGeom>
                  <a:solidFill>
                    <a:schemeClr val="bg1">
                      <a:alpha val="42000"/>
                    </a:schemeClr>
                  </a:solidFill>
                  <a:ln w="3175"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sp>
                <p:nvSpPr>
                  <p:cNvPr id="455" name="Oval 454"/>
                  <p:cNvSpPr/>
                  <p:nvPr/>
                </p:nvSpPr>
                <p:spPr bwMode="auto">
                  <a:xfrm>
                    <a:off x="3558850" y="4587291"/>
                    <a:ext cx="463568" cy="253053"/>
                  </a:xfrm>
                  <a:prstGeom prst="ellipse">
                    <a:avLst/>
                  </a:prstGeom>
                  <a:solidFill>
                    <a:srgbClr val="CC0000">
                      <a:alpha val="42000"/>
                    </a:srgbClr>
                  </a:solidFill>
                  <a:ln w="3175">
                    <a:solidFill>
                      <a:srgbClr val="CC0000"/>
                    </a:solidFill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</p:grpSp>
            <p:sp>
              <p:nvSpPr>
                <p:cNvPr id="453" name="TextBox 389"/>
                <p:cNvSpPr txBox="1">
                  <a:spLocks noChangeArrowheads="1"/>
                </p:cNvSpPr>
                <p:nvPr/>
              </p:nvSpPr>
              <p:spPr bwMode="auto">
                <a:xfrm>
                  <a:off x="3565935" y="4573304"/>
                  <a:ext cx="434071" cy="28586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algn="ctr">
                    <a:lnSpc>
                      <a:spcPts val="1475"/>
                    </a:lnSpc>
                  </a:pPr>
                  <a:r>
                    <a:rPr lang="en-US" sz="1400" dirty="0">
                      <a:solidFill>
                        <a:schemeClr val="bg1"/>
                      </a:solidFill>
                    </a:rPr>
                    <a:t>CA</a:t>
                  </a:r>
                  <a:endParaRPr lang="en-US" sz="1800" dirty="0">
                    <a:solidFill>
                      <a:schemeClr val="bg1"/>
                    </a:solidFill>
                  </a:endParaRPr>
                </a:p>
              </p:txBody>
            </p:sp>
          </p:grpSp>
          <p:grpSp>
            <p:nvGrpSpPr>
              <p:cNvPr id="456" name="Group 455"/>
              <p:cNvGrpSpPr/>
              <p:nvPr/>
            </p:nvGrpSpPr>
            <p:grpSpPr>
              <a:xfrm>
                <a:off x="5569912" y="4756140"/>
                <a:ext cx="463568" cy="285869"/>
                <a:chOff x="3558850" y="4573304"/>
                <a:chExt cx="463568" cy="285869"/>
              </a:xfrm>
            </p:grpSpPr>
            <p:grpSp>
              <p:nvGrpSpPr>
                <p:cNvPr id="457" name="Group 456"/>
                <p:cNvGrpSpPr/>
                <p:nvPr/>
              </p:nvGrpSpPr>
              <p:grpSpPr>
                <a:xfrm>
                  <a:off x="3558850" y="4577634"/>
                  <a:ext cx="463568" cy="262710"/>
                  <a:chOff x="3558850" y="4577634"/>
                  <a:chExt cx="463568" cy="262710"/>
                </a:xfrm>
              </p:grpSpPr>
              <p:sp>
                <p:nvSpPr>
                  <p:cNvPr id="459" name="Oval 458"/>
                  <p:cNvSpPr/>
                  <p:nvPr/>
                </p:nvSpPr>
                <p:spPr bwMode="auto">
                  <a:xfrm>
                    <a:off x="3573337" y="4577634"/>
                    <a:ext cx="439424" cy="261732"/>
                  </a:xfrm>
                  <a:prstGeom prst="ellipse">
                    <a:avLst/>
                  </a:prstGeom>
                  <a:solidFill>
                    <a:schemeClr val="bg1">
                      <a:alpha val="42000"/>
                    </a:schemeClr>
                  </a:solidFill>
                  <a:ln w="3175"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sp>
                <p:nvSpPr>
                  <p:cNvPr id="460" name="Oval 459"/>
                  <p:cNvSpPr/>
                  <p:nvPr/>
                </p:nvSpPr>
                <p:spPr bwMode="auto">
                  <a:xfrm>
                    <a:off x="3558850" y="4587291"/>
                    <a:ext cx="463568" cy="253053"/>
                  </a:xfrm>
                  <a:prstGeom prst="ellipse">
                    <a:avLst/>
                  </a:prstGeom>
                  <a:solidFill>
                    <a:srgbClr val="CC0000">
                      <a:alpha val="42000"/>
                    </a:srgbClr>
                  </a:solidFill>
                  <a:ln w="3175">
                    <a:solidFill>
                      <a:srgbClr val="CC0000"/>
                    </a:solidFill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</p:grpSp>
            <p:sp>
              <p:nvSpPr>
                <p:cNvPr id="458" name="TextBox 389"/>
                <p:cNvSpPr txBox="1">
                  <a:spLocks noChangeArrowheads="1"/>
                </p:cNvSpPr>
                <p:nvPr/>
              </p:nvSpPr>
              <p:spPr bwMode="auto">
                <a:xfrm>
                  <a:off x="3565935" y="4573304"/>
                  <a:ext cx="434071" cy="28586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algn="ctr">
                    <a:lnSpc>
                      <a:spcPts val="1475"/>
                    </a:lnSpc>
                  </a:pPr>
                  <a:r>
                    <a:rPr lang="en-US" sz="1400" dirty="0">
                      <a:solidFill>
                        <a:schemeClr val="bg1"/>
                      </a:solidFill>
                    </a:rPr>
                    <a:t>CA</a:t>
                  </a:r>
                  <a:endParaRPr lang="en-US" sz="1800" dirty="0">
                    <a:solidFill>
                      <a:schemeClr val="bg1"/>
                    </a:solidFill>
                  </a:endParaRPr>
                </a:p>
              </p:txBody>
            </p:sp>
          </p:grpSp>
          <p:grpSp>
            <p:nvGrpSpPr>
              <p:cNvPr id="461" name="Group 460"/>
              <p:cNvGrpSpPr/>
              <p:nvPr/>
            </p:nvGrpSpPr>
            <p:grpSpPr>
              <a:xfrm>
                <a:off x="6557699" y="4754022"/>
                <a:ext cx="463568" cy="285869"/>
                <a:chOff x="3558850" y="4573304"/>
                <a:chExt cx="463568" cy="285869"/>
              </a:xfrm>
            </p:grpSpPr>
            <p:grpSp>
              <p:nvGrpSpPr>
                <p:cNvPr id="462" name="Group 461"/>
                <p:cNvGrpSpPr/>
                <p:nvPr/>
              </p:nvGrpSpPr>
              <p:grpSpPr>
                <a:xfrm>
                  <a:off x="3558850" y="4577634"/>
                  <a:ext cx="463568" cy="262710"/>
                  <a:chOff x="3558850" y="4577634"/>
                  <a:chExt cx="463568" cy="262710"/>
                </a:xfrm>
              </p:grpSpPr>
              <p:sp>
                <p:nvSpPr>
                  <p:cNvPr id="464" name="Oval 463"/>
                  <p:cNvSpPr/>
                  <p:nvPr/>
                </p:nvSpPr>
                <p:spPr bwMode="auto">
                  <a:xfrm>
                    <a:off x="3573337" y="4577634"/>
                    <a:ext cx="439424" cy="261732"/>
                  </a:xfrm>
                  <a:prstGeom prst="ellipse">
                    <a:avLst/>
                  </a:prstGeom>
                  <a:solidFill>
                    <a:schemeClr val="bg1">
                      <a:alpha val="42000"/>
                    </a:schemeClr>
                  </a:solidFill>
                  <a:ln w="3175"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sp>
                <p:nvSpPr>
                  <p:cNvPr id="465" name="Oval 464"/>
                  <p:cNvSpPr/>
                  <p:nvPr/>
                </p:nvSpPr>
                <p:spPr bwMode="auto">
                  <a:xfrm>
                    <a:off x="3558850" y="4587291"/>
                    <a:ext cx="463568" cy="253053"/>
                  </a:xfrm>
                  <a:prstGeom prst="ellipse">
                    <a:avLst/>
                  </a:prstGeom>
                  <a:solidFill>
                    <a:srgbClr val="CC0000">
                      <a:alpha val="42000"/>
                    </a:srgbClr>
                  </a:solidFill>
                  <a:ln w="3175">
                    <a:solidFill>
                      <a:srgbClr val="CC0000"/>
                    </a:solidFill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</p:grpSp>
            <p:sp>
              <p:nvSpPr>
                <p:cNvPr id="463" name="TextBox 389"/>
                <p:cNvSpPr txBox="1">
                  <a:spLocks noChangeArrowheads="1"/>
                </p:cNvSpPr>
                <p:nvPr/>
              </p:nvSpPr>
              <p:spPr bwMode="auto">
                <a:xfrm>
                  <a:off x="3565935" y="4573304"/>
                  <a:ext cx="434071" cy="28586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algn="ctr">
                    <a:lnSpc>
                      <a:spcPts val="1475"/>
                    </a:lnSpc>
                  </a:pPr>
                  <a:r>
                    <a:rPr lang="en-US" sz="1400" dirty="0">
                      <a:solidFill>
                        <a:schemeClr val="bg1"/>
                      </a:solidFill>
                    </a:rPr>
                    <a:t>CA</a:t>
                  </a:r>
                  <a:endParaRPr lang="en-US" sz="1800" dirty="0">
                    <a:solidFill>
                      <a:schemeClr val="bg1"/>
                    </a:solidFill>
                  </a:endParaRPr>
                </a:p>
              </p:txBody>
            </p:sp>
          </p:grpSp>
        </p:grpSp>
        <p:grpSp>
          <p:nvGrpSpPr>
            <p:cNvPr id="2" name="Group 1"/>
            <p:cNvGrpSpPr/>
            <p:nvPr/>
          </p:nvGrpSpPr>
          <p:grpSpPr>
            <a:xfrm>
              <a:off x="2050694" y="4240394"/>
              <a:ext cx="4962309" cy="697609"/>
              <a:chOff x="-3809141" y="1128902"/>
              <a:chExt cx="4962309" cy="697609"/>
            </a:xfrm>
          </p:grpSpPr>
          <p:grpSp>
            <p:nvGrpSpPr>
              <p:cNvPr id="48273" name="Group 554"/>
              <p:cNvGrpSpPr>
                <a:grpSpLocks/>
              </p:cNvGrpSpPr>
              <p:nvPr/>
            </p:nvGrpSpPr>
            <p:grpSpPr bwMode="auto">
              <a:xfrm>
                <a:off x="-2259184" y="1493681"/>
                <a:ext cx="426647" cy="330722"/>
                <a:chOff x="2932185" y="3913304"/>
                <a:chExt cx="426963" cy="330885"/>
              </a:xfrm>
            </p:grpSpPr>
            <p:sp>
              <p:nvSpPr>
                <p:cNvPr id="558" name="Rectangle 557"/>
                <p:cNvSpPr/>
                <p:nvPr/>
              </p:nvSpPr>
              <p:spPr>
                <a:xfrm>
                  <a:off x="2933382" y="3913304"/>
                  <a:ext cx="425766" cy="328775"/>
                </a:xfrm>
                <a:prstGeom prst="rect">
                  <a:avLst/>
                </a:prstGeom>
                <a:solidFill>
                  <a:schemeClr val="bg1"/>
                </a:solidFill>
                <a:ln w="3175">
                  <a:solidFill>
                    <a:srgbClr val="CC0000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cxnSp>
              <p:nvCxnSpPr>
                <p:cNvPr id="559" name="Straight Connector 558"/>
                <p:cNvCxnSpPr/>
                <p:nvPr/>
              </p:nvCxnSpPr>
              <p:spPr>
                <a:xfrm>
                  <a:off x="2932185" y="4005425"/>
                  <a:ext cx="425766" cy="0"/>
                </a:xfrm>
                <a:prstGeom prst="line">
                  <a:avLst/>
                </a:prstGeom>
                <a:ln w="3175">
                  <a:solidFill>
                    <a:srgbClr val="CC0000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0" name="Straight Connector 559"/>
                <p:cNvCxnSpPr/>
                <p:nvPr/>
              </p:nvCxnSpPr>
              <p:spPr>
                <a:xfrm>
                  <a:off x="2932185" y="4068956"/>
                  <a:ext cx="425766" cy="0"/>
                </a:xfrm>
                <a:prstGeom prst="line">
                  <a:avLst/>
                </a:prstGeom>
                <a:ln w="3175">
                  <a:solidFill>
                    <a:srgbClr val="CC0000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1" name="Straight Connector 560"/>
                <p:cNvCxnSpPr/>
                <p:nvPr/>
              </p:nvCxnSpPr>
              <p:spPr>
                <a:xfrm flipH="1" flipV="1">
                  <a:off x="3134122" y="4005425"/>
                  <a:ext cx="1589" cy="236654"/>
                </a:xfrm>
                <a:prstGeom prst="line">
                  <a:avLst/>
                </a:prstGeom>
                <a:ln w="3175">
                  <a:solidFill>
                    <a:srgbClr val="CC0000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40" name="Straight Connector 339"/>
                <p:cNvCxnSpPr/>
                <p:nvPr/>
              </p:nvCxnSpPr>
              <p:spPr>
                <a:xfrm flipH="1" flipV="1">
                  <a:off x="3215190" y="4007535"/>
                  <a:ext cx="1589" cy="236654"/>
                </a:xfrm>
                <a:prstGeom prst="line">
                  <a:avLst/>
                </a:prstGeom>
                <a:ln w="3175">
                  <a:solidFill>
                    <a:srgbClr val="CC0000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41" name="Straight Connector 340"/>
                <p:cNvCxnSpPr/>
                <p:nvPr/>
              </p:nvCxnSpPr>
              <p:spPr>
                <a:xfrm flipH="1" flipV="1">
                  <a:off x="3290394" y="4007533"/>
                  <a:ext cx="1589" cy="236654"/>
                </a:xfrm>
                <a:prstGeom prst="line">
                  <a:avLst/>
                </a:prstGeom>
                <a:ln w="3175">
                  <a:solidFill>
                    <a:srgbClr val="CC0000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57" name="Group 554"/>
              <p:cNvGrpSpPr>
                <a:grpSpLocks/>
              </p:cNvGrpSpPr>
              <p:nvPr/>
            </p:nvGrpSpPr>
            <p:grpSpPr bwMode="auto">
              <a:xfrm>
                <a:off x="-3809141" y="1128902"/>
                <a:ext cx="675450" cy="526527"/>
                <a:chOff x="2932185" y="3913304"/>
                <a:chExt cx="430533" cy="332666"/>
              </a:xfrm>
            </p:grpSpPr>
            <p:sp>
              <p:nvSpPr>
                <p:cNvPr id="358" name="Rectangle 357"/>
                <p:cNvSpPr/>
                <p:nvPr/>
              </p:nvSpPr>
              <p:spPr>
                <a:xfrm>
                  <a:off x="2936952" y="3913304"/>
                  <a:ext cx="425766" cy="328775"/>
                </a:xfrm>
                <a:prstGeom prst="rect">
                  <a:avLst/>
                </a:prstGeom>
                <a:solidFill>
                  <a:schemeClr val="bg1"/>
                </a:solidFill>
                <a:ln w="3175">
                  <a:solidFill>
                    <a:srgbClr val="CC0000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cxnSp>
              <p:nvCxnSpPr>
                <p:cNvPr id="359" name="Straight Connector 358"/>
                <p:cNvCxnSpPr/>
                <p:nvPr/>
              </p:nvCxnSpPr>
              <p:spPr>
                <a:xfrm>
                  <a:off x="2932185" y="4005425"/>
                  <a:ext cx="425766" cy="0"/>
                </a:xfrm>
                <a:prstGeom prst="line">
                  <a:avLst/>
                </a:prstGeom>
                <a:ln w="3175">
                  <a:solidFill>
                    <a:srgbClr val="CC0000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60" name="Straight Connector 359"/>
                <p:cNvCxnSpPr/>
                <p:nvPr/>
              </p:nvCxnSpPr>
              <p:spPr>
                <a:xfrm>
                  <a:off x="2932185" y="4068956"/>
                  <a:ext cx="425766" cy="0"/>
                </a:xfrm>
                <a:prstGeom prst="line">
                  <a:avLst/>
                </a:prstGeom>
                <a:ln w="3175">
                  <a:solidFill>
                    <a:srgbClr val="CC0000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61" name="Straight Connector 360"/>
                <p:cNvCxnSpPr/>
                <p:nvPr/>
              </p:nvCxnSpPr>
              <p:spPr>
                <a:xfrm flipH="1" flipV="1">
                  <a:off x="3182588" y="4005425"/>
                  <a:ext cx="1589" cy="236654"/>
                </a:xfrm>
                <a:prstGeom prst="line">
                  <a:avLst/>
                </a:prstGeom>
                <a:ln w="3175">
                  <a:solidFill>
                    <a:srgbClr val="CC0000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8" name="Straight Connector 337"/>
                <p:cNvCxnSpPr/>
                <p:nvPr/>
              </p:nvCxnSpPr>
              <p:spPr>
                <a:xfrm flipH="1" flipV="1">
                  <a:off x="3093297" y="4009316"/>
                  <a:ext cx="1589" cy="236654"/>
                </a:xfrm>
                <a:prstGeom prst="line">
                  <a:avLst/>
                </a:prstGeom>
                <a:ln w="3175">
                  <a:solidFill>
                    <a:srgbClr val="CC0000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9" name="Straight Connector 338"/>
                <p:cNvCxnSpPr/>
                <p:nvPr/>
              </p:nvCxnSpPr>
              <p:spPr>
                <a:xfrm flipH="1" flipV="1">
                  <a:off x="3278747" y="4008109"/>
                  <a:ext cx="1589" cy="236654"/>
                </a:xfrm>
                <a:prstGeom prst="line">
                  <a:avLst/>
                </a:prstGeom>
                <a:ln w="3175">
                  <a:solidFill>
                    <a:srgbClr val="CC0000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43" name="Group 554"/>
              <p:cNvGrpSpPr>
                <a:grpSpLocks/>
              </p:cNvGrpSpPr>
              <p:nvPr/>
            </p:nvGrpSpPr>
            <p:grpSpPr bwMode="auto">
              <a:xfrm>
                <a:off x="-1475553" y="1495789"/>
                <a:ext cx="430214" cy="330722"/>
                <a:chOff x="2932185" y="3913304"/>
                <a:chExt cx="430533" cy="330885"/>
              </a:xfrm>
            </p:grpSpPr>
            <p:sp>
              <p:nvSpPr>
                <p:cNvPr id="344" name="Rectangle 343"/>
                <p:cNvSpPr/>
                <p:nvPr/>
              </p:nvSpPr>
              <p:spPr>
                <a:xfrm>
                  <a:off x="2936952" y="3913304"/>
                  <a:ext cx="425766" cy="328775"/>
                </a:xfrm>
                <a:prstGeom prst="rect">
                  <a:avLst/>
                </a:prstGeom>
                <a:solidFill>
                  <a:schemeClr val="bg1"/>
                </a:solidFill>
                <a:ln w="3175">
                  <a:solidFill>
                    <a:srgbClr val="CC0000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cxnSp>
              <p:nvCxnSpPr>
                <p:cNvPr id="345" name="Straight Connector 344"/>
                <p:cNvCxnSpPr/>
                <p:nvPr/>
              </p:nvCxnSpPr>
              <p:spPr>
                <a:xfrm>
                  <a:off x="2932185" y="4005425"/>
                  <a:ext cx="425766" cy="0"/>
                </a:xfrm>
                <a:prstGeom prst="line">
                  <a:avLst/>
                </a:prstGeom>
                <a:ln w="3175">
                  <a:solidFill>
                    <a:srgbClr val="CC0000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46" name="Straight Connector 345"/>
                <p:cNvCxnSpPr/>
                <p:nvPr/>
              </p:nvCxnSpPr>
              <p:spPr>
                <a:xfrm>
                  <a:off x="2932185" y="4068956"/>
                  <a:ext cx="425766" cy="0"/>
                </a:xfrm>
                <a:prstGeom prst="line">
                  <a:avLst/>
                </a:prstGeom>
                <a:ln w="3175">
                  <a:solidFill>
                    <a:srgbClr val="CC0000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47" name="Straight Connector 346"/>
                <p:cNvCxnSpPr/>
                <p:nvPr/>
              </p:nvCxnSpPr>
              <p:spPr>
                <a:xfrm flipH="1" flipV="1">
                  <a:off x="3134122" y="4005425"/>
                  <a:ext cx="1589" cy="236654"/>
                </a:xfrm>
                <a:prstGeom prst="line">
                  <a:avLst/>
                </a:prstGeom>
                <a:ln w="3175">
                  <a:solidFill>
                    <a:srgbClr val="CC0000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48" name="Straight Connector 347"/>
                <p:cNvCxnSpPr/>
                <p:nvPr/>
              </p:nvCxnSpPr>
              <p:spPr>
                <a:xfrm flipH="1" flipV="1">
                  <a:off x="3215190" y="4007535"/>
                  <a:ext cx="1589" cy="236654"/>
                </a:xfrm>
                <a:prstGeom prst="line">
                  <a:avLst/>
                </a:prstGeom>
                <a:ln w="3175">
                  <a:solidFill>
                    <a:srgbClr val="CC0000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49" name="Straight Connector 348"/>
                <p:cNvCxnSpPr/>
                <p:nvPr/>
              </p:nvCxnSpPr>
              <p:spPr>
                <a:xfrm flipH="1" flipV="1">
                  <a:off x="3290394" y="4007533"/>
                  <a:ext cx="1589" cy="236654"/>
                </a:xfrm>
                <a:prstGeom prst="line">
                  <a:avLst/>
                </a:prstGeom>
                <a:ln w="3175">
                  <a:solidFill>
                    <a:srgbClr val="CC0000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50" name="Group 554"/>
              <p:cNvGrpSpPr>
                <a:grpSpLocks/>
              </p:cNvGrpSpPr>
              <p:nvPr/>
            </p:nvGrpSpPr>
            <p:grpSpPr bwMode="auto">
              <a:xfrm>
                <a:off x="-271097" y="1490382"/>
                <a:ext cx="430214" cy="330722"/>
                <a:chOff x="2932185" y="3913304"/>
                <a:chExt cx="430533" cy="330885"/>
              </a:xfrm>
            </p:grpSpPr>
            <p:sp>
              <p:nvSpPr>
                <p:cNvPr id="351" name="Rectangle 350"/>
                <p:cNvSpPr/>
                <p:nvPr/>
              </p:nvSpPr>
              <p:spPr>
                <a:xfrm>
                  <a:off x="2936952" y="3913304"/>
                  <a:ext cx="425766" cy="328775"/>
                </a:xfrm>
                <a:prstGeom prst="rect">
                  <a:avLst/>
                </a:prstGeom>
                <a:solidFill>
                  <a:schemeClr val="bg1"/>
                </a:solidFill>
                <a:ln w="3175">
                  <a:solidFill>
                    <a:srgbClr val="CC0000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cxnSp>
              <p:nvCxnSpPr>
                <p:cNvPr id="352" name="Straight Connector 351"/>
                <p:cNvCxnSpPr/>
                <p:nvPr/>
              </p:nvCxnSpPr>
              <p:spPr>
                <a:xfrm>
                  <a:off x="2932185" y="4005425"/>
                  <a:ext cx="425766" cy="0"/>
                </a:xfrm>
                <a:prstGeom prst="line">
                  <a:avLst/>
                </a:prstGeom>
                <a:ln w="3175">
                  <a:solidFill>
                    <a:srgbClr val="CC0000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53" name="Straight Connector 352"/>
                <p:cNvCxnSpPr/>
                <p:nvPr/>
              </p:nvCxnSpPr>
              <p:spPr>
                <a:xfrm>
                  <a:off x="2932185" y="4068956"/>
                  <a:ext cx="425766" cy="0"/>
                </a:xfrm>
                <a:prstGeom prst="line">
                  <a:avLst/>
                </a:prstGeom>
                <a:ln w="3175">
                  <a:solidFill>
                    <a:srgbClr val="CC0000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54" name="Straight Connector 353"/>
                <p:cNvCxnSpPr/>
                <p:nvPr/>
              </p:nvCxnSpPr>
              <p:spPr>
                <a:xfrm flipH="1" flipV="1">
                  <a:off x="3134122" y="4005425"/>
                  <a:ext cx="1589" cy="236654"/>
                </a:xfrm>
                <a:prstGeom prst="line">
                  <a:avLst/>
                </a:prstGeom>
                <a:ln w="3175">
                  <a:solidFill>
                    <a:srgbClr val="CC0000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55" name="Straight Connector 354"/>
                <p:cNvCxnSpPr/>
                <p:nvPr/>
              </p:nvCxnSpPr>
              <p:spPr>
                <a:xfrm flipH="1" flipV="1">
                  <a:off x="3215190" y="4007535"/>
                  <a:ext cx="1589" cy="236654"/>
                </a:xfrm>
                <a:prstGeom prst="line">
                  <a:avLst/>
                </a:prstGeom>
                <a:ln w="3175">
                  <a:solidFill>
                    <a:srgbClr val="CC0000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56" name="Straight Connector 355"/>
                <p:cNvCxnSpPr/>
                <p:nvPr/>
              </p:nvCxnSpPr>
              <p:spPr>
                <a:xfrm flipH="1" flipV="1">
                  <a:off x="3290394" y="4007533"/>
                  <a:ext cx="1589" cy="236654"/>
                </a:xfrm>
                <a:prstGeom prst="line">
                  <a:avLst/>
                </a:prstGeom>
                <a:ln w="3175">
                  <a:solidFill>
                    <a:srgbClr val="CC0000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41" name="Group 554"/>
              <p:cNvGrpSpPr>
                <a:grpSpLocks/>
              </p:cNvGrpSpPr>
              <p:nvPr/>
            </p:nvGrpSpPr>
            <p:grpSpPr bwMode="auto">
              <a:xfrm>
                <a:off x="722954" y="1484975"/>
                <a:ext cx="430214" cy="330722"/>
                <a:chOff x="2932185" y="3913304"/>
                <a:chExt cx="430533" cy="330885"/>
              </a:xfrm>
            </p:grpSpPr>
            <p:sp>
              <p:nvSpPr>
                <p:cNvPr id="446" name="Rectangle 445"/>
                <p:cNvSpPr/>
                <p:nvPr/>
              </p:nvSpPr>
              <p:spPr>
                <a:xfrm>
                  <a:off x="2936952" y="3913304"/>
                  <a:ext cx="425766" cy="328775"/>
                </a:xfrm>
                <a:prstGeom prst="rect">
                  <a:avLst/>
                </a:prstGeom>
                <a:solidFill>
                  <a:schemeClr val="bg1"/>
                </a:solidFill>
                <a:ln w="3175">
                  <a:solidFill>
                    <a:srgbClr val="CC0000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cxnSp>
              <p:nvCxnSpPr>
                <p:cNvPr id="450" name="Straight Connector 449"/>
                <p:cNvCxnSpPr/>
                <p:nvPr/>
              </p:nvCxnSpPr>
              <p:spPr>
                <a:xfrm>
                  <a:off x="2932185" y="4005425"/>
                  <a:ext cx="425766" cy="0"/>
                </a:xfrm>
                <a:prstGeom prst="line">
                  <a:avLst/>
                </a:prstGeom>
                <a:ln w="3175">
                  <a:solidFill>
                    <a:srgbClr val="CC0000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68" name="Straight Connector 467"/>
                <p:cNvCxnSpPr/>
                <p:nvPr/>
              </p:nvCxnSpPr>
              <p:spPr>
                <a:xfrm>
                  <a:off x="2932185" y="4068956"/>
                  <a:ext cx="425766" cy="0"/>
                </a:xfrm>
                <a:prstGeom prst="line">
                  <a:avLst/>
                </a:prstGeom>
                <a:ln w="3175">
                  <a:solidFill>
                    <a:srgbClr val="CC0000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69" name="Straight Connector 468"/>
                <p:cNvCxnSpPr/>
                <p:nvPr/>
              </p:nvCxnSpPr>
              <p:spPr>
                <a:xfrm flipH="1" flipV="1">
                  <a:off x="3134122" y="4005425"/>
                  <a:ext cx="1589" cy="236654"/>
                </a:xfrm>
                <a:prstGeom prst="line">
                  <a:avLst/>
                </a:prstGeom>
                <a:ln w="3175">
                  <a:solidFill>
                    <a:srgbClr val="CC0000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70" name="Straight Connector 469"/>
                <p:cNvCxnSpPr/>
                <p:nvPr/>
              </p:nvCxnSpPr>
              <p:spPr>
                <a:xfrm flipH="1" flipV="1">
                  <a:off x="3215190" y="4007535"/>
                  <a:ext cx="1589" cy="236654"/>
                </a:xfrm>
                <a:prstGeom prst="line">
                  <a:avLst/>
                </a:prstGeom>
                <a:ln w="3175">
                  <a:solidFill>
                    <a:srgbClr val="CC0000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71" name="Straight Connector 470"/>
                <p:cNvCxnSpPr/>
                <p:nvPr/>
              </p:nvCxnSpPr>
              <p:spPr>
                <a:xfrm flipH="1" flipV="1">
                  <a:off x="3290394" y="4007533"/>
                  <a:ext cx="1589" cy="236654"/>
                </a:xfrm>
                <a:prstGeom prst="line">
                  <a:avLst/>
                </a:prstGeom>
                <a:ln w="3175">
                  <a:solidFill>
                    <a:srgbClr val="CC0000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grpSp>
        <p:nvGrpSpPr>
          <p:cNvPr id="8" name="Group 7"/>
          <p:cNvGrpSpPr/>
          <p:nvPr/>
        </p:nvGrpSpPr>
        <p:grpSpPr>
          <a:xfrm>
            <a:off x="148169" y="4974167"/>
            <a:ext cx="2561167" cy="1458683"/>
            <a:chOff x="148169" y="4974167"/>
            <a:chExt cx="2561167" cy="1458683"/>
          </a:xfrm>
        </p:grpSpPr>
        <p:sp>
          <p:nvSpPr>
            <p:cNvPr id="4" name="TextBox 3"/>
            <p:cNvSpPr txBox="1"/>
            <p:nvPr/>
          </p:nvSpPr>
          <p:spPr>
            <a:xfrm>
              <a:off x="148169" y="5588003"/>
              <a:ext cx="2561167" cy="84484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33363" indent="-233363">
                <a:lnSpc>
                  <a:spcPct val="90000"/>
                </a:lnSpc>
              </a:pPr>
              <a:r>
                <a:rPr lang="en-US" b="1" i="1" dirty="0">
                  <a:solidFill>
                    <a:srgbClr val="000090"/>
                  </a:solidFill>
                </a:rPr>
                <a:t>1: </a:t>
              </a:r>
              <a:r>
                <a:rPr lang="en-US" i="1" dirty="0"/>
                <a:t>generalized“ flow-based” forwarding (e.g., OpenFlow)</a:t>
              </a:r>
            </a:p>
          </p:txBody>
        </p:sp>
        <p:cxnSp>
          <p:nvCxnSpPr>
            <p:cNvPr id="6" name="Straight Connector 5"/>
            <p:cNvCxnSpPr>
              <a:stCxn id="4" idx="0"/>
            </p:cNvCxnSpPr>
            <p:nvPr/>
          </p:nvCxnSpPr>
          <p:spPr bwMode="auto">
            <a:xfrm flipV="1">
              <a:off x="1428753" y="4974167"/>
              <a:ext cx="730247" cy="613836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472" name="Group 471"/>
          <p:cNvGrpSpPr/>
          <p:nvPr/>
        </p:nvGrpSpPr>
        <p:grpSpPr>
          <a:xfrm>
            <a:off x="7590196" y="3506318"/>
            <a:ext cx="1667931" cy="1399445"/>
            <a:chOff x="69488" y="5026085"/>
            <a:chExt cx="2561167" cy="1399445"/>
          </a:xfrm>
        </p:grpSpPr>
        <p:sp>
          <p:nvSpPr>
            <p:cNvPr id="473" name="TextBox 472"/>
            <p:cNvSpPr txBox="1"/>
            <p:nvPr/>
          </p:nvSpPr>
          <p:spPr>
            <a:xfrm>
              <a:off x="69488" y="5580683"/>
              <a:ext cx="2561167" cy="84484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33363" indent="-233363">
                <a:lnSpc>
                  <a:spcPct val="90000"/>
                </a:lnSpc>
              </a:pPr>
              <a:r>
                <a:rPr lang="en-US" b="1" i="1" dirty="0">
                  <a:solidFill>
                    <a:srgbClr val="000090"/>
                  </a:solidFill>
                </a:rPr>
                <a:t>2. </a:t>
              </a:r>
              <a:r>
                <a:rPr lang="en-US" i="1" dirty="0"/>
                <a:t>control, data plane separation</a:t>
              </a:r>
            </a:p>
          </p:txBody>
        </p:sp>
        <p:cxnSp>
          <p:nvCxnSpPr>
            <p:cNvPr id="474" name="Straight Connector 473"/>
            <p:cNvCxnSpPr>
              <a:stCxn id="473" idx="0"/>
            </p:cNvCxnSpPr>
            <p:nvPr/>
          </p:nvCxnSpPr>
          <p:spPr bwMode="auto">
            <a:xfrm flipV="1">
              <a:off x="1350072" y="5026085"/>
              <a:ext cx="1703" cy="554598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476" name="TextBox 475"/>
          <p:cNvSpPr txBox="1"/>
          <p:nvPr/>
        </p:nvSpPr>
        <p:spPr>
          <a:xfrm>
            <a:off x="7057798" y="1089172"/>
            <a:ext cx="2086202" cy="10941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33363" indent="-233363">
              <a:lnSpc>
                <a:spcPct val="90000"/>
              </a:lnSpc>
            </a:pPr>
            <a:r>
              <a:rPr lang="en-US" b="1" i="1" dirty="0">
                <a:solidFill>
                  <a:srgbClr val="000090"/>
                </a:solidFill>
              </a:rPr>
              <a:t>3. </a:t>
            </a:r>
            <a:r>
              <a:rPr lang="en-US" i="1" dirty="0"/>
              <a:t>control plane functions external to data-plane switches</a:t>
            </a:r>
          </a:p>
        </p:txBody>
      </p:sp>
      <p:cxnSp>
        <p:nvCxnSpPr>
          <p:cNvPr id="477" name="Straight Connector 476"/>
          <p:cNvCxnSpPr/>
          <p:nvPr/>
        </p:nvCxnSpPr>
        <p:spPr bwMode="auto">
          <a:xfrm flipV="1">
            <a:off x="6672036" y="1468338"/>
            <a:ext cx="618473" cy="645305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5" name="Oval 14"/>
          <p:cNvSpPr/>
          <p:nvPr/>
        </p:nvSpPr>
        <p:spPr bwMode="auto">
          <a:xfrm>
            <a:off x="2015762" y="1310125"/>
            <a:ext cx="725674" cy="342648"/>
          </a:xfrm>
          <a:prstGeom prst="ellipse">
            <a:avLst/>
          </a:prstGeom>
          <a:solidFill>
            <a:srgbClr val="008000">
              <a:alpha val="70000"/>
            </a:srgbClr>
          </a:solidFill>
          <a:ln>
            <a:solidFill>
              <a:srgbClr val="008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78" name="Oval 477"/>
          <p:cNvSpPr/>
          <p:nvPr/>
        </p:nvSpPr>
        <p:spPr bwMode="auto">
          <a:xfrm>
            <a:off x="3014783" y="1301278"/>
            <a:ext cx="725674" cy="342648"/>
          </a:xfrm>
          <a:prstGeom prst="ellipse">
            <a:avLst/>
          </a:prstGeom>
          <a:solidFill>
            <a:srgbClr val="008000">
              <a:alpha val="70000"/>
            </a:srgbClr>
          </a:solidFill>
          <a:ln>
            <a:solidFill>
              <a:srgbClr val="008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79" name="Oval 478"/>
          <p:cNvSpPr/>
          <p:nvPr/>
        </p:nvSpPr>
        <p:spPr bwMode="auto">
          <a:xfrm>
            <a:off x="5827987" y="1292433"/>
            <a:ext cx="725674" cy="342648"/>
          </a:xfrm>
          <a:prstGeom prst="ellipse">
            <a:avLst/>
          </a:prstGeom>
          <a:solidFill>
            <a:srgbClr val="008000">
              <a:alpha val="70000"/>
            </a:srgbClr>
          </a:solidFill>
          <a:ln>
            <a:solidFill>
              <a:srgbClr val="008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4633211" y="1065530"/>
            <a:ext cx="595035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rgbClr val="008000"/>
                </a:solidFill>
              </a:rPr>
              <a:t>…</a:t>
            </a:r>
          </a:p>
        </p:txBody>
      </p:sp>
      <p:grpSp>
        <p:nvGrpSpPr>
          <p:cNvPr id="22" name="Group 21"/>
          <p:cNvGrpSpPr/>
          <p:nvPr/>
        </p:nvGrpSpPr>
        <p:grpSpPr>
          <a:xfrm>
            <a:off x="111998" y="1037741"/>
            <a:ext cx="2273067" cy="844847"/>
            <a:chOff x="111998" y="1037741"/>
            <a:chExt cx="2273067" cy="844847"/>
          </a:xfrm>
        </p:grpSpPr>
        <p:sp>
          <p:nvSpPr>
            <p:cNvPr id="481" name="TextBox 480"/>
            <p:cNvSpPr txBox="1"/>
            <p:nvPr/>
          </p:nvSpPr>
          <p:spPr>
            <a:xfrm>
              <a:off x="111998" y="1037741"/>
              <a:ext cx="2273067" cy="84484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33363" indent="-233363">
                <a:lnSpc>
                  <a:spcPct val="90000"/>
                </a:lnSpc>
              </a:pPr>
              <a:r>
                <a:rPr lang="en-US" b="1" i="1" dirty="0">
                  <a:solidFill>
                    <a:srgbClr val="000090"/>
                  </a:solidFill>
                </a:rPr>
                <a:t>4. </a:t>
              </a:r>
              <a:r>
                <a:rPr lang="en-US" i="1" dirty="0"/>
                <a:t>programmable control applications</a:t>
              </a:r>
            </a:p>
          </p:txBody>
        </p:sp>
        <p:cxnSp>
          <p:nvCxnSpPr>
            <p:cNvPr id="482" name="Straight Connector 481"/>
            <p:cNvCxnSpPr/>
            <p:nvPr/>
          </p:nvCxnSpPr>
          <p:spPr bwMode="auto">
            <a:xfrm flipV="1">
              <a:off x="1182107" y="1458376"/>
              <a:ext cx="652881" cy="11039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483" name="Straight Connector 482"/>
          <p:cNvCxnSpPr/>
          <p:nvPr/>
        </p:nvCxnSpPr>
        <p:spPr bwMode="auto">
          <a:xfrm flipV="1">
            <a:off x="6625009" y="1469572"/>
            <a:ext cx="663883" cy="1006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" name="TextBox 4"/>
          <p:cNvSpPr txBox="1"/>
          <p:nvPr/>
        </p:nvSpPr>
        <p:spPr>
          <a:xfrm>
            <a:off x="2013724" y="1306405"/>
            <a:ext cx="73361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routing</a:t>
            </a:r>
          </a:p>
        </p:txBody>
      </p:sp>
      <p:sp>
        <p:nvSpPr>
          <p:cNvPr id="466" name="TextBox 465"/>
          <p:cNvSpPr txBox="1"/>
          <p:nvPr/>
        </p:nvSpPr>
        <p:spPr>
          <a:xfrm>
            <a:off x="3041161" y="1268141"/>
            <a:ext cx="809667" cy="410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85000"/>
              </a:lnSpc>
            </a:pPr>
            <a:r>
              <a:rPr lang="en-US" sz="1200" dirty="0"/>
              <a:t>access control</a:t>
            </a:r>
          </a:p>
        </p:txBody>
      </p:sp>
      <p:sp>
        <p:nvSpPr>
          <p:cNvPr id="467" name="TextBox 466"/>
          <p:cNvSpPr txBox="1"/>
          <p:nvPr/>
        </p:nvSpPr>
        <p:spPr>
          <a:xfrm>
            <a:off x="5784611" y="1253711"/>
            <a:ext cx="809667" cy="410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200" dirty="0"/>
              <a:t>load</a:t>
            </a:r>
          </a:p>
          <a:p>
            <a:pPr algn="ctr">
              <a:lnSpc>
                <a:spcPct val="85000"/>
              </a:lnSpc>
            </a:pPr>
            <a:r>
              <a:rPr lang="en-US" sz="1200" dirty="0"/>
              <a:t>balance</a:t>
            </a:r>
          </a:p>
        </p:txBody>
      </p:sp>
    </p:spTree>
    <p:extLst>
      <p:ext uri="{BB962C8B-B14F-4D97-AF65-F5344CB8AC3E}">
        <p14:creationId xmlns:p14="http://schemas.microsoft.com/office/powerpoint/2010/main" val="14641848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4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4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4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69" name="Text Box 167"/>
          <p:cNvSpPr txBox="1">
            <a:spLocks noChangeArrowheads="1"/>
          </p:cNvSpPr>
          <p:nvPr/>
        </p:nvSpPr>
        <p:spPr bwMode="auto">
          <a:xfrm>
            <a:off x="542925" y="236538"/>
            <a:ext cx="7162613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3600" dirty="0">
                <a:solidFill>
                  <a:srgbClr val="000099"/>
                </a:solidFill>
                <a:latin typeface="Gill Sans MT" charset="0"/>
              </a:rPr>
              <a:t>SDN perspective: data plane switches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294684" y="1256540"/>
            <a:ext cx="4571424" cy="4825173"/>
          </a:xfrm>
        </p:spPr>
        <p:txBody>
          <a:bodyPr/>
          <a:lstStyle/>
          <a:p>
            <a:pPr marL="0" indent="0">
              <a:buNone/>
            </a:pPr>
            <a:r>
              <a:rPr lang="en-US" i="1" dirty="0">
                <a:solidFill>
                  <a:srgbClr val="CC0000"/>
                </a:solidFill>
              </a:rPr>
              <a:t>Data plane switches</a:t>
            </a:r>
          </a:p>
          <a:p>
            <a:r>
              <a:rPr lang="en-US" sz="2400" dirty="0"/>
              <a:t>fast, simple, commodity switches implementing generalized data-plane forwarding in hardware</a:t>
            </a:r>
          </a:p>
          <a:p>
            <a:r>
              <a:rPr lang="en-US" sz="2400" dirty="0"/>
              <a:t>switch flow table computed, installed by controller</a:t>
            </a:r>
          </a:p>
          <a:p>
            <a:r>
              <a:rPr lang="en-US" sz="2400" dirty="0"/>
              <a:t>API for table-based switch control (e.g., OpenFlow)</a:t>
            </a:r>
          </a:p>
          <a:p>
            <a:pPr lvl="1"/>
            <a:r>
              <a:rPr lang="en-US" sz="2000" dirty="0"/>
              <a:t>defines what is controllable and what is not</a:t>
            </a:r>
          </a:p>
          <a:p>
            <a:r>
              <a:rPr lang="en-US" sz="2400" dirty="0"/>
              <a:t>protocol for communicating with controller (e.g., OpenFlow)</a:t>
            </a:r>
          </a:p>
          <a:p>
            <a:endParaRPr lang="en-US" dirty="0"/>
          </a:p>
        </p:txBody>
      </p:sp>
      <p:grpSp>
        <p:nvGrpSpPr>
          <p:cNvPr id="1053" name="Group 1052"/>
          <p:cNvGrpSpPr/>
          <p:nvPr/>
        </p:nvGrpSpPr>
        <p:grpSpPr>
          <a:xfrm>
            <a:off x="4990227" y="1414364"/>
            <a:ext cx="3846765" cy="5169840"/>
            <a:chOff x="4990227" y="910464"/>
            <a:chExt cx="3846765" cy="5169840"/>
          </a:xfrm>
        </p:grpSpPr>
        <p:sp>
          <p:nvSpPr>
            <p:cNvPr id="1054" name="TextBox 399"/>
            <p:cNvSpPr txBox="1">
              <a:spLocks noChangeArrowheads="1"/>
            </p:cNvSpPr>
            <p:nvPr/>
          </p:nvSpPr>
          <p:spPr bwMode="auto">
            <a:xfrm>
              <a:off x="8518490" y="4936685"/>
              <a:ext cx="286930" cy="4714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>
                <a:lnSpc>
                  <a:spcPts val="1463"/>
                </a:lnSpc>
              </a:pPr>
              <a:r>
                <a:rPr lang="en-US" sz="1400" dirty="0"/>
                <a:t>data</a:t>
              </a:r>
            </a:p>
            <a:p>
              <a:pPr algn="ctr">
                <a:lnSpc>
                  <a:spcPts val="1463"/>
                </a:lnSpc>
              </a:pPr>
              <a:r>
                <a:rPr lang="en-US" sz="1400" dirty="0"/>
                <a:t>plane</a:t>
              </a:r>
            </a:p>
          </p:txBody>
        </p:sp>
        <p:sp>
          <p:nvSpPr>
            <p:cNvPr id="1055" name="TextBox 400"/>
            <p:cNvSpPr txBox="1">
              <a:spLocks noChangeArrowheads="1"/>
            </p:cNvSpPr>
            <p:nvPr/>
          </p:nvSpPr>
          <p:spPr bwMode="auto">
            <a:xfrm>
              <a:off x="8494972" y="2474327"/>
              <a:ext cx="342020" cy="4714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>
                <a:lnSpc>
                  <a:spcPts val="1463"/>
                </a:lnSpc>
              </a:pPr>
              <a:r>
                <a:rPr lang="en-US" sz="1400" dirty="0"/>
                <a:t>control</a:t>
              </a:r>
            </a:p>
            <a:p>
              <a:pPr algn="ctr">
                <a:lnSpc>
                  <a:spcPts val="1463"/>
                </a:lnSpc>
              </a:pPr>
              <a:r>
                <a:rPr lang="en-US" sz="1400" dirty="0"/>
                <a:t>plane</a:t>
              </a:r>
            </a:p>
          </p:txBody>
        </p:sp>
        <p:cxnSp>
          <p:nvCxnSpPr>
            <p:cNvPr id="1056" name="Straight Connector 1055"/>
            <p:cNvCxnSpPr/>
            <p:nvPr/>
          </p:nvCxnSpPr>
          <p:spPr bwMode="auto">
            <a:xfrm flipV="1">
              <a:off x="5272718" y="4529666"/>
              <a:ext cx="2791783" cy="14329"/>
            </a:xfrm>
            <a:prstGeom prst="line">
              <a:avLst/>
            </a:prstGeom>
            <a:ln w="25400">
              <a:solidFill>
                <a:schemeClr val="tx1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7" name="Straight Connector 1056"/>
            <p:cNvCxnSpPr/>
            <p:nvPr/>
          </p:nvCxnSpPr>
          <p:spPr bwMode="auto">
            <a:xfrm flipV="1">
              <a:off x="5192283" y="2709335"/>
              <a:ext cx="3041550" cy="18563"/>
            </a:xfrm>
            <a:prstGeom prst="line">
              <a:avLst/>
            </a:prstGeom>
            <a:ln w="25400">
              <a:solidFill>
                <a:schemeClr val="tx1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58" name="Group 1057"/>
            <p:cNvGrpSpPr/>
            <p:nvPr/>
          </p:nvGrpSpPr>
          <p:grpSpPr>
            <a:xfrm>
              <a:off x="5164667" y="4826000"/>
              <a:ext cx="2979208" cy="973667"/>
              <a:chOff x="2592388" y="5601756"/>
              <a:chExt cx="4027487" cy="939800"/>
            </a:xfrm>
          </p:grpSpPr>
          <p:sp>
            <p:nvSpPr>
              <p:cNvPr id="1114" name="Freeform 2"/>
              <p:cNvSpPr>
                <a:spLocks/>
              </p:cNvSpPr>
              <p:nvPr/>
            </p:nvSpPr>
            <p:spPr bwMode="auto">
              <a:xfrm>
                <a:off x="2592388" y="5601756"/>
                <a:ext cx="4027487" cy="939800"/>
              </a:xfrm>
              <a:custGeom>
                <a:avLst/>
                <a:gdLst>
                  <a:gd name="T0" fmla="*/ 648763 w 10001"/>
                  <a:gd name="T1" fmla="*/ 34777612 h 10125"/>
                  <a:gd name="T2" fmla="*/ 115976403 w 10001"/>
                  <a:gd name="T3" fmla="*/ 13733703 h 10125"/>
                  <a:gd name="T4" fmla="*/ 507700960 w 10001"/>
                  <a:gd name="T5" fmla="*/ 8662125 h 10125"/>
                  <a:gd name="T6" fmla="*/ 810212713 w 10001"/>
                  <a:gd name="T7" fmla="*/ 0 h 10125"/>
                  <a:gd name="T8" fmla="*/ 1090015738 w 10001"/>
                  <a:gd name="T9" fmla="*/ 8687929 h 10125"/>
                  <a:gd name="T10" fmla="*/ 1310938763 w 10001"/>
                  <a:gd name="T11" fmla="*/ 4279362 h 10125"/>
                  <a:gd name="T12" fmla="*/ 1620263134 w 10001"/>
                  <a:gd name="T13" fmla="*/ 25736690 h 10125"/>
                  <a:gd name="T14" fmla="*/ 1394798364 w 10001"/>
                  <a:gd name="T15" fmla="*/ 58525268 h 10125"/>
                  <a:gd name="T16" fmla="*/ 1134622140 w 10001"/>
                  <a:gd name="T17" fmla="*/ 80266624 h 10125"/>
                  <a:gd name="T18" fmla="*/ 860820276 w 10001"/>
                  <a:gd name="T19" fmla="*/ 76142271 h 10125"/>
                  <a:gd name="T20" fmla="*/ 708996782 w 10001"/>
                  <a:gd name="T21" fmla="*/ 85346835 h 10125"/>
                  <a:gd name="T22" fmla="*/ 509322667 w 10001"/>
                  <a:gd name="T23" fmla="*/ 86268164 h 10125"/>
                  <a:gd name="T24" fmla="*/ 353443899 w 10001"/>
                  <a:gd name="T25" fmla="*/ 67979516 h 10125"/>
                  <a:gd name="T26" fmla="*/ 192536914 w 10001"/>
                  <a:gd name="T27" fmla="*/ 64535347 h 10125"/>
                  <a:gd name="T28" fmla="*/ 648763 w 10001"/>
                  <a:gd name="T29" fmla="*/ 34777612 h 10125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0" t="0" r="r" b="b"/>
                <a:pathLst>
                  <a:path w="10001" h="10125">
                    <a:moveTo>
                      <a:pt x="4" y="4039"/>
                    </a:moveTo>
                    <a:cubicBezTo>
                      <a:pt x="-29" y="2271"/>
                      <a:pt x="194" y="2100"/>
                      <a:pt x="715" y="1595"/>
                    </a:cubicBezTo>
                    <a:cubicBezTo>
                      <a:pt x="1236" y="1089"/>
                      <a:pt x="2417" y="1272"/>
                      <a:pt x="3130" y="1006"/>
                    </a:cubicBezTo>
                    <a:cubicBezTo>
                      <a:pt x="3843" y="740"/>
                      <a:pt x="4397" y="0"/>
                      <a:pt x="4995" y="0"/>
                    </a:cubicBezTo>
                    <a:cubicBezTo>
                      <a:pt x="5593" y="1"/>
                      <a:pt x="6206" y="926"/>
                      <a:pt x="6720" y="1009"/>
                    </a:cubicBezTo>
                    <a:cubicBezTo>
                      <a:pt x="7234" y="1092"/>
                      <a:pt x="7536" y="241"/>
                      <a:pt x="8082" y="497"/>
                    </a:cubicBezTo>
                    <a:cubicBezTo>
                      <a:pt x="8628" y="756"/>
                      <a:pt x="9854" y="442"/>
                      <a:pt x="9989" y="2989"/>
                    </a:cubicBezTo>
                    <a:cubicBezTo>
                      <a:pt x="10124" y="5536"/>
                      <a:pt x="9098" y="5742"/>
                      <a:pt x="8599" y="6797"/>
                    </a:cubicBezTo>
                    <a:cubicBezTo>
                      <a:pt x="8100" y="7852"/>
                      <a:pt x="7544" y="8981"/>
                      <a:pt x="6995" y="9322"/>
                    </a:cubicBezTo>
                    <a:cubicBezTo>
                      <a:pt x="6446" y="9663"/>
                      <a:pt x="5793" y="8957"/>
                      <a:pt x="5307" y="8843"/>
                    </a:cubicBezTo>
                    <a:cubicBezTo>
                      <a:pt x="4819" y="8726"/>
                      <a:pt x="4628" y="10048"/>
                      <a:pt x="4371" y="9912"/>
                    </a:cubicBezTo>
                    <a:cubicBezTo>
                      <a:pt x="4114" y="9775"/>
                      <a:pt x="3505" y="10355"/>
                      <a:pt x="3140" y="10019"/>
                    </a:cubicBezTo>
                    <a:cubicBezTo>
                      <a:pt x="2774" y="9683"/>
                      <a:pt x="2820" y="8138"/>
                      <a:pt x="2179" y="7895"/>
                    </a:cubicBezTo>
                    <a:cubicBezTo>
                      <a:pt x="1586" y="6800"/>
                      <a:pt x="1549" y="8137"/>
                      <a:pt x="1187" y="7495"/>
                    </a:cubicBezTo>
                    <a:cubicBezTo>
                      <a:pt x="825" y="6852"/>
                      <a:pt x="-7" y="6157"/>
                      <a:pt x="4" y="4039"/>
                    </a:cubicBezTo>
                    <a:close/>
                  </a:path>
                </a:pathLst>
              </a:custGeom>
              <a:solidFill>
                <a:srgbClr val="66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cxnSp>
            <p:nvCxnSpPr>
              <p:cNvPr id="1115" name="Straight Connector 1114"/>
              <p:cNvCxnSpPr/>
              <p:nvPr/>
            </p:nvCxnSpPr>
            <p:spPr>
              <a:xfrm flipV="1">
                <a:off x="3262941" y="5752569"/>
                <a:ext cx="1316038" cy="131762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6" name="Straight Connector 1115"/>
              <p:cNvCxnSpPr/>
              <p:nvPr/>
            </p:nvCxnSpPr>
            <p:spPr>
              <a:xfrm>
                <a:off x="3151816" y="5939894"/>
                <a:ext cx="2259013" cy="29845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7" name="Straight Connector 1116"/>
              <p:cNvCxnSpPr/>
              <p:nvPr/>
            </p:nvCxnSpPr>
            <p:spPr>
              <a:xfrm>
                <a:off x="3164516" y="6044669"/>
                <a:ext cx="714375" cy="27622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8" name="Straight Connector 1117"/>
              <p:cNvCxnSpPr/>
              <p:nvPr/>
            </p:nvCxnSpPr>
            <p:spPr>
              <a:xfrm flipV="1">
                <a:off x="4182104" y="6238344"/>
                <a:ext cx="1247775" cy="8255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9" name="Straight Connector 1118"/>
              <p:cNvCxnSpPr/>
              <p:nvPr/>
            </p:nvCxnSpPr>
            <p:spPr>
              <a:xfrm>
                <a:off x="4842504" y="5785906"/>
                <a:ext cx="1057275" cy="12382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0" name="Straight Connector 1119"/>
              <p:cNvCxnSpPr/>
              <p:nvPr/>
            </p:nvCxnSpPr>
            <p:spPr>
              <a:xfrm flipV="1">
                <a:off x="4126541" y="5939894"/>
                <a:ext cx="1790700" cy="29845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1" name="Straight Connector 1120"/>
              <p:cNvCxnSpPr/>
              <p:nvPr/>
            </p:nvCxnSpPr>
            <p:spPr>
              <a:xfrm flipV="1">
                <a:off x="5453691" y="5968469"/>
                <a:ext cx="588963" cy="26987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2" name="Straight Connector 1121"/>
              <p:cNvCxnSpPr/>
              <p:nvPr/>
            </p:nvCxnSpPr>
            <p:spPr>
              <a:xfrm>
                <a:off x="4596441" y="5752569"/>
                <a:ext cx="814388" cy="40163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123" name="Group 347"/>
              <p:cNvGrpSpPr>
                <a:grpSpLocks/>
              </p:cNvGrpSpPr>
              <p:nvPr/>
            </p:nvGrpSpPr>
            <p:grpSpPr bwMode="auto">
              <a:xfrm>
                <a:off x="5856401" y="5796097"/>
                <a:ext cx="588970" cy="242608"/>
                <a:chOff x="1871277" y="1576300"/>
                <a:chExt cx="1128371" cy="437861"/>
              </a:xfrm>
            </p:grpSpPr>
            <p:sp>
              <p:nvSpPr>
                <p:cNvPr id="1164" name="Oval 1163"/>
                <p:cNvSpPr/>
                <p:nvPr/>
              </p:nvSpPr>
              <p:spPr bwMode="auto">
                <a:xfrm flipV="1">
                  <a:off x="1874446" y="1694641"/>
                  <a:ext cx="1125202" cy="319520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accent2">
                        <a:lumMod val="75000"/>
                      </a:schemeClr>
                    </a:gs>
                    <a:gs pos="53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0" scaled="1"/>
                  <a:tileRect/>
                </a:gradFill>
                <a:ln w="6350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dirty="0">
                    <a:ln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1165" name="Rectangle 1164"/>
                <p:cNvSpPr/>
                <p:nvPr/>
              </p:nvSpPr>
              <p:spPr bwMode="auto">
                <a:xfrm>
                  <a:off x="1871277" y="1739611"/>
                  <a:ext cx="1128371" cy="115973"/>
                </a:xfrm>
                <a:prstGeom prst="rect">
                  <a:avLst/>
                </a:prstGeom>
                <a:gradFill>
                  <a:gsLst>
                    <a:gs pos="0">
                      <a:schemeClr val="accent2">
                        <a:lumMod val="75000"/>
                      </a:schemeClr>
                    </a:gs>
                    <a:gs pos="53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10800000" scaled="0"/>
                </a:gradFill>
                <a:ln w="25400"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1166" name="Oval 1165"/>
                <p:cNvSpPr/>
                <p:nvPr/>
              </p:nvSpPr>
              <p:spPr bwMode="auto">
                <a:xfrm flipV="1">
                  <a:off x="1871277" y="1576300"/>
                  <a:ext cx="1125200" cy="319520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 w="6350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dirty="0">
                    <a:ln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1167" name="Freeform 1166"/>
                <p:cNvSpPr/>
                <p:nvPr/>
              </p:nvSpPr>
              <p:spPr bwMode="auto">
                <a:xfrm>
                  <a:off x="2159708" y="1673340"/>
                  <a:ext cx="548339" cy="160943"/>
                </a:xfrm>
                <a:custGeom>
                  <a:avLst/>
                  <a:gdLst>
                    <a:gd name="connsiteX0" fmla="*/ 1486231 w 2944854"/>
                    <a:gd name="connsiteY0" fmla="*/ 727041 h 1302232"/>
                    <a:gd name="connsiteX1" fmla="*/ 257675 w 2944854"/>
                    <a:gd name="connsiteY1" fmla="*/ 1302232 h 1302232"/>
                    <a:gd name="connsiteX2" fmla="*/ 0 w 2944854"/>
                    <a:gd name="connsiteY2" fmla="*/ 1228607 h 1302232"/>
                    <a:gd name="connsiteX3" fmla="*/ 911064 w 2944854"/>
                    <a:gd name="connsiteY3" fmla="*/ 837478 h 1302232"/>
                    <a:gd name="connsiteX4" fmla="*/ 883456 w 2944854"/>
                    <a:gd name="connsiteY4" fmla="*/ 450949 h 1302232"/>
                    <a:gd name="connsiteX5" fmla="*/ 161047 w 2944854"/>
                    <a:gd name="connsiteY5" fmla="*/ 119640 h 1302232"/>
                    <a:gd name="connsiteX6" fmla="*/ 404917 w 2944854"/>
                    <a:gd name="connsiteY6" fmla="*/ 50617 h 1302232"/>
                    <a:gd name="connsiteX7" fmla="*/ 1477028 w 2944854"/>
                    <a:gd name="connsiteY7" fmla="*/ 501566 h 1302232"/>
                    <a:gd name="connsiteX8" fmla="*/ 2572146 w 2944854"/>
                    <a:gd name="connsiteY8" fmla="*/ 0 h 1302232"/>
                    <a:gd name="connsiteX9" fmla="*/ 2875834 w 2944854"/>
                    <a:gd name="connsiteY9" fmla="*/ 96632 h 1302232"/>
                    <a:gd name="connsiteX10" fmla="*/ 2079803 w 2944854"/>
                    <a:gd name="connsiteY10" fmla="*/ 432543 h 1302232"/>
                    <a:gd name="connsiteX11" fmla="*/ 2240850 w 2944854"/>
                    <a:gd name="connsiteY11" fmla="*/ 920305 h 1302232"/>
                    <a:gd name="connsiteX12" fmla="*/ 2944854 w 2944854"/>
                    <a:gd name="connsiteY12" fmla="*/ 1228607 h 1302232"/>
                    <a:gd name="connsiteX13" fmla="*/ 2733192 w 2944854"/>
                    <a:gd name="connsiteY13" fmla="*/ 1297630 h 1302232"/>
                    <a:gd name="connsiteX14" fmla="*/ 1486231 w 2944854"/>
                    <a:gd name="connsiteY14" fmla="*/ 727041 h 1302232"/>
                    <a:gd name="connsiteX0" fmla="*/ 1486231 w 2944854"/>
                    <a:gd name="connsiteY0" fmla="*/ 727041 h 1316375"/>
                    <a:gd name="connsiteX1" fmla="*/ 257675 w 2944854"/>
                    <a:gd name="connsiteY1" fmla="*/ 1302232 h 1316375"/>
                    <a:gd name="connsiteX2" fmla="*/ 0 w 2944854"/>
                    <a:gd name="connsiteY2" fmla="*/ 1228607 h 1316375"/>
                    <a:gd name="connsiteX3" fmla="*/ 911064 w 2944854"/>
                    <a:gd name="connsiteY3" fmla="*/ 837478 h 1316375"/>
                    <a:gd name="connsiteX4" fmla="*/ 883456 w 2944854"/>
                    <a:gd name="connsiteY4" fmla="*/ 450949 h 1316375"/>
                    <a:gd name="connsiteX5" fmla="*/ 161047 w 2944854"/>
                    <a:gd name="connsiteY5" fmla="*/ 119640 h 1316375"/>
                    <a:gd name="connsiteX6" fmla="*/ 404917 w 2944854"/>
                    <a:gd name="connsiteY6" fmla="*/ 50617 h 1316375"/>
                    <a:gd name="connsiteX7" fmla="*/ 1477028 w 2944854"/>
                    <a:gd name="connsiteY7" fmla="*/ 501566 h 1316375"/>
                    <a:gd name="connsiteX8" fmla="*/ 2572146 w 2944854"/>
                    <a:gd name="connsiteY8" fmla="*/ 0 h 1316375"/>
                    <a:gd name="connsiteX9" fmla="*/ 2875834 w 2944854"/>
                    <a:gd name="connsiteY9" fmla="*/ 96632 h 1316375"/>
                    <a:gd name="connsiteX10" fmla="*/ 2079803 w 2944854"/>
                    <a:gd name="connsiteY10" fmla="*/ 432543 h 1316375"/>
                    <a:gd name="connsiteX11" fmla="*/ 2240850 w 2944854"/>
                    <a:gd name="connsiteY11" fmla="*/ 920305 h 1316375"/>
                    <a:gd name="connsiteX12" fmla="*/ 2944854 w 2944854"/>
                    <a:gd name="connsiteY12" fmla="*/ 1228607 h 1316375"/>
                    <a:gd name="connsiteX13" fmla="*/ 2756623 w 2944854"/>
                    <a:gd name="connsiteY13" fmla="*/ 1316375 h 1316375"/>
                    <a:gd name="connsiteX14" fmla="*/ 1486231 w 2944854"/>
                    <a:gd name="connsiteY14" fmla="*/ 727041 h 1316375"/>
                    <a:gd name="connsiteX0" fmla="*/ 1486231 w 3024520"/>
                    <a:gd name="connsiteY0" fmla="*/ 727041 h 1316375"/>
                    <a:gd name="connsiteX1" fmla="*/ 257675 w 3024520"/>
                    <a:gd name="connsiteY1" fmla="*/ 1302232 h 1316375"/>
                    <a:gd name="connsiteX2" fmla="*/ 0 w 3024520"/>
                    <a:gd name="connsiteY2" fmla="*/ 1228607 h 1316375"/>
                    <a:gd name="connsiteX3" fmla="*/ 911064 w 3024520"/>
                    <a:gd name="connsiteY3" fmla="*/ 837478 h 1316375"/>
                    <a:gd name="connsiteX4" fmla="*/ 883456 w 3024520"/>
                    <a:gd name="connsiteY4" fmla="*/ 450949 h 1316375"/>
                    <a:gd name="connsiteX5" fmla="*/ 161047 w 3024520"/>
                    <a:gd name="connsiteY5" fmla="*/ 119640 h 1316375"/>
                    <a:gd name="connsiteX6" fmla="*/ 404917 w 3024520"/>
                    <a:gd name="connsiteY6" fmla="*/ 50617 h 1316375"/>
                    <a:gd name="connsiteX7" fmla="*/ 1477028 w 3024520"/>
                    <a:gd name="connsiteY7" fmla="*/ 501566 h 1316375"/>
                    <a:gd name="connsiteX8" fmla="*/ 2572146 w 3024520"/>
                    <a:gd name="connsiteY8" fmla="*/ 0 h 1316375"/>
                    <a:gd name="connsiteX9" fmla="*/ 2875834 w 3024520"/>
                    <a:gd name="connsiteY9" fmla="*/ 96632 h 1316375"/>
                    <a:gd name="connsiteX10" fmla="*/ 2079803 w 3024520"/>
                    <a:gd name="connsiteY10" fmla="*/ 432543 h 1316375"/>
                    <a:gd name="connsiteX11" fmla="*/ 2240850 w 3024520"/>
                    <a:gd name="connsiteY11" fmla="*/ 920305 h 1316375"/>
                    <a:gd name="connsiteX12" fmla="*/ 3024520 w 3024520"/>
                    <a:gd name="connsiteY12" fmla="*/ 1228607 h 1316375"/>
                    <a:gd name="connsiteX13" fmla="*/ 2756623 w 3024520"/>
                    <a:gd name="connsiteY13" fmla="*/ 1316375 h 1316375"/>
                    <a:gd name="connsiteX14" fmla="*/ 1486231 w 3024520"/>
                    <a:gd name="connsiteY14" fmla="*/ 727041 h 1316375"/>
                    <a:gd name="connsiteX0" fmla="*/ 1537780 w 3076069"/>
                    <a:gd name="connsiteY0" fmla="*/ 727041 h 1316375"/>
                    <a:gd name="connsiteX1" fmla="*/ 309224 w 3076069"/>
                    <a:gd name="connsiteY1" fmla="*/ 1302232 h 1316375"/>
                    <a:gd name="connsiteX2" fmla="*/ 0 w 3076069"/>
                    <a:gd name="connsiteY2" fmla="*/ 1228607 h 1316375"/>
                    <a:gd name="connsiteX3" fmla="*/ 962613 w 3076069"/>
                    <a:gd name="connsiteY3" fmla="*/ 837478 h 1316375"/>
                    <a:gd name="connsiteX4" fmla="*/ 935005 w 3076069"/>
                    <a:gd name="connsiteY4" fmla="*/ 450949 h 1316375"/>
                    <a:gd name="connsiteX5" fmla="*/ 212596 w 3076069"/>
                    <a:gd name="connsiteY5" fmla="*/ 119640 h 1316375"/>
                    <a:gd name="connsiteX6" fmla="*/ 456466 w 3076069"/>
                    <a:gd name="connsiteY6" fmla="*/ 50617 h 1316375"/>
                    <a:gd name="connsiteX7" fmla="*/ 1528577 w 3076069"/>
                    <a:gd name="connsiteY7" fmla="*/ 501566 h 1316375"/>
                    <a:gd name="connsiteX8" fmla="*/ 2623695 w 3076069"/>
                    <a:gd name="connsiteY8" fmla="*/ 0 h 1316375"/>
                    <a:gd name="connsiteX9" fmla="*/ 2927383 w 3076069"/>
                    <a:gd name="connsiteY9" fmla="*/ 96632 h 1316375"/>
                    <a:gd name="connsiteX10" fmla="*/ 2131352 w 3076069"/>
                    <a:gd name="connsiteY10" fmla="*/ 432543 h 1316375"/>
                    <a:gd name="connsiteX11" fmla="*/ 2292399 w 3076069"/>
                    <a:gd name="connsiteY11" fmla="*/ 920305 h 1316375"/>
                    <a:gd name="connsiteX12" fmla="*/ 3076069 w 3076069"/>
                    <a:gd name="connsiteY12" fmla="*/ 1228607 h 1316375"/>
                    <a:gd name="connsiteX13" fmla="*/ 2808172 w 3076069"/>
                    <a:gd name="connsiteY13" fmla="*/ 1316375 h 1316375"/>
                    <a:gd name="connsiteX14" fmla="*/ 1537780 w 3076069"/>
                    <a:gd name="connsiteY14" fmla="*/ 727041 h 1316375"/>
                    <a:gd name="connsiteX0" fmla="*/ 1537780 w 3076069"/>
                    <a:gd name="connsiteY0" fmla="*/ 727041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27041 h 1321259"/>
                    <a:gd name="connsiteX0" fmla="*/ 1537780 w 3076069"/>
                    <a:gd name="connsiteY0" fmla="*/ 750825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50825 h 13212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chemeClr val="accent2">
                    <a:lumMod val="60000"/>
                    <a:lumOff val="40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1168" name="Freeform 1167"/>
                <p:cNvSpPr/>
                <p:nvPr/>
              </p:nvSpPr>
              <p:spPr bwMode="auto">
                <a:xfrm>
                  <a:off x="2102655" y="1633103"/>
                  <a:ext cx="662444" cy="111241"/>
                </a:xfrm>
                <a:custGeom>
                  <a:avLst/>
                  <a:gdLst>
                    <a:gd name="connsiteX0" fmla="*/ 0 w 3645229"/>
                    <a:gd name="connsiteY0" fmla="*/ 214441 h 923747"/>
                    <a:gd name="connsiteX1" fmla="*/ 659770 w 3645229"/>
                    <a:gd name="connsiteY1" fmla="*/ 16495 h 923747"/>
                    <a:gd name="connsiteX2" fmla="*/ 1814367 w 3645229"/>
                    <a:gd name="connsiteY2" fmla="*/ 511360 h 923747"/>
                    <a:gd name="connsiteX3" fmla="*/ 2968965 w 3645229"/>
                    <a:gd name="connsiteY3" fmla="*/ 0 h 923747"/>
                    <a:gd name="connsiteX4" fmla="*/ 3645229 w 3645229"/>
                    <a:gd name="connsiteY4" fmla="*/ 197946 h 923747"/>
                    <a:gd name="connsiteX5" fmla="*/ 3199884 w 3645229"/>
                    <a:gd name="connsiteY5" fmla="*/ 461874 h 923747"/>
                    <a:gd name="connsiteX6" fmla="*/ 2985459 w 3645229"/>
                    <a:gd name="connsiteY6" fmla="*/ 379396 h 923747"/>
                    <a:gd name="connsiteX7" fmla="*/ 1830861 w 3645229"/>
                    <a:gd name="connsiteY7" fmla="*/ 923747 h 923747"/>
                    <a:gd name="connsiteX8" fmla="*/ 676264 w 3645229"/>
                    <a:gd name="connsiteY8" fmla="*/ 412387 h 923747"/>
                    <a:gd name="connsiteX9" fmla="*/ 527816 w 3645229"/>
                    <a:gd name="connsiteY9" fmla="*/ 478369 h 923747"/>
                    <a:gd name="connsiteX10" fmla="*/ 0 w 3645229"/>
                    <a:gd name="connsiteY10" fmla="*/ 21444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78369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90067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09765 w 3640627"/>
                    <a:gd name="connsiteY2" fmla="*/ 511360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3008465 w 3640627"/>
                    <a:gd name="connsiteY6" fmla="*/ 402404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723451"/>
                    <a:gd name="connsiteY0" fmla="*/ 242051 h 946755"/>
                    <a:gd name="connsiteX1" fmla="*/ 655168 w 3723451"/>
                    <a:gd name="connsiteY1" fmla="*/ 16495 h 946755"/>
                    <a:gd name="connsiteX2" fmla="*/ 1855778 w 3723451"/>
                    <a:gd name="connsiteY2" fmla="*/ 534367 h 946755"/>
                    <a:gd name="connsiteX3" fmla="*/ 2964363 w 3723451"/>
                    <a:gd name="connsiteY3" fmla="*/ 0 h 946755"/>
                    <a:gd name="connsiteX4" fmla="*/ 3723451 w 3723451"/>
                    <a:gd name="connsiteY4" fmla="*/ 220954 h 946755"/>
                    <a:gd name="connsiteX5" fmla="*/ 3195282 w 3723451"/>
                    <a:gd name="connsiteY5" fmla="*/ 461874 h 946755"/>
                    <a:gd name="connsiteX6" fmla="*/ 3008465 w 3723451"/>
                    <a:gd name="connsiteY6" fmla="*/ 402404 h 946755"/>
                    <a:gd name="connsiteX7" fmla="*/ 1876873 w 3723451"/>
                    <a:gd name="connsiteY7" fmla="*/ 946755 h 946755"/>
                    <a:gd name="connsiteX8" fmla="*/ 690067 w 3723451"/>
                    <a:gd name="connsiteY8" fmla="*/ 412387 h 946755"/>
                    <a:gd name="connsiteX9" fmla="*/ 523214 w 3723451"/>
                    <a:gd name="connsiteY9" fmla="*/ 482971 h 946755"/>
                    <a:gd name="connsiteX10" fmla="*/ 0 w 3723451"/>
                    <a:gd name="connsiteY10" fmla="*/ 242051 h 946755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08465 w 3723451"/>
                    <a:gd name="connsiteY6" fmla="*/ 388599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711613 w 3723451"/>
                    <a:gd name="connsiteY8" fmla="*/ 413055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1169" name="Freeform 1168"/>
                <p:cNvSpPr/>
                <p:nvPr/>
              </p:nvSpPr>
              <p:spPr bwMode="auto">
                <a:xfrm>
                  <a:off x="2536889" y="1727776"/>
                  <a:ext cx="244057" cy="97040"/>
                </a:xfrm>
                <a:custGeom>
                  <a:avLst/>
                  <a:gdLst>
                    <a:gd name="connsiteX0" fmla="*/ 55216 w 1421812"/>
                    <a:gd name="connsiteY0" fmla="*/ 0 h 800665"/>
                    <a:gd name="connsiteX1" fmla="*/ 1421812 w 1421812"/>
                    <a:gd name="connsiteY1" fmla="*/ 625807 h 800665"/>
                    <a:gd name="connsiteX2" fmla="*/ 947874 w 1421812"/>
                    <a:gd name="connsiteY2" fmla="*/ 800665 h 800665"/>
                    <a:gd name="connsiteX3" fmla="*/ 50614 w 1421812"/>
                    <a:gd name="connsiteY3" fmla="*/ 404934 h 800665"/>
                    <a:gd name="connsiteX4" fmla="*/ 0 w 1421812"/>
                    <a:gd name="connsiteY4" fmla="*/ 404934 h 800665"/>
                    <a:gd name="connsiteX5" fmla="*/ 55216 w 1421812"/>
                    <a:gd name="connsiteY5" fmla="*/ 0 h 800665"/>
                    <a:gd name="connsiteX0" fmla="*/ 4602 w 1371198"/>
                    <a:gd name="connsiteY0" fmla="*/ 0 h 800665"/>
                    <a:gd name="connsiteX1" fmla="*/ 1371198 w 1371198"/>
                    <a:gd name="connsiteY1" fmla="*/ 625807 h 800665"/>
                    <a:gd name="connsiteX2" fmla="*/ 897260 w 1371198"/>
                    <a:gd name="connsiteY2" fmla="*/ 800665 h 800665"/>
                    <a:gd name="connsiteX3" fmla="*/ 0 w 1371198"/>
                    <a:gd name="connsiteY3" fmla="*/ 404934 h 800665"/>
                    <a:gd name="connsiteX4" fmla="*/ 4602 w 1371198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9868"/>
                    <a:gd name="connsiteX1" fmla="*/ 1366596 w 1366596"/>
                    <a:gd name="connsiteY1" fmla="*/ 625807 h 809868"/>
                    <a:gd name="connsiteX2" fmla="*/ 865050 w 1366596"/>
                    <a:gd name="connsiteY2" fmla="*/ 809868 h 809868"/>
                    <a:gd name="connsiteX3" fmla="*/ 4601 w 1366596"/>
                    <a:gd name="connsiteY3" fmla="*/ 427942 h 809868"/>
                    <a:gd name="connsiteX4" fmla="*/ 0 w 1366596"/>
                    <a:gd name="connsiteY4" fmla="*/ 0 h 8098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1170" name="Freeform 1169"/>
                <p:cNvSpPr/>
                <p:nvPr/>
              </p:nvSpPr>
              <p:spPr bwMode="auto">
                <a:xfrm>
                  <a:off x="2089977" y="1730144"/>
                  <a:ext cx="240888" cy="97039"/>
                </a:xfrm>
                <a:custGeom>
                  <a:avLst/>
                  <a:gdLst>
                    <a:gd name="connsiteX0" fmla="*/ 1329786 w 1348191"/>
                    <a:gd name="connsiteY0" fmla="*/ 0 h 809869"/>
                    <a:gd name="connsiteX1" fmla="*/ 1348191 w 1348191"/>
                    <a:gd name="connsiteY1" fmla="*/ 400333 h 809869"/>
                    <a:gd name="connsiteX2" fmla="*/ 487742 w 1348191"/>
                    <a:gd name="connsiteY2" fmla="*/ 809869 h 809869"/>
                    <a:gd name="connsiteX3" fmla="*/ 0 w 1348191"/>
                    <a:gd name="connsiteY3" fmla="*/ 630409 h 809869"/>
                    <a:gd name="connsiteX4" fmla="*/ 1329786 w 1348191"/>
                    <a:gd name="connsiteY4" fmla="*/ 0 h 809869"/>
                    <a:gd name="connsiteX0" fmla="*/ 1329786 w 1348191"/>
                    <a:gd name="connsiteY0" fmla="*/ 0 h 791462"/>
                    <a:gd name="connsiteX1" fmla="*/ 1348191 w 1348191"/>
                    <a:gd name="connsiteY1" fmla="*/ 381926 h 791462"/>
                    <a:gd name="connsiteX2" fmla="*/ 487742 w 1348191"/>
                    <a:gd name="connsiteY2" fmla="*/ 791462 h 791462"/>
                    <a:gd name="connsiteX3" fmla="*/ 0 w 1348191"/>
                    <a:gd name="connsiteY3" fmla="*/ 612002 h 791462"/>
                    <a:gd name="connsiteX4" fmla="*/ 1329786 w 1348191"/>
                    <a:gd name="connsiteY4" fmla="*/ 0 h 7914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cxnSp>
              <p:nvCxnSpPr>
                <p:cNvPr id="1171" name="Straight Connector 1170"/>
                <p:cNvCxnSpPr>
                  <a:endCxn id="1166" idx="2"/>
                </p:cNvCxnSpPr>
                <p:nvPr/>
              </p:nvCxnSpPr>
              <p:spPr bwMode="auto">
                <a:xfrm flipH="1" flipV="1">
                  <a:off x="1871277" y="1737243"/>
                  <a:ext cx="3169" cy="123074"/>
                </a:xfrm>
                <a:prstGeom prst="line">
                  <a:avLst/>
                </a:prstGeom>
                <a:ln w="6350" cmpd="sng">
                  <a:solidFill>
                    <a:schemeClr val="tx1"/>
                  </a:solidFill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72" name="Straight Connector 1171"/>
                <p:cNvCxnSpPr/>
                <p:nvPr/>
              </p:nvCxnSpPr>
              <p:spPr bwMode="auto">
                <a:xfrm flipH="1" flipV="1">
                  <a:off x="2996477" y="1734877"/>
                  <a:ext cx="3171" cy="123074"/>
                </a:xfrm>
                <a:prstGeom prst="line">
                  <a:avLst/>
                </a:prstGeom>
                <a:ln w="6350" cmpd="sng">
                  <a:solidFill>
                    <a:schemeClr val="tx1"/>
                  </a:solidFill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124" name="Group 347"/>
              <p:cNvGrpSpPr>
                <a:grpSpLocks/>
              </p:cNvGrpSpPr>
              <p:nvPr/>
            </p:nvGrpSpPr>
            <p:grpSpPr bwMode="auto">
              <a:xfrm>
                <a:off x="4375328" y="5654000"/>
                <a:ext cx="588970" cy="242608"/>
                <a:chOff x="1871277" y="1576300"/>
                <a:chExt cx="1128371" cy="437861"/>
              </a:xfrm>
            </p:grpSpPr>
            <p:sp>
              <p:nvSpPr>
                <p:cNvPr id="1155" name="Oval 1154"/>
                <p:cNvSpPr/>
                <p:nvPr/>
              </p:nvSpPr>
              <p:spPr bwMode="auto">
                <a:xfrm flipV="1">
                  <a:off x="1874446" y="1694641"/>
                  <a:ext cx="1125202" cy="319520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accent2">
                        <a:lumMod val="75000"/>
                      </a:schemeClr>
                    </a:gs>
                    <a:gs pos="53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0" scaled="1"/>
                  <a:tileRect/>
                </a:gradFill>
                <a:ln w="6350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dirty="0">
                    <a:ln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1156" name="Rectangle 1155"/>
                <p:cNvSpPr/>
                <p:nvPr/>
              </p:nvSpPr>
              <p:spPr bwMode="auto">
                <a:xfrm>
                  <a:off x="1871277" y="1739611"/>
                  <a:ext cx="1128371" cy="115973"/>
                </a:xfrm>
                <a:prstGeom prst="rect">
                  <a:avLst/>
                </a:prstGeom>
                <a:gradFill>
                  <a:gsLst>
                    <a:gs pos="0">
                      <a:schemeClr val="accent2">
                        <a:lumMod val="75000"/>
                      </a:schemeClr>
                    </a:gs>
                    <a:gs pos="53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10800000" scaled="0"/>
                </a:gradFill>
                <a:ln w="25400"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1157" name="Oval 1156"/>
                <p:cNvSpPr/>
                <p:nvPr/>
              </p:nvSpPr>
              <p:spPr bwMode="auto">
                <a:xfrm flipV="1">
                  <a:off x="1871277" y="1576300"/>
                  <a:ext cx="1125200" cy="319520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 w="6350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dirty="0">
                    <a:ln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1158" name="Freeform 1157"/>
                <p:cNvSpPr/>
                <p:nvPr/>
              </p:nvSpPr>
              <p:spPr bwMode="auto">
                <a:xfrm>
                  <a:off x="2159708" y="1673340"/>
                  <a:ext cx="548339" cy="160943"/>
                </a:xfrm>
                <a:custGeom>
                  <a:avLst/>
                  <a:gdLst>
                    <a:gd name="connsiteX0" fmla="*/ 1486231 w 2944854"/>
                    <a:gd name="connsiteY0" fmla="*/ 727041 h 1302232"/>
                    <a:gd name="connsiteX1" fmla="*/ 257675 w 2944854"/>
                    <a:gd name="connsiteY1" fmla="*/ 1302232 h 1302232"/>
                    <a:gd name="connsiteX2" fmla="*/ 0 w 2944854"/>
                    <a:gd name="connsiteY2" fmla="*/ 1228607 h 1302232"/>
                    <a:gd name="connsiteX3" fmla="*/ 911064 w 2944854"/>
                    <a:gd name="connsiteY3" fmla="*/ 837478 h 1302232"/>
                    <a:gd name="connsiteX4" fmla="*/ 883456 w 2944854"/>
                    <a:gd name="connsiteY4" fmla="*/ 450949 h 1302232"/>
                    <a:gd name="connsiteX5" fmla="*/ 161047 w 2944854"/>
                    <a:gd name="connsiteY5" fmla="*/ 119640 h 1302232"/>
                    <a:gd name="connsiteX6" fmla="*/ 404917 w 2944854"/>
                    <a:gd name="connsiteY6" fmla="*/ 50617 h 1302232"/>
                    <a:gd name="connsiteX7" fmla="*/ 1477028 w 2944854"/>
                    <a:gd name="connsiteY7" fmla="*/ 501566 h 1302232"/>
                    <a:gd name="connsiteX8" fmla="*/ 2572146 w 2944854"/>
                    <a:gd name="connsiteY8" fmla="*/ 0 h 1302232"/>
                    <a:gd name="connsiteX9" fmla="*/ 2875834 w 2944854"/>
                    <a:gd name="connsiteY9" fmla="*/ 96632 h 1302232"/>
                    <a:gd name="connsiteX10" fmla="*/ 2079803 w 2944854"/>
                    <a:gd name="connsiteY10" fmla="*/ 432543 h 1302232"/>
                    <a:gd name="connsiteX11" fmla="*/ 2240850 w 2944854"/>
                    <a:gd name="connsiteY11" fmla="*/ 920305 h 1302232"/>
                    <a:gd name="connsiteX12" fmla="*/ 2944854 w 2944854"/>
                    <a:gd name="connsiteY12" fmla="*/ 1228607 h 1302232"/>
                    <a:gd name="connsiteX13" fmla="*/ 2733192 w 2944854"/>
                    <a:gd name="connsiteY13" fmla="*/ 1297630 h 1302232"/>
                    <a:gd name="connsiteX14" fmla="*/ 1486231 w 2944854"/>
                    <a:gd name="connsiteY14" fmla="*/ 727041 h 1302232"/>
                    <a:gd name="connsiteX0" fmla="*/ 1486231 w 2944854"/>
                    <a:gd name="connsiteY0" fmla="*/ 727041 h 1316375"/>
                    <a:gd name="connsiteX1" fmla="*/ 257675 w 2944854"/>
                    <a:gd name="connsiteY1" fmla="*/ 1302232 h 1316375"/>
                    <a:gd name="connsiteX2" fmla="*/ 0 w 2944854"/>
                    <a:gd name="connsiteY2" fmla="*/ 1228607 h 1316375"/>
                    <a:gd name="connsiteX3" fmla="*/ 911064 w 2944854"/>
                    <a:gd name="connsiteY3" fmla="*/ 837478 h 1316375"/>
                    <a:gd name="connsiteX4" fmla="*/ 883456 w 2944854"/>
                    <a:gd name="connsiteY4" fmla="*/ 450949 h 1316375"/>
                    <a:gd name="connsiteX5" fmla="*/ 161047 w 2944854"/>
                    <a:gd name="connsiteY5" fmla="*/ 119640 h 1316375"/>
                    <a:gd name="connsiteX6" fmla="*/ 404917 w 2944854"/>
                    <a:gd name="connsiteY6" fmla="*/ 50617 h 1316375"/>
                    <a:gd name="connsiteX7" fmla="*/ 1477028 w 2944854"/>
                    <a:gd name="connsiteY7" fmla="*/ 501566 h 1316375"/>
                    <a:gd name="connsiteX8" fmla="*/ 2572146 w 2944854"/>
                    <a:gd name="connsiteY8" fmla="*/ 0 h 1316375"/>
                    <a:gd name="connsiteX9" fmla="*/ 2875834 w 2944854"/>
                    <a:gd name="connsiteY9" fmla="*/ 96632 h 1316375"/>
                    <a:gd name="connsiteX10" fmla="*/ 2079803 w 2944854"/>
                    <a:gd name="connsiteY10" fmla="*/ 432543 h 1316375"/>
                    <a:gd name="connsiteX11" fmla="*/ 2240850 w 2944854"/>
                    <a:gd name="connsiteY11" fmla="*/ 920305 h 1316375"/>
                    <a:gd name="connsiteX12" fmla="*/ 2944854 w 2944854"/>
                    <a:gd name="connsiteY12" fmla="*/ 1228607 h 1316375"/>
                    <a:gd name="connsiteX13" fmla="*/ 2756623 w 2944854"/>
                    <a:gd name="connsiteY13" fmla="*/ 1316375 h 1316375"/>
                    <a:gd name="connsiteX14" fmla="*/ 1486231 w 2944854"/>
                    <a:gd name="connsiteY14" fmla="*/ 727041 h 1316375"/>
                    <a:gd name="connsiteX0" fmla="*/ 1486231 w 3024520"/>
                    <a:gd name="connsiteY0" fmla="*/ 727041 h 1316375"/>
                    <a:gd name="connsiteX1" fmla="*/ 257675 w 3024520"/>
                    <a:gd name="connsiteY1" fmla="*/ 1302232 h 1316375"/>
                    <a:gd name="connsiteX2" fmla="*/ 0 w 3024520"/>
                    <a:gd name="connsiteY2" fmla="*/ 1228607 h 1316375"/>
                    <a:gd name="connsiteX3" fmla="*/ 911064 w 3024520"/>
                    <a:gd name="connsiteY3" fmla="*/ 837478 h 1316375"/>
                    <a:gd name="connsiteX4" fmla="*/ 883456 w 3024520"/>
                    <a:gd name="connsiteY4" fmla="*/ 450949 h 1316375"/>
                    <a:gd name="connsiteX5" fmla="*/ 161047 w 3024520"/>
                    <a:gd name="connsiteY5" fmla="*/ 119640 h 1316375"/>
                    <a:gd name="connsiteX6" fmla="*/ 404917 w 3024520"/>
                    <a:gd name="connsiteY6" fmla="*/ 50617 h 1316375"/>
                    <a:gd name="connsiteX7" fmla="*/ 1477028 w 3024520"/>
                    <a:gd name="connsiteY7" fmla="*/ 501566 h 1316375"/>
                    <a:gd name="connsiteX8" fmla="*/ 2572146 w 3024520"/>
                    <a:gd name="connsiteY8" fmla="*/ 0 h 1316375"/>
                    <a:gd name="connsiteX9" fmla="*/ 2875834 w 3024520"/>
                    <a:gd name="connsiteY9" fmla="*/ 96632 h 1316375"/>
                    <a:gd name="connsiteX10" fmla="*/ 2079803 w 3024520"/>
                    <a:gd name="connsiteY10" fmla="*/ 432543 h 1316375"/>
                    <a:gd name="connsiteX11" fmla="*/ 2240850 w 3024520"/>
                    <a:gd name="connsiteY11" fmla="*/ 920305 h 1316375"/>
                    <a:gd name="connsiteX12" fmla="*/ 3024520 w 3024520"/>
                    <a:gd name="connsiteY12" fmla="*/ 1228607 h 1316375"/>
                    <a:gd name="connsiteX13" fmla="*/ 2756623 w 3024520"/>
                    <a:gd name="connsiteY13" fmla="*/ 1316375 h 1316375"/>
                    <a:gd name="connsiteX14" fmla="*/ 1486231 w 3024520"/>
                    <a:gd name="connsiteY14" fmla="*/ 727041 h 1316375"/>
                    <a:gd name="connsiteX0" fmla="*/ 1537780 w 3076069"/>
                    <a:gd name="connsiteY0" fmla="*/ 727041 h 1316375"/>
                    <a:gd name="connsiteX1" fmla="*/ 309224 w 3076069"/>
                    <a:gd name="connsiteY1" fmla="*/ 1302232 h 1316375"/>
                    <a:gd name="connsiteX2" fmla="*/ 0 w 3076069"/>
                    <a:gd name="connsiteY2" fmla="*/ 1228607 h 1316375"/>
                    <a:gd name="connsiteX3" fmla="*/ 962613 w 3076069"/>
                    <a:gd name="connsiteY3" fmla="*/ 837478 h 1316375"/>
                    <a:gd name="connsiteX4" fmla="*/ 935005 w 3076069"/>
                    <a:gd name="connsiteY4" fmla="*/ 450949 h 1316375"/>
                    <a:gd name="connsiteX5" fmla="*/ 212596 w 3076069"/>
                    <a:gd name="connsiteY5" fmla="*/ 119640 h 1316375"/>
                    <a:gd name="connsiteX6" fmla="*/ 456466 w 3076069"/>
                    <a:gd name="connsiteY6" fmla="*/ 50617 h 1316375"/>
                    <a:gd name="connsiteX7" fmla="*/ 1528577 w 3076069"/>
                    <a:gd name="connsiteY7" fmla="*/ 501566 h 1316375"/>
                    <a:gd name="connsiteX8" fmla="*/ 2623695 w 3076069"/>
                    <a:gd name="connsiteY8" fmla="*/ 0 h 1316375"/>
                    <a:gd name="connsiteX9" fmla="*/ 2927383 w 3076069"/>
                    <a:gd name="connsiteY9" fmla="*/ 96632 h 1316375"/>
                    <a:gd name="connsiteX10" fmla="*/ 2131352 w 3076069"/>
                    <a:gd name="connsiteY10" fmla="*/ 432543 h 1316375"/>
                    <a:gd name="connsiteX11" fmla="*/ 2292399 w 3076069"/>
                    <a:gd name="connsiteY11" fmla="*/ 920305 h 1316375"/>
                    <a:gd name="connsiteX12" fmla="*/ 3076069 w 3076069"/>
                    <a:gd name="connsiteY12" fmla="*/ 1228607 h 1316375"/>
                    <a:gd name="connsiteX13" fmla="*/ 2808172 w 3076069"/>
                    <a:gd name="connsiteY13" fmla="*/ 1316375 h 1316375"/>
                    <a:gd name="connsiteX14" fmla="*/ 1537780 w 3076069"/>
                    <a:gd name="connsiteY14" fmla="*/ 727041 h 1316375"/>
                    <a:gd name="connsiteX0" fmla="*/ 1537780 w 3076069"/>
                    <a:gd name="connsiteY0" fmla="*/ 727041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27041 h 1321259"/>
                    <a:gd name="connsiteX0" fmla="*/ 1537780 w 3076069"/>
                    <a:gd name="connsiteY0" fmla="*/ 750825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50825 h 13212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chemeClr val="accent2">
                    <a:lumMod val="60000"/>
                    <a:lumOff val="40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1159" name="Freeform 1158"/>
                <p:cNvSpPr/>
                <p:nvPr/>
              </p:nvSpPr>
              <p:spPr bwMode="auto">
                <a:xfrm>
                  <a:off x="2102655" y="1633103"/>
                  <a:ext cx="662444" cy="111241"/>
                </a:xfrm>
                <a:custGeom>
                  <a:avLst/>
                  <a:gdLst>
                    <a:gd name="connsiteX0" fmla="*/ 0 w 3645229"/>
                    <a:gd name="connsiteY0" fmla="*/ 214441 h 923747"/>
                    <a:gd name="connsiteX1" fmla="*/ 659770 w 3645229"/>
                    <a:gd name="connsiteY1" fmla="*/ 16495 h 923747"/>
                    <a:gd name="connsiteX2" fmla="*/ 1814367 w 3645229"/>
                    <a:gd name="connsiteY2" fmla="*/ 511360 h 923747"/>
                    <a:gd name="connsiteX3" fmla="*/ 2968965 w 3645229"/>
                    <a:gd name="connsiteY3" fmla="*/ 0 h 923747"/>
                    <a:gd name="connsiteX4" fmla="*/ 3645229 w 3645229"/>
                    <a:gd name="connsiteY4" fmla="*/ 197946 h 923747"/>
                    <a:gd name="connsiteX5" fmla="*/ 3199884 w 3645229"/>
                    <a:gd name="connsiteY5" fmla="*/ 461874 h 923747"/>
                    <a:gd name="connsiteX6" fmla="*/ 2985459 w 3645229"/>
                    <a:gd name="connsiteY6" fmla="*/ 379396 h 923747"/>
                    <a:gd name="connsiteX7" fmla="*/ 1830861 w 3645229"/>
                    <a:gd name="connsiteY7" fmla="*/ 923747 h 923747"/>
                    <a:gd name="connsiteX8" fmla="*/ 676264 w 3645229"/>
                    <a:gd name="connsiteY8" fmla="*/ 412387 h 923747"/>
                    <a:gd name="connsiteX9" fmla="*/ 527816 w 3645229"/>
                    <a:gd name="connsiteY9" fmla="*/ 478369 h 923747"/>
                    <a:gd name="connsiteX10" fmla="*/ 0 w 3645229"/>
                    <a:gd name="connsiteY10" fmla="*/ 21444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78369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90067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09765 w 3640627"/>
                    <a:gd name="connsiteY2" fmla="*/ 511360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3008465 w 3640627"/>
                    <a:gd name="connsiteY6" fmla="*/ 402404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723451"/>
                    <a:gd name="connsiteY0" fmla="*/ 242051 h 946755"/>
                    <a:gd name="connsiteX1" fmla="*/ 655168 w 3723451"/>
                    <a:gd name="connsiteY1" fmla="*/ 16495 h 946755"/>
                    <a:gd name="connsiteX2" fmla="*/ 1855778 w 3723451"/>
                    <a:gd name="connsiteY2" fmla="*/ 534367 h 946755"/>
                    <a:gd name="connsiteX3" fmla="*/ 2964363 w 3723451"/>
                    <a:gd name="connsiteY3" fmla="*/ 0 h 946755"/>
                    <a:gd name="connsiteX4" fmla="*/ 3723451 w 3723451"/>
                    <a:gd name="connsiteY4" fmla="*/ 220954 h 946755"/>
                    <a:gd name="connsiteX5" fmla="*/ 3195282 w 3723451"/>
                    <a:gd name="connsiteY5" fmla="*/ 461874 h 946755"/>
                    <a:gd name="connsiteX6" fmla="*/ 3008465 w 3723451"/>
                    <a:gd name="connsiteY6" fmla="*/ 402404 h 946755"/>
                    <a:gd name="connsiteX7" fmla="*/ 1876873 w 3723451"/>
                    <a:gd name="connsiteY7" fmla="*/ 946755 h 946755"/>
                    <a:gd name="connsiteX8" fmla="*/ 690067 w 3723451"/>
                    <a:gd name="connsiteY8" fmla="*/ 412387 h 946755"/>
                    <a:gd name="connsiteX9" fmla="*/ 523214 w 3723451"/>
                    <a:gd name="connsiteY9" fmla="*/ 482971 h 946755"/>
                    <a:gd name="connsiteX10" fmla="*/ 0 w 3723451"/>
                    <a:gd name="connsiteY10" fmla="*/ 242051 h 946755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08465 w 3723451"/>
                    <a:gd name="connsiteY6" fmla="*/ 388599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711613 w 3723451"/>
                    <a:gd name="connsiteY8" fmla="*/ 413055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1160" name="Freeform 1159"/>
                <p:cNvSpPr/>
                <p:nvPr/>
              </p:nvSpPr>
              <p:spPr bwMode="auto">
                <a:xfrm>
                  <a:off x="2536889" y="1727776"/>
                  <a:ext cx="244057" cy="97040"/>
                </a:xfrm>
                <a:custGeom>
                  <a:avLst/>
                  <a:gdLst>
                    <a:gd name="connsiteX0" fmla="*/ 55216 w 1421812"/>
                    <a:gd name="connsiteY0" fmla="*/ 0 h 800665"/>
                    <a:gd name="connsiteX1" fmla="*/ 1421812 w 1421812"/>
                    <a:gd name="connsiteY1" fmla="*/ 625807 h 800665"/>
                    <a:gd name="connsiteX2" fmla="*/ 947874 w 1421812"/>
                    <a:gd name="connsiteY2" fmla="*/ 800665 h 800665"/>
                    <a:gd name="connsiteX3" fmla="*/ 50614 w 1421812"/>
                    <a:gd name="connsiteY3" fmla="*/ 404934 h 800665"/>
                    <a:gd name="connsiteX4" fmla="*/ 0 w 1421812"/>
                    <a:gd name="connsiteY4" fmla="*/ 404934 h 800665"/>
                    <a:gd name="connsiteX5" fmla="*/ 55216 w 1421812"/>
                    <a:gd name="connsiteY5" fmla="*/ 0 h 800665"/>
                    <a:gd name="connsiteX0" fmla="*/ 4602 w 1371198"/>
                    <a:gd name="connsiteY0" fmla="*/ 0 h 800665"/>
                    <a:gd name="connsiteX1" fmla="*/ 1371198 w 1371198"/>
                    <a:gd name="connsiteY1" fmla="*/ 625807 h 800665"/>
                    <a:gd name="connsiteX2" fmla="*/ 897260 w 1371198"/>
                    <a:gd name="connsiteY2" fmla="*/ 800665 h 800665"/>
                    <a:gd name="connsiteX3" fmla="*/ 0 w 1371198"/>
                    <a:gd name="connsiteY3" fmla="*/ 404934 h 800665"/>
                    <a:gd name="connsiteX4" fmla="*/ 4602 w 1371198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9868"/>
                    <a:gd name="connsiteX1" fmla="*/ 1366596 w 1366596"/>
                    <a:gd name="connsiteY1" fmla="*/ 625807 h 809868"/>
                    <a:gd name="connsiteX2" fmla="*/ 865050 w 1366596"/>
                    <a:gd name="connsiteY2" fmla="*/ 809868 h 809868"/>
                    <a:gd name="connsiteX3" fmla="*/ 4601 w 1366596"/>
                    <a:gd name="connsiteY3" fmla="*/ 427942 h 809868"/>
                    <a:gd name="connsiteX4" fmla="*/ 0 w 1366596"/>
                    <a:gd name="connsiteY4" fmla="*/ 0 h 8098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1161" name="Freeform 1160"/>
                <p:cNvSpPr/>
                <p:nvPr/>
              </p:nvSpPr>
              <p:spPr bwMode="auto">
                <a:xfrm>
                  <a:off x="2089977" y="1730144"/>
                  <a:ext cx="240888" cy="97039"/>
                </a:xfrm>
                <a:custGeom>
                  <a:avLst/>
                  <a:gdLst>
                    <a:gd name="connsiteX0" fmla="*/ 1329786 w 1348191"/>
                    <a:gd name="connsiteY0" fmla="*/ 0 h 809869"/>
                    <a:gd name="connsiteX1" fmla="*/ 1348191 w 1348191"/>
                    <a:gd name="connsiteY1" fmla="*/ 400333 h 809869"/>
                    <a:gd name="connsiteX2" fmla="*/ 487742 w 1348191"/>
                    <a:gd name="connsiteY2" fmla="*/ 809869 h 809869"/>
                    <a:gd name="connsiteX3" fmla="*/ 0 w 1348191"/>
                    <a:gd name="connsiteY3" fmla="*/ 630409 h 809869"/>
                    <a:gd name="connsiteX4" fmla="*/ 1329786 w 1348191"/>
                    <a:gd name="connsiteY4" fmla="*/ 0 h 809869"/>
                    <a:gd name="connsiteX0" fmla="*/ 1329786 w 1348191"/>
                    <a:gd name="connsiteY0" fmla="*/ 0 h 791462"/>
                    <a:gd name="connsiteX1" fmla="*/ 1348191 w 1348191"/>
                    <a:gd name="connsiteY1" fmla="*/ 381926 h 791462"/>
                    <a:gd name="connsiteX2" fmla="*/ 487742 w 1348191"/>
                    <a:gd name="connsiteY2" fmla="*/ 791462 h 791462"/>
                    <a:gd name="connsiteX3" fmla="*/ 0 w 1348191"/>
                    <a:gd name="connsiteY3" fmla="*/ 612002 h 791462"/>
                    <a:gd name="connsiteX4" fmla="*/ 1329786 w 1348191"/>
                    <a:gd name="connsiteY4" fmla="*/ 0 h 7914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cxnSp>
              <p:nvCxnSpPr>
                <p:cNvPr id="1162" name="Straight Connector 1161"/>
                <p:cNvCxnSpPr>
                  <a:endCxn id="1157" idx="2"/>
                </p:cNvCxnSpPr>
                <p:nvPr/>
              </p:nvCxnSpPr>
              <p:spPr bwMode="auto">
                <a:xfrm flipH="1" flipV="1">
                  <a:off x="1871277" y="1737243"/>
                  <a:ext cx="3169" cy="123074"/>
                </a:xfrm>
                <a:prstGeom prst="line">
                  <a:avLst/>
                </a:prstGeom>
                <a:ln w="6350" cmpd="sng">
                  <a:solidFill>
                    <a:schemeClr val="tx1"/>
                  </a:solidFill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63" name="Straight Connector 1162"/>
                <p:cNvCxnSpPr/>
                <p:nvPr/>
              </p:nvCxnSpPr>
              <p:spPr bwMode="auto">
                <a:xfrm flipH="1" flipV="1">
                  <a:off x="2996477" y="1734877"/>
                  <a:ext cx="3171" cy="123074"/>
                </a:xfrm>
                <a:prstGeom prst="line">
                  <a:avLst/>
                </a:prstGeom>
                <a:ln w="6350" cmpd="sng">
                  <a:solidFill>
                    <a:schemeClr val="tx1"/>
                  </a:solidFill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125" name="Group 347"/>
              <p:cNvGrpSpPr>
                <a:grpSpLocks/>
              </p:cNvGrpSpPr>
              <p:nvPr/>
            </p:nvGrpSpPr>
            <p:grpSpPr bwMode="auto">
              <a:xfrm>
                <a:off x="2848241" y="5847813"/>
                <a:ext cx="588970" cy="242608"/>
                <a:chOff x="1871277" y="1576300"/>
                <a:chExt cx="1128371" cy="437861"/>
              </a:xfrm>
            </p:grpSpPr>
            <p:sp>
              <p:nvSpPr>
                <p:cNvPr id="1146" name="Oval 1145"/>
                <p:cNvSpPr/>
                <p:nvPr/>
              </p:nvSpPr>
              <p:spPr bwMode="auto">
                <a:xfrm flipV="1">
                  <a:off x="1874446" y="1694641"/>
                  <a:ext cx="1125202" cy="319520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accent2">
                        <a:lumMod val="75000"/>
                      </a:schemeClr>
                    </a:gs>
                    <a:gs pos="53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0" scaled="1"/>
                  <a:tileRect/>
                </a:gradFill>
                <a:ln w="6350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dirty="0">
                    <a:ln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1147" name="Rectangle 1146"/>
                <p:cNvSpPr/>
                <p:nvPr/>
              </p:nvSpPr>
              <p:spPr bwMode="auto">
                <a:xfrm>
                  <a:off x="1871277" y="1739611"/>
                  <a:ext cx="1128371" cy="115973"/>
                </a:xfrm>
                <a:prstGeom prst="rect">
                  <a:avLst/>
                </a:prstGeom>
                <a:gradFill>
                  <a:gsLst>
                    <a:gs pos="0">
                      <a:schemeClr val="accent2">
                        <a:lumMod val="75000"/>
                      </a:schemeClr>
                    </a:gs>
                    <a:gs pos="53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10800000" scaled="0"/>
                </a:gradFill>
                <a:ln w="25400"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1148" name="Oval 1147"/>
                <p:cNvSpPr/>
                <p:nvPr/>
              </p:nvSpPr>
              <p:spPr bwMode="auto">
                <a:xfrm flipV="1">
                  <a:off x="1871277" y="1576300"/>
                  <a:ext cx="1125200" cy="319520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 w="6350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dirty="0">
                    <a:ln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1149" name="Freeform 1148"/>
                <p:cNvSpPr/>
                <p:nvPr/>
              </p:nvSpPr>
              <p:spPr bwMode="auto">
                <a:xfrm>
                  <a:off x="2159708" y="1673340"/>
                  <a:ext cx="548339" cy="160943"/>
                </a:xfrm>
                <a:custGeom>
                  <a:avLst/>
                  <a:gdLst>
                    <a:gd name="connsiteX0" fmla="*/ 1486231 w 2944854"/>
                    <a:gd name="connsiteY0" fmla="*/ 727041 h 1302232"/>
                    <a:gd name="connsiteX1" fmla="*/ 257675 w 2944854"/>
                    <a:gd name="connsiteY1" fmla="*/ 1302232 h 1302232"/>
                    <a:gd name="connsiteX2" fmla="*/ 0 w 2944854"/>
                    <a:gd name="connsiteY2" fmla="*/ 1228607 h 1302232"/>
                    <a:gd name="connsiteX3" fmla="*/ 911064 w 2944854"/>
                    <a:gd name="connsiteY3" fmla="*/ 837478 h 1302232"/>
                    <a:gd name="connsiteX4" fmla="*/ 883456 w 2944854"/>
                    <a:gd name="connsiteY4" fmla="*/ 450949 h 1302232"/>
                    <a:gd name="connsiteX5" fmla="*/ 161047 w 2944854"/>
                    <a:gd name="connsiteY5" fmla="*/ 119640 h 1302232"/>
                    <a:gd name="connsiteX6" fmla="*/ 404917 w 2944854"/>
                    <a:gd name="connsiteY6" fmla="*/ 50617 h 1302232"/>
                    <a:gd name="connsiteX7" fmla="*/ 1477028 w 2944854"/>
                    <a:gd name="connsiteY7" fmla="*/ 501566 h 1302232"/>
                    <a:gd name="connsiteX8" fmla="*/ 2572146 w 2944854"/>
                    <a:gd name="connsiteY8" fmla="*/ 0 h 1302232"/>
                    <a:gd name="connsiteX9" fmla="*/ 2875834 w 2944854"/>
                    <a:gd name="connsiteY9" fmla="*/ 96632 h 1302232"/>
                    <a:gd name="connsiteX10" fmla="*/ 2079803 w 2944854"/>
                    <a:gd name="connsiteY10" fmla="*/ 432543 h 1302232"/>
                    <a:gd name="connsiteX11" fmla="*/ 2240850 w 2944854"/>
                    <a:gd name="connsiteY11" fmla="*/ 920305 h 1302232"/>
                    <a:gd name="connsiteX12" fmla="*/ 2944854 w 2944854"/>
                    <a:gd name="connsiteY12" fmla="*/ 1228607 h 1302232"/>
                    <a:gd name="connsiteX13" fmla="*/ 2733192 w 2944854"/>
                    <a:gd name="connsiteY13" fmla="*/ 1297630 h 1302232"/>
                    <a:gd name="connsiteX14" fmla="*/ 1486231 w 2944854"/>
                    <a:gd name="connsiteY14" fmla="*/ 727041 h 1302232"/>
                    <a:gd name="connsiteX0" fmla="*/ 1486231 w 2944854"/>
                    <a:gd name="connsiteY0" fmla="*/ 727041 h 1316375"/>
                    <a:gd name="connsiteX1" fmla="*/ 257675 w 2944854"/>
                    <a:gd name="connsiteY1" fmla="*/ 1302232 h 1316375"/>
                    <a:gd name="connsiteX2" fmla="*/ 0 w 2944854"/>
                    <a:gd name="connsiteY2" fmla="*/ 1228607 h 1316375"/>
                    <a:gd name="connsiteX3" fmla="*/ 911064 w 2944854"/>
                    <a:gd name="connsiteY3" fmla="*/ 837478 h 1316375"/>
                    <a:gd name="connsiteX4" fmla="*/ 883456 w 2944854"/>
                    <a:gd name="connsiteY4" fmla="*/ 450949 h 1316375"/>
                    <a:gd name="connsiteX5" fmla="*/ 161047 w 2944854"/>
                    <a:gd name="connsiteY5" fmla="*/ 119640 h 1316375"/>
                    <a:gd name="connsiteX6" fmla="*/ 404917 w 2944854"/>
                    <a:gd name="connsiteY6" fmla="*/ 50617 h 1316375"/>
                    <a:gd name="connsiteX7" fmla="*/ 1477028 w 2944854"/>
                    <a:gd name="connsiteY7" fmla="*/ 501566 h 1316375"/>
                    <a:gd name="connsiteX8" fmla="*/ 2572146 w 2944854"/>
                    <a:gd name="connsiteY8" fmla="*/ 0 h 1316375"/>
                    <a:gd name="connsiteX9" fmla="*/ 2875834 w 2944854"/>
                    <a:gd name="connsiteY9" fmla="*/ 96632 h 1316375"/>
                    <a:gd name="connsiteX10" fmla="*/ 2079803 w 2944854"/>
                    <a:gd name="connsiteY10" fmla="*/ 432543 h 1316375"/>
                    <a:gd name="connsiteX11" fmla="*/ 2240850 w 2944854"/>
                    <a:gd name="connsiteY11" fmla="*/ 920305 h 1316375"/>
                    <a:gd name="connsiteX12" fmla="*/ 2944854 w 2944854"/>
                    <a:gd name="connsiteY12" fmla="*/ 1228607 h 1316375"/>
                    <a:gd name="connsiteX13" fmla="*/ 2756623 w 2944854"/>
                    <a:gd name="connsiteY13" fmla="*/ 1316375 h 1316375"/>
                    <a:gd name="connsiteX14" fmla="*/ 1486231 w 2944854"/>
                    <a:gd name="connsiteY14" fmla="*/ 727041 h 1316375"/>
                    <a:gd name="connsiteX0" fmla="*/ 1486231 w 3024520"/>
                    <a:gd name="connsiteY0" fmla="*/ 727041 h 1316375"/>
                    <a:gd name="connsiteX1" fmla="*/ 257675 w 3024520"/>
                    <a:gd name="connsiteY1" fmla="*/ 1302232 h 1316375"/>
                    <a:gd name="connsiteX2" fmla="*/ 0 w 3024520"/>
                    <a:gd name="connsiteY2" fmla="*/ 1228607 h 1316375"/>
                    <a:gd name="connsiteX3" fmla="*/ 911064 w 3024520"/>
                    <a:gd name="connsiteY3" fmla="*/ 837478 h 1316375"/>
                    <a:gd name="connsiteX4" fmla="*/ 883456 w 3024520"/>
                    <a:gd name="connsiteY4" fmla="*/ 450949 h 1316375"/>
                    <a:gd name="connsiteX5" fmla="*/ 161047 w 3024520"/>
                    <a:gd name="connsiteY5" fmla="*/ 119640 h 1316375"/>
                    <a:gd name="connsiteX6" fmla="*/ 404917 w 3024520"/>
                    <a:gd name="connsiteY6" fmla="*/ 50617 h 1316375"/>
                    <a:gd name="connsiteX7" fmla="*/ 1477028 w 3024520"/>
                    <a:gd name="connsiteY7" fmla="*/ 501566 h 1316375"/>
                    <a:gd name="connsiteX8" fmla="*/ 2572146 w 3024520"/>
                    <a:gd name="connsiteY8" fmla="*/ 0 h 1316375"/>
                    <a:gd name="connsiteX9" fmla="*/ 2875834 w 3024520"/>
                    <a:gd name="connsiteY9" fmla="*/ 96632 h 1316375"/>
                    <a:gd name="connsiteX10" fmla="*/ 2079803 w 3024520"/>
                    <a:gd name="connsiteY10" fmla="*/ 432543 h 1316375"/>
                    <a:gd name="connsiteX11" fmla="*/ 2240850 w 3024520"/>
                    <a:gd name="connsiteY11" fmla="*/ 920305 h 1316375"/>
                    <a:gd name="connsiteX12" fmla="*/ 3024520 w 3024520"/>
                    <a:gd name="connsiteY12" fmla="*/ 1228607 h 1316375"/>
                    <a:gd name="connsiteX13" fmla="*/ 2756623 w 3024520"/>
                    <a:gd name="connsiteY13" fmla="*/ 1316375 h 1316375"/>
                    <a:gd name="connsiteX14" fmla="*/ 1486231 w 3024520"/>
                    <a:gd name="connsiteY14" fmla="*/ 727041 h 1316375"/>
                    <a:gd name="connsiteX0" fmla="*/ 1537780 w 3076069"/>
                    <a:gd name="connsiteY0" fmla="*/ 727041 h 1316375"/>
                    <a:gd name="connsiteX1" fmla="*/ 309224 w 3076069"/>
                    <a:gd name="connsiteY1" fmla="*/ 1302232 h 1316375"/>
                    <a:gd name="connsiteX2" fmla="*/ 0 w 3076069"/>
                    <a:gd name="connsiteY2" fmla="*/ 1228607 h 1316375"/>
                    <a:gd name="connsiteX3" fmla="*/ 962613 w 3076069"/>
                    <a:gd name="connsiteY3" fmla="*/ 837478 h 1316375"/>
                    <a:gd name="connsiteX4" fmla="*/ 935005 w 3076069"/>
                    <a:gd name="connsiteY4" fmla="*/ 450949 h 1316375"/>
                    <a:gd name="connsiteX5" fmla="*/ 212596 w 3076069"/>
                    <a:gd name="connsiteY5" fmla="*/ 119640 h 1316375"/>
                    <a:gd name="connsiteX6" fmla="*/ 456466 w 3076069"/>
                    <a:gd name="connsiteY6" fmla="*/ 50617 h 1316375"/>
                    <a:gd name="connsiteX7" fmla="*/ 1528577 w 3076069"/>
                    <a:gd name="connsiteY7" fmla="*/ 501566 h 1316375"/>
                    <a:gd name="connsiteX8" fmla="*/ 2623695 w 3076069"/>
                    <a:gd name="connsiteY8" fmla="*/ 0 h 1316375"/>
                    <a:gd name="connsiteX9" fmla="*/ 2927383 w 3076069"/>
                    <a:gd name="connsiteY9" fmla="*/ 96632 h 1316375"/>
                    <a:gd name="connsiteX10" fmla="*/ 2131352 w 3076069"/>
                    <a:gd name="connsiteY10" fmla="*/ 432543 h 1316375"/>
                    <a:gd name="connsiteX11" fmla="*/ 2292399 w 3076069"/>
                    <a:gd name="connsiteY11" fmla="*/ 920305 h 1316375"/>
                    <a:gd name="connsiteX12" fmla="*/ 3076069 w 3076069"/>
                    <a:gd name="connsiteY12" fmla="*/ 1228607 h 1316375"/>
                    <a:gd name="connsiteX13" fmla="*/ 2808172 w 3076069"/>
                    <a:gd name="connsiteY13" fmla="*/ 1316375 h 1316375"/>
                    <a:gd name="connsiteX14" fmla="*/ 1537780 w 3076069"/>
                    <a:gd name="connsiteY14" fmla="*/ 727041 h 1316375"/>
                    <a:gd name="connsiteX0" fmla="*/ 1537780 w 3076069"/>
                    <a:gd name="connsiteY0" fmla="*/ 727041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27041 h 1321259"/>
                    <a:gd name="connsiteX0" fmla="*/ 1537780 w 3076069"/>
                    <a:gd name="connsiteY0" fmla="*/ 750825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50825 h 13212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chemeClr val="accent2">
                    <a:lumMod val="60000"/>
                    <a:lumOff val="40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1150" name="Freeform 1149"/>
                <p:cNvSpPr/>
                <p:nvPr/>
              </p:nvSpPr>
              <p:spPr bwMode="auto">
                <a:xfrm>
                  <a:off x="2102655" y="1633103"/>
                  <a:ext cx="662444" cy="111241"/>
                </a:xfrm>
                <a:custGeom>
                  <a:avLst/>
                  <a:gdLst>
                    <a:gd name="connsiteX0" fmla="*/ 0 w 3645229"/>
                    <a:gd name="connsiteY0" fmla="*/ 214441 h 923747"/>
                    <a:gd name="connsiteX1" fmla="*/ 659770 w 3645229"/>
                    <a:gd name="connsiteY1" fmla="*/ 16495 h 923747"/>
                    <a:gd name="connsiteX2" fmla="*/ 1814367 w 3645229"/>
                    <a:gd name="connsiteY2" fmla="*/ 511360 h 923747"/>
                    <a:gd name="connsiteX3" fmla="*/ 2968965 w 3645229"/>
                    <a:gd name="connsiteY3" fmla="*/ 0 h 923747"/>
                    <a:gd name="connsiteX4" fmla="*/ 3645229 w 3645229"/>
                    <a:gd name="connsiteY4" fmla="*/ 197946 h 923747"/>
                    <a:gd name="connsiteX5" fmla="*/ 3199884 w 3645229"/>
                    <a:gd name="connsiteY5" fmla="*/ 461874 h 923747"/>
                    <a:gd name="connsiteX6" fmla="*/ 2985459 w 3645229"/>
                    <a:gd name="connsiteY6" fmla="*/ 379396 h 923747"/>
                    <a:gd name="connsiteX7" fmla="*/ 1830861 w 3645229"/>
                    <a:gd name="connsiteY7" fmla="*/ 923747 h 923747"/>
                    <a:gd name="connsiteX8" fmla="*/ 676264 w 3645229"/>
                    <a:gd name="connsiteY8" fmla="*/ 412387 h 923747"/>
                    <a:gd name="connsiteX9" fmla="*/ 527816 w 3645229"/>
                    <a:gd name="connsiteY9" fmla="*/ 478369 h 923747"/>
                    <a:gd name="connsiteX10" fmla="*/ 0 w 3645229"/>
                    <a:gd name="connsiteY10" fmla="*/ 21444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78369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90067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09765 w 3640627"/>
                    <a:gd name="connsiteY2" fmla="*/ 511360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3008465 w 3640627"/>
                    <a:gd name="connsiteY6" fmla="*/ 402404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723451"/>
                    <a:gd name="connsiteY0" fmla="*/ 242051 h 946755"/>
                    <a:gd name="connsiteX1" fmla="*/ 655168 w 3723451"/>
                    <a:gd name="connsiteY1" fmla="*/ 16495 h 946755"/>
                    <a:gd name="connsiteX2" fmla="*/ 1855778 w 3723451"/>
                    <a:gd name="connsiteY2" fmla="*/ 534367 h 946755"/>
                    <a:gd name="connsiteX3" fmla="*/ 2964363 w 3723451"/>
                    <a:gd name="connsiteY3" fmla="*/ 0 h 946755"/>
                    <a:gd name="connsiteX4" fmla="*/ 3723451 w 3723451"/>
                    <a:gd name="connsiteY4" fmla="*/ 220954 h 946755"/>
                    <a:gd name="connsiteX5" fmla="*/ 3195282 w 3723451"/>
                    <a:gd name="connsiteY5" fmla="*/ 461874 h 946755"/>
                    <a:gd name="connsiteX6" fmla="*/ 3008465 w 3723451"/>
                    <a:gd name="connsiteY6" fmla="*/ 402404 h 946755"/>
                    <a:gd name="connsiteX7" fmla="*/ 1876873 w 3723451"/>
                    <a:gd name="connsiteY7" fmla="*/ 946755 h 946755"/>
                    <a:gd name="connsiteX8" fmla="*/ 690067 w 3723451"/>
                    <a:gd name="connsiteY8" fmla="*/ 412387 h 946755"/>
                    <a:gd name="connsiteX9" fmla="*/ 523214 w 3723451"/>
                    <a:gd name="connsiteY9" fmla="*/ 482971 h 946755"/>
                    <a:gd name="connsiteX10" fmla="*/ 0 w 3723451"/>
                    <a:gd name="connsiteY10" fmla="*/ 242051 h 946755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08465 w 3723451"/>
                    <a:gd name="connsiteY6" fmla="*/ 388599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711613 w 3723451"/>
                    <a:gd name="connsiteY8" fmla="*/ 413055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1151" name="Freeform 1150"/>
                <p:cNvSpPr/>
                <p:nvPr/>
              </p:nvSpPr>
              <p:spPr bwMode="auto">
                <a:xfrm>
                  <a:off x="2536889" y="1727776"/>
                  <a:ext cx="244057" cy="97040"/>
                </a:xfrm>
                <a:custGeom>
                  <a:avLst/>
                  <a:gdLst>
                    <a:gd name="connsiteX0" fmla="*/ 55216 w 1421812"/>
                    <a:gd name="connsiteY0" fmla="*/ 0 h 800665"/>
                    <a:gd name="connsiteX1" fmla="*/ 1421812 w 1421812"/>
                    <a:gd name="connsiteY1" fmla="*/ 625807 h 800665"/>
                    <a:gd name="connsiteX2" fmla="*/ 947874 w 1421812"/>
                    <a:gd name="connsiteY2" fmla="*/ 800665 h 800665"/>
                    <a:gd name="connsiteX3" fmla="*/ 50614 w 1421812"/>
                    <a:gd name="connsiteY3" fmla="*/ 404934 h 800665"/>
                    <a:gd name="connsiteX4" fmla="*/ 0 w 1421812"/>
                    <a:gd name="connsiteY4" fmla="*/ 404934 h 800665"/>
                    <a:gd name="connsiteX5" fmla="*/ 55216 w 1421812"/>
                    <a:gd name="connsiteY5" fmla="*/ 0 h 800665"/>
                    <a:gd name="connsiteX0" fmla="*/ 4602 w 1371198"/>
                    <a:gd name="connsiteY0" fmla="*/ 0 h 800665"/>
                    <a:gd name="connsiteX1" fmla="*/ 1371198 w 1371198"/>
                    <a:gd name="connsiteY1" fmla="*/ 625807 h 800665"/>
                    <a:gd name="connsiteX2" fmla="*/ 897260 w 1371198"/>
                    <a:gd name="connsiteY2" fmla="*/ 800665 h 800665"/>
                    <a:gd name="connsiteX3" fmla="*/ 0 w 1371198"/>
                    <a:gd name="connsiteY3" fmla="*/ 404934 h 800665"/>
                    <a:gd name="connsiteX4" fmla="*/ 4602 w 1371198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9868"/>
                    <a:gd name="connsiteX1" fmla="*/ 1366596 w 1366596"/>
                    <a:gd name="connsiteY1" fmla="*/ 625807 h 809868"/>
                    <a:gd name="connsiteX2" fmla="*/ 865050 w 1366596"/>
                    <a:gd name="connsiteY2" fmla="*/ 809868 h 809868"/>
                    <a:gd name="connsiteX3" fmla="*/ 4601 w 1366596"/>
                    <a:gd name="connsiteY3" fmla="*/ 427942 h 809868"/>
                    <a:gd name="connsiteX4" fmla="*/ 0 w 1366596"/>
                    <a:gd name="connsiteY4" fmla="*/ 0 h 8098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1152" name="Freeform 1151"/>
                <p:cNvSpPr/>
                <p:nvPr/>
              </p:nvSpPr>
              <p:spPr bwMode="auto">
                <a:xfrm>
                  <a:off x="2089977" y="1730144"/>
                  <a:ext cx="240888" cy="97039"/>
                </a:xfrm>
                <a:custGeom>
                  <a:avLst/>
                  <a:gdLst>
                    <a:gd name="connsiteX0" fmla="*/ 1329786 w 1348191"/>
                    <a:gd name="connsiteY0" fmla="*/ 0 h 809869"/>
                    <a:gd name="connsiteX1" fmla="*/ 1348191 w 1348191"/>
                    <a:gd name="connsiteY1" fmla="*/ 400333 h 809869"/>
                    <a:gd name="connsiteX2" fmla="*/ 487742 w 1348191"/>
                    <a:gd name="connsiteY2" fmla="*/ 809869 h 809869"/>
                    <a:gd name="connsiteX3" fmla="*/ 0 w 1348191"/>
                    <a:gd name="connsiteY3" fmla="*/ 630409 h 809869"/>
                    <a:gd name="connsiteX4" fmla="*/ 1329786 w 1348191"/>
                    <a:gd name="connsiteY4" fmla="*/ 0 h 809869"/>
                    <a:gd name="connsiteX0" fmla="*/ 1329786 w 1348191"/>
                    <a:gd name="connsiteY0" fmla="*/ 0 h 791462"/>
                    <a:gd name="connsiteX1" fmla="*/ 1348191 w 1348191"/>
                    <a:gd name="connsiteY1" fmla="*/ 381926 h 791462"/>
                    <a:gd name="connsiteX2" fmla="*/ 487742 w 1348191"/>
                    <a:gd name="connsiteY2" fmla="*/ 791462 h 791462"/>
                    <a:gd name="connsiteX3" fmla="*/ 0 w 1348191"/>
                    <a:gd name="connsiteY3" fmla="*/ 612002 h 791462"/>
                    <a:gd name="connsiteX4" fmla="*/ 1329786 w 1348191"/>
                    <a:gd name="connsiteY4" fmla="*/ 0 h 7914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cxnSp>
              <p:nvCxnSpPr>
                <p:cNvPr id="1153" name="Straight Connector 1152"/>
                <p:cNvCxnSpPr>
                  <a:endCxn id="1148" idx="2"/>
                </p:cNvCxnSpPr>
                <p:nvPr/>
              </p:nvCxnSpPr>
              <p:spPr bwMode="auto">
                <a:xfrm flipH="1" flipV="1">
                  <a:off x="1871277" y="1737243"/>
                  <a:ext cx="3169" cy="123074"/>
                </a:xfrm>
                <a:prstGeom prst="line">
                  <a:avLst/>
                </a:prstGeom>
                <a:ln w="6350" cmpd="sng">
                  <a:solidFill>
                    <a:schemeClr val="tx1"/>
                  </a:solidFill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54" name="Straight Connector 1153"/>
                <p:cNvCxnSpPr/>
                <p:nvPr/>
              </p:nvCxnSpPr>
              <p:spPr bwMode="auto">
                <a:xfrm flipH="1" flipV="1">
                  <a:off x="2996477" y="1734877"/>
                  <a:ext cx="3171" cy="123074"/>
                </a:xfrm>
                <a:prstGeom prst="line">
                  <a:avLst/>
                </a:prstGeom>
                <a:ln w="6350" cmpd="sng">
                  <a:solidFill>
                    <a:schemeClr val="tx1"/>
                  </a:solidFill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126" name="Group 347"/>
              <p:cNvGrpSpPr>
                <a:grpSpLocks/>
              </p:cNvGrpSpPr>
              <p:nvPr/>
            </p:nvGrpSpPr>
            <p:grpSpPr bwMode="auto">
              <a:xfrm>
                <a:off x="5166757" y="6114152"/>
                <a:ext cx="588970" cy="242608"/>
                <a:chOff x="1871277" y="1576300"/>
                <a:chExt cx="1128371" cy="437861"/>
              </a:xfrm>
            </p:grpSpPr>
            <p:sp>
              <p:nvSpPr>
                <p:cNvPr id="1137" name="Oval 1136"/>
                <p:cNvSpPr/>
                <p:nvPr/>
              </p:nvSpPr>
              <p:spPr bwMode="auto">
                <a:xfrm flipV="1">
                  <a:off x="1874446" y="1694641"/>
                  <a:ext cx="1125202" cy="319520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accent2">
                        <a:lumMod val="75000"/>
                      </a:schemeClr>
                    </a:gs>
                    <a:gs pos="53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0" scaled="1"/>
                  <a:tileRect/>
                </a:gradFill>
                <a:ln w="6350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dirty="0">
                    <a:ln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1138" name="Rectangle 1137"/>
                <p:cNvSpPr/>
                <p:nvPr/>
              </p:nvSpPr>
              <p:spPr bwMode="auto">
                <a:xfrm>
                  <a:off x="1871277" y="1739611"/>
                  <a:ext cx="1128371" cy="115973"/>
                </a:xfrm>
                <a:prstGeom prst="rect">
                  <a:avLst/>
                </a:prstGeom>
                <a:gradFill>
                  <a:gsLst>
                    <a:gs pos="0">
                      <a:schemeClr val="accent2">
                        <a:lumMod val="75000"/>
                      </a:schemeClr>
                    </a:gs>
                    <a:gs pos="53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10800000" scaled="0"/>
                </a:gradFill>
                <a:ln w="25400"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1139" name="Oval 1138"/>
                <p:cNvSpPr/>
                <p:nvPr/>
              </p:nvSpPr>
              <p:spPr bwMode="auto">
                <a:xfrm flipV="1">
                  <a:off x="1871277" y="1576300"/>
                  <a:ext cx="1125200" cy="319520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 w="6350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dirty="0">
                    <a:ln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1140" name="Freeform 1139"/>
                <p:cNvSpPr/>
                <p:nvPr/>
              </p:nvSpPr>
              <p:spPr bwMode="auto">
                <a:xfrm>
                  <a:off x="2159708" y="1673340"/>
                  <a:ext cx="548339" cy="160943"/>
                </a:xfrm>
                <a:custGeom>
                  <a:avLst/>
                  <a:gdLst>
                    <a:gd name="connsiteX0" fmla="*/ 1486231 w 2944854"/>
                    <a:gd name="connsiteY0" fmla="*/ 727041 h 1302232"/>
                    <a:gd name="connsiteX1" fmla="*/ 257675 w 2944854"/>
                    <a:gd name="connsiteY1" fmla="*/ 1302232 h 1302232"/>
                    <a:gd name="connsiteX2" fmla="*/ 0 w 2944854"/>
                    <a:gd name="connsiteY2" fmla="*/ 1228607 h 1302232"/>
                    <a:gd name="connsiteX3" fmla="*/ 911064 w 2944854"/>
                    <a:gd name="connsiteY3" fmla="*/ 837478 h 1302232"/>
                    <a:gd name="connsiteX4" fmla="*/ 883456 w 2944854"/>
                    <a:gd name="connsiteY4" fmla="*/ 450949 h 1302232"/>
                    <a:gd name="connsiteX5" fmla="*/ 161047 w 2944854"/>
                    <a:gd name="connsiteY5" fmla="*/ 119640 h 1302232"/>
                    <a:gd name="connsiteX6" fmla="*/ 404917 w 2944854"/>
                    <a:gd name="connsiteY6" fmla="*/ 50617 h 1302232"/>
                    <a:gd name="connsiteX7" fmla="*/ 1477028 w 2944854"/>
                    <a:gd name="connsiteY7" fmla="*/ 501566 h 1302232"/>
                    <a:gd name="connsiteX8" fmla="*/ 2572146 w 2944854"/>
                    <a:gd name="connsiteY8" fmla="*/ 0 h 1302232"/>
                    <a:gd name="connsiteX9" fmla="*/ 2875834 w 2944854"/>
                    <a:gd name="connsiteY9" fmla="*/ 96632 h 1302232"/>
                    <a:gd name="connsiteX10" fmla="*/ 2079803 w 2944854"/>
                    <a:gd name="connsiteY10" fmla="*/ 432543 h 1302232"/>
                    <a:gd name="connsiteX11" fmla="*/ 2240850 w 2944854"/>
                    <a:gd name="connsiteY11" fmla="*/ 920305 h 1302232"/>
                    <a:gd name="connsiteX12" fmla="*/ 2944854 w 2944854"/>
                    <a:gd name="connsiteY12" fmla="*/ 1228607 h 1302232"/>
                    <a:gd name="connsiteX13" fmla="*/ 2733192 w 2944854"/>
                    <a:gd name="connsiteY13" fmla="*/ 1297630 h 1302232"/>
                    <a:gd name="connsiteX14" fmla="*/ 1486231 w 2944854"/>
                    <a:gd name="connsiteY14" fmla="*/ 727041 h 1302232"/>
                    <a:gd name="connsiteX0" fmla="*/ 1486231 w 2944854"/>
                    <a:gd name="connsiteY0" fmla="*/ 727041 h 1316375"/>
                    <a:gd name="connsiteX1" fmla="*/ 257675 w 2944854"/>
                    <a:gd name="connsiteY1" fmla="*/ 1302232 h 1316375"/>
                    <a:gd name="connsiteX2" fmla="*/ 0 w 2944854"/>
                    <a:gd name="connsiteY2" fmla="*/ 1228607 h 1316375"/>
                    <a:gd name="connsiteX3" fmla="*/ 911064 w 2944854"/>
                    <a:gd name="connsiteY3" fmla="*/ 837478 h 1316375"/>
                    <a:gd name="connsiteX4" fmla="*/ 883456 w 2944854"/>
                    <a:gd name="connsiteY4" fmla="*/ 450949 h 1316375"/>
                    <a:gd name="connsiteX5" fmla="*/ 161047 w 2944854"/>
                    <a:gd name="connsiteY5" fmla="*/ 119640 h 1316375"/>
                    <a:gd name="connsiteX6" fmla="*/ 404917 w 2944854"/>
                    <a:gd name="connsiteY6" fmla="*/ 50617 h 1316375"/>
                    <a:gd name="connsiteX7" fmla="*/ 1477028 w 2944854"/>
                    <a:gd name="connsiteY7" fmla="*/ 501566 h 1316375"/>
                    <a:gd name="connsiteX8" fmla="*/ 2572146 w 2944854"/>
                    <a:gd name="connsiteY8" fmla="*/ 0 h 1316375"/>
                    <a:gd name="connsiteX9" fmla="*/ 2875834 w 2944854"/>
                    <a:gd name="connsiteY9" fmla="*/ 96632 h 1316375"/>
                    <a:gd name="connsiteX10" fmla="*/ 2079803 w 2944854"/>
                    <a:gd name="connsiteY10" fmla="*/ 432543 h 1316375"/>
                    <a:gd name="connsiteX11" fmla="*/ 2240850 w 2944854"/>
                    <a:gd name="connsiteY11" fmla="*/ 920305 h 1316375"/>
                    <a:gd name="connsiteX12" fmla="*/ 2944854 w 2944854"/>
                    <a:gd name="connsiteY12" fmla="*/ 1228607 h 1316375"/>
                    <a:gd name="connsiteX13" fmla="*/ 2756623 w 2944854"/>
                    <a:gd name="connsiteY13" fmla="*/ 1316375 h 1316375"/>
                    <a:gd name="connsiteX14" fmla="*/ 1486231 w 2944854"/>
                    <a:gd name="connsiteY14" fmla="*/ 727041 h 1316375"/>
                    <a:gd name="connsiteX0" fmla="*/ 1486231 w 3024520"/>
                    <a:gd name="connsiteY0" fmla="*/ 727041 h 1316375"/>
                    <a:gd name="connsiteX1" fmla="*/ 257675 w 3024520"/>
                    <a:gd name="connsiteY1" fmla="*/ 1302232 h 1316375"/>
                    <a:gd name="connsiteX2" fmla="*/ 0 w 3024520"/>
                    <a:gd name="connsiteY2" fmla="*/ 1228607 h 1316375"/>
                    <a:gd name="connsiteX3" fmla="*/ 911064 w 3024520"/>
                    <a:gd name="connsiteY3" fmla="*/ 837478 h 1316375"/>
                    <a:gd name="connsiteX4" fmla="*/ 883456 w 3024520"/>
                    <a:gd name="connsiteY4" fmla="*/ 450949 h 1316375"/>
                    <a:gd name="connsiteX5" fmla="*/ 161047 w 3024520"/>
                    <a:gd name="connsiteY5" fmla="*/ 119640 h 1316375"/>
                    <a:gd name="connsiteX6" fmla="*/ 404917 w 3024520"/>
                    <a:gd name="connsiteY6" fmla="*/ 50617 h 1316375"/>
                    <a:gd name="connsiteX7" fmla="*/ 1477028 w 3024520"/>
                    <a:gd name="connsiteY7" fmla="*/ 501566 h 1316375"/>
                    <a:gd name="connsiteX8" fmla="*/ 2572146 w 3024520"/>
                    <a:gd name="connsiteY8" fmla="*/ 0 h 1316375"/>
                    <a:gd name="connsiteX9" fmla="*/ 2875834 w 3024520"/>
                    <a:gd name="connsiteY9" fmla="*/ 96632 h 1316375"/>
                    <a:gd name="connsiteX10" fmla="*/ 2079803 w 3024520"/>
                    <a:gd name="connsiteY10" fmla="*/ 432543 h 1316375"/>
                    <a:gd name="connsiteX11" fmla="*/ 2240850 w 3024520"/>
                    <a:gd name="connsiteY11" fmla="*/ 920305 h 1316375"/>
                    <a:gd name="connsiteX12" fmla="*/ 3024520 w 3024520"/>
                    <a:gd name="connsiteY12" fmla="*/ 1228607 h 1316375"/>
                    <a:gd name="connsiteX13" fmla="*/ 2756623 w 3024520"/>
                    <a:gd name="connsiteY13" fmla="*/ 1316375 h 1316375"/>
                    <a:gd name="connsiteX14" fmla="*/ 1486231 w 3024520"/>
                    <a:gd name="connsiteY14" fmla="*/ 727041 h 1316375"/>
                    <a:gd name="connsiteX0" fmla="*/ 1537780 w 3076069"/>
                    <a:gd name="connsiteY0" fmla="*/ 727041 h 1316375"/>
                    <a:gd name="connsiteX1" fmla="*/ 309224 w 3076069"/>
                    <a:gd name="connsiteY1" fmla="*/ 1302232 h 1316375"/>
                    <a:gd name="connsiteX2" fmla="*/ 0 w 3076069"/>
                    <a:gd name="connsiteY2" fmla="*/ 1228607 h 1316375"/>
                    <a:gd name="connsiteX3" fmla="*/ 962613 w 3076069"/>
                    <a:gd name="connsiteY3" fmla="*/ 837478 h 1316375"/>
                    <a:gd name="connsiteX4" fmla="*/ 935005 w 3076069"/>
                    <a:gd name="connsiteY4" fmla="*/ 450949 h 1316375"/>
                    <a:gd name="connsiteX5" fmla="*/ 212596 w 3076069"/>
                    <a:gd name="connsiteY5" fmla="*/ 119640 h 1316375"/>
                    <a:gd name="connsiteX6" fmla="*/ 456466 w 3076069"/>
                    <a:gd name="connsiteY6" fmla="*/ 50617 h 1316375"/>
                    <a:gd name="connsiteX7" fmla="*/ 1528577 w 3076069"/>
                    <a:gd name="connsiteY7" fmla="*/ 501566 h 1316375"/>
                    <a:gd name="connsiteX8" fmla="*/ 2623695 w 3076069"/>
                    <a:gd name="connsiteY8" fmla="*/ 0 h 1316375"/>
                    <a:gd name="connsiteX9" fmla="*/ 2927383 w 3076069"/>
                    <a:gd name="connsiteY9" fmla="*/ 96632 h 1316375"/>
                    <a:gd name="connsiteX10" fmla="*/ 2131352 w 3076069"/>
                    <a:gd name="connsiteY10" fmla="*/ 432543 h 1316375"/>
                    <a:gd name="connsiteX11" fmla="*/ 2292399 w 3076069"/>
                    <a:gd name="connsiteY11" fmla="*/ 920305 h 1316375"/>
                    <a:gd name="connsiteX12" fmla="*/ 3076069 w 3076069"/>
                    <a:gd name="connsiteY12" fmla="*/ 1228607 h 1316375"/>
                    <a:gd name="connsiteX13" fmla="*/ 2808172 w 3076069"/>
                    <a:gd name="connsiteY13" fmla="*/ 1316375 h 1316375"/>
                    <a:gd name="connsiteX14" fmla="*/ 1537780 w 3076069"/>
                    <a:gd name="connsiteY14" fmla="*/ 727041 h 1316375"/>
                    <a:gd name="connsiteX0" fmla="*/ 1537780 w 3076069"/>
                    <a:gd name="connsiteY0" fmla="*/ 727041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27041 h 1321259"/>
                    <a:gd name="connsiteX0" fmla="*/ 1537780 w 3076069"/>
                    <a:gd name="connsiteY0" fmla="*/ 750825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50825 h 13212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chemeClr val="accent2">
                    <a:lumMod val="60000"/>
                    <a:lumOff val="40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1141" name="Freeform 1140"/>
                <p:cNvSpPr/>
                <p:nvPr/>
              </p:nvSpPr>
              <p:spPr bwMode="auto">
                <a:xfrm>
                  <a:off x="2102655" y="1633103"/>
                  <a:ext cx="662444" cy="111241"/>
                </a:xfrm>
                <a:custGeom>
                  <a:avLst/>
                  <a:gdLst>
                    <a:gd name="connsiteX0" fmla="*/ 0 w 3645229"/>
                    <a:gd name="connsiteY0" fmla="*/ 214441 h 923747"/>
                    <a:gd name="connsiteX1" fmla="*/ 659770 w 3645229"/>
                    <a:gd name="connsiteY1" fmla="*/ 16495 h 923747"/>
                    <a:gd name="connsiteX2" fmla="*/ 1814367 w 3645229"/>
                    <a:gd name="connsiteY2" fmla="*/ 511360 h 923747"/>
                    <a:gd name="connsiteX3" fmla="*/ 2968965 w 3645229"/>
                    <a:gd name="connsiteY3" fmla="*/ 0 h 923747"/>
                    <a:gd name="connsiteX4" fmla="*/ 3645229 w 3645229"/>
                    <a:gd name="connsiteY4" fmla="*/ 197946 h 923747"/>
                    <a:gd name="connsiteX5" fmla="*/ 3199884 w 3645229"/>
                    <a:gd name="connsiteY5" fmla="*/ 461874 h 923747"/>
                    <a:gd name="connsiteX6" fmla="*/ 2985459 w 3645229"/>
                    <a:gd name="connsiteY6" fmla="*/ 379396 h 923747"/>
                    <a:gd name="connsiteX7" fmla="*/ 1830861 w 3645229"/>
                    <a:gd name="connsiteY7" fmla="*/ 923747 h 923747"/>
                    <a:gd name="connsiteX8" fmla="*/ 676264 w 3645229"/>
                    <a:gd name="connsiteY8" fmla="*/ 412387 h 923747"/>
                    <a:gd name="connsiteX9" fmla="*/ 527816 w 3645229"/>
                    <a:gd name="connsiteY9" fmla="*/ 478369 h 923747"/>
                    <a:gd name="connsiteX10" fmla="*/ 0 w 3645229"/>
                    <a:gd name="connsiteY10" fmla="*/ 21444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78369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90067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09765 w 3640627"/>
                    <a:gd name="connsiteY2" fmla="*/ 511360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3008465 w 3640627"/>
                    <a:gd name="connsiteY6" fmla="*/ 402404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723451"/>
                    <a:gd name="connsiteY0" fmla="*/ 242051 h 946755"/>
                    <a:gd name="connsiteX1" fmla="*/ 655168 w 3723451"/>
                    <a:gd name="connsiteY1" fmla="*/ 16495 h 946755"/>
                    <a:gd name="connsiteX2" fmla="*/ 1855778 w 3723451"/>
                    <a:gd name="connsiteY2" fmla="*/ 534367 h 946755"/>
                    <a:gd name="connsiteX3" fmla="*/ 2964363 w 3723451"/>
                    <a:gd name="connsiteY3" fmla="*/ 0 h 946755"/>
                    <a:gd name="connsiteX4" fmla="*/ 3723451 w 3723451"/>
                    <a:gd name="connsiteY4" fmla="*/ 220954 h 946755"/>
                    <a:gd name="connsiteX5" fmla="*/ 3195282 w 3723451"/>
                    <a:gd name="connsiteY5" fmla="*/ 461874 h 946755"/>
                    <a:gd name="connsiteX6" fmla="*/ 3008465 w 3723451"/>
                    <a:gd name="connsiteY6" fmla="*/ 402404 h 946755"/>
                    <a:gd name="connsiteX7" fmla="*/ 1876873 w 3723451"/>
                    <a:gd name="connsiteY7" fmla="*/ 946755 h 946755"/>
                    <a:gd name="connsiteX8" fmla="*/ 690067 w 3723451"/>
                    <a:gd name="connsiteY8" fmla="*/ 412387 h 946755"/>
                    <a:gd name="connsiteX9" fmla="*/ 523214 w 3723451"/>
                    <a:gd name="connsiteY9" fmla="*/ 482971 h 946755"/>
                    <a:gd name="connsiteX10" fmla="*/ 0 w 3723451"/>
                    <a:gd name="connsiteY10" fmla="*/ 242051 h 946755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08465 w 3723451"/>
                    <a:gd name="connsiteY6" fmla="*/ 388599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711613 w 3723451"/>
                    <a:gd name="connsiteY8" fmla="*/ 413055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1142" name="Freeform 1141"/>
                <p:cNvSpPr/>
                <p:nvPr/>
              </p:nvSpPr>
              <p:spPr bwMode="auto">
                <a:xfrm>
                  <a:off x="2536889" y="1727776"/>
                  <a:ext cx="244057" cy="97040"/>
                </a:xfrm>
                <a:custGeom>
                  <a:avLst/>
                  <a:gdLst>
                    <a:gd name="connsiteX0" fmla="*/ 55216 w 1421812"/>
                    <a:gd name="connsiteY0" fmla="*/ 0 h 800665"/>
                    <a:gd name="connsiteX1" fmla="*/ 1421812 w 1421812"/>
                    <a:gd name="connsiteY1" fmla="*/ 625807 h 800665"/>
                    <a:gd name="connsiteX2" fmla="*/ 947874 w 1421812"/>
                    <a:gd name="connsiteY2" fmla="*/ 800665 h 800665"/>
                    <a:gd name="connsiteX3" fmla="*/ 50614 w 1421812"/>
                    <a:gd name="connsiteY3" fmla="*/ 404934 h 800665"/>
                    <a:gd name="connsiteX4" fmla="*/ 0 w 1421812"/>
                    <a:gd name="connsiteY4" fmla="*/ 404934 h 800665"/>
                    <a:gd name="connsiteX5" fmla="*/ 55216 w 1421812"/>
                    <a:gd name="connsiteY5" fmla="*/ 0 h 800665"/>
                    <a:gd name="connsiteX0" fmla="*/ 4602 w 1371198"/>
                    <a:gd name="connsiteY0" fmla="*/ 0 h 800665"/>
                    <a:gd name="connsiteX1" fmla="*/ 1371198 w 1371198"/>
                    <a:gd name="connsiteY1" fmla="*/ 625807 h 800665"/>
                    <a:gd name="connsiteX2" fmla="*/ 897260 w 1371198"/>
                    <a:gd name="connsiteY2" fmla="*/ 800665 h 800665"/>
                    <a:gd name="connsiteX3" fmla="*/ 0 w 1371198"/>
                    <a:gd name="connsiteY3" fmla="*/ 404934 h 800665"/>
                    <a:gd name="connsiteX4" fmla="*/ 4602 w 1371198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9868"/>
                    <a:gd name="connsiteX1" fmla="*/ 1366596 w 1366596"/>
                    <a:gd name="connsiteY1" fmla="*/ 625807 h 809868"/>
                    <a:gd name="connsiteX2" fmla="*/ 865050 w 1366596"/>
                    <a:gd name="connsiteY2" fmla="*/ 809868 h 809868"/>
                    <a:gd name="connsiteX3" fmla="*/ 4601 w 1366596"/>
                    <a:gd name="connsiteY3" fmla="*/ 427942 h 809868"/>
                    <a:gd name="connsiteX4" fmla="*/ 0 w 1366596"/>
                    <a:gd name="connsiteY4" fmla="*/ 0 h 8098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1143" name="Freeform 1142"/>
                <p:cNvSpPr/>
                <p:nvPr/>
              </p:nvSpPr>
              <p:spPr bwMode="auto">
                <a:xfrm>
                  <a:off x="2089977" y="1730144"/>
                  <a:ext cx="240888" cy="97039"/>
                </a:xfrm>
                <a:custGeom>
                  <a:avLst/>
                  <a:gdLst>
                    <a:gd name="connsiteX0" fmla="*/ 1329786 w 1348191"/>
                    <a:gd name="connsiteY0" fmla="*/ 0 h 809869"/>
                    <a:gd name="connsiteX1" fmla="*/ 1348191 w 1348191"/>
                    <a:gd name="connsiteY1" fmla="*/ 400333 h 809869"/>
                    <a:gd name="connsiteX2" fmla="*/ 487742 w 1348191"/>
                    <a:gd name="connsiteY2" fmla="*/ 809869 h 809869"/>
                    <a:gd name="connsiteX3" fmla="*/ 0 w 1348191"/>
                    <a:gd name="connsiteY3" fmla="*/ 630409 h 809869"/>
                    <a:gd name="connsiteX4" fmla="*/ 1329786 w 1348191"/>
                    <a:gd name="connsiteY4" fmla="*/ 0 h 809869"/>
                    <a:gd name="connsiteX0" fmla="*/ 1329786 w 1348191"/>
                    <a:gd name="connsiteY0" fmla="*/ 0 h 791462"/>
                    <a:gd name="connsiteX1" fmla="*/ 1348191 w 1348191"/>
                    <a:gd name="connsiteY1" fmla="*/ 381926 h 791462"/>
                    <a:gd name="connsiteX2" fmla="*/ 487742 w 1348191"/>
                    <a:gd name="connsiteY2" fmla="*/ 791462 h 791462"/>
                    <a:gd name="connsiteX3" fmla="*/ 0 w 1348191"/>
                    <a:gd name="connsiteY3" fmla="*/ 612002 h 791462"/>
                    <a:gd name="connsiteX4" fmla="*/ 1329786 w 1348191"/>
                    <a:gd name="connsiteY4" fmla="*/ 0 h 7914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cxnSp>
              <p:nvCxnSpPr>
                <p:cNvPr id="1144" name="Straight Connector 1143"/>
                <p:cNvCxnSpPr>
                  <a:endCxn id="1139" idx="2"/>
                </p:cNvCxnSpPr>
                <p:nvPr/>
              </p:nvCxnSpPr>
              <p:spPr bwMode="auto">
                <a:xfrm flipH="1" flipV="1">
                  <a:off x="1871277" y="1737243"/>
                  <a:ext cx="3169" cy="123074"/>
                </a:xfrm>
                <a:prstGeom prst="line">
                  <a:avLst/>
                </a:prstGeom>
                <a:ln w="6350" cmpd="sng">
                  <a:solidFill>
                    <a:schemeClr val="tx1"/>
                  </a:solidFill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45" name="Straight Connector 1144"/>
                <p:cNvCxnSpPr/>
                <p:nvPr/>
              </p:nvCxnSpPr>
              <p:spPr bwMode="auto">
                <a:xfrm flipH="1" flipV="1">
                  <a:off x="2996477" y="1734877"/>
                  <a:ext cx="3171" cy="123074"/>
                </a:xfrm>
                <a:prstGeom prst="line">
                  <a:avLst/>
                </a:prstGeom>
                <a:ln w="6350" cmpd="sng">
                  <a:solidFill>
                    <a:schemeClr val="tx1"/>
                  </a:solidFill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127" name="Group 347"/>
              <p:cNvGrpSpPr>
                <a:grpSpLocks/>
              </p:cNvGrpSpPr>
              <p:nvPr/>
            </p:nvGrpSpPr>
            <p:grpSpPr bwMode="auto">
              <a:xfrm>
                <a:off x="3704088" y="6206732"/>
                <a:ext cx="588970" cy="242608"/>
                <a:chOff x="1871277" y="1576300"/>
                <a:chExt cx="1128371" cy="437861"/>
              </a:xfrm>
            </p:grpSpPr>
            <p:sp>
              <p:nvSpPr>
                <p:cNvPr id="1128" name="Oval 1127"/>
                <p:cNvSpPr/>
                <p:nvPr/>
              </p:nvSpPr>
              <p:spPr bwMode="auto">
                <a:xfrm flipV="1">
                  <a:off x="1874446" y="1694641"/>
                  <a:ext cx="1125202" cy="319520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accent2">
                        <a:lumMod val="75000"/>
                      </a:schemeClr>
                    </a:gs>
                    <a:gs pos="53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0" scaled="1"/>
                  <a:tileRect/>
                </a:gradFill>
                <a:ln w="6350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dirty="0">
                    <a:ln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1129" name="Rectangle 1128"/>
                <p:cNvSpPr/>
                <p:nvPr/>
              </p:nvSpPr>
              <p:spPr bwMode="auto">
                <a:xfrm>
                  <a:off x="1871277" y="1739611"/>
                  <a:ext cx="1128371" cy="115973"/>
                </a:xfrm>
                <a:prstGeom prst="rect">
                  <a:avLst/>
                </a:prstGeom>
                <a:gradFill>
                  <a:gsLst>
                    <a:gs pos="0">
                      <a:schemeClr val="accent2">
                        <a:lumMod val="75000"/>
                      </a:schemeClr>
                    </a:gs>
                    <a:gs pos="53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10800000" scaled="0"/>
                </a:gradFill>
                <a:ln w="25400"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1130" name="Oval 1129"/>
                <p:cNvSpPr/>
                <p:nvPr/>
              </p:nvSpPr>
              <p:spPr bwMode="auto">
                <a:xfrm flipV="1">
                  <a:off x="1871277" y="1576300"/>
                  <a:ext cx="1125200" cy="319520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 w="6350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dirty="0">
                    <a:ln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1131" name="Freeform 1130"/>
                <p:cNvSpPr/>
                <p:nvPr/>
              </p:nvSpPr>
              <p:spPr bwMode="auto">
                <a:xfrm>
                  <a:off x="2159708" y="1673340"/>
                  <a:ext cx="548339" cy="160943"/>
                </a:xfrm>
                <a:custGeom>
                  <a:avLst/>
                  <a:gdLst>
                    <a:gd name="connsiteX0" fmla="*/ 1486231 w 2944854"/>
                    <a:gd name="connsiteY0" fmla="*/ 727041 h 1302232"/>
                    <a:gd name="connsiteX1" fmla="*/ 257675 w 2944854"/>
                    <a:gd name="connsiteY1" fmla="*/ 1302232 h 1302232"/>
                    <a:gd name="connsiteX2" fmla="*/ 0 w 2944854"/>
                    <a:gd name="connsiteY2" fmla="*/ 1228607 h 1302232"/>
                    <a:gd name="connsiteX3" fmla="*/ 911064 w 2944854"/>
                    <a:gd name="connsiteY3" fmla="*/ 837478 h 1302232"/>
                    <a:gd name="connsiteX4" fmla="*/ 883456 w 2944854"/>
                    <a:gd name="connsiteY4" fmla="*/ 450949 h 1302232"/>
                    <a:gd name="connsiteX5" fmla="*/ 161047 w 2944854"/>
                    <a:gd name="connsiteY5" fmla="*/ 119640 h 1302232"/>
                    <a:gd name="connsiteX6" fmla="*/ 404917 w 2944854"/>
                    <a:gd name="connsiteY6" fmla="*/ 50617 h 1302232"/>
                    <a:gd name="connsiteX7" fmla="*/ 1477028 w 2944854"/>
                    <a:gd name="connsiteY7" fmla="*/ 501566 h 1302232"/>
                    <a:gd name="connsiteX8" fmla="*/ 2572146 w 2944854"/>
                    <a:gd name="connsiteY8" fmla="*/ 0 h 1302232"/>
                    <a:gd name="connsiteX9" fmla="*/ 2875834 w 2944854"/>
                    <a:gd name="connsiteY9" fmla="*/ 96632 h 1302232"/>
                    <a:gd name="connsiteX10" fmla="*/ 2079803 w 2944854"/>
                    <a:gd name="connsiteY10" fmla="*/ 432543 h 1302232"/>
                    <a:gd name="connsiteX11" fmla="*/ 2240850 w 2944854"/>
                    <a:gd name="connsiteY11" fmla="*/ 920305 h 1302232"/>
                    <a:gd name="connsiteX12" fmla="*/ 2944854 w 2944854"/>
                    <a:gd name="connsiteY12" fmla="*/ 1228607 h 1302232"/>
                    <a:gd name="connsiteX13" fmla="*/ 2733192 w 2944854"/>
                    <a:gd name="connsiteY13" fmla="*/ 1297630 h 1302232"/>
                    <a:gd name="connsiteX14" fmla="*/ 1486231 w 2944854"/>
                    <a:gd name="connsiteY14" fmla="*/ 727041 h 1302232"/>
                    <a:gd name="connsiteX0" fmla="*/ 1486231 w 2944854"/>
                    <a:gd name="connsiteY0" fmla="*/ 727041 h 1316375"/>
                    <a:gd name="connsiteX1" fmla="*/ 257675 w 2944854"/>
                    <a:gd name="connsiteY1" fmla="*/ 1302232 h 1316375"/>
                    <a:gd name="connsiteX2" fmla="*/ 0 w 2944854"/>
                    <a:gd name="connsiteY2" fmla="*/ 1228607 h 1316375"/>
                    <a:gd name="connsiteX3" fmla="*/ 911064 w 2944854"/>
                    <a:gd name="connsiteY3" fmla="*/ 837478 h 1316375"/>
                    <a:gd name="connsiteX4" fmla="*/ 883456 w 2944854"/>
                    <a:gd name="connsiteY4" fmla="*/ 450949 h 1316375"/>
                    <a:gd name="connsiteX5" fmla="*/ 161047 w 2944854"/>
                    <a:gd name="connsiteY5" fmla="*/ 119640 h 1316375"/>
                    <a:gd name="connsiteX6" fmla="*/ 404917 w 2944854"/>
                    <a:gd name="connsiteY6" fmla="*/ 50617 h 1316375"/>
                    <a:gd name="connsiteX7" fmla="*/ 1477028 w 2944854"/>
                    <a:gd name="connsiteY7" fmla="*/ 501566 h 1316375"/>
                    <a:gd name="connsiteX8" fmla="*/ 2572146 w 2944854"/>
                    <a:gd name="connsiteY8" fmla="*/ 0 h 1316375"/>
                    <a:gd name="connsiteX9" fmla="*/ 2875834 w 2944854"/>
                    <a:gd name="connsiteY9" fmla="*/ 96632 h 1316375"/>
                    <a:gd name="connsiteX10" fmla="*/ 2079803 w 2944854"/>
                    <a:gd name="connsiteY10" fmla="*/ 432543 h 1316375"/>
                    <a:gd name="connsiteX11" fmla="*/ 2240850 w 2944854"/>
                    <a:gd name="connsiteY11" fmla="*/ 920305 h 1316375"/>
                    <a:gd name="connsiteX12" fmla="*/ 2944854 w 2944854"/>
                    <a:gd name="connsiteY12" fmla="*/ 1228607 h 1316375"/>
                    <a:gd name="connsiteX13" fmla="*/ 2756623 w 2944854"/>
                    <a:gd name="connsiteY13" fmla="*/ 1316375 h 1316375"/>
                    <a:gd name="connsiteX14" fmla="*/ 1486231 w 2944854"/>
                    <a:gd name="connsiteY14" fmla="*/ 727041 h 1316375"/>
                    <a:gd name="connsiteX0" fmla="*/ 1486231 w 3024520"/>
                    <a:gd name="connsiteY0" fmla="*/ 727041 h 1316375"/>
                    <a:gd name="connsiteX1" fmla="*/ 257675 w 3024520"/>
                    <a:gd name="connsiteY1" fmla="*/ 1302232 h 1316375"/>
                    <a:gd name="connsiteX2" fmla="*/ 0 w 3024520"/>
                    <a:gd name="connsiteY2" fmla="*/ 1228607 h 1316375"/>
                    <a:gd name="connsiteX3" fmla="*/ 911064 w 3024520"/>
                    <a:gd name="connsiteY3" fmla="*/ 837478 h 1316375"/>
                    <a:gd name="connsiteX4" fmla="*/ 883456 w 3024520"/>
                    <a:gd name="connsiteY4" fmla="*/ 450949 h 1316375"/>
                    <a:gd name="connsiteX5" fmla="*/ 161047 w 3024520"/>
                    <a:gd name="connsiteY5" fmla="*/ 119640 h 1316375"/>
                    <a:gd name="connsiteX6" fmla="*/ 404917 w 3024520"/>
                    <a:gd name="connsiteY6" fmla="*/ 50617 h 1316375"/>
                    <a:gd name="connsiteX7" fmla="*/ 1477028 w 3024520"/>
                    <a:gd name="connsiteY7" fmla="*/ 501566 h 1316375"/>
                    <a:gd name="connsiteX8" fmla="*/ 2572146 w 3024520"/>
                    <a:gd name="connsiteY8" fmla="*/ 0 h 1316375"/>
                    <a:gd name="connsiteX9" fmla="*/ 2875834 w 3024520"/>
                    <a:gd name="connsiteY9" fmla="*/ 96632 h 1316375"/>
                    <a:gd name="connsiteX10" fmla="*/ 2079803 w 3024520"/>
                    <a:gd name="connsiteY10" fmla="*/ 432543 h 1316375"/>
                    <a:gd name="connsiteX11" fmla="*/ 2240850 w 3024520"/>
                    <a:gd name="connsiteY11" fmla="*/ 920305 h 1316375"/>
                    <a:gd name="connsiteX12" fmla="*/ 3024520 w 3024520"/>
                    <a:gd name="connsiteY12" fmla="*/ 1228607 h 1316375"/>
                    <a:gd name="connsiteX13" fmla="*/ 2756623 w 3024520"/>
                    <a:gd name="connsiteY13" fmla="*/ 1316375 h 1316375"/>
                    <a:gd name="connsiteX14" fmla="*/ 1486231 w 3024520"/>
                    <a:gd name="connsiteY14" fmla="*/ 727041 h 1316375"/>
                    <a:gd name="connsiteX0" fmla="*/ 1537780 w 3076069"/>
                    <a:gd name="connsiteY0" fmla="*/ 727041 h 1316375"/>
                    <a:gd name="connsiteX1" fmla="*/ 309224 w 3076069"/>
                    <a:gd name="connsiteY1" fmla="*/ 1302232 h 1316375"/>
                    <a:gd name="connsiteX2" fmla="*/ 0 w 3076069"/>
                    <a:gd name="connsiteY2" fmla="*/ 1228607 h 1316375"/>
                    <a:gd name="connsiteX3" fmla="*/ 962613 w 3076069"/>
                    <a:gd name="connsiteY3" fmla="*/ 837478 h 1316375"/>
                    <a:gd name="connsiteX4" fmla="*/ 935005 w 3076069"/>
                    <a:gd name="connsiteY4" fmla="*/ 450949 h 1316375"/>
                    <a:gd name="connsiteX5" fmla="*/ 212596 w 3076069"/>
                    <a:gd name="connsiteY5" fmla="*/ 119640 h 1316375"/>
                    <a:gd name="connsiteX6" fmla="*/ 456466 w 3076069"/>
                    <a:gd name="connsiteY6" fmla="*/ 50617 h 1316375"/>
                    <a:gd name="connsiteX7" fmla="*/ 1528577 w 3076069"/>
                    <a:gd name="connsiteY7" fmla="*/ 501566 h 1316375"/>
                    <a:gd name="connsiteX8" fmla="*/ 2623695 w 3076069"/>
                    <a:gd name="connsiteY8" fmla="*/ 0 h 1316375"/>
                    <a:gd name="connsiteX9" fmla="*/ 2927383 w 3076069"/>
                    <a:gd name="connsiteY9" fmla="*/ 96632 h 1316375"/>
                    <a:gd name="connsiteX10" fmla="*/ 2131352 w 3076069"/>
                    <a:gd name="connsiteY10" fmla="*/ 432543 h 1316375"/>
                    <a:gd name="connsiteX11" fmla="*/ 2292399 w 3076069"/>
                    <a:gd name="connsiteY11" fmla="*/ 920305 h 1316375"/>
                    <a:gd name="connsiteX12" fmla="*/ 3076069 w 3076069"/>
                    <a:gd name="connsiteY12" fmla="*/ 1228607 h 1316375"/>
                    <a:gd name="connsiteX13" fmla="*/ 2808172 w 3076069"/>
                    <a:gd name="connsiteY13" fmla="*/ 1316375 h 1316375"/>
                    <a:gd name="connsiteX14" fmla="*/ 1537780 w 3076069"/>
                    <a:gd name="connsiteY14" fmla="*/ 727041 h 1316375"/>
                    <a:gd name="connsiteX0" fmla="*/ 1537780 w 3076069"/>
                    <a:gd name="connsiteY0" fmla="*/ 727041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27041 h 1321259"/>
                    <a:gd name="connsiteX0" fmla="*/ 1537780 w 3076069"/>
                    <a:gd name="connsiteY0" fmla="*/ 750825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50825 h 13212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chemeClr val="accent2">
                    <a:lumMod val="60000"/>
                    <a:lumOff val="40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1132" name="Freeform 1131"/>
                <p:cNvSpPr/>
                <p:nvPr/>
              </p:nvSpPr>
              <p:spPr bwMode="auto">
                <a:xfrm>
                  <a:off x="2102655" y="1633103"/>
                  <a:ext cx="662444" cy="111241"/>
                </a:xfrm>
                <a:custGeom>
                  <a:avLst/>
                  <a:gdLst>
                    <a:gd name="connsiteX0" fmla="*/ 0 w 3645229"/>
                    <a:gd name="connsiteY0" fmla="*/ 214441 h 923747"/>
                    <a:gd name="connsiteX1" fmla="*/ 659770 w 3645229"/>
                    <a:gd name="connsiteY1" fmla="*/ 16495 h 923747"/>
                    <a:gd name="connsiteX2" fmla="*/ 1814367 w 3645229"/>
                    <a:gd name="connsiteY2" fmla="*/ 511360 h 923747"/>
                    <a:gd name="connsiteX3" fmla="*/ 2968965 w 3645229"/>
                    <a:gd name="connsiteY3" fmla="*/ 0 h 923747"/>
                    <a:gd name="connsiteX4" fmla="*/ 3645229 w 3645229"/>
                    <a:gd name="connsiteY4" fmla="*/ 197946 h 923747"/>
                    <a:gd name="connsiteX5" fmla="*/ 3199884 w 3645229"/>
                    <a:gd name="connsiteY5" fmla="*/ 461874 h 923747"/>
                    <a:gd name="connsiteX6" fmla="*/ 2985459 w 3645229"/>
                    <a:gd name="connsiteY6" fmla="*/ 379396 h 923747"/>
                    <a:gd name="connsiteX7" fmla="*/ 1830861 w 3645229"/>
                    <a:gd name="connsiteY7" fmla="*/ 923747 h 923747"/>
                    <a:gd name="connsiteX8" fmla="*/ 676264 w 3645229"/>
                    <a:gd name="connsiteY8" fmla="*/ 412387 h 923747"/>
                    <a:gd name="connsiteX9" fmla="*/ 527816 w 3645229"/>
                    <a:gd name="connsiteY9" fmla="*/ 478369 h 923747"/>
                    <a:gd name="connsiteX10" fmla="*/ 0 w 3645229"/>
                    <a:gd name="connsiteY10" fmla="*/ 21444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78369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90067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09765 w 3640627"/>
                    <a:gd name="connsiteY2" fmla="*/ 511360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3008465 w 3640627"/>
                    <a:gd name="connsiteY6" fmla="*/ 402404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723451"/>
                    <a:gd name="connsiteY0" fmla="*/ 242051 h 946755"/>
                    <a:gd name="connsiteX1" fmla="*/ 655168 w 3723451"/>
                    <a:gd name="connsiteY1" fmla="*/ 16495 h 946755"/>
                    <a:gd name="connsiteX2" fmla="*/ 1855778 w 3723451"/>
                    <a:gd name="connsiteY2" fmla="*/ 534367 h 946755"/>
                    <a:gd name="connsiteX3" fmla="*/ 2964363 w 3723451"/>
                    <a:gd name="connsiteY3" fmla="*/ 0 h 946755"/>
                    <a:gd name="connsiteX4" fmla="*/ 3723451 w 3723451"/>
                    <a:gd name="connsiteY4" fmla="*/ 220954 h 946755"/>
                    <a:gd name="connsiteX5" fmla="*/ 3195282 w 3723451"/>
                    <a:gd name="connsiteY5" fmla="*/ 461874 h 946755"/>
                    <a:gd name="connsiteX6" fmla="*/ 3008465 w 3723451"/>
                    <a:gd name="connsiteY6" fmla="*/ 402404 h 946755"/>
                    <a:gd name="connsiteX7" fmla="*/ 1876873 w 3723451"/>
                    <a:gd name="connsiteY7" fmla="*/ 946755 h 946755"/>
                    <a:gd name="connsiteX8" fmla="*/ 690067 w 3723451"/>
                    <a:gd name="connsiteY8" fmla="*/ 412387 h 946755"/>
                    <a:gd name="connsiteX9" fmla="*/ 523214 w 3723451"/>
                    <a:gd name="connsiteY9" fmla="*/ 482971 h 946755"/>
                    <a:gd name="connsiteX10" fmla="*/ 0 w 3723451"/>
                    <a:gd name="connsiteY10" fmla="*/ 242051 h 946755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08465 w 3723451"/>
                    <a:gd name="connsiteY6" fmla="*/ 388599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711613 w 3723451"/>
                    <a:gd name="connsiteY8" fmla="*/ 413055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1133" name="Freeform 1132"/>
                <p:cNvSpPr/>
                <p:nvPr/>
              </p:nvSpPr>
              <p:spPr bwMode="auto">
                <a:xfrm>
                  <a:off x="2536889" y="1727776"/>
                  <a:ext cx="244057" cy="97040"/>
                </a:xfrm>
                <a:custGeom>
                  <a:avLst/>
                  <a:gdLst>
                    <a:gd name="connsiteX0" fmla="*/ 55216 w 1421812"/>
                    <a:gd name="connsiteY0" fmla="*/ 0 h 800665"/>
                    <a:gd name="connsiteX1" fmla="*/ 1421812 w 1421812"/>
                    <a:gd name="connsiteY1" fmla="*/ 625807 h 800665"/>
                    <a:gd name="connsiteX2" fmla="*/ 947874 w 1421812"/>
                    <a:gd name="connsiteY2" fmla="*/ 800665 h 800665"/>
                    <a:gd name="connsiteX3" fmla="*/ 50614 w 1421812"/>
                    <a:gd name="connsiteY3" fmla="*/ 404934 h 800665"/>
                    <a:gd name="connsiteX4" fmla="*/ 0 w 1421812"/>
                    <a:gd name="connsiteY4" fmla="*/ 404934 h 800665"/>
                    <a:gd name="connsiteX5" fmla="*/ 55216 w 1421812"/>
                    <a:gd name="connsiteY5" fmla="*/ 0 h 800665"/>
                    <a:gd name="connsiteX0" fmla="*/ 4602 w 1371198"/>
                    <a:gd name="connsiteY0" fmla="*/ 0 h 800665"/>
                    <a:gd name="connsiteX1" fmla="*/ 1371198 w 1371198"/>
                    <a:gd name="connsiteY1" fmla="*/ 625807 h 800665"/>
                    <a:gd name="connsiteX2" fmla="*/ 897260 w 1371198"/>
                    <a:gd name="connsiteY2" fmla="*/ 800665 h 800665"/>
                    <a:gd name="connsiteX3" fmla="*/ 0 w 1371198"/>
                    <a:gd name="connsiteY3" fmla="*/ 404934 h 800665"/>
                    <a:gd name="connsiteX4" fmla="*/ 4602 w 1371198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9868"/>
                    <a:gd name="connsiteX1" fmla="*/ 1366596 w 1366596"/>
                    <a:gd name="connsiteY1" fmla="*/ 625807 h 809868"/>
                    <a:gd name="connsiteX2" fmla="*/ 865050 w 1366596"/>
                    <a:gd name="connsiteY2" fmla="*/ 809868 h 809868"/>
                    <a:gd name="connsiteX3" fmla="*/ 4601 w 1366596"/>
                    <a:gd name="connsiteY3" fmla="*/ 427942 h 809868"/>
                    <a:gd name="connsiteX4" fmla="*/ 0 w 1366596"/>
                    <a:gd name="connsiteY4" fmla="*/ 0 h 8098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1134" name="Freeform 1133"/>
                <p:cNvSpPr/>
                <p:nvPr/>
              </p:nvSpPr>
              <p:spPr bwMode="auto">
                <a:xfrm>
                  <a:off x="2089977" y="1730144"/>
                  <a:ext cx="240888" cy="97039"/>
                </a:xfrm>
                <a:custGeom>
                  <a:avLst/>
                  <a:gdLst>
                    <a:gd name="connsiteX0" fmla="*/ 1329786 w 1348191"/>
                    <a:gd name="connsiteY0" fmla="*/ 0 h 809869"/>
                    <a:gd name="connsiteX1" fmla="*/ 1348191 w 1348191"/>
                    <a:gd name="connsiteY1" fmla="*/ 400333 h 809869"/>
                    <a:gd name="connsiteX2" fmla="*/ 487742 w 1348191"/>
                    <a:gd name="connsiteY2" fmla="*/ 809869 h 809869"/>
                    <a:gd name="connsiteX3" fmla="*/ 0 w 1348191"/>
                    <a:gd name="connsiteY3" fmla="*/ 630409 h 809869"/>
                    <a:gd name="connsiteX4" fmla="*/ 1329786 w 1348191"/>
                    <a:gd name="connsiteY4" fmla="*/ 0 h 809869"/>
                    <a:gd name="connsiteX0" fmla="*/ 1329786 w 1348191"/>
                    <a:gd name="connsiteY0" fmla="*/ 0 h 791462"/>
                    <a:gd name="connsiteX1" fmla="*/ 1348191 w 1348191"/>
                    <a:gd name="connsiteY1" fmla="*/ 381926 h 791462"/>
                    <a:gd name="connsiteX2" fmla="*/ 487742 w 1348191"/>
                    <a:gd name="connsiteY2" fmla="*/ 791462 h 791462"/>
                    <a:gd name="connsiteX3" fmla="*/ 0 w 1348191"/>
                    <a:gd name="connsiteY3" fmla="*/ 612002 h 791462"/>
                    <a:gd name="connsiteX4" fmla="*/ 1329786 w 1348191"/>
                    <a:gd name="connsiteY4" fmla="*/ 0 h 7914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cxnSp>
              <p:nvCxnSpPr>
                <p:cNvPr id="1135" name="Straight Connector 1134"/>
                <p:cNvCxnSpPr>
                  <a:endCxn id="1130" idx="2"/>
                </p:cNvCxnSpPr>
                <p:nvPr/>
              </p:nvCxnSpPr>
              <p:spPr bwMode="auto">
                <a:xfrm flipH="1" flipV="1">
                  <a:off x="1871277" y="1737243"/>
                  <a:ext cx="3169" cy="123074"/>
                </a:xfrm>
                <a:prstGeom prst="line">
                  <a:avLst/>
                </a:prstGeom>
                <a:ln w="6350" cmpd="sng">
                  <a:solidFill>
                    <a:schemeClr val="tx1"/>
                  </a:solidFill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36" name="Straight Connector 1135"/>
                <p:cNvCxnSpPr/>
                <p:nvPr/>
              </p:nvCxnSpPr>
              <p:spPr bwMode="auto">
                <a:xfrm flipH="1" flipV="1">
                  <a:off x="2996477" y="1734877"/>
                  <a:ext cx="3171" cy="123074"/>
                </a:xfrm>
                <a:prstGeom prst="line">
                  <a:avLst/>
                </a:prstGeom>
                <a:ln w="6350" cmpd="sng">
                  <a:solidFill>
                    <a:schemeClr val="tx1"/>
                  </a:solidFill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1059" name="Group 1058"/>
            <p:cNvGrpSpPr/>
            <p:nvPr/>
          </p:nvGrpSpPr>
          <p:grpSpPr>
            <a:xfrm>
              <a:off x="4990227" y="3046752"/>
              <a:ext cx="3116606" cy="1053561"/>
              <a:chOff x="4990227" y="2877416"/>
              <a:chExt cx="3116606" cy="1053561"/>
            </a:xfrm>
          </p:grpSpPr>
          <p:sp>
            <p:nvSpPr>
              <p:cNvPr id="1078" name="Rectangle 1077"/>
              <p:cNvSpPr/>
              <p:nvPr/>
            </p:nvSpPr>
            <p:spPr bwMode="auto">
              <a:xfrm>
                <a:off x="5418665" y="2913389"/>
                <a:ext cx="2688168" cy="1017588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/>
              </a:p>
            </p:txBody>
          </p:sp>
          <p:sp>
            <p:nvSpPr>
              <p:cNvPr id="1079" name="Freeform 1078"/>
              <p:cNvSpPr/>
              <p:nvPr/>
            </p:nvSpPr>
            <p:spPr bwMode="auto">
              <a:xfrm>
                <a:off x="5218221" y="2877416"/>
                <a:ext cx="213773" cy="1028160"/>
              </a:xfrm>
              <a:custGeom>
                <a:avLst/>
                <a:gdLst>
                  <a:gd name="connsiteX0" fmla="*/ 0 w 312616"/>
                  <a:gd name="connsiteY0" fmla="*/ 644770 h 1367693"/>
                  <a:gd name="connsiteX1" fmla="*/ 312616 w 312616"/>
                  <a:gd name="connsiteY1" fmla="*/ 0 h 1367693"/>
                  <a:gd name="connsiteX2" fmla="*/ 312616 w 312616"/>
                  <a:gd name="connsiteY2" fmla="*/ 1016000 h 1367693"/>
                  <a:gd name="connsiteX3" fmla="*/ 117231 w 312616"/>
                  <a:gd name="connsiteY3" fmla="*/ 1367693 h 1367693"/>
                  <a:gd name="connsiteX4" fmla="*/ 0 w 312616"/>
                  <a:gd name="connsiteY4" fmla="*/ 644770 h 1367693"/>
                  <a:gd name="connsiteX0" fmla="*/ 0 w 199855"/>
                  <a:gd name="connsiteY0" fmla="*/ 733787 h 1367693"/>
                  <a:gd name="connsiteX1" fmla="*/ 199855 w 199855"/>
                  <a:gd name="connsiteY1" fmla="*/ 0 h 1367693"/>
                  <a:gd name="connsiteX2" fmla="*/ 199855 w 199855"/>
                  <a:gd name="connsiteY2" fmla="*/ 1016000 h 1367693"/>
                  <a:gd name="connsiteX3" fmla="*/ 4470 w 199855"/>
                  <a:gd name="connsiteY3" fmla="*/ 1367693 h 1367693"/>
                  <a:gd name="connsiteX4" fmla="*/ 0 w 199855"/>
                  <a:gd name="connsiteY4" fmla="*/ 733787 h 1367693"/>
                  <a:gd name="connsiteX0" fmla="*/ 25203 w 225058"/>
                  <a:gd name="connsiteY0" fmla="*/ 733787 h 1361758"/>
                  <a:gd name="connsiteX1" fmla="*/ 225058 w 225058"/>
                  <a:gd name="connsiteY1" fmla="*/ 0 h 1361758"/>
                  <a:gd name="connsiteX2" fmla="*/ 225058 w 225058"/>
                  <a:gd name="connsiteY2" fmla="*/ 1016000 h 1361758"/>
                  <a:gd name="connsiteX3" fmla="*/ 0 w 225058"/>
                  <a:gd name="connsiteY3" fmla="*/ 1361758 h 1361758"/>
                  <a:gd name="connsiteX4" fmla="*/ 25203 w 225058"/>
                  <a:gd name="connsiteY4" fmla="*/ 733787 h 1361758"/>
                  <a:gd name="connsiteX0" fmla="*/ 25203 w 230992"/>
                  <a:gd name="connsiteY0" fmla="*/ 787197 h 1415168"/>
                  <a:gd name="connsiteX1" fmla="*/ 230992 w 230992"/>
                  <a:gd name="connsiteY1" fmla="*/ 0 h 1415168"/>
                  <a:gd name="connsiteX2" fmla="*/ 225058 w 230992"/>
                  <a:gd name="connsiteY2" fmla="*/ 1069410 h 1415168"/>
                  <a:gd name="connsiteX3" fmla="*/ 0 w 230992"/>
                  <a:gd name="connsiteY3" fmla="*/ 1415168 h 1415168"/>
                  <a:gd name="connsiteX4" fmla="*/ 25203 w 230992"/>
                  <a:gd name="connsiteY4" fmla="*/ 787197 h 1415168"/>
                  <a:gd name="connsiteX0" fmla="*/ 0 w 205789"/>
                  <a:gd name="connsiteY0" fmla="*/ 787197 h 1427037"/>
                  <a:gd name="connsiteX1" fmla="*/ 205789 w 205789"/>
                  <a:gd name="connsiteY1" fmla="*/ 0 h 1427037"/>
                  <a:gd name="connsiteX2" fmla="*/ 199855 w 205789"/>
                  <a:gd name="connsiteY2" fmla="*/ 1069410 h 1427037"/>
                  <a:gd name="connsiteX3" fmla="*/ 4471 w 205789"/>
                  <a:gd name="connsiteY3" fmla="*/ 1427037 h 1427037"/>
                  <a:gd name="connsiteX4" fmla="*/ 0 w 205789"/>
                  <a:gd name="connsiteY4" fmla="*/ 787197 h 1427037"/>
                  <a:gd name="connsiteX0" fmla="*/ 0 w 199855"/>
                  <a:gd name="connsiteY0" fmla="*/ 745656 h 1385496"/>
                  <a:gd name="connsiteX1" fmla="*/ 193920 w 199855"/>
                  <a:gd name="connsiteY1" fmla="*/ 0 h 1385496"/>
                  <a:gd name="connsiteX2" fmla="*/ 199855 w 199855"/>
                  <a:gd name="connsiteY2" fmla="*/ 1027869 h 1385496"/>
                  <a:gd name="connsiteX3" fmla="*/ 4471 w 199855"/>
                  <a:gd name="connsiteY3" fmla="*/ 1385496 h 1385496"/>
                  <a:gd name="connsiteX4" fmla="*/ 0 w 199855"/>
                  <a:gd name="connsiteY4" fmla="*/ 745656 h 1385496"/>
                  <a:gd name="connsiteX0" fmla="*/ 20385 w 220240"/>
                  <a:gd name="connsiteY0" fmla="*/ 745656 h 1058154"/>
                  <a:gd name="connsiteX1" fmla="*/ 214305 w 220240"/>
                  <a:gd name="connsiteY1" fmla="*/ 0 h 1058154"/>
                  <a:gd name="connsiteX2" fmla="*/ 220240 w 220240"/>
                  <a:gd name="connsiteY2" fmla="*/ 1027869 h 1058154"/>
                  <a:gd name="connsiteX3" fmla="*/ 68 w 220240"/>
                  <a:gd name="connsiteY3" fmla="*/ 986902 h 1058154"/>
                  <a:gd name="connsiteX4" fmla="*/ 20385 w 220240"/>
                  <a:gd name="connsiteY4" fmla="*/ 745656 h 1058154"/>
                  <a:gd name="connsiteX0" fmla="*/ 20385 w 220240"/>
                  <a:gd name="connsiteY0" fmla="*/ 745656 h 1068836"/>
                  <a:gd name="connsiteX1" fmla="*/ 214305 w 220240"/>
                  <a:gd name="connsiteY1" fmla="*/ 0 h 1068836"/>
                  <a:gd name="connsiteX2" fmla="*/ 220240 w 220240"/>
                  <a:gd name="connsiteY2" fmla="*/ 1027869 h 1068836"/>
                  <a:gd name="connsiteX3" fmla="*/ 68 w 220240"/>
                  <a:gd name="connsiteY3" fmla="*/ 986902 h 1068836"/>
                  <a:gd name="connsiteX4" fmla="*/ 20385 w 220240"/>
                  <a:gd name="connsiteY4" fmla="*/ 745656 h 1068836"/>
                  <a:gd name="connsiteX0" fmla="*/ 15446 w 215301"/>
                  <a:gd name="connsiteY0" fmla="*/ 745656 h 1057581"/>
                  <a:gd name="connsiteX1" fmla="*/ 209366 w 215301"/>
                  <a:gd name="connsiteY1" fmla="*/ 0 h 1057581"/>
                  <a:gd name="connsiteX2" fmla="*/ 215301 w 215301"/>
                  <a:gd name="connsiteY2" fmla="*/ 1027869 h 1057581"/>
                  <a:gd name="connsiteX3" fmla="*/ 87 w 215301"/>
                  <a:gd name="connsiteY3" fmla="*/ 888484 h 1057581"/>
                  <a:gd name="connsiteX4" fmla="*/ 15446 w 215301"/>
                  <a:gd name="connsiteY4" fmla="*/ 745656 h 1057581"/>
                  <a:gd name="connsiteX0" fmla="*/ 15446 w 215301"/>
                  <a:gd name="connsiteY0" fmla="*/ 745656 h 1063397"/>
                  <a:gd name="connsiteX1" fmla="*/ 209366 w 215301"/>
                  <a:gd name="connsiteY1" fmla="*/ 0 h 1063397"/>
                  <a:gd name="connsiteX2" fmla="*/ 215301 w 215301"/>
                  <a:gd name="connsiteY2" fmla="*/ 1027869 h 1063397"/>
                  <a:gd name="connsiteX3" fmla="*/ 87 w 215301"/>
                  <a:gd name="connsiteY3" fmla="*/ 888484 h 1063397"/>
                  <a:gd name="connsiteX4" fmla="*/ 15446 w 215301"/>
                  <a:gd name="connsiteY4" fmla="*/ 745656 h 1063397"/>
                  <a:gd name="connsiteX0" fmla="*/ 15446 w 215301"/>
                  <a:gd name="connsiteY0" fmla="*/ 745656 h 1027869"/>
                  <a:gd name="connsiteX1" fmla="*/ 209366 w 215301"/>
                  <a:gd name="connsiteY1" fmla="*/ 0 h 1027869"/>
                  <a:gd name="connsiteX2" fmla="*/ 215301 w 215301"/>
                  <a:gd name="connsiteY2" fmla="*/ 1027869 h 1027869"/>
                  <a:gd name="connsiteX3" fmla="*/ 87 w 215301"/>
                  <a:gd name="connsiteY3" fmla="*/ 888484 h 1027869"/>
                  <a:gd name="connsiteX4" fmla="*/ 15446 w 215301"/>
                  <a:gd name="connsiteY4" fmla="*/ 745656 h 10278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15301" h="1027869">
                    <a:moveTo>
                      <a:pt x="15446" y="745656"/>
                    </a:moveTo>
                    <a:lnTo>
                      <a:pt x="209366" y="0"/>
                    </a:lnTo>
                    <a:cubicBezTo>
                      <a:pt x="211344" y="342623"/>
                      <a:pt x="213323" y="685246"/>
                      <a:pt x="215301" y="1027869"/>
                    </a:cubicBezTo>
                    <a:cubicBezTo>
                      <a:pt x="115469" y="960083"/>
                      <a:pt x="99918" y="931665"/>
                      <a:pt x="87" y="888484"/>
                    </a:cubicBezTo>
                    <a:cubicBezTo>
                      <a:pt x="-1403" y="675204"/>
                      <a:pt x="16936" y="958936"/>
                      <a:pt x="15446" y="745656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accent6">
                      <a:lumMod val="20000"/>
                      <a:lumOff val="80000"/>
                    </a:schemeClr>
                  </a:gs>
                </a:gsLst>
                <a:lin ang="0" scaled="0"/>
              </a:gra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/>
              </a:p>
            </p:txBody>
          </p:sp>
          <p:grpSp>
            <p:nvGrpSpPr>
              <p:cNvPr id="1080" name="Group 950"/>
              <p:cNvGrpSpPr>
                <a:grpSpLocks/>
              </p:cNvGrpSpPr>
              <p:nvPr/>
            </p:nvGrpSpPr>
            <p:grpSpPr bwMode="auto">
              <a:xfrm>
                <a:off x="4990227" y="3351862"/>
                <a:ext cx="251561" cy="564103"/>
                <a:chOff x="4140" y="429"/>
                <a:chExt cx="1425" cy="2396"/>
              </a:xfrm>
            </p:grpSpPr>
            <p:sp>
              <p:nvSpPr>
                <p:cNvPr id="1082" name="Freeform 951"/>
                <p:cNvSpPr>
                  <a:spLocks/>
                </p:cNvSpPr>
                <p:nvPr/>
              </p:nvSpPr>
              <p:spPr bwMode="auto">
                <a:xfrm>
                  <a:off x="5268" y="433"/>
                  <a:ext cx="283" cy="2286"/>
                </a:xfrm>
                <a:custGeom>
                  <a:avLst/>
                  <a:gdLst>
                    <a:gd name="T0" fmla="*/ 3 w 354"/>
                    <a:gd name="T1" fmla="*/ 0 h 2742"/>
                    <a:gd name="T2" fmla="*/ 15 w 354"/>
                    <a:gd name="T3" fmla="*/ 27 h 2742"/>
                    <a:gd name="T4" fmla="*/ 15 w 354"/>
                    <a:gd name="T5" fmla="*/ 205 h 2742"/>
                    <a:gd name="T6" fmla="*/ 0 w 354"/>
                    <a:gd name="T7" fmla="*/ 215 h 2742"/>
                    <a:gd name="T8" fmla="*/ 3 w 354"/>
                    <a:gd name="T9" fmla="*/ 0 h 274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54"/>
                    <a:gd name="T16" fmla="*/ 0 h 2742"/>
                    <a:gd name="T17" fmla="*/ 354 w 354"/>
                    <a:gd name="T18" fmla="*/ 2742 h 274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54" h="2742">
                      <a:moveTo>
                        <a:pt x="63" y="0"/>
                      </a:moveTo>
                      <a:lnTo>
                        <a:pt x="354" y="339"/>
                      </a:lnTo>
                      <a:lnTo>
                        <a:pt x="346" y="2624"/>
                      </a:lnTo>
                      <a:lnTo>
                        <a:pt x="0" y="2742"/>
                      </a:lnTo>
                      <a:lnTo>
                        <a:pt x="63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DDDDDD"/>
                    </a:gs>
                    <a:gs pos="100000">
                      <a:srgbClr val="333333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83" name="Rectangle 952"/>
                <p:cNvSpPr>
                  <a:spLocks noChangeArrowheads="1"/>
                </p:cNvSpPr>
                <p:nvPr/>
              </p:nvSpPr>
              <p:spPr bwMode="auto">
                <a:xfrm>
                  <a:off x="4210" y="429"/>
                  <a:ext cx="1046" cy="2285"/>
                </a:xfrm>
                <a:prstGeom prst="rect">
                  <a:avLst/>
                </a:pr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84" name="Freeform 953"/>
                <p:cNvSpPr>
                  <a:spLocks/>
                </p:cNvSpPr>
                <p:nvPr/>
              </p:nvSpPr>
              <p:spPr bwMode="auto">
                <a:xfrm>
                  <a:off x="5321" y="570"/>
                  <a:ext cx="169" cy="2115"/>
                </a:xfrm>
                <a:custGeom>
                  <a:avLst/>
                  <a:gdLst>
                    <a:gd name="T0" fmla="*/ 2 w 211"/>
                    <a:gd name="T1" fmla="*/ 0 h 2537"/>
                    <a:gd name="T2" fmla="*/ 9 w 211"/>
                    <a:gd name="T3" fmla="*/ 18 h 2537"/>
                    <a:gd name="T4" fmla="*/ 2 w 211"/>
                    <a:gd name="T5" fmla="*/ 196 h 2537"/>
                    <a:gd name="T6" fmla="*/ 2 w 211"/>
                    <a:gd name="T7" fmla="*/ 0 h 2537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11"/>
                    <a:gd name="T13" fmla="*/ 0 h 2537"/>
                    <a:gd name="T14" fmla="*/ 211 w 211"/>
                    <a:gd name="T15" fmla="*/ 2537 h 2537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11" h="2537">
                      <a:moveTo>
                        <a:pt x="7" y="0"/>
                      </a:moveTo>
                      <a:cubicBezTo>
                        <a:pt x="7" y="0"/>
                        <a:pt x="57" y="28"/>
                        <a:pt x="211" y="218"/>
                      </a:cubicBezTo>
                      <a:cubicBezTo>
                        <a:pt x="0" y="1229"/>
                        <a:pt x="41" y="2537"/>
                        <a:pt x="7" y="2501"/>
                      </a:cubicBezTo>
                      <a:lnTo>
                        <a:pt x="7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808080"/>
                    </a:gs>
                    <a:gs pos="100000">
                      <a:srgbClr val="F8F8F8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85" name="Freeform 954"/>
                <p:cNvSpPr>
                  <a:spLocks/>
                </p:cNvSpPr>
                <p:nvPr/>
              </p:nvSpPr>
              <p:spPr bwMode="auto">
                <a:xfrm>
                  <a:off x="5284" y="1640"/>
                  <a:ext cx="263" cy="189"/>
                </a:xfrm>
                <a:custGeom>
                  <a:avLst/>
                  <a:gdLst>
                    <a:gd name="T0" fmla="*/ 2 w 328"/>
                    <a:gd name="T1" fmla="*/ 0 h 226"/>
                    <a:gd name="T2" fmla="*/ 14 w 328"/>
                    <a:gd name="T3" fmla="*/ 11 h 226"/>
                    <a:gd name="T4" fmla="*/ 14 w 328"/>
                    <a:gd name="T5" fmla="*/ 19 h 226"/>
                    <a:gd name="T6" fmla="*/ 0 w 328"/>
                    <a:gd name="T7" fmla="*/ 8 h 226"/>
                    <a:gd name="T8" fmla="*/ 2 w 328"/>
                    <a:gd name="T9" fmla="*/ 0 h 22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28"/>
                    <a:gd name="T16" fmla="*/ 0 h 226"/>
                    <a:gd name="T17" fmla="*/ 328 w 328"/>
                    <a:gd name="T18" fmla="*/ 226 h 22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28" h="226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86" name="Rectangle 955"/>
                <p:cNvSpPr>
                  <a:spLocks noChangeArrowheads="1"/>
                </p:cNvSpPr>
                <p:nvPr/>
              </p:nvSpPr>
              <p:spPr bwMode="auto">
                <a:xfrm>
                  <a:off x="4210" y="690"/>
                  <a:ext cx="598" cy="47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grpSp>
              <p:nvGrpSpPr>
                <p:cNvPr id="1087" name="Group 956"/>
                <p:cNvGrpSpPr>
                  <a:grpSpLocks/>
                </p:cNvGrpSpPr>
                <p:nvPr/>
              </p:nvGrpSpPr>
              <p:grpSpPr bwMode="auto">
                <a:xfrm>
                  <a:off x="4749" y="668"/>
                  <a:ext cx="581" cy="145"/>
                  <a:chOff x="614" y="2568"/>
                  <a:chExt cx="725" cy="139"/>
                </a:xfrm>
              </p:grpSpPr>
              <p:sp>
                <p:nvSpPr>
                  <p:cNvPr id="1112" name="AutoShape 957"/>
                  <p:cNvSpPr>
                    <a:spLocks noChangeArrowheads="1"/>
                  </p:cNvSpPr>
                  <p:nvPr/>
                </p:nvSpPr>
                <p:spPr bwMode="auto">
                  <a:xfrm>
                    <a:off x="613" y="2566"/>
                    <a:ext cx="721" cy="144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tx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3" name="AutoShape 958"/>
                  <p:cNvSpPr>
                    <a:spLocks noChangeArrowheads="1"/>
                  </p:cNvSpPr>
                  <p:nvPr/>
                </p:nvSpPr>
                <p:spPr bwMode="auto">
                  <a:xfrm>
                    <a:off x="625" y="2581"/>
                    <a:ext cx="696" cy="114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  <p:sp>
              <p:nvSpPr>
                <p:cNvPr id="1088" name="Rectangle 959"/>
                <p:cNvSpPr>
                  <a:spLocks noChangeArrowheads="1"/>
                </p:cNvSpPr>
                <p:nvPr/>
              </p:nvSpPr>
              <p:spPr bwMode="auto">
                <a:xfrm>
                  <a:off x="4220" y="1022"/>
                  <a:ext cx="598" cy="47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grpSp>
              <p:nvGrpSpPr>
                <p:cNvPr id="1089" name="Group 960"/>
                <p:cNvGrpSpPr>
                  <a:grpSpLocks/>
                </p:cNvGrpSpPr>
                <p:nvPr/>
              </p:nvGrpSpPr>
              <p:grpSpPr bwMode="auto">
                <a:xfrm>
                  <a:off x="4747" y="994"/>
                  <a:ext cx="581" cy="134"/>
                  <a:chOff x="614" y="2568"/>
                  <a:chExt cx="725" cy="139"/>
                </a:xfrm>
              </p:grpSpPr>
              <p:sp>
                <p:nvSpPr>
                  <p:cNvPr id="1110" name="AutoShape 961"/>
                  <p:cNvSpPr>
                    <a:spLocks noChangeArrowheads="1"/>
                  </p:cNvSpPr>
                  <p:nvPr/>
                </p:nvSpPr>
                <p:spPr bwMode="auto">
                  <a:xfrm>
                    <a:off x="615" y="2564"/>
                    <a:ext cx="721" cy="139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tx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1" name="AutoShape 962"/>
                  <p:cNvSpPr>
                    <a:spLocks noChangeArrowheads="1"/>
                  </p:cNvSpPr>
                  <p:nvPr/>
                </p:nvSpPr>
                <p:spPr bwMode="auto">
                  <a:xfrm>
                    <a:off x="628" y="2581"/>
                    <a:ext cx="696" cy="107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  <p:sp>
              <p:nvSpPr>
                <p:cNvPr id="1090" name="Rectangle 963"/>
                <p:cNvSpPr>
                  <a:spLocks noChangeArrowheads="1"/>
                </p:cNvSpPr>
                <p:nvPr/>
              </p:nvSpPr>
              <p:spPr bwMode="auto">
                <a:xfrm>
                  <a:off x="4220" y="1354"/>
                  <a:ext cx="598" cy="47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91" name="Rectangle 964"/>
                <p:cNvSpPr>
                  <a:spLocks noChangeArrowheads="1"/>
                </p:cNvSpPr>
                <p:nvPr/>
              </p:nvSpPr>
              <p:spPr bwMode="auto">
                <a:xfrm>
                  <a:off x="4230" y="1655"/>
                  <a:ext cx="598" cy="47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grpSp>
              <p:nvGrpSpPr>
                <p:cNvPr id="1092" name="Group 965"/>
                <p:cNvGrpSpPr>
                  <a:grpSpLocks/>
                </p:cNvGrpSpPr>
                <p:nvPr/>
              </p:nvGrpSpPr>
              <p:grpSpPr bwMode="auto">
                <a:xfrm>
                  <a:off x="4735" y="1627"/>
                  <a:ext cx="582" cy="151"/>
                  <a:chOff x="614" y="2568"/>
                  <a:chExt cx="725" cy="139"/>
                </a:xfrm>
              </p:grpSpPr>
              <p:sp>
                <p:nvSpPr>
                  <p:cNvPr id="1108" name="AutoShape 966"/>
                  <p:cNvSpPr>
                    <a:spLocks noChangeArrowheads="1"/>
                  </p:cNvSpPr>
                  <p:nvPr/>
                </p:nvSpPr>
                <p:spPr bwMode="auto">
                  <a:xfrm>
                    <a:off x="618" y="2586"/>
                    <a:ext cx="720" cy="124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tx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9" name="AutoShape 967"/>
                  <p:cNvSpPr>
                    <a:spLocks noChangeArrowheads="1"/>
                  </p:cNvSpPr>
                  <p:nvPr/>
                </p:nvSpPr>
                <p:spPr bwMode="auto">
                  <a:xfrm>
                    <a:off x="630" y="2586"/>
                    <a:ext cx="695" cy="109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  <p:sp>
              <p:nvSpPr>
                <p:cNvPr id="1093" name="Freeform 968"/>
                <p:cNvSpPr>
                  <a:spLocks/>
                </p:cNvSpPr>
                <p:nvPr/>
              </p:nvSpPr>
              <p:spPr bwMode="auto">
                <a:xfrm>
                  <a:off x="5288" y="1354"/>
                  <a:ext cx="263" cy="188"/>
                </a:xfrm>
                <a:custGeom>
                  <a:avLst/>
                  <a:gdLst>
                    <a:gd name="T0" fmla="*/ 2 w 328"/>
                    <a:gd name="T1" fmla="*/ 0 h 226"/>
                    <a:gd name="T2" fmla="*/ 14 w 328"/>
                    <a:gd name="T3" fmla="*/ 10 h 226"/>
                    <a:gd name="T4" fmla="*/ 14 w 328"/>
                    <a:gd name="T5" fmla="*/ 17 h 226"/>
                    <a:gd name="T6" fmla="*/ 0 w 328"/>
                    <a:gd name="T7" fmla="*/ 7 h 226"/>
                    <a:gd name="T8" fmla="*/ 2 w 328"/>
                    <a:gd name="T9" fmla="*/ 0 h 22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28"/>
                    <a:gd name="T16" fmla="*/ 0 h 226"/>
                    <a:gd name="T17" fmla="*/ 328 w 328"/>
                    <a:gd name="T18" fmla="*/ 226 h 22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28" h="226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grpSp>
              <p:nvGrpSpPr>
                <p:cNvPr id="1094" name="Group 969"/>
                <p:cNvGrpSpPr>
                  <a:grpSpLocks/>
                </p:cNvGrpSpPr>
                <p:nvPr/>
              </p:nvGrpSpPr>
              <p:grpSpPr bwMode="auto">
                <a:xfrm>
                  <a:off x="4739" y="1327"/>
                  <a:ext cx="582" cy="139"/>
                  <a:chOff x="614" y="2568"/>
                  <a:chExt cx="725" cy="139"/>
                </a:xfrm>
              </p:grpSpPr>
              <p:sp>
                <p:nvSpPr>
                  <p:cNvPr id="1106" name="AutoShape 970"/>
                  <p:cNvSpPr>
                    <a:spLocks noChangeArrowheads="1"/>
                  </p:cNvSpPr>
                  <p:nvPr/>
                </p:nvSpPr>
                <p:spPr bwMode="auto">
                  <a:xfrm>
                    <a:off x="613" y="2571"/>
                    <a:ext cx="732" cy="134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tx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7" name="AutoShape 971"/>
                  <p:cNvSpPr>
                    <a:spLocks noChangeArrowheads="1"/>
                  </p:cNvSpPr>
                  <p:nvPr/>
                </p:nvSpPr>
                <p:spPr bwMode="auto">
                  <a:xfrm>
                    <a:off x="625" y="2587"/>
                    <a:ext cx="720" cy="103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  <p:sp>
              <p:nvSpPr>
                <p:cNvPr id="1095" name="Rectangle 972"/>
                <p:cNvSpPr>
                  <a:spLocks noChangeArrowheads="1"/>
                </p:cNvSpPr>
                <p:nvPr/>
              </p:nvSpPr>
              <p:spPr bwMode="auto">
                <a:xfrm>
                  <a:off x="5246" y="429"/>
                  <a:ext cx="70" cy="2285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33"/>
                    </a:gs>
                    <a:gs pos="50000">
                      <a:srgbClr val="DDDDDD"/>
                    </a:gs>
                    <a:gs pos="100000">
                      <a:srgbClr val="333333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96" name="Freeform 973"/>
                <p:cNvSpPr>
                  <a:spLocks/>
                </p:cNvSpPr>
                <p:nvPr/>
              </p:nvSpPr>
              <p:spPr bwMode="auto">
                <a:xfrm>
                  <a:off x="5312" y="1007"/>
                  <a:ext cx="237" cy="213"/>
                </a:xfrm>
                <a:custGeom>
                  <a:avLst/>
                  <a:gdLst>
                    <a:gd name="T0" fmla="*/ 2 w 296"/>
                    <a:gd name="T1" fmla="*/ 0 h 256"/>
                    <a:gd name="T2" fmla="*/ 14 w 296"/>
                    <a:gd name="T3" fmla="*/ 10 h 256"/>
                    <a:gd name="T4" fmla="*/ 14 w 296"/>
                    <a:gd name="T5" fmla="*/ 19 h 256"/>
                    <a:gd name="T6" fmla="*/ 0 w 296"/>
                    <a:gd name="T7" fmla="*/ 7 h 256"/>
                    <a:gd name="T8" fmla="*/ 2 w 296"/>
                    <a:gd name="T9" fmla="*/ 0 h 25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96"/>
                    <a:gd name="T16" fmla="*/ 0 h 256"/>
                    <a:gd name="T17" fmla="*/ 296 w 296"/>
                    <a:gd name="T18" fmla="*/ 256 h 25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96" h="256">
                      <a:moveTo>
                        <a:pt x="4" y="0"/>
                      </a:moveTo>
                      <a:cubicBezTo>
                        <a:pt x="55" y="10"/>
                        <a:pt x="144" y="68"/>
                        <a:pt x="292" y="144"/>
                      </a:cubicBezTo>
                      <a:cubicBezTo>
                        <a:pt x="290" y="178"/>
                        <a:pt x="296" y="188"/>
                        <a:pt x="296" y="256"/>
                      </a:cubicBezTo>
                      <a:cubicBezTo>
                        <a:pt x="296" y="256"/>
                        <a:pt x="160" y="176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97" name="Freeform 974"/>
                <p:cNvSpPr>
                  <a:spLocks/>
                </p:cNvSpPr>
                <p:nvPr/>
              </p:nvSpPr>
              <p:spPr bwMode="auto">
                <a:xfrm>
                  <a:off x="5315" y="680"/>
                  <a:ext cx="244" cy="240"/>
                </a:xfrm>
                <a:custGeom>
                  <a:avLst/>
                  <a:gdLst>
                    <a:gd name="T0" fmla="*/ 0 w 304"/>
                    <a:gd name="T1" fmla="*/ 0 h 288"/>
                    <a:gd name="T2" fmla="*/ 14 w 304"/>
                    <a:gd name="T3" fmla="*/ 13 h 288"/>
                    <a:gd name="T4" fmla="*/ 13 w 304"/>
                    <a:gd name="T5" fmla="*/ 23 h 288"/>
                    <a:gd name="T6" fmla="*/ 2 w 304"/>
                    <a:gd name="T7" fmla="*/ 10 h 288"/>
                    <a:gd name="T8" fmla="*/ 0 w 304"/>
                    <a:gd name="T9" fmla="*/ 0 h 28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04"/>
                    <a:gd name="T16" fmla="*/ 0 h 288"/>
                    <a:gd name="T17" fmla="*/ 304 w 304"/>
                    <a:gd name="T18" fmla="*/ 288 h 28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04" h="288">
                      <a:moveTo>
                        <a:pt x="0" y="0"/>
                      </a:moveTo>
                      <a:cubicBezTo>
                        <a:pt x="51" y="10"/>
                        <a:pt x="148" y="76"/>
                        <a:pt x="304" y="164"/>
                      </a:cubicBezTo>
                      <a:cubicBezTo>
                        <a:pt x="302" y="198"/>
                        <a:pt x="284" y="220"/>
                        <a:pt x="284" y="288"/>
                      </a:cubicBezTo>
                      <a:cubicBezTo>
                        <a:pt x="284" y="288"/>
                        <a:pt x="163" y="179"/>
                        <a:pt x="8" y="124"/>
                      </a:cubicBezTo>
                      <a:cubicBezTo>
                        <a:pt x="8" y="72"/>
                        <a:pt x="0" y="17"/>
                        <a:pt x="0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98" name="Oval 975"/>
                <p:cNvSpPr>
                  <a:spLocks noChangeArrowheads="1"/>
                </p:cNvSpPr>
                <p:nvPr/>
              </p:nvSpPr>
              <p:spPr bwMode="auto">
                <a:xfrm>
                  <a:off x="5515" y="2611"/>
                  <a:ext cx="50" cy="95"/>
                </a:xfrm>
                <a:prstGeom prst="ellipse">
                  <a:avLst/>
                </a:prstGeom>
                <a:solidFill>
                  <a:srgbClr val="3333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99" name="Freeform 976"/>
                <p:cNvSpPr>
                  <a:spLocks/>
                </p:cNvSpPr>
                <p:nvPr/>
              </p:nvSpPr>
              <p:spPr bwMode="auto">
                <a:xfrm>
                  <a:off x="5302" y="2614"/>
                  <a:ext cx="245" cy="200"/>
                </a:xfrm>
                <a:custGeom>
                  <a:avLst/>
                  <a:gdLst>
                    <a:gd name="T0" fmla="*/ 0 w 306"/>
                    <a:gd name="T1" fmla="*/ 9 h 240"/>
                    <a:gd name="T2" fmla="*/ 2 w 306"/>
                    <a:gd name="T3" fmla="*/ 19 h 240"/>
                    <a:gd name="T4" fmla="*/ 14 w 306"/>
                    <a:gd name="T5" fmla="*/ 9 h 240"/>
                    <a:gd name="T6" fmla="*/ 14 w 306"/>
                    <a:gd name="T7" fmla="*/ 0 h 240"/>
                    <a:gd name="T8" fmla="*/ 0 w 306"/>
                    <a:gd name="T9" fmla="*/ 9 h 24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06"/>
                    <a:gd name="T16" fmla="*/ 0 h 240"/>
                    <a:gd name="T17" fmla="*/ 306 w 306"/>
                    <a:gd name="T18" fmla="*/ 240 h 24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06" h="240">
                      <a:moveTo>
                        <a:pt x="0" y="106"/>
                      </a:moveTo>
                      <a:lnTo>
                        <a:pt x="2" y="240"/>
                      </a:lnTo>
                      <a:lnTo>
                        <a:pt x="306" y="110"/>
                      </a:lnTo>
                      <a:lnTo>
                        <a:pt x="300" y="0"/>
                      </a:lnTo>
                      <a:lnTo>
                        <a:pt x="0" y="106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00" name="AutoShape 977"/>
                <p:cNvSpPr>
                  <a:spLocks noChangeArrowheads="1"/>
                </p:cNvSpPr>
                <p:nvPr/>
              </p:nvSpPr>
              <p:spPr bwMode="auto">
                <a:xfrm>
                  <a:off x="4140" y="2675"/>
                  <a:ext cx="1196" cy="15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DDDDDD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101" name="AutoShape 978"/>
                <p:cNvSpPr>
                  <a:spLocks noChangeArrowheads="1"/>
                </p:cNvSpPr>
                <p:nvPr/>
              </p:nvSpPr>
              <p:spPr bwMode="auto">
                <a:xfrm>
                  <a:off x="4210" y="2714"/>
                  <a:ext cx="1066" cy="7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chemeClr val="tx2"/>
                    </a:gs>
                    <a:gs pos="100000">
                      <a:schemeClr val="bg2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102" name="Oval 979"/>
                <p:cNvSpPr>
                  <a:spLocks noChangeArrowheads="1"/>
                </p:cNvSpPr>
                <p:nvPr/>
              </p:nvSpPr>
              <p:spPr bwMode="auto">
                <a:xfrm>
                  <a:off x="4309" y="2382"/>
                  <a:ext cx="159" cy="142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103" name="Oval 980"/>
                <p:cNvSpPr>
                  <a:spLocks noChangeArrowheads="1"/>
                </p:cNvSpPr>
                <p:nvPr/>
              </p:nvSpPr>
              <p:spPr bwMode="auto">
                <a:xfrm>
                  <a:off x="4489" y="2382"/>
                  <a:ext cx="159" cy="142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algn="ctr" eaLnBrk="1" hangingPunct="1"/>
                  <a:endParaRPr lang="en-US">
                    <a:solidFill>
                      <a:srgbClr val="FF0000"/>
                    </a:solidFill>
                  </a:endParaRPr>
                </a:p>
              </p:txBody>
            </p:sp>
            <p:sp>
              <p:nvSpPr>
                <p:cNvPr id="1104" name="Oval 981"/>
                <p:cNvSpPr>
                  <a:spLocks noChangeArrowheads="1"/>
                </p:cNvSpPr>
                <p:nvPr/>
              </p:nvSpPr>
              <p:spPr bwMode="auto">
                <a:xfrm>
                  <a:off x="4658" y="2382"/>
                  <a:ext cx="159" cy="142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105" name="Rectangle 982"/>
                <p:cNvSpPr>
                  <a:spLocks noChangeArrowheads="1"/>
                </p:cNvSpPr>
                <p:nvPr/>
              </p:nvSpPr>
              <p:spPr bwMode="auto">
                <a:xfrm>
                  <a:off x="5067" y="1837"/>
                  <a:ext cx="80" cy="759"/>
                </a:xfrm>
                <a:prstGeom prst="rect">
                  <a:avLst/>
                </a:prstGeom>
                <a:solidFill>
                  <a:srgbClr val="292929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1081" name="TextBox 1080"/>
              <p:cNvSpPr txBox="1"/>
              <p:nvPr/>
            </p:nvSpPr>
            <p:spPr>
              <a:xfrm>
                <a:off x="5377031" y="3090332"/>
                <a:ext cx="2659202" cy="61555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dirty="0"/>
                  <a:t>SDN Controller</a:t>
                </a:r>
              </a:p>
              <a:p>
                <a:pPr algn="ctr"/>
                <a:r>
                  <a:rPr lang="en-US" sz="1600" dirty="0"/>
                  <a:t>(network operating system)</a:t>
                </a:r>
              </a:p>
            </p:txBody>
          </p:sp>
        </p:grpSp>
        <p:sp>
          <p:nvSpPr>
            <p:cNvPr id="1060" name="TextBox 1059"/>
            <p:cNvSpPr txBox="1"/>
            <p:nvPr/>
          </p:nvSpPr>
          <p:spPr>
            <a:xfrm>
              <a:off x="6837708" y="1058305"/>
              <a:ext cx="595035" cy="58477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>
                  <a:solidFill>
                    <a:srgbClr val="008000"/>
                  </a:solidFill>
                </a:rPr>
                <a:t>…</a:t>
              </a:r>
            </a:p>
          </p:txBody>
        </p:sp>
        <p:grpSp>
          <p:nvGrpSpPr>
            <p:cNvPr id="1061" name="Group 1060"/>
            <p:cNvGrpSpPr/>
            <p:nvPr/>
          </p:nvGrpSpPr>
          <p:grpSpPr>
            <a:xfrm>
              <a:off x="5165914" y="1277466"/>
              <a:ext cx="1023471" cy="590176"/>
              <a:chOff x="4721412" y="1277470"/>
              <a:chExt cx="1023471" cy="590176"/>
            </a:xfrm>
          </p:grpSpPr>
          <p:sp>
            <p:nvSpPr>
              <p:cNvPr id="1076" name="Oval 1075"/>
              <p:cNvSpPr/>
              <p:nvPr/>
            </p:nvSpPr>
            <p:spPr bwMode="auto">
              <a:xfrm>
                <a:off x="4721412" y="1277470"/>
                <a:ext cx="1023471" cy="590176"/>
              </a:xfrm>
              <a:prstGeom prst="ellipse">
                <a:avLst/>
              </a:prstGeom>
              <a:solidFill>
                <a:srgbClr val="008000">
                  <a:alpha val="70000"/>
                </a:srgbClr>
              </a:solidFill>
              <a:ln>
                <a:solidFill>
                  <a:srgbClr val="00800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077" name="TextBox 1076"/>
              <p:cNvSpPr txBox="1"/>
              <p:nvPr/>
            </p:nvSpPr>
            <p:spPr>
              <a:xfrm>
                <a:off x="4792385" y="1374585"/>
                <a:ext cx="89046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dirty="0"/>
                  <a:t>routing</a:t>
                </a:r>
              </a:p>
            </p:txBody>
          </p:sp>
        </p:grpSp>
        <p:grpSp>
          <p:nvGrpSpPr>
            <p:cNvPr id="1062" name="Group 1061"/>
            <p:cNvGrpSpPr/>
            <p:nvPr/>
          </p:nvGrpSpPr>
          <p:grpSpPr>
            <a:xfrm>
              <a:off x="6000628" y="1798416"/>
              <a:ext cx="1023471" cy="590176"/>
              <a:chOff x="6106459" y="1967753"/>
              <a:chExt cx="1023471" cy="590176"/>
            </a:xfrm>
          </p:grpSpPr>
          <p:sp>
            <p:nvSpPr>
              <p:cNvPr id="1074" name="Oval 1073"/>
              <p:cNvSpPr/>
              <p:nvPr/>
            </p:nvSpPr>
            <p:spPr bwMode="auto">
              <a:xfrm>
                <a:off x="6106459" y="1967753"/>
                <a:ext cx="1023471" cy="590176"/>
              </a:xfrm>
              <a:prstGeom prst="ellipse">
                <a:avLst/>
              </a:prstGeom>
              <a:solidFill>
                <a:srgbClr val="008000">
                  <a:alpha val="70000"/>
                </a:srgbClr>
              </a:solidFill>
              <a:ln>
                <a:solidFill>
                  <a:srgbClr val="00800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075" name="TextBox 1074"/>
              <p:cNvSpPr txBox="1"/>
              <p:nvPr/>
            </p:nvSpPr>
            <p:spPr>
              <a:xfrm>
                <a:off x="6177429" y="1997637"/>
                <a:ext cx="903087" cy="5447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>
                  <a:lnSpc>
                    <a:spcPct val="80000"/>
                  </a:lnSpc>
                </a:pPr>
                <a:r>
                  <a:rPr lang="en-US" dirty="0"/>
                  <a:t>access </a:t>
                </a:r>
              </a:p>
              <a:p>
                <a:pPr algn="ctr">
                  <a:lnSpc>
                    <a:spcPct val="80000"/>
                  </a:lnSpc>
                </a:pPr>
                <a:r>
                  <a:rPr lang="en-US" dirty="0"/>
                  <a:t>control</a:t>
                </a:r>
              </a:p>
            </p:txBody>
          </p:sp>
        </p:grpSp>
        <p:grpSp>
          <p:nvGrpSpPr>
            <p:cNvPr id="1063" name="Group 1062"/>
            <p:cNvGrpSpPr/>
            <p:nvPr/>
          </p:nvGrpSpPr>
          <p:grpSpPr>
            <a:xfrm>
              <a:off x="7230837" y="1756871"/>
              <a:ext cx="1023471" cy="590176"/>
              <a:chOff x="6938682" y="977153"/>
              <a:chExt cx="1023471" cy="590176"/>
            </a:xfrm>
          </p:grpSpPr>
          <p:sp>
            <p:nvSpPr>
              <p:cNvPr id="1072" name="Oval 1071"/>
              <p:cNvSpPr/>
              <p:nvPr/>
            </p:nvSpPr>
            <p:spPr bwMode="auto">
              <a:xfrm>
                <a:off x="6938682" y="977153"/>
                <a:ext cx="1023471" cy="590176"/>
              </a:xfrm>
              <a:prstGeom prst="ellipse">
                <a:avLst/>
              </a:prstGeom>
              <a:solidFill>
                <a:srgbClr val="008000">
                  <a:alpha val="70000"/>
                </a:srgbClr>
              </a:solidFill>
              <a:ln>
                <a:solidFill>
                  <a:srgbClr val="00800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073" name="TextBox 1072"/>
              <p:cNvSpPr txBox="1"/>
              <p:nvPr/>
            </p:nvSpPr>
            <p:spPr>
              <a:xfrm>
                <a:off x="6964568" y="1007037"/>
                <a:ext cx="993256" cy="5447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>
                  <a:lnSpc>
                    <a:spcPct val="80000"/>
                  </a:lnSpc>
                </a:pPr>
                <a:r>
                  <a:rPr lang="en-US" dirty="0"/>
                  <a:t>load</a:t>
                </a:r>
              </a:p>
              <a:p>
                <a:pPr algn="ctr">
                  <a:lnSpc>
                    <a:spcPct val="80000"/>
                  </a:lnSpc>
                </a:pPr>
                <a:r>
                  <a:rPr lang="en-US" dirty="0"/>
                  <a:t>balance</a:t>
                </a:r>
              </a:p>
            </p:txBody>
          </p:sp>
        </p:grpSp>
        <p:cxnSp>
          <p:nvCxnSpPr>
            <p:cNvPr id="1064" name="Straight Arrow Connector 1063"/>
            <p:cNvCxnSpPr/>
            <p:nvPr/>
          </p:nvCxnSpPr>
          <p:spPr bwMode="auto">
            <a:xfrm flipV="1">
              <a:off x="8627245" y="1217948"/>
              <a:ext cx="0" cy="1248832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065" name="Straight Arrow Connector 1064"/>
            <p:cNvCxnSpPr/>
            <p:nvPr/>
          </p:nvCxnSpPr>
          <p:spPr bwMode="auto">
            <a:xfrm>
              <a:off x="8652645" y="2966181"/>
              <a:ext cx="0" cy="1524424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066" name="Straight Arrow Connector 1065"/>
            <p:cNvCxnSpPr/>
            <p:nvPr/>
          </p:nvCxnSpPr>
          <p:spPr bwMode="auto">
            <a:xfrm>
              <a:off x="8661016" y="5381629"/>
              <a:ext cx="0" cy="414864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067" name="Straight Arrow Connector 1066"/>
            <p:cNvCxnSpPr/>
            <p:nvPr/>
          </p:nvCxnSpPr>
          <p:spPr bwMode="auto">
            <a:xfrm flipV="1">
              <a:off x="8653320" y="4546025"/>
              <a:ext cx="0" cy="414864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068" name="TextBox 399"/>
            <p:cNvSpPr txBox="1">
              <a:spLocks noChangeArrowheads="1"/>
            </p:cNvSpPr>
            <p:nvPr/>
          </p:nvSpPr>
          <p:spPr bwMode="auto">
            <a:xfrm>
              <a:off x="6650715" y="4235599"/>
              <a:ext cx="1635889" cy="2845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>
                <a:lnSpc>
                  <a:spcPts val="1463"/>
                </a:lnSpc>
              </a:pPr>
              <a:r>
                <a:rPr lang="en-US" sz="1400" i="1" dirty="0"/>
                <a:t>southbound API</a:t>
              </a:r>
            </a:p>
          </p:txBody>
        </p:sp>
        <p:sp>
          <p:nvSpPr>
            <p:cNvPr id="1069" name="TextBox 399"/>
            <p:cNvSpPr txBox="1">
              <a:spLocks noChangeArrowheads="1"/>
            </p:cNvSpPr>
            <p:nvPr/>
          </p:nvSpPr>
          <p:spPr bwMode="auto">
            <a:xfrm>
              <a:off x="6646778" y="2717781"/>
              <a:ext cx="1635889" cy="2845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>
                <a:lnSpc>
                  <a:spcPts val="1463"/>
                </a:lnSpc>
              </a:pPr>
              <a:r>
                <a:rPr lang="en-US" sz="1400" i="1" dirty="0"/>
                <a:t>northbound API</a:t>
              </a:r>
            </a:p>
          </p:txBody>
        </p:sp>
        <p:sp>
          <p:nvSpPr>
            <p:cNvPr id="1070" name="TextBox 399"/>
            <p:cNvSpPr txBox="1">
              <a:spLocks noChangeArrowheads="1"/>
            </p:cNvSpPr>
            <p:nvPr/>
          </p:nvSpPr>
          <p:spPr bwMode="auto">
            <a:xfrm>
              <a:off x="5507651" y="5795718"/>
              <a:ext cx="2302688" cy="2845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>
                <a:lnSpc>
                  <a:spcPts val="1463"/>
                </a:lnSpc>
              </a:pPr>
              <a:r>
                <a:rPr lang="en-US" sz="1400" i="1" dirty="0"/>
                <a:t>SDN-controlled switches</a:t>
              </a:r>
            </a:p>
          </p:txBody>
        </p:sp>
        <p:sp>
          <p:nvSpPr>
            <p:cNvPr id="1071" name="TextBox 399"/>
            <p:cNvSpPr txBox="1">
              <a:spLocks noChangeArrowheads="1"/>
            </p:cNvSpPr>
            <p:nvPr/>
          </p:nvSpPr>
          <p:spPr bwMode="auto">
            <a:xfrm>
              <a:off x="5707907" y="910464"/>
              <a:ext cx="2381659" cy="2845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>
                <a:lnSpc>
                  <a:spcPts val="1463"/>
                </a:lnSpc>
              </a:pPr>
              <a:r>
                <a:rPr lang="en-US" sz="1400" i="1" dirty="0"/>
                <a:t>network-control applications</a:t>
              </a:r>
            </a:p>
          </p:txBody>
        </p:sp>
      </p:grpSp>
      <p:sp>
        <p:nvSpPr>
          <p:cNvPr id="2" name="Rectangle 1"/>
          <p:cNvSpPr/>
          <p:nvPr/>
        </p:nvSpPr>
        <p:spPr bwMode="auto">
          <a:xfrm>
            <a:off x="4785895" y="1147462"/>
            <a:ext cx="4134334" cy="3947271"/>
          </a:xfrm>
          <a:prstGeom prst="rect">
            <a:avLst/>
          </a:prstGeom>
          <a:solidFill>
            <a:schemeClr val="bg1">
              <a:alpha val="77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47935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69" name="Text Box 167"/>
          <p:cNvSpPr txBox="1">
            <a:spLocks noChangeArrowheads="1"/>
          </p:cNvSpPr>
          <p:nvPr/>
        </p:nvSpPr>
        <p:spPr bwMode="auto">
          <a:xfrm>
            <a:off x="542925" y="236538"/>
            <a:ext cx="6470341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3600" dirty="0">
                <a:solidFill>
                  <a:srgbClr val="000099"/>
                </a:solidFill>
                <a:latin typeface="Gill Sans MT" charset="0"/>
              </a:rPr>
              <a:t>SDN perspective: SDN controller</a:t>
            </a:r>
          </a:p>
        </p:txBody>
      </p:sp>
      <p:sp>
        <p:nvSpPr>
          <p:cNvPr id="466" name="Content Placeholder 6"/>
          <p:cNvSpPr txBox="1">
            <a:spLocks/>
          </p:cNvSpPr>
          <p:nvPr/>
        </p:nvSpPr>
        <p:spPr bwMode="auto">
          <a:xfrm>
            <a:off x="524550" y="1248707"/>
            <a:ext cx="4333436" cy="50108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defRPr sz="28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ＭＳ Ｐゴシック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Comic Sans MS" pitchFamily="66" charset="0"/>
                <a:ea typeface="ＭＳ Ｐゴシック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9pPr>
          </a:lstStyle>
          <a:p>
            <a:pPr marL="0" indent="0">
              <a:buNone/>
            </a:pPr>
            <a:r>
              <a:rPr lang="en-US" i="1" dirty="0">
                <a:solidFill>
                  <a:srgbClr val="CC0000"/>
                </a:solidFill>
              </a:rPr>
              <a:t>SDN controller (network OS): </a:t>
            </a:r>
          </a:p>
          <a:p>
            <a:r>
              <a:rPr lang="en-US" sz="2400" dirty="0"/>
              <a:t>maintain network state information</a:t>
            </a:r>
          </a:p>
          <a:p>
            <a:r>
              <a:rPr lang="en-US" sz="2400" dirty="0"/>
              <a:t>interacts with network control applications “above” via northbound API</a:t>
            </a:r>
          </a:p>
          <a:p>
            <a:r>
              <a:rPr lang="en-US" sz="2400" dirty="0"/>
              <a:t>interacts with network switches “below” via southbound API</a:t>
            </a:r>
          </a:p>
          <a:p>
            <a:r>
              <a:rPr lang="en-US" sz="2400" dirty="0"/>
              <a:t>implemented as distributed system for performance, scalability, robustness</a:t>
            </a:r>
          </a:p>
          <a:p>
            <a:endParaRPr lang="en-US" dirty="0"/>
          </a:p>
        </p:txBody>
      </p:sp>
      <p:sp>
        <p:nvSpPr>
          <p:cNvPr id="9" name="TextBox 399"/>
          <p:cNvSpPr txBox="1">
            <a:spLocks noChangeArrowheads="1"/>
          </p:cNvSpPr>
          <p:nvPr/>
        </p:nvSpPr>
        <p:spPr bwMode="auto">
          <a:xfrm>
            <a:off x="8518490" y="5440585"/>
            <a:ext cx="286930" cy="471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>
              <a:lnSpc>
                <a:spcPts val="1463"/>
              </a:lnSpc>
            </a:pPr>
            <a:r>
              <a:rPr lang="en-US" sz="1400" dirty="0"/>
              <a:t>data</a:t>
            </a:r>
          </a:p>
          <a:p>
            <a:pPr algn="ctr">
              <a:lnSpc>
                <a:spcPts val="1463"/>
              </a:lnSpc>
            </a:pPr>
            <a:r>
              <a:rPr lang="en-US" sz="1400" dirty="0"/>
              <a:t>plane</a:t>
            </a:r>
          </a:p>
        </p:txBody>
      </p:sp>
      <p:sp>
        <p:nvSpPr>
          <p:cNvPr id="10" name="TextBox 400"/>
          <p:cNvSpPr txBox="1">
            <a:spLocks noChangeArrowheads="1"/>
          </p:cNvSpPr>
          <p:nvPr/>
        </p:nvSpPr>
        <p:spPr bwMode="auto">
          <a:xfrm>
            <a:off x="8494972" y="2978227"/>
            <a:ext cx="342020" cy="471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>
              <a:lnSpc>
                <a:spcPts val="1463"/>
              </a:lnSpc>
            </a:pPr>
            <a:r>
              <a:rPr lang="en-US" sz="1400" dirty="0"/>
              <a:t>control</a:t>
            </a:r>
          </a:p>
          <a:p>
            <a:pPr algn="ctr">
              <a:lnSpc>
                <a:spcPts val="1463"/>
              </a:lnSpc>
            </a:pPr>
            <a:r>
              <a:rPr lang="en-US" sz="1400" dirty="0"/>
              <a:t>plane</a:t>
            </a:r>
          </a:p>
        </p:txBody>
      </p:sp>
      <p:cxnSp>
        <p:nvCxnSpPr>
          <p:cNvPr id="11" name="Straight Connector 10"/>
          <p:cNvCxnSpPr/>
          <p:nvPr/>
        </p:nvCxnSpPr>
        <p:spPr bwMode="auto">
          <a:xfrm flipV="1">
            <a:off x="5272718" y="5033566"/>
            <a:ext cx="2791783" cy="14329"/>
          </a:xfrm>
          <a:prstGeom prst="line">
            <a:avLst/>
          </a:prstGeom>
          <a:ln w="25400">
            <a:solidFill>
              <a:schemeClr val="tx1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 bwMode="auto">
          <a:xfrm flipV="1">
            <a:off x="5192283" y="3213235"/>
            <a:ext cx="3041550" cy="18563"/>
          </a:xfrm>
          <a:prstGeom prst="line">
            <a:avLst/>
          </a:prstGeom>
          <a:ln w="25400">
            <a:solidFill>
              <a:schemeClr val="tx1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3" name="Group 12"/>
          <p:cNvGrpSpPr/>
          <p:nvPr/>
        </p:nvGrpSpPr>
        <p:grpSpPr>
          <a:xfrm>
            <a:off x="5164667" y="5329900"/>
            <a:ext cx="2979208" cy="973667"/>
            <a:chOff x="2592388" y="5601756"/>
            <a:chExt cx="4027487" cy="939800"/>
          </a:xfrm>
        </p:grpSpPr>
        <p:sp>
          <p:nvSpPr>
            <p:cNvPr id="69" name="Freeform 2"/>
            <p:cNvSpPr>
              <a:spLocks/>
            </p:cNvSpPr>
            <p:nvPr/>
          </p:nvSpPr>
          <p:spPr bwMode="auto">
            <a:xfrm>
              <a:off x="2592388" y="5601756"/>
              <a:ext cx="4027487" cy="939800"/>
            </a:xfrm>
            <a:custGeom>
              <a:avLst/>
              <a:gdLst>
                <a:gd name="T0" fmla="*/ 648763 w 10001"/>
                <a:gd name="T1" fmla="*/ 34777612 h 10125"/>
                <a:gd name="T2" fmla="*/ 115976403 w 10001"/>
                <a:gd name="T3" fmla="*/ 13733703 h 10125"/>
                <a:gd name="T4" fmla="*/ 507700960 w 10001"/>
                <a:gd name="T5" fmla="*/ 8662125 h 10125"/>
                <a:gd name="T6" fmla="*/ 810212713 w 10001"/>
                <a:gd name="T7" fmla="*/ 0 h 10125"/>
                <a:gd name="T8" fmla="*/ 1090015738 w 10001"/>
                <a:gd name="T9" fmla="*/ 8687929 h 10125"/>
                <a:gd name="T10" fmla="*/ 1310938763 w 10001"/>
                <a:gd name="T11" fmla="*/ 4279362 h 10125"/>
                <a:gd name="T12" fmla="*/ 1620263134 w 10001"/>
                <a:gd name="T13" fmla="*/ 25736690 h 10125"/>
                <a:gd name="T14" fmla="*/ 1394798364 w 10001"/>
                <a:gd name="T15" fmla="*/ 58525268 h 10125"/>
                <a:gd name="T16" fmla="*/ 1134622140 w 10001"/>
                <a:gd name="T17" fmla="*/ 80266624 h 10125"/>
                <a:gd name="T18" fmla="*/ 860820276 w 10001"/>
                <a:gd name="T19" fmla="*/ 76142271 h 10125"/>
                <a:gd name="T20" fmla="*/ 708996782 w 10001"/>
                <a:gd name="T21" fmla="*/ 85346835 h 10125"/>
                <a:gd name="T22" fmla="*/ 509322667 w 10001"/>
                <a:gd name="T23" fmla="*/ 86268164 h 10125"/>
                <a:gd name="T24" fmla="*/ 353443899 w 10001"/>
                <a:gd name="T25" fmla="*/ 67979516 h 10125"/>
                <a:gd name="T26" fmla="*/ 192536914 w 10001"/>
                <a:gd name="T27" fmla="*/ 64535347 h 10125"/>
                <a:gd name="T28" fmla="*/ 648763 w 10001"/>
                <a:gd name="T29" fmla="*/ 34777612 h 10125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10001" h="10125">
                  <a:moveTo>
                    <a:pt x="4" y="4039"/>
                  </a:moveTo>
                  <a:cubicBezTo>
                    <a:pt x="-29" y="2271"/>
                    <a:pt x="194" y="2100"/>
                    <a:pt x="715" y="1595"/>
                  </a:cubicBezTo>
                  <a:cubicBezTo>
                    <a:pt x="1236" y="1089"/>
                    <a:pt x="2417" y="1272"/>
                    <a:pt x="3130" y="1006"/>
                  </a:cubicBezTo>
                  <a:cubicBezTo>
                    <a:pt x="3843" y="740"/>
                    <a:pt x="4397" y="0"/>
                    <a:pt x="4995" y="0"/>
                  </a:cubicBezTo>
                  <a:cubicBezTo>
                    <a:pt x="5593" y="1"/>
                    <a:pt x="6206" y="926"/>
                    <a:pt x="6720" y="1009"/>
                  </a:cubicBezTo>
                  <a:cubicBezTo>
                    <a:pt x="7234" y="1092"/>
                    <a:pt x="7536" y="241"/>
                    <a:pt x="8082" y="497"/>
                  </a:cubicBezTo>
                  <a:cubicBezTo>
                    <a:pt x="8628" y="756"/>
                    <a:pt x="9854" y="442"/>
                    <a:pt x="9989" y="2989"/>
                  </a:cubicBezTo>
                  <a:cubicBezTo>
                    <a:pt x="10124" y="5536"/>
                    <a:pt x="9098" y="5742"/>
                    <a:pt x="8599" y="6797"/>
                  </a:cubicBezTo>
                  <a:cubicBezTo>
                    <a:pt x="8100" y="7852"/>
                    <a:pt x="7544" y="8981"/>
                    <a:pt x="6995" y="9322"/>
                  </a:cubicBezTo>
                  <a:cubicBezTo>
                    <a:pt x="6446" y="9663"/>
                    <a:pt x="5793" y="8957"/>
                    <a:pt x="5307" y="8843"/>
                  </a:cubicBezTo>
                  <a:cubicBezTo>
                    <a:pt x="4819" y="8726"/>
                    <a:pt x="4628" y="10048"/>
                    <a:pt x="4371" y="9912"/>
                  </a:cubicBezTo>
                  <a:cubicBezTo>
                    <a:pt x="4114" y="9775"/>
                    <a:pt x="3505" y="10355"/>
                    <a:pt x="3140" y="10019"/>
                  </a:cubicBezTo>
                  <a:cubicBezTo>
                    <a:pt x="2774" y="9683"/>
                    <a:pt x="2820" y="8138"/>
                    <a:pt x="2179" y="7895"/>
                  </a:cubicBezTo>
                  <a:cubicBezTo>
                    <a:pt x="1586" y="6800"/>
                    <a:pt x="1549" y="8137"/>
                    <a:pt x="1187" y="7495"/>
                  </a:cubicBezTo>
                  <a:cubicBezTo>
                    <a:pt x="825" y="6852"/>
                    <a:pt x="-7" y="6157"/>
                    <a:pt x="4" y="4039"/>
                  </a:cubicBezTo>
                  <a:close/>
                </a:path>
              </a:pathLst>
            </a:custGeom>
            <a:solidFill>
              <a:srgbClr val="66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cxnSp>
          <p:nvCxnSpPr>
            <p:cNvPr id="70" name="Straight Connector 69"/>
            <p:cNvCxnSpPr/>
            <p:nvPr/>
          </p:nvCxnSpPr>
          <p:spPr>
            <a:xfrm flipV="1">
              <a:off x="3262941" y="5752569"/>
              <a:ext cx="1316038" cy="131762"/>
            </a:xfrm>
            <a:prstGeom prst="line">
              <a:avLst/>
            </a:prstGeom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/>
            <p:cNvCxnSpPr/>
            <p:nvPr/>
          </p:nvCxnSpPr>
          <p:spPr>
            <a:xfrm>
              <a:off x="3151816" y="5939894"/>
              <a:ext cx="2259013" cy="298450"/>
            </a:xfrm>
            <a:prstGeom prst="line">
              <a:avLst/>
            </a:prstGeom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/>
            <p:cNvCxnSpPr/>
            <p:nvPr/>
          </p:nvCxnSpPr>
          <p:spPr>
            <a:xfrm>
              <a:off x="3164516" y="6044669"/>
              <a:ext cx="714375" cy="276225"/>
            </a:xfrm>
            <a:prstGeom prst="line">
              <a:avLst/>
            </a:prstGeom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/>
            <p:cNvCxnSpPr/>
            <p:nvPr/>
          </p:nvCxnSpPr>
          <p:spPr>
            <a:xfrm flipV="1">
              <a:off x="4182104" y="6238344"/>
              <a:ext cx="1247775" cy="82550"/>
            </a:xfrm>
            <a:prstGeom prst="line">
              <a:avLst/>
            </a:prstGeom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/>
            <p:cNvCxnSpPr/>
            <p:nvPr/>
          </p:nvCxnSpPr>
          <p:spPr>
            <a:xfrm>
              <a:off x="4842504" y="5785906"/>
              <a:ext cx="1057275" cy="123825"/>
            </a:xfrm>
            <a:prstGeom prst="line">
              <a:avLst/>
            </a:prstGeom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/>
            <p:cNvCxnSpPr/>
            <p:nvPr/>
          </p:nvCxnSpPr>
          <p:spPr>
            <a:xfrm flipV="1">
              <a:off x="4126541" y="5939894"/>
              <a:ext cx="1790700" cy="298450"/>
            </a:xfrm>
            <a:prstGeom prst="line">
              <a:avLst/>
            </a:prstGeom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/>
            <p:cNvCxnSpPr/>
            <p:nvPr/>
          </p:nvCxnSpPr>
          <p:spPr>
            <a:xfrm flipV="1">
              <a:off x="5453691" y="5968469"/>
              <a:ext cx="588963" cy="269875"/>
            </a:xfrm>
            <a:prstGeom prst="line">
              <a:avLst/>
            </a:prstGeom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/>
            <p:cNvCxnSpPr/>
            <p:nvPr/>
          </p:nvCxnSpPr>
          <p:spPr>
            <a:xfrm>
              <a:off x="4596441" y="5752569"/>
              <a:ext cx="814388" cy="401637"/>
            </a:xfrm>
            <a:prstGeom prst="line">
              <a:avLst/>
            </a:prstGeom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8" name="Group 347"/>
            <p:cNvGrpSpPr>
              <a:grpSpLocks/>
            </p:cNvGrpSpPr>
            <p:nvPr/>
          </p:nvGrpSpPr>
          <p:grpSpPr bwMode="auto">
            <a:xfrm>
              <a:off x="5856401" y="5796097"/>
              <a:ext cx="588970" cy="242608"/>
              <a:chOff x="1871277" y="1576300"/>
              <a:chExt cx="1128371" cy="437861"/>
            </a:xfrm>
          </p:grpSpPr>
          <p:sp>
            <p:nvSpPr>
              <p:cNvPr id="119" name="Oval 118"/>
              <p:cNvSpPr/>
              <p:nvPr/>
            </p:nvSpPr>
            <p:spPr bwMode="auto">
              <a:xfrm flipV="1">
                <a:off x="1874446" y="1694641"/>
                <a:ext cx="1125202" cy="319520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2">
                      <a:lumMod val="75000"/>
                    </a:schemeClr>
                  </a:gs>
                  <a:gs pos="5300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accent2">
                      <a:lumMod val="75000"/>
                    </a:schemeClr>
                  </a:gs>
                </a:gsLst>
                <a:lin ang="0" scaled="1"/>
                <a:tileRect/>
              </a:gradFill>
              <a:ln w="6350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>
                  <a:ln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120" name="Rectangle 119"/>
              <p:cNvSpPr/>
              <p:nvPr/>
            </p:nvSpPr>
            <p:spPr bwMode="auto">
              <a:xfrm>
                <a:off x="1871277" y="1739611"/>
                <a:ext cx="1128371" cy="115973"/>
              </a:xfrm>
              <a:prstGeom prst="rect">
                <a:avLst/>
              </a:prstGeom>
              <a:gradFill>
                <a:gsLst>
                  <a:gs pos="0">
                    <a:schemeClr val="accent2">
                      <a:lumMod val="75000"/>
                    </a:schemeClr>
                  </a:gs>
                  <a:gs pos="5300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accent2">
                      <a:lumMod val="75000"/>
                    </a:schemeClr>
                  </a:gs>
                </a:gsLst>
                <a:lin ang="10800000" scaled="0"/>
              </a:gradFill>
              <a:ln w="25400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121" name="Oval 120"/>
              <p:cNvSpPr/>
              <p:nvPr/>
            </p:nvSpPr>
            <p:spPr bwMode="auto">
              <a:xfrm flipV="1">
                <a:off x="1871277" y="1576300"/>
                <a:ext cx="1125200" cy="31952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 w="6350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>
                  <a:ln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122" name="Freeform 121"/>
              <p:cNvSpPr/>
              <p:nvPr/>
            </p:nvSpPr>
            <p:spPr bwMode="auto">
              <a:xfrm>
                <a:off x="2159708" y="1673340"/>
                <a:ext cx="548339" cy="160943"/>
              </a:xfrm>
              <a:custGeom>
                <a:avLst/>
                <a:gdLst>
                  <a:gd name="connsiteX0" fmla="*/ 1486231 w 2944854"/>
                  <a:gd name="connsiteY0" fmla="*/ 727041 h 1302232"/>
                  <a:gd name="connsiteX1" fmla="*/ 257675 w 2944854"/>
                  <a:gd name="connsiteY1" fmla="*/ 1302232 h 1302232"/>
                  <a:gd name="connsiteX2" fmla="*/ 0 w 2944854"/>
                  <a:gd name="connsiteY2" fmla="*/ 1228607 h 1302232"/>
                  <a:gd name="connsiteX3" fmla="*/ 911064 w 2944854"/>
                  <a:gd name="connsiteY3" fmla="*/ 837478 h 1302232"/>
                  <a:gd name="connsiteX4" fmla="*/ 883456 w 2944854"/>
                  <a:gd name="connsiteY4" fmla="*/ 450949 h 1302232"/>
                  <a:gd name="connsiteX5" fmla="*/ 161047 w 2944854"/>
                  <a:gd name="connsiteY5" fmla="*/ 119640 h 1302232"/>
                  <a:gd name="connsiteX6" fmla="*/ 404917 w 2944854"/>
                  <a:gd name="connsiteY6" fmla="*/ 50617 h 1302232"/>
                  <a:gd name="connsiteX7" fmla="*/ 1477028 w 2944854"/>
                  <a:gd name="connsiteY7" fmla="*/ 501566 h 1302232"/>
                  <a:gd name="connsiteX8" fmla="*/ 2572146 w 2944854"/>
                  <a:gd name="connsiteY8" fmla="*/ 0 h 1302232"/>
                  <a:gd name="connsiteX9" fmla="*/ 2875834 w 2944854"/>
                  <a:gd name="connsiteY9" fmla="*/ 96632 h 1302232"/>
                  <a:gd name="connsiteX10" fmla="*/ 2079803 w 2944854"/>
                  <a:gd name="connsiteY10" fmla="*/ 432543 h 1302232"/>
                  <a:gd name="connsiteX11" fmla="*/ 2240850 w 2944854"/>
                  <a:gd name="connsiteY11" fmla="*/ 920305 h 1302232"/>
                  <a:gd name="connsiteX12" fmla="*/ 2944854 w 2944854"/>
                  <a:gd name="connsiteY12" fmla="*/ 1228607 h 1302232"/>
                  <a:gd name="connsiteX13" fmla="*/ 2733192 w 2944854"/>
                  <a:gd name="connsiteY13" fmla="*/ 1297630 h 1302232"/>
                  <a:gd name="connsiteX14" fmla="*/ 1486231 w 2944854"/>
                  <a:gd name="connsiteY14" fmla="*/ 727041 h 1302232"/>
                  <a:gd name="connsiteX0" fmla="*/ 1486231 w 2944854"/>
                  <a:gd name="connsiteY0" fmla="*/ 727041 h 1316375"/>
                  <a:gd name="connsiteX1" fmla="*/ 257675 w 2944854"/>
                  <a:gd name="connsiteY1" fmla="*/ 1302232 h 1316375"/>
                  <a:gd name="connsiteX2" fmla="*/ 0 w 2944854"/>
                  <a:gd name="connsiteY2" fmla="*/ 1228607 h 1316375"/>
                  <a:gd name="connsiteX3" fmla="*/ 911064 w 2944854"/>
                  <a:gd name="connsiteY3" fmla="*/ 837478 h 1316375"/>
                  <a:gd name="connsiteX4" fmla="*/ 883456 w 2944854"/>
                  <a:gd name="connsiteY4" fmla="*/ 450949 h 1316375"/>
                  <a:gd name="connsiteX5" fmla="*/ 161047 w 2944854"/>
                  <a:gd name="connsiteY5" fmla="*/ 119640 h 1316375"/>
                  <a:gd name="connsiteX6" fmla="*/ 404917 w 2944854"/>
                  <a:gd name="connsiteY6" fmla="*/ 50617 h 1316375"/>
                  <a:gd name="connsiteX7" fmla="*/ 1477028 w 2944854"/>
                  <a:gd name="connsiteY7" fmla="*/ 501566 h 1316375"/>
                  <a:gd name="connsiteX8" fmla="*/ 2572146 w 2944854"/>
                  <a:gd name="connsiteY8" fmla="*/ 0 h 1316375"/>
                  <a:gd name="connsiteX9" fmla="*/ 2875834 w 2944854"/>
                  <a:gd name="connsiteY9" fmla="*/ 96632 h 1316375"/>
                  <a:gd name="connsiteX10" fmla="*/ 2079803 w 2944854"/>
                  <a:gd name="connsiteY10" fmla="*/ 432543 h 1316375"/>
                  <a:gd name="connsiteX11" fmla="*/ 2240850 w 2944854"/>
                  <a:gd name="connsiteY11" fmla="*/ 920305 h 1316375"/>
                  <a:gd name="connsiteX12" fmla="*/ 2944854 w 2944854"/>
                  <a:gd name="connsiteY12" fmla="*/ 1228607 h 1316375"/>
                  <a:gd name="connsiteX13" fmla="*/ 2756623 w 2944854"/>
                  <a:gd name="connsiteY13" fmla="*/ 1316375 h 1316375"/>
                  <a:gd name="connsiteX14" fmla="*/ 1486231 w 2944854"/>
                  <a:gd name="connsiteY14" fmla="*/ 727041 h 1316375"/>
                  <a:gd name="connsiteX0" fmla="*/ 1486231 w 3024520"/>
                  <a:gd name="connsiteY0" fmla="*/ 727041 h 1316375"/>
                  <a:gd name="connsiteX1" fmla="*/ 257675 w 3024520"/>
                  <a:gd name="connsiteY1" fmla="*/ 1302232 h 1316375"/>
                  <a:gd name="connsiteX2" fmla="*/ 0 w 3024520"/>
                  <a:gd name="connsiteY2" fmla="*/ 1228607 h 1316375"/>
                  <a:gd name="connsiteX3" fmla="*/ 911064 w 3024520"/>
                  <a:gd name="connsiteY3" fmla="*/ 837478 h 1316375"/>
                  <a:gd name="connsiteX4" fmla="*/ 883456 w 3024520"/>
                  <a:gd name="connsiteY4" fmla="*/ 450949 h 1316375"/>
                  <a:gd name="connsiteX5" fmla="*/ 161047 w 3024520"/>
                  <a:gd name="connsiteY5" fmla="*/ 119640 h 1316375"/>
                  <a:gd name="connsiteX6" fmla="*/ 404917 w 3024520"/>
                  <a:gd name="connsiteY6" fmla="*/ 50617 h 1316375"/>
                  <a:gd name="connsiteX7" fmla="*/ 1477028 w 3024520"/>
                  <a:gd name="connsiteY7" fmla="*/ 501566 h 1316375"/>
                  <a:gd name="connsiteX8" fmla="*/ 2572146 w 3024520"/>
                  <a:gd name="connsiteY8" fmla="*/ 0 h 1316375"/>
                  <a:gd name="connsiteX9" fmla="*/ 2875834 w 3024520"/>
                  <a:gd name="connsiteY9" fmla="*/ 96632 h 1316375"/>
                  <a:gd name="connsiteX10" fmla="*/ 2079803 w 3024520"/>
                  <a:gd name="connsiteY10" fmla="*/ 432543 h 1316375"/>
                  <a:gd name="connsiteX11" fmla="*/ 2240850 w 3024520"/>
                  <a:gd name="connsiteY11" fmla="*/ 920305 h 1316375"/>
                  <a:gd name="connsiteX12" fmla="*/ 3024520 w 3024520"/>
                  <a:gd name="connsiteY12" fmla="*/ 1228607 h 1316375"/>
                  <a:gd name="connsiteX13" fmla="*/ 2756623 w 3024520"/>
                  <a:gd name="connsiteY13" fmla="*/ 1316375 h 1316375"/>
                  <a:gd name="connsiteX14" fmla="*/ 1486231 w 3024520"/>
                  <a:gd name="connsiteY14" fmla="*/ 727041 h 1316375"/>
                  <a:gd name="connsiteX0" fmla="*/ 1537780 w 3076069"/>
                  <a:gd name="connsiteY0" fmla="*/ 727041 h 1316375"/>
                  <a:gd name="connsiteX1" fmla="*/ 309224 w 3076069"/>
                  <a:gd name="connsiteY1" fmla="*/ 1302232 h 1316375"/>
                  <a:gd name="connsiteX2" fmla="*/ 0 w 3076069"/>
                  <a:gd name="connsiteY2" fmla="*/ 1228607 h 1316375"/>
                  <a:gd name="connsiteX3" fmla="*/ 962613 w 3076069"/>
                  <a:gd name="connsiteY3" fmla="*/ 837478 h 1316375"/>
                  <a:gd name="connsiteX4" fmla="*/ 935005 w 3076069"/>
                  <a:gd name="connsiteY4" fmla="*/ 450949 h 1316375"/>
                  <a:gd name="connsiteX5" fmla="*/ 212596 w 3076069"/>
                  <a:gd name="connsiteY5" fmla="*/ 119640 h 1316375"/>
                  <a:gd name="connsiteX6" fmla="*/ 456466 w 3076069"/>
                  <a:gd name="connsiteY6" fmla="*/ 50617 h 1316375"/>
                  <a:gd name="connsiteX7" fmla="*/ 1528577 w 3076069"/>
                  <a:gd name="connsiteY7" fmla="*/ 501566 h 1316375"/>
                  <a:gd name="connsiteX8" fmla="*/ 2623695 w 3076069"/>
                  <a:gd name="connsiteY8" fmla="*/ 0 h 1316375"/>
                  <a:gd name="connsiteX9" fmla="*/ 2927383 w 3076069"/>
                  <a:gd name="connsiteY9" fmla="*/ 96632 h 1316375"/>
                  <a:gd name="connsiteX10" fmla="*/ 2131352 w 3076069"/>
                  <a:gd name="connsiteY10" fmla="*/ 432543 h 1316375"/>
                  <a:gd name="connsiteX11" fmla="*/ 2292399 w 3076069"/>
                  <a:gd name="connsiteY11" fmla="*/ 920305 h 1316375"/>
                  <a:gd name="connsiteX12" fmla="*/ 3076069 w 3076069"/>
                  <a:gd name="connsiteY12" fmla="*/ 1228607 h 1316375"/>
                  <a:gd name="connsiteX13" fmla="*/ 2808172 w 3076069"/>
                  <a:gd name="connsiteY13" fmla="*/ 1316375 h 1316375"/>
                  <a:gd name="connsiteX14" fmla="*/ 1537780 w 3076069"/>
                  <a:gd name="connsiteY14" fmla="*/ 727041 h 1316375"/>
                  <a:gd name="connsiteX0" fmla="*/ 1537780 w 3076069"/>
                  <a:gd name="connsiteY0" fmla="*/ 727041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27041 h 1321259"/>
                  <a:gd name="connsiteX0" fmla="*/ 1537780 w 3076069"/>
                  <a:gd name="connsiteY0" fmla="*/ 750825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50825 h 13212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3076069" h="132125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123" name="Freeform 122"/>
              <p:cNvSpPr/>
              <p:nvPr/>
            </p:nvSpPr>
            <p:spPr bwMode="auto">
              <a:xfrm>
                <a:off x="2102655" y="1633103"/>
                <a:ext cx="662444" cy="111241"/>
              </a:xfrm>
              <a:custGeom>
                <a:avLst/>
                <a:gdLst>
                  <a:gd name="connsiteX0" fmla="*/ 0 w 3645229"/>
                  <a:gd name="connsiteY0" fmla="*/ 214441 h 923747"/>
                  <a:gd name="connsiteX1" fmla="*/ 659770 w 3645229"/>
                  <a:gd name="connsiteY1" fmla="*/ 16495 h 923747"/>
                  <a:gd name="connsiteX2" fmla="*/ 1814367 w 3645229"/>
                  <a:gd name="connsiteY2" fmla="*/ 511360 h 923747"/>
                  <a:gd name="connsiteX3" fmla="*/ 2968965 w 3645229"/>
                  <a:gd name="connsiteY3" fmla="*/ 0 h 923747"/>
                  <a:gd name="connsiteX4" fmla="*/ 3645229 w 3645229"/>
                  <a:gd name="connsiteY4" fmla="*/ 197946 h 923747"/>
                  <a:gd name="connsiteX5" fmla="*/ 3199884 w 3645229"/>
                  <a:gd name="connsiteY5" fmla="*/ 461874 h 923747"/>
                  <a:gd name="connsiteX6" fmla="*/ 2985459 w 3645229"/>
                  <a:gd name="connsiteY6" fmla="*/ 379396 h 923747"/>
                  <a:gd name="connsiteX7" fmla="*/ 1830861 w 3645229"/>
                  <a:gd name="connsiteY7" fmla="*/ 923747 h 923747"/>
                  <a:gd name="connsiteX8" fmla="*/ 676264 w 3645229"/>
                  <a:gd name="connsiteY8" fmla="*/ 412387 h 923747"/>
                  <a:gd name="connsiteX9" fmla="*/ 527816 w 3645229"/>
                  <a:gd name="connsiteY9" fmla="*/ 478369 h 923747"/>
                  <a:gd name="connsiteX10" fmla="*/ 0 w 3645229"/>
                  <a:gd name="connsiteY10" fmla="*/ 21444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71662 w 3640627"/>
                  <a:gd name="connsiteY8" fmla="*/ 412387 h 923747"/>
                  <a:gd name="connsiteX9" fmla="*/ 523214 w 3640627"/>
                  <a:gd name="connsiteY9" fmla="*/ 478369 h 923747"/>
                  <a:gd name="connsiteX10" fmla="*/ 0 w 3640627"/>
                  <a:gd name="connsiteY10" fmla="*/ 24205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71662 w 3640627"/>
                  <a:gd name="connsiteY8" fmla="*/ 412387 h 923747"/>
                  <a:gd name="connsiteX9" fmla="*/ 523214 w 3640627"/>
                  <a:gd name="connsiteY9" fmla="*/ 482971 h 923747"/>
                  <a:gd name="connsiteX10" fmla="*/ 0 w 3640627"/>
                  <a:gd name="connsiteY10" fmla="*/ 24205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90067 w 3640627"/>
                  <a:gd name="connsiteY8" fmla="*/ 412387 h 923747"/>
                  <a:gd name="connsiteX9" fmla="*/ 523214 w 3640627"/>
                  <a:gd name="connsiteY9" fmla="*/ 482971 h 923747"/>
                  <a:gd name="connsiteX10" fmla="*/ 0 w 3640627"/>
                  <a:gd name="connsiteY10" fmla="*/ 242051 h 923747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09765 w 3640627"/>
                  <a:gd name="connsiteY2" fmla="*/ 511360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2980857 w 3640627"/>
                  <a:gd name="connsiteY6" fmla="*/ 379396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55778 w 3640627"/>
                  <a:gd name="connsiteY2" fmla="*/ 534367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2980857 w 3640627"/>
                  <a:gd name="connsiteY6" fmla="*/ 379396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55778 w 3640627"/>
                  <a:gd name="connsiteY2" fmla="*/ 534367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3008465 w 3640627"/>
                  <a:gd name="connsiteY6" fmla="*/ 402404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723451"/>
                  <a:gd name="connsiteY0" fmla="*/ 242051 h 946755"/>
                  <a:gd name="connsiteX1" fmla="*/ 655168 w 3723451"/>
                  <a:gd name="connsiteY1" fmla="*/ 16495 h 946755"/>
                  <a:gd name="connsiteX2" fmla="*/ 1855778 w 3723451"/>
                  <a:gd name="connsiteY2" fmla="*/ 534367 h 946755"/>
                  <a:gd name="connsiteX3" fmla="*/ 2964363 w 3723451"/>
                  <a:gd name="connsiteY3" fmla="*/ 0 h 946755"/>
                  <a:gd name="connsiteX4" fmla="*/ 3723451 w 3723451"/>
                  <a:gd name="connsiteY4" fmla="*/ 220954 h 946755"/>
                  <a:gd name="connsiteX5" fmla="*/ 3195282 w 3723451"/>
                  <a:gd name="connsiteY5" fmla="*/ 461874 h 946755"/>
                  <a:gd name="connsiteX6" fmla="*/ 3008465 w 3723451"/>
                  <a:gd name="connsiteY6" fmla="*/ 402404 h 946755"/>
                  <a:gd name="connsiteX7" fmla="*/ 1876873 w 3723451"/>
                  <a:gd name="connsiteY7" fmla="*/ 946755 h 946755"/>
                  <a:gd name="connsiteX8" fmla="*/ 690067 w 3723451"/>
                  <a:gd name="connsiteY8" fmla="*/ 412387 h 946755"/>
                  <a:gd name="connsiteX9" fmla="*/ 523214 w 3723451"/>
                  <a:gd name="connsiteY9" fmla="*/ 482971 h 946755"/>
                  <a:gd name="connsiteX10" fmla="*/ 0 w 3723451"/>
                  <a:gd name="connsiteY10" fmla="*/ 242051 h 946755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95282 w 3723451"/>
                  <a:gd name="connsiteY5" fmla="*/ 448069 h 932950"/>
                  <a:gd name="connsiteX6" fmla="*/ 3008465 w 3723451"/>
                  <a:gd name="connsiteY6" fmla="*/ 388599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95282 w 3723451"/>
                  <a:gd name="connsiteY5" fmla="*/ 448069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86079 w 3723451"/>
                  <a:gd name="connsiteY5" fmla="*/ 461874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86079 w 3723451"/>
                  <a:gd name="connsiteY5" fmla="*/ 461874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711613 w 3723451"/>
                  <a:gd name="connsiteY8" fmla="*/ 413055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723451" h="932950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124" name="Freeform 123"/>
              <p:cNvSpPr/>
              <p:nvPr/>
            </p:nvSpPr>
            <p:spPr bwMode="auto">
              <a:xfrm>
                <a:off x="2536889" y="1727776"/>
                <a:ext cx="244057" cy="97040"/>
              </a:xfrm>
              <a:custGeom>
                <a:avLst/>
                <a:gdLst>
                  <a:gd name="connsiteX0" fmla="*/ 55216 w 1421812"/>
                  <a:gd name="connsiteY0" fmla="*/ 0 h 800665"/>
                  <a:gd name="connsiteX1" fmla="*/ 1421812 w 1421812"/>
                  <a:gd name="connsiteY1" fmla="*/ 625807 h 800665"/>
                  <a:gd name="connsiteX2" fmla="*/ 947874 w 1421812"/>
                  <a:gd name="connsiteY2" fmla="*/ 800665 h 800665"/>
                  <a:gd name="connsiteX3" fmla="*/ 50614 w 1421812"/>
                  <a:gd name="connsiteY3" fmla="*/ 404934 h 800665"/>
                  <a:gd name="connsiteX4" fmla="*/ 0 w 1421812"/>
                  <a:gd name="connsiteY4" fmla="*/ 404934 h 800665"/>
                  <a:gd name="connsiteX5" fmla="*/ 55216 w 1421812"/>
                  <a:gd name="connsiteY5" fmla="*/ 0 h 800665"/>
                  <a:gd name="connsiteX0" fmla="*/ 4602 w 1371198"/>
                  <a:gd name="connsiteY0" fmla="*/ 0 h 800665"/>
                  <a:gd name="connsiteX1" fmla="*/ 1371198 w 1371198"/>
                  <a:gd name="connsiteY1" fmla="*/ 625807 h 800665"/>
                  <a:gd name="connsiteX2" fmla="*/ 897260 w 1371198"/>
                  <a:gd name="connsiteY2" fmla="*/ 800665 h 800665"/>
                  <a:gd name="connsiteX3" fmla="*/ 0 w 1371198"/>
                  <a:gd name="connsiteY3" fmla="*/ 404934 h 800665"/>
                  <a:gd name="connsiteX4" fmla="*/ 4602 w 1371198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9868"/>
                  <a:gd name="connsiteX1" fmla="*/ 1366596 w 1366596"/>
                  <a:gd name="connsiteY1" fmla="*/ 625807 h 809868"/>
                  <a:gd name="connsiteX2" fmla="*/ 865050 w 1366596"/>
                  <a:gd name="connsiteY2" fmla="*/ 809868 h 809868"/>
                  <a:gd name="connsiteX3" fmla="*/ 4601 w 1366596"/>
                  <a:gd name="connsiteY3" fmla="*/ 427942 h 809868"/>
                  <a:gd name="connsiteX4" fmla="*/ 0 w 1366596"/>
                  <a:gd name="connsiteY4" fmla="*/ 0 h 8098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6596" h="809868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125" name="Freeform 124"/>
              <p:cNvSpPr/>
              <p:nvPr/>
            </p:nvSpPr>
            <p:spPr bwMode="auto">
              <a:xfrm>
                <a:off x="2089977" y="1730144"/>
                <a:ext cx="240888" cy="97039"/>
              </a:xfrm>
              <a:custGeom>
                <a:avLst/>
                <a:gdLst>
                  <a:gd name="connsiteX0" fmla="*/ 1329786 w 1348191"/>
                  <a:gd name="connsiteY0" fmla="*/ 0 h 809869"/>
                  <a:gd name="connsiteX1" fmla="*/ 1348191 w 1348191"/>
                  <a:gd name="connsiteY1" fmla="*/ 400333 h 809869"/>
                  <a:gd name="connsiteX2" fmla="*/ 487742 w 1348191"/>
                  <a:gd name="connsiteY2" fmla="*/ 809869 h 809869"/>
                  <a:gd name="connsiteX3" fmla="*/ 0 w 1348191"/>
                  <a:gd name="connsiteY3" fmla="*/ 630409 h 809869"/>
                  <a:gd name="connsiteX4" fmla="*/ 1329786 w 1348191"/>
                  <a:gd name="connsiteY4" fmla="*/ 0 h 809869"/>
                  <a:gd name="connsiteX0" fmla="*/ 1329786 w 1348191"/>
                  <a:gd name="connsiteY0" fmla="*/ 0 h 791462"/>
                  <a:gd name="connsiteX1" fmla="*/ 1348191 w 1348191"/>
                  <a:gd name="connsiteY1" fmla="*/ 381926 h 791462"/>
                  <a:gd name="connsiteX2" fmla="*/ 487742 w 1348191"/>
                  <a:gd name="connsiteY2" fmla="*/ 791462 h 791462"/>
                  <a:gd name="connsiteX3" fmla="*/ 0 w 1348191"/>
                  <a:gd name="connsiteY3" fmla="*/ 612002 h 791462"/>
                  <a:gd name="connsiteX4" fmla="*/ 1329786 w 1348191"/>
                  <a:gd name="connsiteY4" fmla="*/ 0 h 7914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48191" h="791462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cxnSp>
            <p:nvCxnSpPr>
              <p:cNvPr id="126" name="Straight Connector 125"/>
              <p:cNvCxnSpPr>
                <a:endCxn id="121" idx="2"/>
              </p:cNvCxnSpPr>
              <p:nvPr/>
            </p:nvCxnSpPr>
            <p:spPr bwMode="auto">
              <a:xfrm flipH="1" flipV="1">
                <a:off x="1871277" y="1737243"/>
                <a:ext cx="3169" cy="123074"/>
              </a:xfrm>
              <a:prstGeom prst="line">
                <a:avLst/>
              </a:prstGeom>
              <a:ln w="6350" cmpd="sng">
                <a:solidFill>
                  <a:schemeClr val="tx1"/>
                </a:solidFill>
              </a:ln>
              <a:effectLst>
                <a:outerShdw blurRad="40005" dist="19939" dir="5400000" algn="tl" rotWithShape="0">
                  <a:srgbClr val="000000">
                    <a:alpha val="38000"/>
                  </a:srgbClr>
                </a:outerShdw>
              </a:effectLst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7" name="Straight Connector 126"/>
              <p:cNvCxnSpPr/>
              <p:nvPr/>
            </p:nvCxnSpPr>
            <p:spPr bwMode="auto">
              <a:xfrm flipH="1" flipV="1">
                <a:off x="2996477" y="1734877"/>
                <a:ext cx="3171" cy="123074"/>
              </a:xfrm>
              <a:prstGeom prst="line">
                <a:avLst/>
              </a:prstGeom>
              <a:ln w="6350" cmpd="sng">
                <a:solidFill>
                  <a:schemeClr val="tx1"/>
                </a:solidFill>
              </a:ln>
              <a:effectLst>
                <a:outerShdw blurRad="40005" dist="19939" dir="5400000" algn="tl" rotWithShape="0">
                  <a:srgbClr val="000000">
                    <a:alpha val="38000"/>
                  </a:srgbClr>
                </a:outerShdw>
              </a:effectLst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9" name="Group 347"/>
            <p:cNvGrpSpPr>
              <a:grpSpLocks/>
            </p:cNvGrpSpPr>
            <p:nvPr/>
          </p:nvGrpSpPr>
          <p:grpSpPr bwMode="auto">
            <a:xfrm>
              <a:off x="4375328" y="5654000"/>
              <a:ext cx="588970" cy="242608"/>
              <a:chOff x="1871277" y="1576300"/>
              <a:chExt cx="1128371" cy="437861"/>
            </a:xfrm>
          </p:grpSpPr>
          <p:sp>
            <p:nvSpPr>
              <p:cNvPr id="110" name="Oval 109"/>
              <p:cNvSpPr/>
              <p:nvPr/>
            </p:nvSpPr>
            <p:spPr bwMode="auto">
              <a:xfrm flipV="1">
                <a:off x="1874446" y="1694641"/>
                <a:ext cx="1125202" cy="319520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2">
                      <a:lumMod val="75000"/>
                    </a:schemeClr>
                  </a:gs>
                  <a:gs pos="5300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accent2">
                      <a:lumMod val="75000"/>
                    </a:schemeClr>
                  </a:gs>
                </a:gsLst>
                <a:lin ang="0" scaled="1"/>
                <a:tileRect/>
              </a:gradFill>
              <a:ln w="6350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>
                  <a:ln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111" name="Rectangle 110"/>
              <p:cNvSpPr/>
              <p:nvPr/>
            </p:nvSpPr>
            <p:spPr bwMode="auto">
              <a:xfrm>
                <a:off x="1871277" y="1739611"/>
                <a:ext cx="1128371" cy="115973"/>
              </a:xfrm>
              <a:prstGeom prst="rect">
                <a:avLst/>
              </a:prstGeom>
              <a:gradFill>
                <a:gsLst>
                  <a:gs pos="0">
                    <a:schemeClr val="accent2">
                      <a:lumMod val="75000"/>
                    </a:schemeClr>
                  </a:gs>
                  <a:gs pos="5300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accent2">
                      <a:lumMod val="75000"/>
                    </a:schemeClr>
                  </a:gs>
                </a:gsLst>
                <a:lin ang="10800000" scaled="0"/>
              </a:gradFill>
              <a:ln w="25400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112" name="Oval 111"/>
              <p:cNvSpPr/>
              <p:nvPr/>
            </p:nvSpPr>
            <p:spPr bwMode="auto">
              <a:xfrm flipV="1">
                <a:off x="1871277" y="1576300"/>
                <a:ext cx="1125200" cy="31952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 w="6350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>
                  <a:ln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113" name="Freeform 112"/>
              <p:cNvSpPr/>
              <p:nvPr/>
            </p:nvSpPr>
            <p:spPr bwMode="auto">
              <a:xfrm>
                <a:off x="2159708" y="1673340"/>
                <a:ext cx="548339" cy="160943"/>
              </a:xfrm>
              <a:custGeom>
                <a:avLst/>
                <a:gdLst>
                  <a:gd name="connsiteX0" fmla="*/ 1486231 w 2944854"/>
                  <a:gd name="connsiteY0" fmla="*/ 727041 h 1302232"/>
                  <a:gd name="connsiteX1" fmla="*/ 257675 w 2944854"/>
                  <a:gd name="connsiteY1" fmla="*/ 1302232 h 1302232"/>
                  <a:gd name="connsiteX2" fmla="*/ 0 w 2944854"/>
                  <a:gd name="connsiteY2" fmla="*/ 1228607 h 1302232"/>
                  <a:gd name="connsiteX3" fmla="*/ 911064 w 2944854"/>
                  <a:gd name="connsiteY3" fmla="*/ 837478 h 1302232"/>
                  <a:gd name="connsiteX4" fmla="*/ 883456 w 2944854"/>
                  <a:gd name="connsiteY4" fmla="*/ 450949 h 1302232"/>
                  <a:gd name="connsiteX5" fmla="*/ 161047 w 2944854"/>
                  <a:gd name="connsiteY5" fmla="*/ 119640 h 1302232"/>
                  <a:gd name="connsiteX6" fmla="*/ 404917 w 2944854"/>
                  <a:gd name="connsiteY6" fmla="*/ 50617 h 1302232"/>
                  <a:gd name="connsiteX7" fmla="*/ 1477028 w 2944854"/>
                  <a:gd name="connsiteY7" fmla="*/ 501566 h 1302232"/>
                  <a:gd name="connsiteX8" fmla="*/ 2572146 w 2944854"/>
                  <a:gd name="connsiteY8" fmla="*/ 0 h 1302232"/>
                  <a:gd name="connsiteX9" fmla="*/ 2875834 w 2944854"/>
                  <a:gd name="connsiteY9" fmla="*/ 96632 h 1302232"/>
                  <a:gd name="connsiteX10" fmla="*/ 2079803 w 2944854"/>
                  <a:gd name="connsiteY10" fmla="*/ 432543 h 1302232"/>
                  <a:gd name="connsiteX11" fmla="*/ 2240850 w 2944854"/>
                  <a:gd name="connsiteY11" fmla="*/ 920305 h 1302232"/>
                  <a:gd name="connsiteX12" fmla="*/ 2944854 w 2944854"/>
                  <a:gd name="connsiteY12" fmla="*/ 1228607 h 1302232"/>
                  <a:gd name="connsiteX13" fmla="*/ 2733192 w 2944854"/>
                  <a:gd name="connsiteY13" fmla="*/ 1297630 h 1302232"/>
                  <a:gd name="connsiteX14" fmla="*/ 1486231 w 2944854"/>
                  <a:gd name="connsiteY14" fmla="*/ 727041 h 1302232"/>
                  <a:gd name="connsiteX0" fmla="*/ 1486231 w 2944854"/>
                  <a:gd name="connsiteY0" fmla="*/ 727041 h 1316375"/>
                  <a:gd name="connsiteX1" fmla="*/ 257675 w 2944854"/>
                  <a:gd name="connsiteY1" fmla="*/ 1302232 h 1316375"/>
                  <a:gd name="connsiteX2" fmla="*/ 0 w 2944854"/>
                  <a:gd name="connsiteY2" fmla="*/ 1228607 h 1316375"/>
                  <a:gd name="connsiteX3" fmla="*/ 911064 w 2944854"/>
                  <a:gd name="connsiteY3" fmla="*/ 837478 h 1316375"/>
                  <a:gd name="connsiteX4" fmla="*/ 883456 w 2944854"/>
                  <a:gd name="connsiteY4" fmla="*/ 450949 h 1316375"/>
                  <a:gd name="connsiteX5" fmla="*/ 161047 w 2944854"/>
                  <a:gd name="connsiteY5" fmla="*/ 119640 h 1316375"/>
                  <a:gd name="connsiteX6" fmla="*/ 404917 w 2944854"/>
                  <a:gd name="connsiteY6" fmla="*/ 50617 h 1316375"/>
                  <a:gd name="connsiteX7" fmla="*/ 1477028 w 2944854"/>
                  <a:gd name="connsiteY7" fmla="*/ 501566 h 1316375"/>
                  <a:gd name="connsiteX8" fmla="*/ 2572146 w 2944854"/>
                  <a:gd name="connsiteY8" fmla="*/ 0 h 1316375"/>
                  <a:gd name="connsiteX9" fmla="*/ 2875834 w 2944854"/>
                  <a:gd name="connsiteY9" fmla="*/ 96632 h 1316375"/>
                  <a:gd name="connsiteX10" fmla="*/ 2079803 w 2944854"/>
                  <a:gd name="connsiteY10" fmla="*/ 432543 h 1316375"/>
                  <a:gd name="connsiteX11" fmla="*/ 2240850 w 2944854"/>
                  <a:gd name="connsiteY11" fmla="*/ 920305 h 1316375"/>
                  <a:gd name="connsiteX12" fmla="*/ 2944854 w 2944854"/>
                  <a:gd name="connsiteY12" fmla="*/ 1228607 h 1316375"/>
                  <a:gd name="connsiteX13" fmla="*/ 2756623 w 2944854"/>
                  <a:gd name="connsiteY13" fmla="*/ 1316375 h 1316375"/>
                  <a:gd name="connsiteX14" fmla="*/ 1486231 w 2944854"/>
                  <a:gd name="connsiteY14" fmla="*/ 727041 h 1316375"/>
                  <a:gd name="connsiteX0" fmla="*/ 1486231 w 3024520"/>
                  <a:gd name="connsiteY0" fmla="*/ 727041 h 1316375"/>
                  <a:gd name="connsiteX1" fmla="*/ 257675 w 3024520"/>
                  <a:gd name="connsiteY1" fmla="*/ 1302232 h 1316375"/>
                  <a:gd name="connsiteX2" fmla="*/ 0 w 3024520"/>
                  <a:gd name="connsiteY2" fmla="*/ 1228607 h 1316375"/>
                  <a:gd name="connsiteX3" fmla="*/ 911064 w 3024520"/>
                  <a:gd name="connsiteY3" fmla="*/ 837478 h 1316375"/>
                  <a:gd name="connsiteX4" fmla="*/ 883456 w 3024520"/>
                  <a:gd name="connsiteY4" fmla="*/ 450949 h 1316375"/>
                  <a:gd name="connsiteX5" fmla="*/ 161047 w 3024520"/>
                  <a:gd name="connsiteY5" fmla="*/ 119640 h 1316375"/>
                  <a:gd name="connsiteX6" fmla="*/ 404917 w 3024520"/>
                  <a:gd name="connsiteY6" fmla="*/ 50617 h 1316375"/>
                  <a:gd name="connsiteX7" fmla="*/ 1477028 w 3024520"/>
                  <a:gd name="connsiteY7" fmla="*/ 501566 h 1316375"/>
                  <a:gd name="connsiteX8" fmla="*/ 2572146 w 3024520"/>
                  <a:gd name="connsiteY8" fmla="*/ 0 h 1316375"/>
                  <a:gd name="connsiteX9" fmla="*/ 2875834 w 3024520"/>
                  <a:gd name="connsiteY9" fmla="*/ 96632 h 1316375"/>
                  <a:gd name="connsiteX10" fmla="*/ 2079803 w 3024520"/>
                  <a:gd name="connsiteY10" fmla="*/ 432543 h 1316375"/>
                  <a:gd name="connsiteX11" fmla="*/ 2240850 w 3024520"/>
                  <a:gd name="connsiteY11" fmla="*/ 920305 h 1316375"/>
                  <a:gd name="connsiteX12" fmla="*/ 3024520 w 3024520"/>
                  <a:gd name="connsiteY12" fmla="*/ 1228607 h 1316375"/>
                  <a:gd name="connsiteX13" fmla="*/ 2756623 w 3024520"/>
                  <a:gd name="connsiteY13" fmla="*/ 1316375 h 1316375"/>
                  <a:gd name="connsiteX14" fmla="*/ 1486231 w 3024520"/>
                  <a:gd name="connsiteY14" fmla="*/ 727041 h 1316375"/>
                  <a:gd name="connsiteX0" fmla="*/ 1537780 w 3076069"/>
                  <a:gd name="connsiteY0" fmla="*/ 727041 h 1316375"/>
                  <a:gd name="connsiteX1" fmla="*/ 309224 w 3076069"/>
                  <a:gd name="connsiteY1" fmla="*/ 1302232 h 1316375"/>
                  <a:gd name="connsiteX2" fmla="*/ 0 w 3076069"/>
                  <a:gd name="connsiteY2" fmla="*/ 1228607 h 1316375"/>
                  <a:gd name="connsiteX3" fmla="*/ 962613 w 3076069"/>
                  <a:gd name="connsiteY3" fmla="*/ 837478 h 1316375"/>
                  <a:gd name="connsiteX4" fmla="*/ 935005 w 3076069"/>
                  <a:gd name="connsiteY4" fmla="*/ 450949 h 1316375"/>
                  <a:gd name="connsiteX5" fmla="*/ 212596 w 3076069"/>
                  <a:gd name="connsiteY5" fmla="*/ 119640 h 1316375"/>
                  <a:gd name="connsiteX6" fmla="*/ 456466 w 3076069"/>
                  <a:gd name="connsiteY6" fmla="*/ 50617 h 1316375"/>
                  <a:gd name="connsiteX7" fmla="*/ 1528577 w 3076069"/>
                  <a:gd name="connsiteY7" fmla="*/ 501566 h 1316375"/>
                  <a:gd name="connsiteX8" fmla="*/ 2623695 w 3076069"/>
                  <a:gd name="connsiteY8" fmla="*/ 0 h 1316375"/>
                  <a:gd name="connsiteX9" fmla="*/ 2927383 w 3076069"/>
                  <a:gd name="connsiteY9" fmla="*/ 96632 h 1316375"/>
                  <a:gd name="connsiteX10" fmla="*/ 2131352 w 3076069"/>
                  <a:gd name="connsiteY10" fmla="*/ 432543 h 1316375"/>
                  <a:gd name="connsiteX11" fmla="*/ 2292399 w 3076069"/>
                  <a:gd name="connsiteY11" fmla="*/ 920305 h 1316375"/>
                  <a:gd name="connsiteX12" fmla="*/ 3076069 w 3076069"/>
                  <a:gd name="connsiteY12" fmla="*/ 1228607 h 1316375"/>
                  <a:gd name="connsiteX13" fmla="*/ 2808172 w 3076069"/>
                  <a:gd name="connsiteY13" fmla="*/ 1316375 h 1316375"/>
                  <a:gd name="connsiteX14" fmla="*/ 1537780 w 3076069"/>
                  <a:gd name="connsiteY14" fmla="*/ 727041 h 1316375"/>
                  <a:gd name="connsiteX0" fmla="*/ 1537780 w 3076069"/>
                  <a:gd name="connsiteY0" fmla="*/ 727041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27041 h 1321259"/>
                  <a:gd name="connsiteX0" fmla="*/ 1537780 w 3076069"/>
                  <a:gd name="connsiteY0" fmla="*/ 750825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50825 h 13212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3076069" h="132125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114" name="Freeform 113"/>
              <p:cNvSpPr/>
              <p:nvPr/>
            </p:nvSpPr>
            <p:spPr bwMode="auto">
              <a:xfrm>
                <a:off x="2102655" y="1633103"/>
                <a:ext cx="662444" cy="111241"/>
              </a:xfrm>
              <a:custGeom>
                <a:avLst/>
                <a:gdLst>
                  <a:gd name="connsiteX0" fmla="*/ 0 w 3645229"/>
                  <a:gd name="connsiteY0" fmla="*/ 214441 h 923747"/>
                  <a:gd name="connsiteX1" fmla="*/ 659770 w 3645229"/>
                  <a:gd name="connsiteY1" fmla="*/ 16495 h 923747"/>
                  <a:gd name="connsiteX2" fmla="*/ 1814367 w 3645229"/>
                  <a:gd name="connsiteY2" fmla="*/ 511360 h 923747"/>
                  <a:gd name="connsiteX3" fmla="*/ 2968965 w 3645229"/>
                  <a:gd name="connsiteY3" fmla="*/ 0 h 923747"/>
                  <a:gd name="connsiteX4" fmla="*/ 3645229 w 3645229"/>
                  <a:gd name="connsiteY4" fmla="*/ 197946 h 923747"/>
                  <a:gd name="connsiteX5" fmla="*/ 3199884 w 3645229"/>
                  <a:gd name="connsiteY5" fmla="*/ 461874 h 923747"/>
                  <a:gd name="connsiteX6" fmla="*/ 2985459 w 3645229"/>
                  <a:gd name="connsiteY6" fmla="*/ 379396 h 923747"/>
                  <a:gd name="connsiteX7" fmla="*/ 1830861 w 3645229"/>
                  <a:gd name="connsiteY7" fmla="*/ 923747 h 923747"/>
                  <a:gd name="connsiteX8" fmla="*/ 676264 w 3645229"/>
                  <a:gd name="connsiteY8" fmla="*/ 412387 h 923747"/>
                  <a:gd name="connsiteX9" fmla="*/ 527816 w 3645229"/>
                  <a:gd name="connsiteY9" fmla="*/ 478369 h 923747"/>
                  <a:gd name="connsiteX10" fmla="*/ 0 w 3645229"/>
                  <a:gd name="connsiteY10" fmla="*/ 21444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71662 w 3640627"/>
                  <a:gd name="connsiteY8" fmla="*/ 412387 h 923747"/>
                  <a:gd name="connsiteX9" fmla="*/ 523214 w 3640627"/>
                  <a:gd name="connsiteY9" fmla="*/ 478369 h 923747"/>
                  <a:gd name="connsiteX10" fmla="*/ 0 w 3640627"/>
                  <a:gd name="connsiteY10" fmla="*/ 24205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71662 w 3640627"/>
                  <a:gd name="connsiteY8" fmla="*/ 412387 h 923747"/>
                  <a:gd name="connsiteX9" fmla="*/ 523214 w 3640627"/>
                  <a:gd name="connsiteY9" fmla="*/ 482971 h 923747"/>
                  <a:gd name="connsiteX10" fmla="*/ 0 w 3640627"/>
                  <a:gd name="connsiteY10" fmla="*/ 24205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90067 w 3640627"/>
                  <a:gd name="connsiteY8" fmla="*/ 412387 h 923747"/>
                  <a:gd name="connsiteX9" fmla="*/ 523214 w 3640627"/>
                  <a:gd name="connsiteY9" fmla="*/ 482971 h 923747"/>
                  <a:gd name="connsiteX10" fmla="*/ 0 w 3640627"/>
                  <a:gd name="connsiteY10" fmla="*/ 242051 h 923747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09765 w 3640627"/>
                  <a:gd name="connsiteY2" fmla="*/ 511360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2980857 w 3640627"/>
                  <a:gd name="connsiteY6" fmla="*/ 379396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55778 w 3640627"/>
                  <a:gd name="connsiteY2" fmla="*/ 534367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2980857 w 3640627"/>
                  <a:gd name="connsiteY6" fmla="*/ 379396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55778 w 3640627"/>
                  <a:gd name="connsiteY2" fmla="*/ 534367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3008465 w 3640627"/>
                  <a:gd name="connsiteY6" fmla="*/ 402404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723451"/>
                  <a:gd name="connsiteY0" fmla="*/ 242051 h 946755"/>
                  <a:gd name="connsiteX1" fmla="*/ 655168 w 3723451"/>
                  <a:gd name="connsiteY1" fmla="*/ 16495 h 946755"/>
                  <a:gd name="connsiteX2" fmla="*/ 1855778 w 3723451"/>
                  <a:gd name="connsiteY2" fmla="*/ 534367 h 946755"/>
                  <a:gd name="connsiteX3" fmla="*/ 2964363 w 3723451"/>
                  <a:gd name="connsiteY3" fmla="*/ 0 h 946755"/>
                  <a:gd name="connsiteX4" fmla="*/ 3723451 w 3723451"/>
                  <a:gd name="connsiteY4" fmla="*/ 220954 h 946755"/>
                  <a:gd name="connsiteX5" fmla="*/ 3195282 w 3723451"/>
                  <a:gd name="connsiteY5" fmla="*/ 461874 h 946755"/>
                  <a:gd name="connsiteX6" fmla="*/ 3008465 w 3723451"/>
                  <a:gd name="connsiteY6" fmla="*/ 402404 h 946755"/>
                  <a:gd name="connsiteX7" fmla="*/ 1876873 w 3723451"/>
                  <a:gd name="connsiteY7" fmla="*/ 946755 h 946755"/>
                  <a:gd name="connsiteX8" fmla="*/ 690067 w 3723451"/>
                  <a:gd name="connsiteY8" fmla="*/ 412387 h 946755"/>
                  <a:gd name="connsiteX9" fmla="*/ 523214 w 3723451"/>
                  <a:gd name="connsiteY9" fmla="*/ 482971 h 946755"/>
                  <a:gd name="connsiteX10" fmla="*/ 0 w 3723451"/>
                  <a:gd name="connsiteY10" fmla="*/ 242051 h 946755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95282 w 3723451"/>
                  <a:gd name="connsiteY5" fmla="*/ 448069 h 932950"/>
                  <a:gd name="connsiteX6" fmla="*/ 3008465 w 3723451"/>
                  <a:gd name="connsiteY6" fmla="*/ 388599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95282 w 3723451"/>
                  <a:gd name="connsiteY5" fmla="*/ 448069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86079 w 3723451"/>
                  <a:gd name="connsiteY5" fmla="*/ 461874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86079 w 3723451"/>
                  <a:gd name="connsiteY5" fmla="*/ 461874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711613 w 3723451"/>
                  <a:gd name="connsiteY8" fmla="*/ 413055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723451" h="932950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115" name="Freeform 114"/>
              <p:cNvSpPr/>
              <p:nvPr/>
            </p:nvSpPr>
            <p:spPr bwMode="auto">
              <a:xfrm>
                <a:off x="2536889" y="1727776"/>
                <a:ext cx="244057" cy="97040"/>
              </a:xfrm>
              <a:custGeom>
                <a:avLst/>
                <a:gdLst>
                  <a:gd name="connsiteX0" fmla="*/ 55216 w 1421812"/>
                  <a:gd name="connsiteY0" fmla="*/ 0 h 800665"/>
                  <a:gd name="connsiteX1" fmla="*/ 1421812 w 1421812"/>
                  <a:gd name="connsiteY1" fmla="*/ 625807 h 800665"/>
                  <a:gd name="connsiteX2" fmla="*/ 947874 w 1421812"/>
                  <a:gd name="connsiteY2" fmla="*/ 800665 h 800665"/>
                  <a:gd name="connsiteX3" fmla="*/ 50614 w 1421812"/>
                  <a:gd name="connsiteY3" fmla="*/ 404934 h 800665"/>
                  <a:gd name="connsiteX4" fmla="*/ 0 w 1421812"/>
                  <a:gd name="connsiteY4" fmla="*/ 404934 h 800665"/>
                  <a:gd name="connsiteX5" fmla="*/ 55216 w 1421812"/>
                  <a:gd name="connsiteY5" fmla="*/ 0 h 800665"/>
                  <a:gd name="connsiteX0" fmla="*/ 4602 w 1371198"/>
                  <a:gd name="connsiteY0" fmla="*/ 0 h 800665"/>
                  <a:gd name="connsiteX1" fmla="*/ 1371198 w 1371198"/>
                  <a:gd name="connsiteY1" fmla="*/ 625807 h 800665"/>
                  <a:gd name="connsiteX2" fmla="*/ 897260 w 1371198"/>
                  <a:gd name="connsiteY2" fmla="*/ 800665 h 800665"/>
                  <a:gd name="connsiteX3" fmla="*/ 0 w 1371198"/>
                  <a:gd name="connsiteY3" fmla="*/ 404934 h 800665"/>
                  <a:gd name="connsiteX4" fmla="*/ 4602 w 1371198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9868"/>
                  <a:gd name="connsiteX1" fmla="*/ 1366596 w 1366596"/>
                  <a:gd name="connsiteY1" fmla="*/ 625807 h 809868"/>
                  <a:gd name="connsiteX2" fmla="*/ 865050 w 1366596"/>
                  <a:gd name="connsiteY2" fmla="*/ 809868 h 809868"/>
                  <a:gd name="connsiteX3" fmla="*/ 4601 w 1366596"/>
                  <a:gd name="connsiteY3" fmla="*/ 427942 h 809868"/>
                  <a:gd name="connsiteX4" fmla="*/ 0 w 1366596"/>
                  <a:gd name="connsiteY4" fmla="*/ 0 h 8098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6596" h="809868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116" name="Freeform 115"/>
              <p:cNvSpPr/>
              <p:nvPr/>
            </p:nvSpPr>
            <p:spPr bwMode="auto">
              <a:xfrm>
                <a:off x="2089977" y="1730144"/>
                <a:ext cx="240888" cy="97039"/>
              </a:xfrm>
              <a:custGeom>
                <a:avLst/>
                <a:gdLst>
                  <a:gd name="connsiteX0" fmla="*/ 1329786 w 1348191"/>
                  <a:gd name="connsiteY0" fmla="*/ 0 h 809869"/>
                  <a:gd name="connsiteX1" fmla="*/ 1348191 w 1348191"/>
                  <a:gd name="connsiteY1" fmla="*/ 400333 h 809869"/>
                  <a:gd name="connsiteX2" fmla="*/ 487742 w 1348191"/>
                  <a:gd name="connsiteY2" fmla="*/ 809869 h 809869"/>
                  <a:gd name="connsiteX3" fmla="*/ 0 w 1348191"/>
                  <a:gd name="connsiteY3" fmla="*/ 630409 h 809869"/>
                  <a:gd name="connsiteX4" fmla="*/ 1329786 w 1348191"/>
                  <a:gd name="connsiteY4" fmla="*/ 0 h 809869"/>
                  <a:gd name="connsiteX0" fmla="*/ 1329786 w 1348191"/>
                  <a:gd name="connsiteY0" fmla="*/ 0 h 791462"/>
                  <a:gd name="connsiteX1" fmla="*/ 1348191 w 1348191"/>
                  <a:gd name="connsiteY1" fmla="*/ 381926 h 791462"/>
                  <a:gd name="connsiteX2" fmla="*/ 487742 w 1348191"/>
                  <a:gd name="connsiteY2" fmla="*/ 791462 h 791462"/>
                  <a:gd name="connsiteX3" fmla="*/ 0 w 1348191"/>
                  <a:gd name="connsiteY3" fmla="*/ 612002 h 791462"/>
                  <a:gd name="connsiteX4" fmla="*/ 1329786 w 1348191"/>
                  <a:gd name="connsiteY4" fmla="*/ 0 h 7914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48191" h="791462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cxnSp>
            <p:nvCxnSpPr>
              <p:cNvPr id="117" name="Straight Connector 116"/>
              <p:cNvCxnSpPr>
                <a:endCxn id="112" idx="2"/>
              </p:cNvCxnSpPr>
              <p:nvPr/>
            </p:nvCxnSpPr>
            <p:spPr bwMode="auto">
              <a:xfrm flipH="1" flipV="1">
                <a:off x="1871277" y="1737243"/>
                <a:ext cx="3169" cy="123074"/>
              </a:xfrm>
              <a:prstGeom prst="line">
                <a:avLst/>
              </a:prstGeom>
              <a:ln w="6350" cmpd="sng">
                <a:solidFill>
                  <a:schemeClr val="tx1"/>
                </a:solidFill>
              </a:ln>
              <a:effectLst>
                <a:outerShdw blurRad="40005" dist="19939" dir="5400000" algn="tl" rotWithShape="0">
                  <a:srgbClr val="000000">
                    <a:alpha val="38000"/>
                  </a:srgbClr>
                </a:outerShdw>
              </a:effectLst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8" name="Straight Connector 117"/>
              <p:cNvCxnSpPr/>
              <p:nvPr/>
            </p:nvCxnSpPr>
            <p:spPr bwMode="auto">
              <a:xfrm flipH="1" flipV="1">
                <a:off x="2996477" y="1734877"/>
                <a:ext cx="3171" cy="123074"/>
              </a:xfrm>
              <a:prstGeom prst="line">
                <a:avLst/>
              </a:prstGeom>
              <a:ln w="6350" cmpd="sng">
                <a:solidFill>
                  <a:schemeClr val="tx1"/>
                </a:solidFill>
              </a:ln>
              <a:effectLst>
                <a:outerShdw blurRad="40005" dist="19939" dir="5400000" algn="tl" rotWithShape="0">
                  <a:srgbClr val="000000">
                    <a:alpha val="38000"/>
                  </a:srgbClr>
                </a:outerShdw>
              </a:effectLst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0" name="Group 347"/>
            <p:cNvGrpSpPr>
              <a:grpSpLocks/>
            </p:cNvGrpSpPr>
            <p:nvPr/>
          </p:nvGrpSpPr>
          <p:grpSpPr bwMode="auto">
            <a:xfrm>
              <a:off x="2848241" y="5847813"/>
              <a:ext cx="588970" cy="242608"/>
              <a:chOff x="1871277" y="1576300"/>
              <a:chExt cx="1128371" cy="437861"/>
            </a:xfrm>
          </p:grpSpPr>
          <p:sp>
            <p:nvSpPr>
              <p:cNvPr id="101" name="Oval 100"/>
              <p:cNvSpPr/>
              <p:nvPr/>
            </p:nvSpPr>
            <p:spPr bwMode="auto">
              <a:xfrm flipV="1">
                <a:off x="1874446" y="1694641"/>
                <a:ext cx="1125202" cy="319520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2">
                      <a:lumMod val="75000"/>
                    </a:schemeClr>
                  </a:gs>
                  <a:gs pos="5300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accent2">
                      <a:lumMod val="75000"/>
                    </a:schemeClr>
                  </a:gs>
                </a:gsLst>
                <a:lin ang="0" scaled="1"/>
                <a:tileRect/>
              </a:gradFill>
              <a:ln w="6350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>
                  <a:ln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102" name="Rectangle 101"/>
              <p:cNvSpPr/>
              <p:nvPr/>
            </p:nvSpPr>
            <p:spPr bwMode="auto">
              <a:xfrm>
                <a:off x="1871277" y="1739611"/>
                <a:ext cx="1128371" cy="115973"/>
              </a:xfrm>
              <a:prstGeom prst="rect">
                <a:avLst/>
              </a:prstGeom>
              <a:gradFill>
                <a:gsLst>
                  <a:gs pos="0">
                    <a:schemeClr val="accent2">
                      <a:lumMod val="75000"/>
                    </a:schemeClr>
                  </a:gs>
                  <a:gs pos="5300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accent2">
                      <a:lumMod val="75000"/>
                    </a:schemeClr>
                  </a:gs>
                </a:gsLst>
                <a:lin ang="10800000" scaled="0"/>
              </a:gradFill>
              <a:ln w="25400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103" name="Oval 102"/>
              <p:cNvSpPr/>
              <p:nvPr/>
            </p:nvSpPr>
            <p:spPr bwMode="auto">
              <a:xfrm flipV="1">
                <a:off x="1871277" y="1576300"/>
                <a:ext cx="1125200" cy="31952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 w="6350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>
                  <a:ln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104" name="Freeform 103"/>
              <p:cNvSpPr/>
              <p:nvPr/>
            </p:nvSpPr>
            <p:spPr bwMode="auto">
              <a:xfrm>
                <a:off x="2159708" y="1673340"/>
                <a:ext cx="548339" cy="160943"/>
              </a:xfrm>
              <a:custGeom>
                <a:avLst/>
                <a:gdLst>
                  <a:gd name="connsiteX0" fmla="*/ 1486231 w 2944854"/>
                  <a:gd name="connsiteY0" fmla="*/ 727041 h 1302232"/>
                  <a:gd name="connsiteX1" fmla="*/ 257675 w 2944854"/>
                  <a:gd name="connsiteY1" fmla="*/ 1302232 h 1302232"/>
                  <a:gd name="connsiteX2" fmla="*/ 0 w 2944854"/>
                  <a:gd name="connsiteY2" fmla="*/ 1228607 h 1302232"/>
                  <a:gd name="connsiteX3" fmla="*/ 911064 w 2944854"/>
                  <a:gd name="connsiteY3" fmla="*/ 837478 h 1302232"/>
                  <a:gd name="connsiteX4" fmla="*/ 883456 w 2944854"/>
                  <a:gd name="connsiteY4" fmla="*/ 450949 h 1302232"/>
                  <a:gd name="connsiteX5" fmla="*/ 161047 w 2944854"/>
                  <a:gd name="connsiteY5" fmla="*/ 119640 h 1302232"/>
                  <a:gd name="connsiteX6" fmla="*/ 404917 w 2944854"/>
                  <a:gd name="connsiteY6" fmla="*/ 50617 h 1302232"/>
                  <a:gd name="connsiteX7" fmla="*/ 1477028 w 2944854"/>
                  <a:gd name="connsiteY7" fmla="*/ 501566 h 1302232"/>
                  <a:gd name="connsiteX8" fmla="*/ 2572146 w 2944854"/>
                  <a:gd name="connsiteY8" fmla="*/ 0 h 1302232"/>
                  <a:gd name="connsiteX9" fmla="*/ 2875834 w 2944854"/>
                  <a:gd name="connsiteY9" fmla="*/ 96632 h 1302232"/>
                  <a:gd name="connsiteX10" fmla="*/ 2079803 w 2944854"/>
                  <a:gd name="connsiteY10" fmla="*/ 432543 h 1302232"/>
                  <a:gd name="connsiteX11" fmla="*/ 2240850 w 2944854"/>
                  <a:gd name="connsiteY11" fmla="*/ 920305 h 1302232"/>
                  <a:gd name="connsiteX12" fmla="*/ 2944854 w 2944854"/>
                  <a:gd name="connsiteY12" fmla="*/ 1228607 h 1302232"/>
                  <a:gd name="connsiteX13" fmla="*/ 2733192 w 2944854"/>
                  <a:gd name="connsiteY13" fmla="*/ 1297630 h 1302232"/>
                  <a:gd name="connsiteX14" fmla="*/ 1486231 w 2944854"/>
                  <a:gd name="connsiteY14" fmla="*/ 727041 h 1302232"/>
                  <a:gd name="connsiteX0" fmla="*/ 1486231 w 2944854"/>
                  <a:gd name="connsiteY0" fmla="*/ 727041 h 1316375"/>
                  <a:gd name="connsiteX1" fmla="*/ 257675 w 2944854"/>
                  <a:gd name="connsiteY1" fmla="*/ 1302232 h 1316375"/>
                  <a:gd name="connsiteX2" fmla="*/ 0 w 2944854"/>
                  <a:gd name="connsiteY2" fmla="*/ 1228607 h 1316375"/>
                  <a:gd name="connsiteX3" fmla="*/ 911064 w 2944854"/>
                  <a:gd name="connsiteY3" fmla="*/ 837478 h 1316375"/>
                  <a:gd name="connsiteX4" fmla="*/ 883456 w 2944854"/>
                  <a:gd name="connsiteY4" fmla="*/ 450949 h 1316375"/>
                  <a:gd name="connsiteX5" fmla="*/ 161047 w 2944854"/>
                  <a:gd name="connsiteY5" fmla="*/ 119640 h 1316375"/>
                  <a:gd name="connsiteX6" fmla="*/ 404917 w 2944854"/>
                  <a:gd name="connsiteY6" fmla="*/ 50617 h 1316375"/>
                  <a:gd name="connsiteX7" fmla="*/ 1477028 w 2944854"/>
                  <a:gd name="connsiteY7" fmla="*/ 501566 h 1316375"/>
                  <a:gd name="connsiteX8" fmla="*/ 2572146 w 2944854"/>
                  <a:gd name="connsiteY8" fmla="*/ 0 h 1316375"/>
                  <a:gd name="connsiteX9" fmla="*/ 2875834 w 2944854"/>
                  <a:gd name="connsiteY9" fmla="*/ 96632 h 1316375"/>
                  <a:gd name="connsiteX10" fmla="*/ 2079803 w 2944854"/>
                  <a:gd name="connsiteY10" fmla="*/ 432543 h 1316375"/>
                  <a:gd name="connsiteX11" fmla="*/ 2240850 w 2944854"/>
                  <a:gd name="connsiteY11" fmla="*/ 920305 h 1316375"/>
                  <a:gd name="connsiteX12" fmla="*/ 2944854 w 2944854"/>
                  <a:gd name="connsiteY12" fmla="*/ 1228607 h 1316375"/>
                  <a:gd name="connsiteX13" fmla="*/ 2756623 w 2944854"/>
                  <a:gd name="connsiteY13" fmla="*/ 1316375 h 1316375"/>
                  <a:gd name="connsiteX14" fmla="*/ 1486231 w 2944854"/>
                  <a:gd name="connsiteY14" fmla="*/ 727041 h 1316375"/>
                  <a:gd name="connsiteX0" fmla="*/ 1486231 w 3024520"/>
                  <a:gd name="connsiteY0" fmla="*/ 727041 h 1316375"/>
                  <a:gd name="connsiteX1" fmla="*/ 257675 w 3024520"/>
                  <a:gd name="connsiteY1" fmla="*/ 1302232 h 1316375"/>
                  <a:gd name="connsiteX2" fmla="*/ 0 w 3024520"/>
                  <a:gd name="connsiteY2" fmla="*/ 1228607 h 1316375"/>
                  <a:gd name="connsiteX3" fmla="*/ 911064 w 3024520"/>
                  <a:gd name="connsiteY3" fmla="*/ 837478 h 1316375"/>
                  <a:gd name="connsiteX4" fmla="*/ 883456 w 3024520"/>
                  <a:gd name="connsiteY4" fmla="*/ 450949 h 1316375"/>
                  <a:gd name="connsiteX5" fmla="*/ 161047 w 3024520"/>
                  <a:gd name="connsiteY5" fmla="*/ 119640 h 1316375"/>
                  <a:gd name="connsiteX6" fmla="*/ 404917 w 3024520"/>
                  <a:gd name="connsiteY6" fmla="*/ 50617 h 1316375"/>
                  <a:gd name="connsiteX7" fmla="*/ 1477028 w 3024520"/>
                  <a:gd name="connsiteY7" fmla="*/ 501566 h 1316375"/>
                  <a:gd name="connsiteX8" fmla="*/ 2572146 w 3024520"/>
                  <a:gd name="connsiteY8" fmla="*/ 0 h 1316375"/>
                  <a:gd name="connsiteX9" fmla="*/ 2875834 w 3024520"/>
                  <a:gd name="connsiteY9" fmla="*/ 96632 h 1316375"/>
                  <a:gd name="connsiteX10" fmla="*/ 2079803 w 3024520"/>
                  <a:gd name="connsiteY10" fmla="*/ 432543 h 1316375"/>
                  <a:gd name="connsiteX11" fmla="*/ 2240850 w 3024520"/>
                  <a:gd name="connsiteY11" fmla="*/ 920305 h 1316375"/>
                  <a:gd name="connsiteX12" fmla="*/ 3024520 w 3024520"/>
                  <a:gd name="connsiteY12" fmla="*/ 1228607 h 1316375"/>
                  <a:gd name="connsiteX13" fmla="*/ 2756623 w 3024520"/>
                  <a:gd name="connsiteY13" fmla="*/ 1316375 h 1316375"/>
                  <a:gd name="connsiteX14" fmla="*/ 1486231 w 3024520"/>
                  <a:gd name="connsiteY14" fmla="*/ 727041 h 1316375"/>
                  <a:gd name="connsiteX0" fmla="*/ 1537780 w 3076069"/>
                  <a:gd name="connsiteY0" fmla="*/ 727041 h 1316375"/>
                  <a:gd name="connsiteX1" fmla="*/ 309224 w 3076069"/>
                  <a:gd name="connsiteY1" fmla="*/ 1302232 h 1316375"/>
                  <a:gd name="connsiteX2" fmla="*/ 0 w 3076069"/>
                  <a:gd name="connsiteY2" fmla="*/ 1228607 h 1316375"/>
                  <a:gd name="connsiteX3" fmla="*/ 962613 w 3076069"/>
                  <a:gd name="connsiteY3" fmla="*/ 837478 h 1316375"/>
                  <a:gd name="connsiteX4" fmla="*/ 935005 w 3076069"/>
                  <a:gd name="connsiteY4" fmla="*/ 450949 h 1316375"/>
                  <a:gd name="connsiteX5" fmla="*/ 212596 w 3076069"/>
                  <a:gd name="connsiteY5" fmla="*/ 119640 h 1316375"/>
                  <a:gd name="connsiteX6" fmla="*/ 456466 w 3076069"/>
                  <a:gd name="connsiteY6" fmla="*/ 50617 h 1316375"/>
                  <a:gd name="connsiteX7" fmla="*/ 1528577 w 3076069"/>
                  <a:gd name="connsiteY7" fmla="*/ 501566 h 1316375"/>
                  <a:gd name="connsiteX8" fmla="*/ 2623695 w 3076069"/>
                  <a:gd name="connsiteY8" fmla="*/ 0 h 1316375"/>
                  <a:gd name="connsiteX9" fmla="*/ 2927383 w 3076069"/>
                  <a:gd name="connsiteY9" fmla="*/ 96632 h 1316375"/>
                  <a:gd name="connsiteX10" fmla="*/ 2131352 w 3076069"/>
                  <a:gd name="connsiteY10" fmla="*/ 432543 h 1316375"/>
                  <a:gd name="connsiteX11" fmla="*/ 2292399 w 3076069"/>
                  <a:gd name="connsiteY11" fmla="*/ 920305 h 1316375"/>
                  <a:gd name="connsiteX12" fmla="*/ 3076069 w 3076069"/>
                  <a:gd name="connsiteY12" fmla="*/ 1228607 h 1316375"/>
                  <a:gd name="connsiteX13" fmla="*/ 2808172 w 3076069"/>
                  <a:gd name="connsiteY13" fmla="*/ 1316375 h 1316375"/>
                  <a:gd name="connsiteX14" fmla="*/ 1537780 w 3076069"/>
                  <a:gd name="connsiteY14" fmla="*/ 727041 h 1316375"/>
                  <a:gd name="connsiteX0" fmla="*/ 1537780 w 3076069"/>
                  <a:gd name="connsiteY0" fmla="*/ 727041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27041 h 1321259"/>
                  <a:gd name="connsiteX0" fmla="*/ 1537780 w 3076069"/>
                  <a:gd name="connsiteY0" fmla="*/ 750825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50825 h 13212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3076069" h="132125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105" name="Freeform 104"/>
              <p:cNvSpPr/>
              <p:nvPr/>
            </p:nvSpPr>
            <p:spPr bwMode="auto">
              <a:xfrm>
                <a:off x="2102655" y="1633103"/>
                <a:ext cx="662444" cy="111241"/>
              </a:xfrm>
              <a:custGeom>
                <a:avLst/>
                <a:gdLst>
                  <a:gd name="connsiteX0" fmla="*/ 0 w 3645229"/>
                  <a:gd name="connsiteY0" fmla="*/ 214441 h 923747"/>
                  <a:gd name="connsiteX1" fmla="*/ 659770 w 3645229"/>
                  <a:gd name="connsiteY1" fmla="*/ 16495 h 923747"/>
                  <a:gd name="connsiteX2" fmla="*/ 1814367 w 3645229"/>
                  <a:gd name="connsiteY2" fmla="*/ 511360 h 923747"/>
                  <a:gd name="connsiteX3" fmla="*/ 2968965 w 3645229"/>
                  <a:gd name="connsiteY3" fmla="*/ 0 h 923747"/>
                  <a:gd name="connsiteX4" fmla="*/ 3645229 w 3645229"/>
                  <a:gd name="connsiteY4" fmla="*/ 197946 h 923747"/>
                  <a:gd name="connsiteX5" fmla="*/ 3199884 w 3645229"/>
                  <a:gd name="connsiteY5" fmla="*/ 461874 h 923747"/>
                  <a:gd name="connsiteX6" fmla="*/ 2985459 w 3645229"/>
                  <a:gd name="connsiteY6" fmla="*/ 379396 h 923747"/>
                  <a:gd name="connsiteX7" fmla="*/ 1830861 w 3645229"/>
                  <a:gd name="connsiteY7" fmla="*/ 923747 h 923747"/>
                  <a:gd name="connsiteX8" fmla="*/ 676264 w 3645229"/>
                  <a:gd name="connsiteY8" fmla="*/ 412387 h 923747"/>
                  <a:gd name="connsiteX9" fmla="*/ 527816 w 3645229"/>
                  <a:gd name="connsiteY9" fmla="*/ 478369 h 923747"/>
                  <a:gd name="connsiteX10" fmla="*/ 0 w 3645229"/>
                  <a:gd name="connsiteY10" fmla="*/ 21444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71662 w 3640627"/>
                  <a:gd name="connsiteY8" fmla="*/ 412387 h 923747"/>
                  <a:gd name="connsiteX9" fmla="*/ 523214 w 3640627"/>
                  <a:gd name="connsiteY9" fmla="*/ 478369 h 923747"/>
                  <a:gd name="connsiteX10" fmla="*/ 0 w 3640627"/>
                  <a:gd name="connsiteY10" fmla="*/ 24205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71662 w 3640627"/>
                  <a:gd name="connsiteY8" fmla="*/ 412387 h 923747"/>
                  <a:gd name="connsiteX9" fmla="*/ 523214 w 3640627"/>
                  <a:gd name="connsiteY9" fmla="*/ 482971 h 923747"/>
                  <a:gd name="connsiteX10" fmla="*/ 0 w 3640627"/>
                  <a:gd name="connsiteY10" fmla="*/ 24205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90067 w 3640627"/>
                  <a:gd name="connsiteY8" fmla="*/ 412387 h 923747"/>
                  <a:gd name="connsiteX9" fmla="*/ 523214 w 3640627"/>
                  <a:gd name="connsiteY9" fmla="*/ 482971 h 923747"/>
                  <a:gd name="connsiteX10" fmla="*/ 0 w 3640627"/>
                  <a:gd name="connsiteY10" fmla="*/ 242051 h 923747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09765 w 3640627"/>
                  <a:gd name="connsiteY2" fmla="*/ 511360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2980857 w 3640627"/>
                  <a:gd name="connsiteY6" fmla="*/ 379396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55778 w 3640627"/>
                  <a:gd name="connsiteY2" fmla="*/ 534367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2980857 w 3640627"/>
                  <a:gd name="connsiteY6" fmla="*/ 379396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55778 w 3640627"/>
                  <a:gd name="connsiteY2" fmla="*/ 534367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3008465 w 3640627"/>
                  <a:gd name="connsiteY6" fmla="*/ 402404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723451"/>
                  <a:gd name="connsiteY0" fmla="*/ 242051 h 946755"/>
                  <a:gd name="connsiteX1" fmla="*/ 655168 w 3723451"/>
                  <a:gd name="connsiteY1" fmla="*/ 16495 h 946755"/>
                  <a:gd name="connsiteX2" fmla="*/ 1855778 w 3723451"/>
                  <a:gd name="connsiteY2" fmla="*/ 534367 h 946755"/>
                  <a:gd name="connsiteX3" fmla="*/ 2964363 w 3723451"/>
                  <a:gd name="connsiteY3" fmla="*/ 0 h 946755"/>
                  <a:gd name="connsiteX4" fmla="*/ 3723451 w 3723451"/>
                  <a:gd name="connsiteY4" fmla="*/ 220954 h 946755"/>
                  <a:gd name="connsiteX5" fmla="*/ 3195282 w 3723451"/>
                  <a:gd name="connsiteY5" fmla="*/ 461874 h 946755"/>
                  <a:gd name="connsiteX6" fmla="*/ 3008465 w 3723451"/>
                  <a:gd name="connsiteY6" fmla="*/ 402404 h 946755"/>
                  <a:gd name="connsiteX7" fmla="*/ 1876873 w 3723451"/>
                  <a:gd name="connsiteY7" fmla="*/ 946755 h 946755"/>
                  <a:gd name="connsiteX8" fmla="*/ 690067 w 3723451"/>
                  <a:gd name="connsiteY8" fmla="*/ 412387 h 946755"/>
                  <a:gd name="connsiteX9" fmla="*/ 523214 w 3723451"/>
                  <a:gd name="connsiteY9" fmla="*/ 482971 h 946755"/>
                  <a:gd name="connsiteX10" fmla="*/ 0 w 3723451"/>
                  <a:gd name="connsiteY10" fmla="*/ 242051 h 946755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95282 w 3723451"/>
                  <a:gd name="connsiteY5" fmla="*/ 448069 h 932950"/>
                  <a:gd name="connsiteX6" fmla="*/ 3008465 w 3723451"/>
                  <a:gd name="connsiteY6" fmla="*/ 388599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95282 w 3723451"/>
                  <a:gd name="connsiteY5" fmla="*/ 448069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86079 w 3723451"/>
                  <a:gd name="connsiteY5" fmla="*/ 461874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86079 w 3723451"/>
                  <a:gd name="connsiteY5" fmla="*/ 461874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711613 w 3723451"/>
                  <a:gd name="connsiteY8" fmla="*/ 413055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723451" h="932950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106" name="Freeform 105"/>
              <p:cNvSpPr/>
              <p:nvPr/>
            </p:nvSpPr>
            <p:spPr bwMode="auto">
              <a:xfrm>
                <a:off x="2536889" y="1727776"/>
                <a:ext cx="244057" cy="97040"/>
              </a:xfrm>
              <a:custGeom>
                <a:avLst/>
                <a:gdLst>
                  <a:gd name="connsiteX0" fmla="*/ 55216 w 1421812"/>
                  <a:gd name="connsiteY0" fmla="*/ 0 h 800665"/>
                  <a:gd name="connsiteX1" fmla="*/ 1421812 w 1421812"/>
                  <a:gd name="connsiteY1" fmla="*/ 625807 h 800665"/>
                  <a:gd name="connsiteX2" fmla="*/ 947874 w 1421812"/>
                  <a:gd name="connsiteY2" fmla="*/ 800665 h 800665"/>
                  <a:gd name="connsiteX3" fmla="*/ 50614 w 1421812"/>
                  <a:gd name="connsiteY3" fmla="*/ 404934 h 800665"/>
                  <a:gd name="connsiteX4" fmla="*/ 0 w 1421812"/>
                  <a:gd name="connsiteY4" fmla="*/ 404934 h 800665"/>
                  <a:gd name="connsiteX5" fmla="*/ 55216 w 1421812"/>
                  <a:gd name="connsiteY5" fmla="*/ 0 h 800665"/>
                  <a:gd name="connsiteX0" fmla="*/ 4602 w 1371198"/>
                  <a:gd name="connsiteY0" fmla="*/ 0 h 800665"/>
                  <a:gd name="connsiteX1" fmla="*/ 1371198 w 1371198"/>
                  <a:gd name="connsiteY1" fmla="*/ 625807 h 800665"/>
                  <a:gd name="connsiteX2" fmla="*/ 897260 w 1371198"/>
                  <a:gd name="connsiteY2" fmla="*/ 800665 h 800665"/>
                  <a:gd name="connsiteX3" fmla="*/ 0 w 1371198"/>
                  <a:gd name="connsiteY3" fmla="*/ 404934 h 800665"/>
                  <a:gd name="connsiteX4" fmla="*/ 4602 w 1371198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9868"/>
                  <a:gd name="connsiteX1" fmla="*/ 1366596 w 1366596"/>
                  <a:gd name="connsiteY1" fmla="*/ 625807 h 809868"/>
                  <a:gd name="connsiteX2" fmla="*/ 865050 w 1366596"/>
                  <a:gd name="connsiteY2" fmla="*/ 809868 h 809868"/>
                  <a:gd name="connsiteX3" fmla="*/ 4601 w 1366596"/>
                  <a:gd name="connsiteY3" fmla="*/ 427942 h 809868"/>
                  <a:gd name="connsiteX4" fmla="*/ 0 w 1366596"/>
                  <a:gd name="connsiteY4" fmla="*/ 0 h 8098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6596" h="809868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107" name="Freeform 106"/>
              <p:cNvSpPr/>
              <p:nvPr/>
            </p:nvSpPr>
            <p:spPr bwMode="auto">
              <a:xfrm>
                <a:off x="2089977" y="1730144"/>
                <a:ext cx="240888" cy="97039"/>
              </a:xfrm>
              <a:custGeom>
                <a:avLst/>
                <a:gdLst>
                  <a:gd name="connsiteX0" fmla="*/ 1329786 w 1348191"/>
                  <a:gd name="connsiteY0" fmla="*/ 0 h 809869"/>
                  <a:gd name="connsiteX1" fmla="*/ 1348191 w 1348191"/>
                  <a:gd name="connsiteY1" fmla="*/ 400333 h 809869"/>
                  <a:gd name="connsiteX2" fmla="*/ 487742 w 1348191"/>
                  <a:gd name="connsiteY2" fmla="*/ 809869 h 809869"/>
                  <a:gd name="connsiteX3" fmla="*/ 0 w 1348191"/>
                  <a:gd name="connsiteY3" fmla="*/ 630409 h 809869"/>
                  <a:gd name="connsiteX4" fmla="*/ 1329786 w 1348191"/>
                  <a:gd name="connsiteY4" fmla="*/ 0 h 809869"/>
                  <a:gd name="connsiteX0" fmla="*/ 1329786 w 1348191"/>
                  <a:gd name="connsiteY0" fmla="*/ 0 h 791462"/>
                  <a:gd name="connsiteX1" fmla="*/ 1348191 w 1348191"/>
                  <a:gd name="connsiteY1" fmla="*/ 381926 h 791462"/>
                  <a:gd name="connsiteX2" fmla="*/ 487742 w 1348191"/>
                  <a:gd name="connsiteY2" fmla="*/ 791462 h 791462"/>
                  <a:gd name="connsiteX3" fmla="*/ 0 w 1348191"/>
                  <a:gd name="connsiteY3" fmla="*/ 612002 h 791462"/>
                  <a:gd name="connsiteX4" fmla="*/ 1329786 w 1348191"/>
                  <a:gd name="connsiteY4" fmla="*/ 0 h 7914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48191" h="791462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cxnSp>
            <p:nvCxnSpPr>
              <p:cNvPr id="108" name="Straight Connector 107"/>
              <p:cNvCxnSpPr>
                <a:endCxn id="103" idx="2"/>
              </p:cNvCxnSpPr>
              <p:nvPr/>
            </p:nvCxnSpPr>
            <p:spPr bwMode="auto">
              <a:xfrm flipH="1" flipV="1">
                <a:off x="1871277" y="1737243"/>
                <a:ext cx="3169" cy="123074"/>
              </a:xfrm>
              <a:prstGeom prst="line">
                <a:avLst/>
              </a:prstGeom>
              <a:ln w="6350" cmpd="sng">
                <a:solidFill>
                  <a:schemeClr val="tx1"/>
                </a:solidFill>
              </a:ln>
              <a:effectLst>
                <a:outerShdw blurRad="40005" dist="19939" dir="5400000" algn="tl" rotWithShape="0">
                  <a:srgbClr val="000000">
                    <a:alpha val="38000"/>
                  </a:srgbClr>
                </a:outerShdw>
              </a:effectLst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9" name="Straight Connector 108"/>
              <p:cNvCxnSpPr/>
              <p:nvPr/>
            </p:nvCxnSpPr>
            <p:spPr bwMode="auto">
              <a:xfrm flipH="1" flipV="1">
                <a:off x="2996477" y="1734877"/>
                <a:ext cx="3171" cy="123074"/>
              </a:xfrm>
              <a:prstGeom prst="line">
                <a:avLst/>
              </a:prstGeom>
              <a:ln w="6350" cmpd="sng">
                <a:solidFill>
                  <a:schemeClr val="tx1"/>
                </a:solidFill>
              </a:ln>
              <a:effectLst>
                <a:outerShdw blurRad="40005" dist="19939" dir="5400000" algn="tl" rotWithShape="0">
                  <a:srgbClr val="000000">
                    <a:alpha val="38000"/>
                  </a:srgbClr>
                </a:outerShdw>
              </a:effectLst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1" name="Group 347"/>
            <p:cNvGrpSpPr>
              <a:grpSpLocks/>
            </p:cNvGrpSpPr>
            <p:nvPr/>
          </p:nvGrpSpPr>
          <p:grpSpPr bwMode="auto">
            <a:xfrm>
              <a:off x="5166757" y="6114152"/>
              <a:ext cx="588970" cy="242608"/>
              <a:chOff x="1871277" y="1576300"/>
              <a:chExt cx="1128371" cy="437861"/>
            </a:xfrm>
          </p:grpSpPr>
          <p:sp>
            <p:nvSpPr>
              <p:cNvPr id="92" name="Oval 91"/>
              <p:cNvSpPr/>
              <p:nvPr/>
            </p:nvSpPr>
            <p:spPr bwMode="auto">
              <a:xfrm flipV="1">
                <a:off x="1874446" y="1694641"/>
                <a:ext cx="1125202" cy="319520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2">
                      <a:lumMod val="75000"/>
                    </a:schemeClr>
                  </a:gs>
                  <a:gs pos="5300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accent2">
                      <a:lumMod val="75000"/>
                    </a:schemeClr>
                  </a:gs>
                </a:gsLst>
                <a:lin ang="0" scaled="1"/>
                <a:tileRect/>
              </a:gradFill>
              <a:ln w="6350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>
                  <a:ln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93" name="Rectangle 92"/>
              <p:cNvSpPr/>
              <p:nvPr/>
            </p:nvSpPr>
            <p:spPr bwMode="auto">
              <a:xfrm>
                <a:off x="1871277" y="1739611"/>
                <a:ext cx="1128371" cy="115973"/>
              </a:xfrm>
              <a:prstGeom prst="rect">
                <a:avLst/>
              </a:prstGeom>
              <a:gradFill>
                <a:gsLst>
                  <a:gs pos="0">
                    <a:schemeClr val="accent2">
                      <a:lumMod val="75000"/>
                    </a:schemeClr>
                  </a:gs>
                  <a:gs pos="5300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accent2">
                      <a:lumMod val="75000"/>
                    </a:schemeClr>
                  </a:gs>
                </a:gsLst>
                <a:lin ang="10800000" scaled="0"/>
              </a:gradFill>
              <a:ln w="25400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94" name="Oval 93"/>
              <p:cNvSpPr/>
              <p:nvPr/>
            </p:nvSpPr>
            <p:spPr bwMode="auto">
              <a:xfrm flipV="1">
                <a:off x="1871277" y="1576300"/>
                <a:ext cx="1125200" cy="31952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 w="6350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>
                  <a:ln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95" name="Freeform 94"/>
              <p:cNvSpPr/>
              <p:nvPr/>
            </p:nvSpPr>
            <p:spPr bwMode="auto">
              <a:xfrm>
                <a:off x="2159708" y="1673340"/>
                <a:ext cx="548339" cy="160943"/>
              </a:xfrm>
              <a:custGeom>
                <a:avLst/>
                <a:gdLst>
                  <a:gd name="connsiteX0" fmla="*/ 1486231 w 2944854"/>
                  <a:gd name="connsiteY0" fmla="*/ 727041 h 1302232"/>
                  <a:gd name="connsiteX1" fmla="*/ 257675 w 2944854"/>
                  <a:gd name="connsiteY1" fmla="*/ 1302232 h 1302232"/>
                  <a:gd name="connsiteX2" fmla="*/ 0 w 2944854"/>
                  <a:gd name="connsiteY2" fmla="*/ 1228607 h 1302232"/>
                  <a:gd name="connsiteX3" fmla="*/ 911064 w 2944854"/>
                  <a:gd name="connsiteY3" fmla="*/ 837478 h 1302232"/>
                  <a:gd name="connsiteX4" fmla="*/ 883456 w 2944854"/>
                  <a:gd name="connsiteY4" fmla="*/ 450949 h 1302232"/>
                  <a:gd name="connsiteX5" fmla="*/ 161047 w 2944854"/>
                  <a:gd name="connsiteY5" fmla="*/ 119640 h 1302232"/>
                  <a:gd name="connsiteX6" fmla="*/ 404917 w 2944854"/>
                  <a:gd name="connsiteY6" fmla="*/ 50617 h 1302232"/>
                  <a:gd name="connsiteX7" fmla="*/ 1477028 w 2944854"/>
                  <a:gd name="connsiteY7" fmla="*/ 501566 h 1302232"/>
                  <a:gd name="connsiteX8" fmla="*/ 2572146 w 2944854"/>
                  <a:gd name="connsiteY8" fmla="*/ 0 h 1302232"/>
                  <a:gd name="connsiteX9" fmla="*/ 2875834 w 2944854"/>
                  <a:gd name="connsiteY9" fmla="*/ 96632 h 1302232"/>
                  <a:gd name="connsiteX10" fmla="*/ 2079803 w 2944854"/>
                  <a:gd name="connsiteY10" fmla="*/ 432543 h 1302232"/>
                  <a:gd name="connsiteX11" fmla="*/ 2240850 w 2944854"/>
                  <a:gd name="connsiteY11" fmla="*/ 920305 h 1302232"/>
                  <a:gd name="connsiteX12" fmla="*/ 2944854 w 2944854"/>
                  <a:gd name="connsiteY12" fmla="*/ 1228607 h 1302232"/>
                  <a:gd name="connsiteX13" fmla="*/ 2733192 w 2944854"/>
                  <a:gd name="connsiteY13" fmla="*/ 1297630 h 1302232"/>
                  <a:gd name="connsiteX14" fmla="*/ 1486231 w 2944854"/>
                  <a:gd name="connsiteY14" fmla="*/ 727041 h 1302232"/>
                  <a:gd name="connsiteX0" fmla="*/ 1486231 w 2944854"/>
                  <a:gd name="connsiteY0" fmla="*/ 727041 h 1316375"/>
                  <a:gd name="connsiteX1" fmla="*/ 257675 w 2944854"/>
                  <a:gd name="connsiteY1" fmla="*/ 1302232 h 1316375"/>
                  <a:gd name="connsiteX2" fmla="*/ 0 w 2944854"/>
                  <a:gd name="connsiteY2" fmla="*/ 1228607 h 1316375"/>
                  <a:gd name="connsiteX3" fmla="*/ 911064 w 2944854"/>
                  <a:gd name="connsiteY3" fmla="*/ 837478 h 1316375"/>
                  <a:gd name="connsiteX4" fmla="*/ 883456 w 2944854"/>
                  <a:gd name="connsiteY4" fmla="*/ 450949 h 1316375"/>
                  <a:gd name="connsiteX5" fmla="*/ 161047 w 2944854"/>
                  <a:gd name="connsiteY5" fmla="*/ 119640 h 1316375"/>
                  <a:gd name="connsiteX6" fmla="*/ 404917 w 2944854"/>
                  <a:gd name="connsiteY6" fmla="*/ 50617 h 1316375"/>
                  <a:gd name="connsiteX7" fmla="*/ 1477028 w 2944854"/>
                  <a:gd name="connsiteY7" fmla="*/ 501566 h 1316375"/>
                  <a:gd name="connsiteX8" fmla="*/ 2572146 w 2944854"/>
                  <a:gd name="connsiteY8" fmla="*/ 0 h 1316375"/>
                  <a:gd name="connsiteX9" fmla="*/ 2875834 w 2944854"/>
                  <a:gd name="connsiteY9" fmla="*/ 96632 h 1316375"/>
                  <a:gd name="connsiteX10" fmla="*/ 2079803 w 2944854"/>
                  <a:gd name="connsiteY10" fmla="*/ 432543 h 1316375"/>
                  <a:gd name="connsiteX11" fmla="*/ 2240850 w 2944854"/>
                  <a:gd name="connsiteY11" fmla="*/ 920305 h 1316375"/>
                  <a:gd name="connsiteX12" fmla="*/ 2944854 w 2944854"/>
                  <a:gd name="connsiteY12" fmla="*/ 1228607 h 1316375"/>
                  <a:gd name="connsiteX13" fmla="*/ 2756623 w 2944854"/>
                  <a:gd name="connsiteY13" fmla="*/ 1316375 h 1316375"/>
                  <a:gd name="connsiteX14" fmla="*/ 1486231 w 2944854"/>
                  <a:gd name="connsiteY14" fmla="*/ 727041 h 1316375"/>
                  <a:gd name="connsiteX0" fmla="*/ 1486231 w 3024520"/>
                  <a:gd name="connsiteY0" fmla="*/ 727041 h 1316375"/>
                  <a:gd name="connsiteX1" fmla="*/ 257675 w 3024520"/>
                  <a:gd name="connsiteY1" fmla="*/ 1302232 h 1316375"/>
                  <a:gd name="connsiteX2" fmla="*/ 0 w 3024520"/>
                  <a:gd name="connsiteY2" fmla="*/ 1228607 h 1316375"/>
                  <a:gd name="connsiteX3" fmla="*/ 911064 w 3024520"/>
                  <a:gd name="connsiteY3" fmla="*/ 837478 h 1316375"/>
                  <a:gd name="connsiteX4" fmla="*/ 883456 w 3024520"/>
                  <a:gd name="connsiteY4" fmla="*/ 450949 h 1316375"/>
                  <a:gd name="connsiteX5" fmla="*/ 161047 w 3024520"/>
                  <a:gd name="connsiteY5" fmla="*/ 119640 h 1316375"/>
                  <a:gd name="connsiteX6" fmla="*/ 404917 w 3024520"/>
                  <a:gd name="connsiteY6" fmla="*/ 50617 h 1316375"/>
                  <a:gd name="connsiteX7" fmla="*/ 1477028 w 3024520"/>
                  <a:gd name="connsiteY7" fmla="*/ 501566 h 1316375"/>
                  <a:gd name="connsiteX8" fmla="*/ 2572146 w 3024520"/>
                  <a:gd name="connsiteY8" fmla="*/ 0 h 1316375"/>
                  <a:gd name="connsiteX9" fmla="*/ 2875834 w 3024520"/>
                  <a:gd name="connsiteY9" fmla="*/ 96632 h 1316375"/>
                  <a:gd name="connsiteX10" fmla="*/ 2079803 w 3024520"/>
                  <a:gd name="connsiteY10" fmla="*/ 432543 h 1316375"/>
                  <a:gd name="connsiteX11" fmla="*/ 2240850 w 3024520"/>
                  <a:gd name="connsiteY11" fmla="*/ 920305 h 1316375"/>
                  <a:gd name="connsiteX12" fmla="*/ 3024520 w 3024520"/>
                  <a:gd name="connsiteY12" fmla="*/ 1228607 h 1316375"/>
                  <a:gd name="connsiteX13" fmla="*/ 2756623 w 3024520"/>
                  <a:gd name="connsiteY13" fmla="*/ 1316375 h 1316375"/>
                  <a:gd name="connsiteX14" fmla="*/ 1486231 w 3024520"/>
                  <a:gd name="connsiteY14" fmla="*/ 727041 h 1316375"/>
                  <a:gd name="connsiteX0" fmla="*/ 1537780 w 3076069"/>
                  <a:gd name="connsiteY0" fmla="*/ 727041 h 1316375"/>
                  <a:gd name="connsiteX1" fmla="*/ 309224 w 3076069"/>
                  <a:gd name="connsiteY1" fmla="*/ 1302232 h 1316375"/>
                  <a:gd name="connsiteX2" fmla="*/ 0 w 3076069"/>
                  <a:gd name="connsiteY2" fmla="*/ 1228607 h 1316375"/>
                  <a:gd name="connsiteX3" fmla="*/ 962613 w 3076069"/>
                  <a:gd name="connsiteY3" fmla="*/ 837478 h 1316375"/>
                  <a:gd name="connsiteX4" fmla="*/ 935005 w 3076069"/>
                  <a:gd name="connsiteY4" fmla="*/ 450949 h 1316375"/>
                  <a:gd name="connsiteX5" fmla="*/ 212596 w 3076069"/>
                  <a:gd name="connsiteY5" fmla="*/ 119640 h 1316375"/>
                  <a:gd name="connsiteX6" fmla="*/ 456466 w 3076069"/>
                  <a:gd name="connsiteY6" fmla="*/ 50617 h 1316375"/>
                  <a:gd name="connsiteX7" fmla="*/ 1528577 w 3076069"/>
                  <a:gd name="connsiteY7" fmla="*/ 501566 h 1316375"/>
                  <a:gd name="connsiteX8" fmla="*/ 2623695 w 3076069"/>
                  <a:gd name="connsiteY8" fmla="*/ 0 h 1316375"/>
                  <a:gd name="connsiteX9" fmla="*/ 2927383 w 3076069"/>
                  <a:gd name="connsiteY9" fmla="*/ 96632 h 1316375"/>
                  <a:gd name="connsiteX10" fmla="*/ 2131352 w 3076069"/>
                  <a:gd name="connsiteY10" fmla="*/ 432543 h 1316375"/>
                  <a:gd name="connsiteX11" fmla="*/ 2292399 w 3076069"/>
                  <a:gd name="connsiteY11" fmla="*/ 920305 h 1316375"/>
                  <a:gd name="connsiteX12" fmla="*/ 3076069 w 3076069"/>
                  <a:gd name="connsiteY12" fmla="*/ 1228607 h 1316375"/>
                  <a:gd name="connsiteX13" fmla="*/ 2808172 w 3076069"/>
                  <a:gd name="connsiteY13" fmla="*/ 1316375 h 1316375"/>
                  <a:gd name="connsiteX14" fmla="*/ 1537780 w 3076069"/>
                  <a:gd name="connsiteY14" fmla="*/ 727041 h 1316375"/>
                  <a:gd name="connsiteX0" fmla="*/ 1537780 w 3076069"/>
                  <a:gd name="connsiteY0" fmla="*/ 727041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27041 h 1321259"/>
                  <a:gd name="connsiteX0" fmla="*/ 1537780 w 3076069"/>
                  <a:gd name="connsiteY0" fmla="*/ 750825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50825 h 13212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3076069" h="132125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96" name="Freeform 95"/>
              <p:cNvSpPr/>
              <p:nvPr/>
            </p:nvSpPr>
            <p:spPr bwMode="auto">
              <a:xfrm>
                <a:off x="2102655" y="1633103"/>
                <a:ext cx="662444" cy="111241"/>
              </a:xfrm>
              <a:custGeom>
                <a:avLst/>
                <a:gdLst>
                  <a:gd name="connsiteX0" fmla="*/ 0 w 3645229"/>
                  <a:gd name="connsiteY0" fmla="*/ 214441 h 923747"/>
                  <a:gd name="connsiteX1" fmla="*/ 659770 w 3645229"/>
                  <a:gd name="connsiteY1" fmla="*/ 16495 h 923747"/>
                  <a:gd name="connsiteX2" fmla="*/ 1814367 w 3645229"/>
                  <a:gd name="connsiteY2" fmla="*/ 511360 h 923747"/>
                  <a:gd name="connsiteX3" fmla="*/ 2968965 w 3645229"/>
                  <a:gd name="connsiteY3" fmla="*/ 0 h 923747"/>
                  <a:gd name="connsiteX4" fmla="*/ 3645229 w 3645229"/>
                  <a:gd name="connsiteY4" fmla="*/ 197946 h 923747"/>
                  <a:gd name="connsiteX5" fmla="*/ 3199884 w 3645229"/>
                  <a:gd name="connsiteY5" fmla="*/ 461874 h 923747"/>
                  <a:gd name="connsiteX6" fmla="*/ 2985459 w 3645229"/>
                  <a:gd name="connsiteY6" fmla="*/ 379396 h 923747"/>
                  <a:gd name="connsiteX7" fmla="*/ 1830861 w 3645229"/>
                  <a:gd name="connsiteY7" fmla="*/ 923747 h 923747"/>
                  <a:gd name="connsiteX8" fmla="*/ 676264 w 3645229"/>
                  <a:gd name="connsiteY8" fmla="*/ 412387 h 923747"/>
                  <a:gd name="connsiteX9" fmla="*/ 527816 w 3645229"/>
                  <a:gd name="connsiteY9" fmla="*/ 478369 h 923747"/>
                  <a:gd name="connsiteX10" fmla="*/ 0 w 3645229"/>
                  <a:gd name="connsiteY10" fmla="*/ 21444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71662 w 3640627"/>
                  <a:gd name="connsiteY8" fmla="*/ 412387 h 923747"/>
                  <a:gd name="connsiteX9" fmla="*/ 523214 w 3640627"/>
                  <a:gd name="connsiteY9" fmla="*/ 478369 h 923747"/>
                  <a:gd name="connsiteX10" fmla="*/ 0 w 3640627"/>
                  <a:gd name="connsiteY10" fmla="*/ 24205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71662 w 3640627"/>
                  <a:gd name="connsiteY8" fmla="*/ 412387 h 923747"/>
                  <a:gd name="connsiteX9" fmla="*/ 523214 w 3640627"/>
                  <a:gd name="connsiteY9" fmla="*/ 482971 h 923747"/>
                  <a:gd name="connsiteX10" fmla="*/ 0 w 3640627"/>
                  <a:gd name="connsiteY10" fmla="*/ 24205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90067 w 3640627"/>
                  <a:gd name="connsiteY8" fmla="*/ 412387 h 923747"/>
                  <a:gd name="connsiteX9" fmla="*/ 523214 w 3640627"/>
                  <a:gd name="connsiteY9" fmla="*/ 482971 h 923747"/>
                  <a:gd name="connsiteX10" fmla="*/ 0 w 3640627"/>
                  <a:gd name="connsiteY10" fmla="*/ 242051 h 923747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09765 w 3640627"/>
                  <a:gd name="connsiteY2" fmla="*/ 511360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2980857 w 3640627"/>
                  <a:gd name="connsiteY6" fmla="*/ 379396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55778 w 3640627"/>
                  <a:gd name="connsiteY2" fmla="*/ 534367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2980857 w 3640627"/>
                  <a:gd name="connsiteY6" fmla="*/ 379396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55778 w 3640627"/>
                  <a:gd name="connsiteY2" fmla="*/ 534367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3008465 w 3640627"/>
                  <a:gd name="connsiteY6" fmla="*/ 402404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723451"/>
                  <a:gd name="connsiteY0" fmla="*/ 242051 h 946755"/>
                  <a:gd name="connsiteX1" fmla="*/ 655168 w 3723451"/>
                  <a:gd name="connsiteY1" fmla="*/ 16495 h 946755"/>
                  <a:gd name="connsiteX2" fmla="*/ 1855778 w 3723451"/>
                  <a:gd name="connsiteY2" fmla="*/ 534367 h 946755"/>
                  <a:gd name="connsiteX3" fmla="*/ 2964363 w 3723451"/>
                  <a:gd name="connsiteY3" fmla="*/ 0 h 946755"/>
                  <a:gd name="connsiteX4" fmla="*/ 3723451 w 3723451"/>
                  <a:gd name="connsiteY4" fmla="*/ 220954 h 946755"/>
                  <a:gd name="connsiteX5" fmla="*/ 3195282 w 3723451"/>
                  <a:gd name="connsiteY5" fmla="*/ 461874 h 946755"/>
                  <a:gd name="connsiteX6" fmla="*/ 3008465 w 3723451"/>
                  <a:gd name="connsiteY6" fmla="*/ 402404 h 946755"/>
                  <a:gd name="connsiteX7" fmla="*/ 1876873 w 3723451"/>
                  <a:gd name="connsiteY7" fmla="*/ 946755 h 946755"/>
                  <a:gd name="connsiteX8" fmla="*/ 690067 w 3723451"/>
                  <a:gd name="connsiteY8" fmla="*/ 412387 h 946755"/>
                  <a:gd name="connsiteX9" fmla="*/ 523214 w 3723451"/>
                  <a:gd name="connsiteY9" fmla="*/ 482971 h 946755"/>
                  <a:gd name="connsiteX10" fmla="*/ 0 w 3723451"/>
                  <a:gd name="connsiteY10" fmla="*/ 242051 h 946755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95282 w 3723451"/>
                  <a:gd name="connsiteY5" fmla="*/ 448069 h 932950"/>
                  <a:gd name="connsiteX6" fmla="*/ 3008465 w 3723451"/>
                  <a:gd name="connsiteY6" fmla="*/ 388599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95282 w 3723451"/>
                  <a:gd name="connsiteY5" fmla="*/ 448069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86079 w 3723451"/>
                  <a:gd name="connsiteY5" fmla="*/ 461874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86079 w 3723451"/>
                  <a:gd name="connsiteY5" fmla="*/ 461874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711613 w 3723451"/>
                  <a:gd name="connsiteY8" fmla="*/ 413055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723451" h="932950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97" name="Freeform 96"/>
              <p:cNvSpPr/>
              <p:nvPr/>
            </p:nvSpPr>
            <p:spPr bwMode="auto">
              <a:xfrm>
                <a:off x="2536889" y="1727776"/>
                <a:ext cx="244057" cy="97040"/>
              </a:xfrm>
              <a:custGeom>
                <a:avLst/>
                <a:gdLst>
                  <a:gd name="connsiteX0" fmla="*/ 55216 w 1421812"/>
                  <a:gd name="connsiteY0" fmla="*/ 0 h 800665"/>
                  <a:gd name="connsiteX1" fmla="*/ 1421812 w 1421812"/>
                  <a:gd name="connsiteY1" fmla="*/ 625807 h 800665"/>
                  <a:gd name="connsiteX2" fmla="*/ 947874 w 1421812"/>
                  <a:gd name="connsiteY2" fmla="*/ 800665 h 800665"/>
                  <a:gd name="connsiteX3" fmla="*/ 50614 w 1421812"/>
                  <a:gd name="connsiteY3" fmla="*/ 404934 h 800665"/>
                  <a:gd name="connsiteX4" fmla="*/ 0 w 1421812"/>
                  <a:gd name="connsiteY4" fmla="*/ 404934 h 800665"/>
                  <a:gd name="connsiteX5" fmla="*/ 55216 w 1421812"/>
                  <a:gd name="connsiteY5" fmla="*/ 0 h 800665"/>
                  <a:gd name="connsiteX0" fmla="*/ 4602 w 1371198"/>
                  <a:gd name="connsiteY0" fmla="*/ 0 h 800665"/>
                  <a:gd name="connsiteX1" fmla="*/ 1371198 w 1371198"/>
                  <a:gd name="connsiteY1" fmla="*/ 625807 h 800665"/>
                  <a:gd name="connsiteX2" fmla="*/ 897260 w 1371198"/>
                  <a:gd name="connsiteY2" fmla="*/ 800665 h 800665"/>
                  <a:gd name="connsiteX3" fmla="*/ 0 w 1371198"/>
                  <a:gd name="connsiteY3" fmla="*/ 404934 h 800665"/>
                  <a:gd name="connsiteX4" fmla="*/ 4602 w 1371198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9868"/>
                  <a:gd name="connsiteX1" fmla="*/ 1366596 w 1366596"/>
                  <a:gd name="connsiteY1" fmla="*/ 625807 h 809868"/>
                  <a:gd name="connsiteX2" fmla="*/ 865050 w 1366596"/>
                  <a:gd name="connsiteY2" fmla="*/ 809868 h 809868"/>
                  <a:gd name="connsiteX3" fmla="*/ 4601 w 1366596"/>
                  <a:gd name="connsiteY3" fmla="*/ 427942 h 809868"/>
                  <a:gd name="connsiteX4" fmla="*/ 0 w 1366596"/>
                  <a:gd name="connsiteY4" fmla="*/ 0 h 8098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6596" h="809868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98" name="Freeform 97"/>
              <p:cNvSpPr/>
              <p:nvPr/>
            </p:nvSpPr>
            <p:spPr bwMode="auto">
              <a:xfrm>
                <a:off x="2089977" y="1730144"/>
                <a:ext cx="240888" cy="97039"/>
              </a:xfrm>
              <a:custGeom>
                <a:avLst/>
                <a:gdLst>
                  <a:gd name="connsiteX0" fmla="*/ 1329786 w 1348191"/>
                  <a:gd name="connsiteY0" fmla="*/ 0 h 809869"/>
                  <a:gd name="connsiteX1" fmla="*/ 1348191 w 1348191"/>
                  <a:gd name="connsiteY1" fmla="*/ 400333 h 809869"/>
                  <a:gd name="connsiteX2" fmla="*/ 487742 w 1348191"/>
                  <a:gd name="connsiteY2" fmla="*/ 809869 h 809869"/>
                  <a:gd name="connsiteX3" fmla="*/ 0 w 1348191"/>
                  <a:gd name="connsiteY3" fmla="*/ 630409 h 809869"/>
                  <a:gd name="connsiteX4" fmla="*/ 1329786 w 1348191"/>
                  <a:gd name="connsiteY4" fmla="*/ 0 h 809869"/>
                  <a:gd name="connsiteX0" fmla="*/ 1329786 w 1348191"/>
                  <a:gd name="connsiteY0" fmla="*/ 0 h 791462"/>
                  <a:gd name="connsiteX1" fmla="*/ 1348191 w 1348191"/>
                  <a:gd name="connsiteY1" fmla="*/ 381926 h 791462"/>
                  <a:gd name="connsiteX2" fmla="*/ 487742 w 1348191"/>
                  <a:gd name="connsiteY2" fmla="*/ 791462 h 791462"/>
                  <a:gd name="connsiteX3" fmla="*/ 0 w 1348191"/>
                  <a:gd name="connsiteY3" fmla="*/ 612002 h 791462"/>
                  <a:gd name="connsiteX4" fmla="*/ 1329786 w 1348191"/>
                  <a:gd name="connsiteY4" fmla="*/ 0 h 7914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48191" h="791462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cxnSp>
            <p:nvCxnSpPr>
              <p:cNvPr id="99" name="Straight Connector 98"/>
              <p:cNvCxnSpPr>
                <a:endCxn id="94" idx="2"/>
              </p:cNvCxnSpPr>
              <p:nvPr/>
            </p:nvCxnSpPr>
            <p:spPr bwMode="auto">
              <a:xfrm flipH="1" flipV="1">
                <a:off x="1871277" y="1737243"/>
                <a:ext cx="3169" cy="123074"/>
              </a:xfrm>
              <a:prstGeom prst="line">
                <a:avLst/>
              </a:prstGeom>
              <a:ln w="6350" cmpd="sng">
                <a:solidFill>
                  <a:schemeClr val="tx1"/>
                </a:solidFill>
              </a:ln>
              <a:effectLst>
                <a:outerShdw blurRad="40005" dist="19939" dir="5400000" algn="tl" rotWithShape="0">
                  <a:srgbClr val="000000">
                    <a:alpha val="38000"/>
                  </a:srgbClr>
                </a:outerShdw>
              </a:effectLst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Straight Connector 99"/>
              <p:cNvCxnSpPr/>
              <p:nvPr/>
            </p:nvCxnSpPr>
            <p:spPr bwMode="auto">
              <a:xfrm flipH="1" flipV="1">
                <a:off x="2996477" y="1734877"/>
                <a:ext cx="3171" cy="123074"/>
              </a:xfrm>
              <a:prstGeom prst="line">
                <a:avLst/>
              </a:prstGeom>
              <a:ln w="6350" cmpd="sng">
                <a:solidFill>
                  <a:schemeClr val="tx1"/>
                </a:solidFill>
              </a:ln>
              <a:effectLst>
                <a:outerShdw blurRad="40005" dist="19939" dir="5400000" algn="tl" rotWithShape="0">
                  <a:srgbClr val="000000">
                    <a:alpha val="38000"/>
                  </a:srgbClr>
                </a:outerShdw>
              </a:effectLst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2" name="Group 347"/>
            <p:cNvGrpSpPr>
              <a:grpSpLocks/>
            </p:cNvGrpSpPr>
            <p:nvPr/>
          </p:nvGrpSpPr>
          <p:grpSpPr bwMode="auto">
            <a:xfrm>
              <a:off x="3704088" y="6206732"/>
              <a:ext cx="588970" cy="242608"/>
              <a:chOff x="1871277" y="1576300"/>
              <a:chExt cx="1128371" cy="437861"/>
            </a:xfrm>
          </p:grpSpPr>
          <p:sp>
            <p:nvSpPr>
              <p:cNvPr id="83" name="Oval 82"/>
              <p:cNvSpPr/>
              <p:nvPr/>
            </p:nvSpPr>
            <p:spPr bwMode="auto">
              <a:xfrm flipV="1">
                <a:off x="1874446" y="1694641"/>
                <a:ext cx="1125202" cy="319520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2">
                      <a:lumMod val="75000"/>
                    </a:schemeClr>
                  </a:gs>
                  <a:gs pos="5300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accent2">
                      <a:lumMod val="75000"/>
                    </a:schemeClr>
                  </a:gs>
                </a:gsLst>
                <a:lin ang="0" scaled="1"/>
                <a:tileRect/>
              </a:gradFill>
              <a:ln w="6350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>
                  <a:ln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84" name="Rectangle 83"/>
              <p:cNvSpPr/>
              <p:nvPr/>
            </p:nvSpPr>
            <p:spPr bwMode="auto">
              <a:xfrm>
                <a:off x="1871277" y="1739611"/>
                <a:ext cx="1128371" cy="115973"/>
              </a:xfrm>
              <a:prstGeom prst="rect">
                <a:avLst/>
              </a:prstGeom>
              <a:gradFill>
                <a:gsLst>
                  <a:gs pos="0">
                    <a:schemeClr val="accent2">
                      <a:lumMod val="75000"/>
                    </a:schemeClr>
                  </a:gs>
                  <a:gs pos="5300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accent2">
                      <a:lumMod val="75000"/>
                    </a:schemeClr>
                  </a:gs>
                </a:gsLst>
                <a:lin ang="10800000" scaled="0"/>
              </a:gradFill>
              <a:ln w="25400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85" name="Oval 84"/>
              <p:cNvSpPr/>
              <p:nvPr/>
            </p:nvSpPr>
            <p:spPr bwMode="auto">
              <a:xfrm flipV="1">
                <a:off x="1871277" y="1576300"/>
                <a:ext cx="1125200" cy="31952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 w="6350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>
                  <a:ln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86" name="Freeform 85"/>
              <p:cNvSpPr/>
              <p:nvPr/>
            </p:nvSpPr>
            <p:spPr bwMode="auto">
              <a:xfrm>
                <a:off x="2159708" y="1673340"/>
                <a:ext cx="548339" cy="160943"/>
              </a:xfrm>
              <a:custGeom>
                <a:avLst/>
                <a:gdLst>
                  <a:gd name="connsiteX0" fmla="*/ 1486231 w 2944854"/>
                  <a:gd name="connsiteY0" fmla="*/ 727041 h 1302232"/>
                  <a:gd name="connsiteX1" fmla="*/ 257675 w 2944854"/>
                  <a:gd name="connsiteY1" fmla="*/ 1302232 h 1302232"/>
                  <a:gd name="connsiteX2" fmla="*/ 0 w 2944854"/>
                  <a:gd name="connsiteY2" fmla="*/ 1228607 h 1302232"/>
                  <a:gd name="connsiteX3" fmla="*/ 911064 w 2944854"/>
                  <a:gd name="connsiteY3" fmla="*/ 837478 h 1302232"/>
                  <a:gd name="connsiteX4" fmla="*/ 883456 w 2944854"/>
                  <a:gd name="connsiteY4" fmla="*/ 450949 h 1302232"/>
                  <a:gd name="connsiteX5" fmla="*/ 161047 w 2944854"/>
                  <a:gd name="connsiteY5" fmla="*/ 119640 h 1302232"/>
                  <a:gd name="connsiteX6" fmla="*/ 404917 w 2944854"/>
                  <a:gd name="connsiteY6" fmla="*/ 50617 h 1302232"/>
                  <a:gd name="connsiteX7" fmla="*/ 1477028 w 2944854"/>
                  <a:gd name="connsiteY7" fmla="*/ 501566 h 1302232"/>
                  <a:gd name="connsiteX8" fmla="*/ 2572146 w 2944854"/>
                  <a:gd name="connsiteY8" fmla="*/ 0 h 1302232"/>
                  <a:gd name="connsiteX9" fmla="*/ 2875834 w 2944854"/>
                  <a:gd name="connsiteY9" fmla="*/ 96632 h 1302232"/>
                  <a:gd name="connsiteX10" fmla="*/ 2079803 w 2944854"/>
                  <a:gd name="connsiteY10" fmla="*/ 432543 h 1302232"/>
                  <a:gd name="connsiteX11" fmla="*/ 2240850 w 2944854"/>
                  <a:gd name="connsiteY11" fmla="*/ 920305 h 1302232"/>
                  <a:gd name="connsiteX12" fmla="*/ 2944854 w 2944854"/>
                  <a:gd name="connsiteY12" fmla="*/ 1228607 h 1302232"/>
                  <a:gd name="connsiteX13" fmla="*/ 2733192 w 2944854"/>
                  <a:gd name="connsiteY13" fmla="*/ 1297630 h 1302232"/>
                  <a:gd name="connsiteX14" fmla="*/ 1486231 w 2944854"/>
                  <a:gd name="connsiteY14" fmla="*/ 727041 h 1302232"/>
                  <a:gd name="connsiteX0" fmla="*/ 1486231 w 2944854"/>
                  <a:gd name="connsiteY0" fmla="*/ 727041 h 1316375"/>
                  <a:gd name="connsiteX1" fmla="*/ 257675 w 2944854"/>
                  <a:gd name="connsiteY1" fmla="*/ 1302232 h 1316375"/>
                  <a:gd name="connsiteX2" fmla="*/ 0 w 2944854"/>
                  <a:gd name="connsiteY2" fmla="*/ 1228607 h 1316375"/>
                  <a:gd name="connsiteX3" fmla="*/ 911064 w 2944854"/>
                  <a:gd name="connsiteY3" fmla="*/ 837478 h 1316375"/>
                  <a:gd name="connsiteX4" fmla="*/ 883456 w 2944854"/>
                  <a:gd name="connsiteY4" fmla="*/ 450949 h 1316375"/>
                  <a:gd name="connsiteX5" fmla="*/ 161047 w 2944854"/>
                  <a:gd name="connsiteY5" fmla="*/ 119640 h 1316375"/>
                  <a:gd name="connsiteX6" fmla="*/ 404917 w 2944854"/>
                  <a:gd name="connsiteY6" fmla="*/ 50617 h 1316375"/>
                  <a:gd name="connsiteX7" fmla="*/ 1477028 w 2944854"/>
                  <a:gd name="connsiteY7" fmla="*/ 501566 h 1316375"/>
                  <a:gd name="connsiteX8" fmla="*/ 2572146 w 2944854"/>
                  <a:gd name="connsiteY8" fmla="*/ 0 h 1316375"/>
                  <a:gd name="connsiteX9" fmla="*/ 2875834 w 2944854"/>
                  <a:gd name="connsiteY9" fmla="*/ 96632 h 1316375"/>
                  <a:gd name="connsiteX10" fmla="*/ 2079803 w 2944854"/>
                  <a:gd name="connsiteY10" fmla="*/ 432543 h 1316375"/>
                  <a:gd name="connsiteX11" fmla="*/ 2240850 w 2944854"/>
                  <a:gd name="connsiteY11" fmla="*/ 920305 h 1316375"/>
                  <a:gd name="connsiteX12" fmla="*/ 2944854 w 2944854"/>
                  <a:gd name="connsiteY12" fmla="*/ 1228607 h 1316375"/>
                  <a:gd name="connsiteX13" fmla="*/ 2756623 w 2944854"/>
                  <a:gd name="connsiteY13" fmla="*/ 1316375 h 1316375"/>
                  <a:gd name="connsiteX14" fmla="*/ 1486231 w 2944854"/>
                  <a:gd name="connsiteY14" fmla="*/ 727041 h 1316375"/>
                  <a:gd name="connsiteX0" fmla="*/ 1486231 w 3024520"/>
                  <a:gd name="connsiteY0" fmla="*/ 727041 h 1316375"/>
                  <a:gd name="connsiteX1" fmla="*/ 257675 w 3024520"/>
                  <a:gd name="connsiteY1" fmla="*/ 1302232 h 1316375"/>
                  <a:gd name="connsiteX2" fmla="*/ 0 w 3024520"/>
                  <a:gd name="connsiteY2" fmla="*/ 1228607 h 1316375"/>
                  <a:gd name="connsiteX3" fmla="*/ 911064 w 3024520"/>
                  <a:gd name="connsiteY3" fmla="*/ 837478 h 1316375"/>
                  <a:gd name="connsiteX4" fmla="*/ 883456 w 3024520"/>
                  <a:gd name="connsiteY4" fmla="*/ 450949 h 1316375"/>
                  <a:gd name="connsiteX5" fmla="*/ 161047 w 3024520"/>
                  <a:gd name="connsiteY5" fmla="*/ 119640 h 1316375"/>
                  <a:gd name="connsiteX6" fmla="*/ 404917 w 3024520"/>
                  <a:gd name="connsiteY6" fmla="*/ 50617 h 1316375"/>
                  <a:gd name="connsiteX7" fmla="*/ 1477028 w 3024520"/>
                  <a:gd name="connsiteY7" fmla="*/ 501566 h 1316375"/>
                  <a:gd name="connsiteX8" fmla="*/ 2572146 w 3024520"/>
                  <a:gd name="connsiteY8" fmla="*/ 0 h 1316375"/>
                  <a:gd name="connsiteX9" fmla="*/ 2875834 w 3024520"/>
                  <a:gd name="connsiteY9" fmla="*/ 96632 h 1316375"/>
                  <a:gd name="connsiteX10" fmla="*/ 2079803 w 3024520"/>
                  <a:gd name="connsiteY10" fmla="*/ 432543 h 1316375"/>
                  <a:gd name="connsiteX11" fmla="*/ 2240850 w 3024520"/>
                  <a:gd name="connsiteY11" fmla="*/ 920305 h 1316375"/>
                  <a:gd name="connsiteX12" fmla="*/ 3024520 w 3024520"/>
                  <a:gd name="connsiteY12" fmla="*/ 1228607 h 1316375"/>
                  <a:gd name="connsiteX13" fmla="*/ 2756623 w 3024520"/>
                  <a:gd name="connsiteY13" fmla="*/ 1316375 h 1316375"/>
                  <a:gd name="connsiteX14" fmla="*/ 1486231 w 3024520"/>
                  <a:gd name="connsiteY14" fmla="*/ 727041 h 1316375"/>
                  <a:gd name="connsiteX0" fmla="*/ 1537780 w 3076069"/>
                  <a:gd name="connsiteY0" fmla="*/ 727041 h 1316375"/>
                  <a:gd name="connsiteX1" fmla="*/ 309224 w 3076069"/>
                  <a:gd name="connsiteY1" fmla="*/ 1302232 h 1316375"/>
                  <a:gd name="connsiteX2" fmla="*/ 0 w 3076069"/>
                  <a:gd name="connsiteY2" fmla="*/ 1228607 h 1316375"/>
                  <a:gd name="connsiteX3" fmla="*/ 962613 w 3076069"/>
                  <a:gd name="connsiteY3" fmla="*/ 837478 h 1316375"/>
                  <a:gd name="connsiteX4" fmla="*/ 935005 w 3076069"/>
                  <a:gd name="connsiteY4" fmla="*/ 450949 h 1316375"/>
                  <a:gd name="connsiteX5" fmla="*/ 212596 w 3076069"/>
                  <a:gd name="connsiteY5" fmla="*/ 119640 h 1316375"/>
                  <a:gd name="connsiteX6" fmla="*/ 456466 w 3076069"/>
                  <a:gd name="connsiteY6" fmla="*/ 50617 h 1316375"/>
                  <a:gd name="connsiteX7" fmla="*/ 1528577 w 3076069"/>
                  <a:gd name="connsiteY7" fmla="*/ 501566 h 1316375"/>
                  <a:gd name="connsiteX8" fmla="*/ 2623695 w 3076069"/>
                  <a:gd name="connsiteY8" fmla="*/ 0 h 1316375"/>
                  <a:gd name="connsiteX9" fmla="*/ 2927383 w 3076069"/>
                  <a:gd name="connsiteY9" fmla="*/ 96632 h 1316375"/>
                  <a:gd name="connsiteX10" fmla="*/ 2131352 w 3076069"/>
                  <a:gd name="connsiteY10" fmla="*/ 432543 h 1316375"/>
                  <a:gd name="connsiteX11" fmla="*/ 2292399 w 3076069"/>
                  <a:gd name="connsiteY11" fmla="*/ 920305 h 1316375"/>
                  <a:gd name="connsiteX12" fmla="*/ 3076069 w 3076069"/>
                  <a:gd name="connsiteY12" fmla="*/ 1228607 h 1316375"/>
                  <a:gd name="connsiteX13" fmla="*/ 2808172 w 3076069"/>
                  <a:gd name="connsiteY13" fmla="*/ 1316375 h 1316375"/>
                  <a:gd name="connsiteX14" fmla="*/ 1537780 w 3076069"/>
                  <a:gd name="connsiteY14" fmla="*/ 727041 h 1316375"/>
                  <a:gd name="connsiteX0" fmla="*/ 1537780 w 3076069"/>
                  <a:gd name="connsiteY0" fmla="*/ 727041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27041 h 1321259"/>
                  <a:gd name="connsiteX0" fmla="*/ 1537780 w 3076069"/>
                  <a:gd name="connsiteY0" fmla="*/ 750825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50825 h 13212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3076069" h="132125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87" name="Freeform 86"/>
              <p:cNvSpPr/>
              <p:nvPr/>
            </p:nvSpPr>
            <p:spPr bwMode="auto">
              <a:xfrm>
                <a:off x="2102655" y="1633103"/>
                <a:ext cx="662444" cy="111241"/>
              </a:xfrm>
              <a:custGeom>
                <a:avLst/>
                <a:gdLst>
                  <a:gd name="connsiteX0" fmla="*/ 0 w 3645229"/>
                  <a:gd name="connsiteY0" fmla="*/ 214441 h 923747"/>
                  <a:gd name="connsiteX1" fmla="*/ 659770 w 3645229"/>
                  <a:gd name="connsiteY1" fmla="*/ 16495 h 923747"/>
                  <a:gd name="connsiteX2" fmla="*/ 1814367 w 3645229"/>
                  <a:gd name="connsiteY2" fmla="*/ 511360 h 923747"/>
                  <a:gd name="connsiteX3" fmla="*/ 2968965 w 3645229"/>
                  <a:gd name="connsiteY3" fmla="*/ 0 h 923747"/>
                  <a:gd name="connsiteX4" fmla="*/ 3645229 w 3645229"/>
                  <a:gd name="connsiteY4" fmla="*/ 197946 h 923747"/>
                  <a:gd name="connsiteX5" fmla="*/ 3199884 w 3645229"/>
                  <a:gd name="connsiteY5" fmla="*/ 461874 h 923747"/>
                  <a:gd name="connsiteX6" fmla="*/ 2985459 w 3645229"/>
                  <a:gd name="connsiteY6" fmla="*/ 379396 h 923747"/>
                  <a:gd name="connsiteX7" fmla="*/ 1830861 w 3645229"/>
                  <a:gd name="connsiteY7" fmla="*/ 923747 h 923747"/>
                  <a:gd name="connsiteX8" fmla="*/ 676264 w 3645229"/>
                  <a:gd name="connsiteY8" fmla="*/ 412387 h 923747"/>
                  <a:gd name="connsiteX9" fmla="*/ 527816 w 3645229"/>
                  <a:gd name="connsiteY9" fmla="*/ 478369 h 923747"/>
                  <a:gd name="connsiteX10" fmla="*/ 0 w 3645229"/>
                  <a:gd name="connsiteY10" fmla="*/ 21444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71662 w 3640627"/>
                  <a:gd name="connsiteY8" fmla="*/ 412387 h 923747"/>
                  <a:gd name="connsiteX9" fmla="*/ 523214 w 3640627"/>
                  <a:gd name="connsiteY9" fmla="*/ 478369 h 923747"/>
                  <a:gd name="connsiteX10" fmla="*/ 0 w 3640627"/>
                  <a:gd name="connsiteY10" fmla="*/ 24205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71662 w 3640627"/>
                  <a:gd name="connsiteY8" fmla="*/ 412387 h 923747"/>
                  <a:gd name="connsiteX9" fmla="*/ 523214 w 3640627"/>
                  <a:gd name="connsiteY9" fmla="*/ 482971 h 923747"/>
                  <a:gd name="connsiteX10" fmla="*/ 0 w 3640627"/>
                  <a:gd name="connsiteY10" fmla="*/ 24205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90067 w 3640627"/>
                  <a:gd name="connsiteY8" fmla="*/ 412387 h 923747"/>
                  <a:gd name="connsiteX9" fmla="*/ 523214 w 3640627"/>
                  <a:gd name="connsiteY9" fmla="*/ 482971 h 923747"/>
                  <a:gd name="connsiteX10" fmla="*/ 0 w 3640627"/>
                  <a:gd name="connsiteY10" fmla="*/ 242051 h 923747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09765 w 3640627"/>
                  <a:gd name="connsiteY2" fmla="*/ 511360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2980857 w 3640627"/>
                  <a:gd name="connsiteY6" fmla="*/ 379396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55778 w 3640627"/>
                  <a:gd name="connsiteY2" fmla="*/ 534367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2980857 w 3640627"/>
                  <a:gd name="connsiteY6" fmla="*/ 379396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55778 w 3640627"/>
                  <a:gd name="connsiteY2" fmla="*/ 534367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3008465 w 3640627"/>
                  <a:gd name="connsiteY6" fmla="*/ 402404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723451"/>
                  <a:gd name="connsiteY0" fmla="*/ 242051 h 946755"/>
                  <a:gd name="connsiteX1" fmla="*/ 655168 w 3723451"/>
                  <a:gd name="connsiteY1" fmla="*/ 16495 h 946755"/>
                  <a:gd name="connsiteX2" fmla="*/ 1855778 w 3723451"/>
                  <a:gd name="connsiteY2" fmla="*/ 534367 h 946755"/>
                  <a:gd name="connsiteX3" fmla="*/ 2964363 w 3723451"/>
                  <a:gd name="connsiteY3" fmla="*/ 0 h 946755"/>
                  <a:gd name="connsiteX4" fmla="*/ 3723451 w 3723451"/>
                  <a:gd name="connsiteY4" fmla="*/ 220954 h 946755"/>
                  <a:gd name="connsiteX5" fmla="*/ 3195282 w 3723451"/>
                  <a:gd name="connsiteY5" fmla="*/ 461874 h 946755"/>
                  <a:gd name="connsiteX6" fmla="*/ 3008465 w 3723451"/>
                  <a:gd name="connsiteY6" fmla="*/ 402404 h 946755"/>
                  <a:gd name="connsiteX7" fmla="*/ 1876873 w 3723451"/>
                  <a:gd name="connsiteY7" fmla="*/ 946755 h 946755"/>
                  <a:gd name="connsiteX8" fmla="*/ 690067 w 3723451"/>
                  <a:gd name="connsiteY8" fmla="*/ 412387 h 946755"/>
                  <a:gd name="connsiteX9" fmla="*/ 523214 w 3723451"/>
                  <a:gd name="connsiteY9" fmla="*/ 482971 h 946755"/>
                  <a:gd name="connsiteX10" fmla="*/ 0 w 3723451"/>
                  <a:gd name="connsiteY10" fmla="*/ 242051 h 946755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95282 w 3723451"/>
                  <a:gd name="connsiteY5" fmla="*/ 448069 h 932950"/>
                  <a:gd name="connsiteX6" fmla="*/ 3008465 w 3723451"/>
                  <a:gd name="connsiteY6" fmla="*/ 388599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95282 w 3723451"/>
                  <a:gd name="connsiteY5" fmla="*/ 448069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86079 w 3723451"/>
                  <a:gd name="connsiteY5" fmla="*/ 461874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86079 w 3723451"/>
                  <a:gd name="connsiteY5" fmla="*/ 461874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711613 w 3723451"/>
                  <a:gd name="connsiteY8" fmla="*/ 413055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723451" h="932950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88" name="Freeform 87"/>
              <p:cNvSpPr/>
              <p:nvPr/>
            </p:nvSpPr>
            <p:spPr bwMode="auto">
              <a:xfrm>
                <a:off x="2536889" y="1727776"/>
                <a:ext cx="244057" cy="97040"/>
              </a:xfrm>
              <a:custGeom>
                <a:avLst/>
                <a:gdLst>
                  <a:gd name="connsiteX0" fmla="*/ 55216 w 1421812"/>
                  <a:gd name="connsiteY0" fmla="*/ 0 h 800665"/>
                  <a:gd name="connsiteX1" fmla="*/ 1421812 w 1421812"/>
                  <a:gd name="connsiteY1" fmla="*/ 625807 h 800665"/>
                  <a:gd name="connsiteX2" fmla="*/ 947874 w 1421812"/>
                  <a:gd name="connsiteY2" fmla="*/ 800665 h 800665"/>
                  <a:gd name="connsiteX3" fmla="*/ 50614 w 1421812"/>
                  <a:gd name="connsiteY3" fmla="*/ 404934 h 800665"/>
                  <a:gd name="connsiteX4" fmla="*/ 0 w 1421812"/>
                  <a:gd name="connsiteY4" fmla="*/ 404934 h 800665"/>
                  <a:gd name="connsiteX5" fmla="*/ 55216 w 1421812"/>
                  <a:gd name="connsiteY5" fmla="*/ 0 h 800665"/>
                  <a:gd name="connsiteX0" fmla="*/ 4602 w 1371198"/>
                  <a:gd name="connsiteY0" fmla="*/ 0 h 800665"/>
                  <a:gd name="connsiteX1" fmla="*/ 1371198 w 1371198"/>
                  <a:gd name="connsiteY1" fmla="*/ 625807 h 800665"/>
                  <a:gd name="connsiteX2" fmla="*/ 897260 w 1371198"/>
                  <a:gd name="connsiteY2" fmla="*/ 800665 h 800665"/>
                  <a:gd name="connsiteX3" fmla="*/ 0 w 1371198"/>
                  <a:gd name="connsiteY3" fmla="*/ 404934 h 800665"/>
                  <a:gd name="connsiteX4" fmla="*/ 4602 w 1371198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9868"/>
                  <a:gd name="connsiteX1" fmla="*/ 1366596 w 1366596"/>
                  <a:gd name="connsiteY1" fmla="*/ 625807 h 809868"/>
                  <a:gd name="connsiteX2" fmla="*/ 865050 w 1366596"/>
                  <a:gd name="connsiteY2" fmla="*/ 809868 h 809868"/>
                  <a:gd name="connsiteX3" fmla="*/ 4601 w 1366596"/>
                  <a:gd name="connsiteY3" fmla="*/ 427942 h 809868"/>
                  <a:gd name="connsiteX4" fmla="*/ 0 w 1366596"/>
                  <a:gd name="connsiteY4" fmla="*/ 0 h 8098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6596" h="809868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89" name="Freeform 88"/>
              <p:cNvSpPr/>
              <p:nvPr/>
            </p:nvSpPr>
            <p:spPr bwMode="auto">
              <a:xfrm>
                <a:off x="2089977" y="1730144"/>
                <a:ext cx="240888" cy="97039"/>
              </a:xfrm>
              <a:custGeom>
                <a:avLst/>
                <a:gdLst>
                  <a:gd name="connsiteX0" fmla="*/ 1329786 w 1348191"/>
                  <a:gd name="connsiteY0" fmla="*/ 0 h 809869"/>
                  <a:gd name="connsiteX1" fmla="*/ 1348191 w 1348191"/>
                  <a:gd name="connsiteY1" fmla="*/ 400333 h 809869"/>
                  <a:gd name="connsiteX2" fmla="*/ 487742 w 1348191"/>
                  <a:gd name="connsiteY2" fmla="*/ 809869 h 809869"/>
                  <a:gd name="connsiteX3" fmla="*/ 0 w 1348191"/>
                  <a:gd name="connsiteY3" fmla="*/ 630409 h 809869"/>
                  <a:gd name="connsiteX4" fmla="*/ 1329786 w 1348191"/>
                  <a:gd name="connsiteY4" fmla="*/ 0 h 809869"/>
                  <a:gd name="connsiteX0" fmla="*/ 1329786 w 1348191"/>
                  <a:gd name="connsiteY0" fmla="*/ 0 h 791462"/>
                  <a:gd name="connsiteX1" fmla="*/ 1348191 w 1348191"/>
                  <a:gd name="connsiteY1" fmla="*/ 381926 h 791462"/>
                  <a:gd name="connsiteX2" fmla="*/ 487742 w 1348191"/>
                  <a:gd name="connsiteY2" fmla="*/ 791462 h 791462"/>
                  <a:gd name="connsiteX3" fmla="*/ 0 w 1348191"/>
                  <a:gd name="connsiteY3" fmla="*/ 612002 h 791462"/>
                  <a:gd name="connsiteX4" fmla="*/ 1329786 w 1348191"/>
                  <a:gd name="connsiteY4" fmla="*/ 0 h 7914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48191" h="791462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cxnSp>
            <p:nvCxnSpPr>
              <p:cNvPr id="90" name="Straight Connector 89"/>
              <p:cNvCxnSpPr>
                <a:endCxn id="85" idx="2"/>
              </p:cNvCxnSpPr>
              <p:nvPr/>
            </p:nvCxnSpPr>
            <p:spPr bwMode="auto">
              <a:xfrm flipH="1" flipV="1">
                <a:off x="1871277" y="1737243"/>
                <a:ext cx="3169" cy="123074"/>
              </a:xfrm>
              <a:prstGeom prst="line">
                <a:avLst/>
              </a:prstGeom>
              <a:ln w="6350" cmpd="sng">
                <a:solidFill>
                  <a:schemeClr val="tx1"/>
                </a:solidFill>
              </a:ln>
              <a:effectLst>
                <a:outerShdw blurRad="40005" dist="19939" dir="5400000" algn="tl" rotWithShape="0">
                  <a:srgbClr val="000000">
                    <a:alpha val="38000"/>
                  </a:srgbClr>
                </a:outerShdw>
              </a:effectLst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Straight Connector 90"/>
              <p:cNvCxnSpPr/>
              <p:nvPr/>
            </p:nvCxnSpPr>
            <p:spPr bwMode="auto">
              <a:xfrm flipH="1" flipV="1">
                <a:off x="2996477" y="1734877"/>
                <a:ext cx="3171" cy="123074"/>
              </a:xfrm>
              <a:prstGeom prst="line">
                <a:avLst/>
              </a:prstGeom>
              <a:ln w="6350" cmpd="sng">
                <a:solidFill>
                  <a:schemeClr val="tx1"/>
                </a:solidFill>
              </a:ln>
              <a:effectLst>
                <a:outerShdw blurRad="40005" dist="19939" dir="5400000" algn="tl" rotWithShape="0">
                  <a:srgbClr val="000000">
                    <a:alpha val="38000"/>
                  </a:srgbClr>
                </a:outerShdw>
              </a:effectLst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4" name="Group 13"/>
          <p:cNvGrpSpPr/>
          <p:nvPr/>
        </p:nvGrpSpPr>
        <p:grpSpPr>
          <a:xfrm>
            <a:off x="4990227" y="3550652"/>
            <a:ext cx="3116606" cy="1053561"/>
            <a:chOff x="4990227" y="2877416"/>
            <a:chExt cx="3116606" cy="1053561"/>
          </a:xfrm>
        </p:grpSpPr>
        <p:sp>
          <p:nvSpPr>
            <p:cNvPr id="33" name="Rectangle 32"/>
            <p:cNvSpPr/>
            <p:nvPr/>
          </p:nvSpPr>
          <p:spPr bwMode="auto">
            <a:xfrm>
              <a:off x="5418665" y="2913389"/>
              <a:ext cx="2688168" cy="101758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3175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34" name="Freeform 33"/>
            <p:cNvSpPr/>
            <p:nvPr/>
          </p:nvSpPr>
          <p:spPr bwMode="auto">
            <a:xfrm>
              <a:off x="5218221" y="2877416"/>
              <a:ext cx="213773" cy="1028160"/>
            </a:xfrm>
            <a:custGeom>
              <a:avLst/>
              <a:gdLst>
                <a:gd name="connsiteX0" fmla="*/ 0 w 312616"/>
                <a:gd name="connsiteY0" fmla="*/ 644770 h 1367693"/>
                <a:gd name="connsiteX1" fmla="*/ 312616 w 312616"/>
                <a:gd name="connsiteY1" fmla="*/ 0 h 1367693"/>
                <a:gd name="connsiteX2" fmla="*/ 312616 w 312616"/>
                <a:gd name="connsiteY2" fmla="*/ 1016000 h 1367693"/>
                <a:gd name="connsiteX3" fmla="*/ 117231 w 312616"/>
                <a:gd name="connsiteY3" fmla="*/ 1367693 h 1367693"/>
                <a:gd name="connsiteX4" fmla="*/ 0 w 312616"/>
                <a:gd name="connsiteY4" fmla="*/ 644770 h 1367693"/>
                <a:gd name="connsiteX0" fmla="*/ 0 w 199855"/>
                <a:gd name="connsiteY0" fmla="*/ 733787 h 1367693"/>
                <a:gd name="connsiteX1" fmla="*/ 199855 w 199855"/>
                <a:gd name="connsiteY1" fmla="*/ 0 h 1367693"/>
                <a:gd name="connsiteX2" fmla="*/ 199855 w 199855"/>
                <a:gd name="connsiteY2" fmla="*/ 1016000 h 1367693"/>
                <a:gd name="connsiteX3" fmla="*/ 4470 w 199855"/>
                <a:gd name="connsiteY3" fmla="*/ 1367693 h 1367693"/>
                <a:gd name="connsiteX4" fmla="*/ 0 w 199855"/>
                <a:gd name="connsiteY4" fmla="*/ 733787 h 1367693"/>
                <a:gd name="connsiteX0" fmla="*/ 25203 w 225058"/>
                <a:gd name="connsiteY0" fmla="*/ 733787 h 1361758"/>
                <a:gd name="connsiteX1" fmla="*/ 225058 w 225058"/>
                <a:gd name="connsiteY1" fmla="*/ 0 h 1361758"/>
                <a:gd name="connsiteX2" fmla="*/ 225058 w 225058"/>
                <a:gd name="connsiteY2" fmla="*/ 1016000 h 1361758"/>
                <a:gd name="connsiteX3" fmla="*/ 0 w 225058"/>
                <a:gd name="connsiteY3" fmla="*/ 1361758 h 1361758"/>
                <a:gd name="connsiteX4" fmla="*/ 25203 w 225058"/>
                <a:gd name="connsiteY4" fmla="*/ 733787 h 1361758"/>
                <a:gd name="connsiteX0" fmla="*/ 25203 w 230992"/>
                <a:gd name="connsiteY0" fmla="*/ 787197 h 1415168"/>
                <a:gd name="connsiteX1" fmla="*/ 230992 w 230992"/>
                <a:gd name="connsiteY1" fmla="*/ 0 h 1415168"/>
                <a:gd name="connsiteX2" fmla="*/ 225058 w 230992"/>
                <a:gd name="connsiteY2" fmla="*/ 1069410 h 1415168"/>
                <a:gd name="connsiteX3" fmla="*/ 0 w 230992"/>
                <a:gd name="connsiteY3" fmla="*/ 1415168 h 1415168"/>
                <a:gd name="connsiteX4" fmla="*/ 25203 w 230992"/>
                <a:gd name="connsiteY4" fmla="*/ 787197 h 1415168"/>
                <a:gd name="connsiteX0" fmla="*/ 0 w 205789"/>
                <a:gd name="connsiteY0" fmla="*/ 787197 h 1427037"/>
                <a:gd name="connsiteX1" fmla="*/ 205789 w 205789"/>
                <a:gd name="connsiteY1" fmla="*/ 0 h 1427037"/>
                <a:gd name="connsiteX2" fmla="*/ 199855 w 205789"/>
                <a:gd name="connsiteY2" fmla="*/ 1069410 h 1427037"/>
                <a:gd name="connsiteX3" fmla="*/ 4471 w 205789"/>
                <a:gd name="connsiteY3" fmla="*/ 1427037 h 1427037"/>
                <a:gd name="connsiteX4" fmla="*/ 0 w 205789"/>
                <a:gd name="connsiteY4" fmla="*/ 787197 h 1427037"/>
                <a:gd name="connsiteX0" fmla="*/ 0 w 199855"/>
                <a:gd name="connsiteY0" fmla="*/ 745656 h 1385496"/>
                <a:gd name="connsiteX1" fmla="*/ 193920 w 199855"/>
                <a:gd name="connsiteY1" fmla="*/ 0 h 1385496"/>
                <a:gd name="connsiteX2" fmla="*/ 199855 w 199855"/>
                <a:gd name="connsiteY2" fmla="*/ 1027869 h 1385496"/>
                <a:gd name="connsiteX3" fmla="*/ 4471 w 199855"/>
                <a:gd name="connsiteY3" fmla="*/ 1385496 h 1385496"/>
                <a:gd name="connsiteX4" fmla="*/ 0 w 199855"/>
                <a:gd name="connsiteY4" fmla="*/ 745656 h 1385496"/>
                <a:gd name="connsiteX0" fmla="*/ 20385 w 220240"/>
                <a:gd name="connsiteY0" fmla="*/ 745656 h 1058154"/>
                <a:gd name="connsiteX1" fmla="*/ 214305 w 220240"/>
                <a:gd name="connsiteY1" fmla="*/ 0 h 1058154"/>
                <a:gd name="connsiteX2" fmla="*/ 220240 w 220240"/>
                <a:gd name="connsiteY2" fmla="*/ 1027869 h 1058154"/>
                <a:gd name="connsiteX3" fmla="*/ 68 w 220240"/>
                <a:gd name="connsiteY3" fmla="*/ 986902 h 1058154"/>
                <a:gd name="connsiteX4" fmla="*/ 20385 w 220240"/>
                <a:gd name="connsiteY4" fmla="*/ 745656 h 1058154"/>
                <a:gd name="connsiteX0" fmla="*/ 20385 w 220240"/>
                <a:gd name="connsiteY0" fmla="*/ 745656 h 1068836"/>
                <a:gd name="connsiteX1" fmla="*/ 214305 w 220240"/>
                <a:gd name="connsiteY1" fmla="*/ 0 h 1068836"/>
                <a:gd name="connsiteX2" fmla="*/ 220240 w 220240"/>
                <a:gd name="connsiteY2" fmla="*/ 1027869 h 1068836"/>
                <a:gd name="connsiteX3" fmla="*/ 68 w 220240"/>
                <a:gd name="connsiteY3" fmla="*/ 986902 h 1068836"/>
                <a:gd name="connsiteX4" fmla="*/ 20385 w 220240"/>
                <a:gd name="connsiteY4" fmla="*/ 745656 h 1068836"/>
                <a:gd name="connsiteX0" fmla="*/ 15446 w 215301"/>
                <a:gd name="connsiteY0" fmla="*/ 745656 h 1057581"/>
                <a:gd name="connsiteX1" fmla="*/ 209366 w 215301"/>
                <a:gd name="connsiteY1" fmla="*/ 0 h 1057581"/>
                <a:gd name="connsiteX2" fmla="*/ 215301 w 215301"/>
                <a:gd name="connsiteY2" fmla="*/ 1027869 h 1057581"/>
                <a:gd name="connsiteX3" fmla="*/ 87 w 215301"/>
                <a:gd name="connsiteY3" fmla="*/ 888484 h 1057581"/>
                <a:gd name="connsiteX4" fmla="*/ 15446 w 215301"/>
                <a:gd name="connsiteY4" fmla="*/ 745656 h 1057581"/>
                <a:gd name="connsiteX0" fmla="*/ 15446 w 215301"/>
                <a:gd name="connsiteY0" fmla="*/ 745656 h 1063397"/>
                <a:gd name="connsiteX1" fmla="*/ 209366 w 215301"/>
                <a:gd name="connsiteY1" fmla="*/ 0 h 1063397"/>
                <a:gd name="connsiteX2" fmla="*/ 215301 w 215301"/>
                <a:gd name="connsiteY2" fmla="*/ 1027869 h 1063397"/>
                <a:gd name="connsiteX3" fmla="*/ 87 w 215301"/>
                <a:gd name="connsiteY3" fmla="*/ 888484 h 1063397"/>
                <a:gd name="connsiteX4" fmla="*/ 15446 w 215301"/>
                <a:gd name="connsiteY4" fmla="*/ 745656 h 1063397"/>
                <a:gd name="connsiteX0" fmla="*/ 15446 w 215301"/>
                <a:gd name="connsiteY0" fmla="*/ 745656 h 1027869"/>
                <a:gd name="connsiteX1" fmla="*/ 209366 w 215301"/>
                <a:gd name="connsiteY1" fmla="*/ 0 h 1027869"/>
                <a:gd name="connsiteX2" fmla="*/ 215301 w 215301"/>
                <a:gd name="connsiteY2" fmla="*/ 1027869 h 1027869"/>
                <a:gd name="connsiteX3" fmla="*/ 87 w 215301"/>
                <a:gd name="connsiteY3" fmla="*/ 888484 h 1027869"/>
                <a:gd name="connsiteX4" fmla="*/ 15446 w 215301"/>
                <a:gd name="connsiteY4" fmla="*/ 745656 h 1027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5301" h="1027869">
                  <a:moveTo>
                    <a:pt x="15446" y="745656"/>
                  </a:moveTo>
                  <a:lnTo>
                    <a:pt x="209366" y="0"/>
                  </a:lnTo>
                  <a:cubicBezTo>
                    <a:pt x="211344" y="342623"/>
                    <a:pt x="213323" y="685246"/>
                    <a:pt x="215301" y="1027869"/>
                  </a:cubicBezTo>
                  <a:cubicBezTo>
                    <a:pt x="115469" y="960083"/>
                    <a:pt x="99918" y="931665"/>
                    <a:pt x="87" y="888484"/>
                  </a:cubicBezTo>
                  <a:cubicBezTo>
                    <a:pt x="-1403" y="675204"/>
                    <a:pt x="16936" y="958936"/>
                    <a:pt x="15446" y="745656"/>
                  </a:cubicBezTo>
                  <a:close/>
                </a:path>
              </a:pathLst>
            </a:custGeom>
            <a:gradFill>
              <a:gsLst>
                <a:gs pos="0">
                  <a:schemeClr val="bg1">
                    <a:lumMod val="95000"/>
                  </a:schemeClr>
                </a:gs>
                <a:gs pos="100000">
                  <a:schemeClr val="accent6">
                    <a:lumMod val="20000"/>
                    <a:lumOff val="80000"/>
                  </a:schemeClr>
                </a:gs>
              </a:gsLst>
              <a:lin ang="0" scaled="0"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grpSp>
          <p:nvGrpSpPr>
            <p:cNvPr id="35" name="Group 950"/>
            <p:cNvGrpSpPr>
              <a:grpSpLocks/>
            </p:cNvGrpSpPr>
            <p:nvPr/>
          </p:nvGrpSpPr>
          <p:grpSpPr bwMode="auto">
            <a:xfrm>
              <a:off x="4990227" y="3351862"/>
              <a:ext cx="251561" cy="564103"/>
              <a:chOff x="4140" y="429"/>
              <a:chExt cx="1425" cy="2396"/>
            </a:xfrm>
          </p:grpSpPr>
          <p:sp>
            <p:nvSpPr>
              <p:cNvPr id="37" name="Freeform 951"/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3 w 354"/>
                  <a:gd name="T1" fmla="*/ 0 h 2742"/>
                  <a:gd name="T2" fmla="*/ 15 w 354"/>
                  <a:gd name="T3" fmla="*/ 27 h 2742"/>
                  <a:gd name="T4" fmla="*/ 15 w 354"/>
                  <a:gd name="T5" fmla="*/ 205 h 2742"/>
                  <a:gd name="T6" fmla="*/ 0 w 354"/>
                  <a:gd name="T7" fmla="*/ 215 h 2742"/>
                  <a:gd name="T8" fmla="*/ 3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4"/>
                  <a:gd name="T16" fmla="*/ 0 h 2742"/>
                  <a:gd name="T17" fmla="*/ 354 w 354"/>
                  <a:gd name="T18" fmla="*/ 2742 h 27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" name="Rectangle 952"/>
              <p:cNvSpPr>
                <a:spLocks noChangeArrowheads="1"/>
              </p:cNvSpPr>
              <p:nvPr/>
            </p:nvSpPr>
            <p:spPr bwMode="auto">
              <a:xfrm>
                <a:off x="4210" y="429"/>
                <a:ext cx="1046" cy="2285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9" name="Freeform 953"/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9 w 211"/>
                  <a:gd name="T3" fmla="*/ 18 h 2537"/>
                  <a:gd name="T4" fmla="*/ 2 w 211"/>
                  <a:gd name="T5" fmla="*/ 196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1"/>
                  <a:gd name="T13" fmla="*/ 0 h 2537"/>
                  <a:gd name="T14" fmla="*/ 211 w 211"/>
                  <a:gd name="T15" fmla="*/ 2537 h 253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" name="Freeform 954"/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14 w 328"/>
                  <a:gd name="T3" fmla="*/ 11 h 226"/>
                  <a:gd name="T4" fmla="*/ 14 w 328"/>
                  <a:gd name="T5" fmla="*/ 19 h 226"/>
                  <a:gd name="T6" fmla="*/ 0 w 328"/>
                  <a:gd name="T7" fmla="*/ 8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" name="Rectangle 955"/>
              <p:cNvSpPr>
                <a:spLocks noChangeArrowheads="1"/>
              </p:cNvSpPr>
              <p:nvPr/>
            </p:nvSpPr>
            <p:spPr bwMode="auto">
              <a:xfrm>
                <a:off x="4210" y="690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42" name="Group 956"/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67" name="AutoShape 957"/>
                <p:cNvSpPr>
                  <a:spLocks noChangeArrowheads="1"/>
                </p:cNvSpPr>
                <p:nvPr/>
              </p:nvSpPr>
              <p:spPr bwMode="auto">
                <a:xfrm>
                  <a:off x="613" y="2566"/>
                  <a:ext cx="721" cy="14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8" name="AutoShape 958"/>
                <p:cNvSpPr>
                  <a:spLocks noChangeArrowheads="1"/>
                </p:cNvSpPr>
                <p:nvPr/>
              </p:nvSpPr>
              <p:spPr bwMode="auto">
                <a:xfrm>
                  <a:off x="625" y="2581"/>
                  <a:ext cx="696" cy="114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43" name="Rectangle 959"/>
              <p:cNvSpPr>
                <a:spLocks noChangeArrowheads="1"/>
              </p:cNvSpPr>
              <p:nvPr/>
            </p:nvSpPr>
            <p:spPr bwMode="auto">
              <a:xfrm>
                <a:off x="4220" y="1022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44" name="Group 960"/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65" name="AutoShape 961"/>
                <p:cNvSpPr>
                  <a:spLocks noChangeArrowheads="1"/>
                </p:cNvSpPr>
                <p:nvPr/>
              </p:nvSpPr>
              <p:spPr bwMode="auto">
                <a:xfrm>
                  <a:off x="615" y="2564"/>
                  <a:ext cx="721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6" name="AutoShape 962"/>
                <p:cNvSpPr>
                  <a:spLocks noChangeArrowheads="1"/>
                </p:cNvSpPr>
                <p:nvPr/>
              </p:nvSpPr>
              <p:spPr bwMode="auto">
                <a:xfrm>
                  <a:off x="628" y="2581"/>
                  <a:ext cx="696" cy="107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45" name="Rectangle 963"/>
              <p:cNvSpPr>
                <a:spLocks noChangeArrowheads="1"/>
              </p:cNvSpPr>
              <p:nvPr/>
            </p:nvSpPr>
            <p:spPr bwMode="auto">
              <a:xfrm>
                <a:off x="4220" y="1354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6" name="Rectangle 964"/>
              <p:cNvSpPr>
                <a:spLocks noChangeArrowheads="1"/>
              </p:cNvSpPr>
              <p:nvPr/>
            </p:nvSpPr>
            <p:spPr bwMode="auto">
              <a:xfrm>
                <a:off x="4230" y="1655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47" name="Group 965"/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63" name="AutoShape 966"/>
                <p:cNvSpPr>
                  <a:spLocks noChangeArrowheads="1"/>
                </p:cNvSpPr>
                <p:nvPr/>
              </p:nvSpPr>
              <p:spPr bwMode="auto">
                <a:xfrm>
                  <a:off x="618" y="2586"/>
                  <a:ext cx="720" cy="12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4" name="AutoShape 967"/>
                <p:cNvSpPr>
                  <a:spLocks noChangeArrowheads="1"/>
                </p:cNvSpPr>
                <p:nvPr/>
              </p:nvSpPr>
              <p:spPr bwMode="auto">
                <a:xfrm>
                  <a:off x="630" y="2586"/>
                  <a:ext cx="695" cy="10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48" name="Freeform 968"/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14 w 328"/>
                  <a:gd name="T3" fmla="*/ 10 h 226"/>
                  <a:gd name="T4" fmla="*/ 14 w 328"/>
                  <a:gd name="T5" fmla="*/ 17 h 226"/>
                  <a:gd name="T6" fmla="*/ 0 w 328"/>
                  <a:gd name="T7" fmla="*/ 7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49" name="Group 969"/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61" name="AutoShape 970"/>
                <p:cNvSpPr>
                  <a:spLocks noChangeArrowheads="1"/>
                </p:cNvSpPr>
                <p:nvPr/>
              </p:nvSpPr>
              <p:spPr bwMode="auto">
                <a:xfrm>
                  <a:off x="613" y="2571"/>
                  <a:ext cx="732" cy="13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2" name="AutoShape 971"/>
                <p:cNvSpPr>
                  <a:spLocks noChangeArrowheads="1"/>
                </p:cNvSpPr>
                <p:nvPr/>
              </p:nvSpPr>
              <p:spPr bwMode="auto">
                <a:xfrm>
                  <a:off x="625" y="2587"/>
                  <a:ext cx="720" cy="103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50" name="Rectangle 972"/>
              <p:cNvSpPr>
                <a:spLocks noChangeArrowheads="1"/>
              </p:cNvSpPr>
              <p:nvPr/>
            </p:nvSpPr>
            <p:spPr bwMode="auto">
              <a:xfrm>
                <a:off x="5246" y="429"/>
                <a:ext cx="70" cy="2285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1" name="Freeform 973"/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14 w 296"/>
                  <a:gd name="T3" fmla="*/ 10 h 256"/>
                  <a:gd name="T4" fmla="*/ 14 w 296"/>
                  <a:gd name="T5" fmla="*/ 19 h 256"/>
                  <a:gd name="T6" fmla="*/ 0 w 296"/>
                  <a:gd name="T7" fmla="*/ 7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6"/>
                  <a:gd name="T16" fmla="*/ 0 h 256"/>
                  <a:gd name="T17" fmla="*/ 296 w 296"/>
                  <a:gd name="T18" fmla="*/ 256 h 2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2" name="Freeform 974"/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14 w 304"/>
                  <a:gd name="T3" fmla="*/ 13 h 288"/>
                  <a:gd name="T4" fmla="*/ 13 w 304"/>
                  <a:gd name="T5" fmla="*/ 23 h 288"/>
                  <a:gd name="T6" fmla="*/ 2 w 304"/>
                  <a:gd name="T7" fmla="*/ 10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4"/>
                  <a:gd name="T16" fmla="*/ 0 h 288"/>
                  <a:gd name="T17" fmla="*/ 304 w 304"/>
                  <a:gd name="T18" fmla="*/ 288 h 2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3" name="Oval 975"/>
              <p:cNvSpPr>
                <a:spLocks noChangeArrowheads="1"/>
              </p:cNvSpPr>
              <p:nvPr/>
            </p:nvSpPr>
            <p:spPr bwMode="auto">
              <a:xfrm>
                <a:off x="5515" y="2611"/>
                <a:ext cx="50" cy="95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4" name="Freeform 976"/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9 h 240"/>
                  <a:gd name="T2" fmla="*/ 2 w 306"/>
                  <a:gd name="T3" fmla="*/ 19 h 240"/>
                  <a:gd name="T4" fmla="*/ 14 w 306"/>
                  <a:gd name="T5" fmla="*/ 9 h 240"/>
                  <a:gd name="T6" fmla="*/ 14 w 306"/>
                  <a:gd name="T7" fmla="*/ 0 h 240"/>
                  <a:gd name="T8" fmla="*/ 0 w 306"/>
                  <a:gd name="T9" fmla="*/ 9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6"/>
                  <a:gd name="T16" fmla="*/ 0 h 240"/>
                  <a:gd name="T17" fmla="*/ 306 w 306"/>
                  <a:gd name="T18" fmla="*/ 240 h 2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5" name="AutoShape 977"/>
              <p:cNvSpPr>
                <a:spLocks noChangeArrowheads="1"/>
              </p:cNvSpPr>
              <p:nvPr/>
            </p:nvSpPr>
            <p:spPr bwMode="auto">
              <a:xfrm>
                <a:off x="4140" y="2675"/>
                <a:ext cx="1196" cy="150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6" name="AutoShape 978"/>
              <p:cNvSpPr>
                <a:spLocks noChangeArrowheads="1"/>
              </p:cNvSpPr>
              <p:nvPr/>
            </p:nvSpPr>
            <p:spPr bwMode="auto">
              <a:xfrm>
                <a:off x="4210" y="2714"/>
                <a:ext cx="1066" cy="7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7" name="Oval 979"/>
              <p:cNvSpPr>
                <a:spLocks noChangeArrowheads="1"/>
              </p:cNvSpPr>
              <p:nvPr/>
            </p:nvSpPr>
            <p:spPr bwMode="auto">
              <a:xfrm>
                <a:off x="4309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8" name="Oval 980"/>
              <p:cNvSpPr>
                <a:spLocks noChangeArrowheads="1"/>
              </p:cNvSpPr>
              <p:nvPr/>
            </p:nvSpPr>
            <p:spPr bwMode="auto">
              <a:xfrm>
                <a:off x="4489" y="2382"/>
                <a:ext cx="159" cy="142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 eaLnBrk="1" hangingPunct="1"/>
                <a:endParaRPr lang="en-US">
                  <a:solidFill>
                    <a:srgbClr val="FF0000"/>
                  </a:solidFill>
                </a:endParaRPr>
              </a:p>
            </p:txBody>
          </p:sp>
          <p:sp>
            <p:nvSpPr>
              <p:cNvPr id="59" name="Oval 981"/>
              <p:cNvSpPr>
                <a:spLocks noChangeArrowheads="1"/>
              </p:cNvSpPr>
              <p:nvPr/>
            </p:nvSpPr>
            <p:spPr bwMode="auto">
              <a:xfrm>
                <a:off x="4658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0" name="Rectangle 982"/>
              <p:cNvSpPr>
                <a:spLocks noChangeArrowheads="1"/>
              </p:cNvSpPr>
              <p:nvPr/>
            </p:nvSpPr>
            <p:spPr bwMode="auto">
              <a:xfrm>
                <a:off x="5067" y="1837"/>
                <a:ext cx="80" cy="759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36" name="TextBox 35"/>
            <p:cNvSpPr txBox="1"/>
            <p:nvPr/>
          </p:nvSpPr>
          <p:spPr>
            <a:xfrm>
              <a:off x="5377031" y="3090332"/>
              <a:ext cx="2659202" cy="61555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SDN Controller</a:t>
              </a:r>
            </a:p>
            <a:p>
              <a:pPr algn="ctr"/>
              <a:r>
                <a:rPr lang="en-US" sz="1600" dirty="0"/>
                <a:t>(network operating system)</a:t>
              </a:r>
            </a:p>
          </p:txBody>
        </p:sp>
      </p:grpSp>
      <p:sp>
        <p:nvSpPr>
          <p:cNvPr id="15" name="TextBox 14"/>
          <p:cNvSpPr txBox="1"/>
          <p:nvPr/>
        </p:nvSpPr>
        <p:spPr>
          <a:xfrm>
            <a:off x="6837708" y="1562205"/>
            <a:ext cx="595035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rgbClr val="008000"/>
                </a:solidFill>
              </a:rPr>
              <a:t>…</a:t>
            </a:r>
          </a:p>
        </p:txBody>
      </p:sp>
      <p:grpSp>
        <p:nvGrpSpPr>
          <p:cNvPr id="16" name="Group 15"/>
          <p:cNvGrpSpPr/>
          <p:nvPr/>
        </p:nvGrpSpPr>
        <p:grpSpPr>
          <a:xfrm>
            <a:off x="5165914" y="1781366"/>
            <a:ext cx="1023471" cy="590176"/>
            <a:chOff x="4721412" y="1277470"/>
            <a:chExt cx="1023471" cy="590176"/>
          </a:xfrm>
        </p:grpSpPr>
        <p:sp>
          <p:nvSpPr>
            <p:cNvPr id="31" name="Oval 30"/>
            <p:cNvSpPr/>
            <p:nvPr/>
          </p:nvSpPr>
          <p:spPr bwMode="auto">
            <a:xfrm>
              <a:off x="4721412" y="1277470"/>
              <a:ext cx="1023471" cy="590176"/>
            </a:xfrm>
            <a:prstGeom prst="ellipse">
              <a:avLst/>
            </a:prstGeom>
            <a:solidFill>
              <a:srgbClr val="008000">
                <a:alpha val="70000"/>
              </a:srgbClr>
            </a:solidFill>
            <a:ln>
              <a:solidFill>
                <a:srgbClr val="008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4792385" y="1374585"/>
              <a:ext cx="8904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routing</a:t>
              </a:r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6000628" y="2302316"/>
            <a:ext cx="1023471" cy="590176"/>
            <a:chOff x="6106459" y="1967753"/>
            <a:chExt cx="1023471" cy="590176"/>
          </a:xfrm>
        </p:grpSpPr>
        <p:sp>
          <p:nvSpPr>
            <p:cNvPr id="29" name="Oval 28"/>
            <p:cNvSpPr/>
            <p:nvPr/>
          </p:nvSpPr>
          <p:spPr bwMode="auto">
            <a:xfrm>
              <a:off x="6106459" y="1967753"/>
              <a:ext cx="1023471" cy="590176"/>
            </a:xfrm>
            <a:prstGeom prst="ellipse">
              <a:avLst/>
            </a:prstGeom>
            <a:solidFill>
              <a:srgbClr val="008000">
                <a:alpha val="70000"/>
              </a:srgbClr>
            </a:solidFill>
            <a:ln>
              <a:solidFill>
                <a:srgbClr val="008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6177429" y="1997637"/>
              <a:ext cx="903087" cy="5447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dirty="0"/>
                <a:t>access </a:t>
              </a:r>
            </a:p>
            <a:p>
              <a:pPr algn="ctr">
                <a:lnSpc>
                  <a:spcPct val="80000"/>
                </a:lnSpc>
              </a:pPr>
              <a:r>
                <a:rPr lang="en-US" dirty="0"/>
                <a:t>control</a:t>
              </a:r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7230837" y="2260771"/>
            <a:ext cx="1023471" cy="590176"/>
            <a:chOff x="6938682" y="977153"/>
            <a:chExt cx="1023471" cy="590176"/>
          </a:xfrm>
        </p:grpSpPr>
        <p:sp>
          <p:nvSpPr>
            <p:cNvPr id="27" name="Oval 26"/>
            <p:cNvSpPr/>
            <p:nvPr/>
          </p:nvSpPr>
          <p:spPr bwMode="auto">
            <a:xfrm>
              <a:off x="6938682" y="977153"/>
              <a:ext cx="1023471" cy="590176"/>
            </a:xfrm>
            <a:prstGeom prst="ellipse">
              <a:avLst/>
            </a:prstGeom>
            <a:solidFill>
              <a:srgbClr val="008000">
                <a:alpha val="70000"/>
              </a:srgbClr>
            </a:solidFill>
            <a:ln>
              <a:solidFill>
                <a:srgbClr val="008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6964568" y="1007037"/>
              <a:ext cx="993256" cy="5447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dirty="0"/>
                <a:t>load</a:t>
              </a:r>
            </a:p>
            <a:p>
              <a:pPr algn="ctr">
                <a:lnSpc>
                  <a:spcPct val="80000"/>
                </a:lnSpc>
              </a:pPr>
              <a:r>
                <a:rPr lang="en-US" dirty="0"/>
                <a:t>balance</a:t>
              </a:r>
            </a:p>
          </p:txBody>
        </p:sp>
      </p:grpSp>
      <p:cxnSp>
        <p:nvCxnSpPr>
          <p:cNvPr id="19" name="Straight Arrow Connector 18"/>
          <p:cNvCxnSpPr/>
          <p:nvPr/>
        </p:nvCxnSpPr>
        <p:spPr bwMode="auto">
          <a:xfrm flipV="1">
            <a:off x="8627245" y="1721848"/>
            <a:ext cx="0" cy="1248832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" name="Straight Arrow Connector 19"/>
          <p:cNvCxnSpPr/>
          <p:nvPr/>
        </p:nvCxnSpPr>
        <p:spPr bwMode="auto">
          <a:xfrm>
            <a:off x="8652645" y="3470081"/>
            <a:ext cx="0" cy="152442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1" name="Straight Arrow Connector 20"/>
          <p:cNvCxnSpPr/>
          <p:nvPr/>
        </p:nvCxnSpPr>
        <p:spPr bwMode="auto">
          <a:xfrm>
            <a:off x="8661016" y="5885529"/>
            <a:ext cx="0" cy="41486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2" name="Straight Arrow Connector 21"/>
          <p:cNvCxnSpPr/>
          <p:nvPr/>
        </p:nvCxnSpPr>
        <p:spPr bwMode="auto">
          <a:xfrm flipV="1">
            <a:off x="8653320" y="5049925"/>
            <a:ext cx="0" cy="41486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3" name="TextBox 399"/>
          <p:cNvSpPr txBox="1">
            <a:spLocks noChangeArrowheads="1"/>
          </p:cNvSpPr>
          <p:nvPr/>
        </p:nvSpPr>
        <p:spPr bwMode="auto">
          <a:xfrm>
            <a:off x="6650715" y="4739499"/>
            <a:ext cx="1635889" cy="2845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>
              <a:lnSpc>
                <a:spcPts val="1463"/>
              </a:lnSpc>
            </a:pPr>
            <a:r>
              <a:rPr lang="en-US" sz="1400" i="1" dirty="0"/>
              <a:t>southbound API</a:t>
            </a:r>
          </a:p>
        </p:txBody>
      </p:sp>
      <p:sp>
        <p:nvSpPr>
          <p:cNvPr id="24" name="TextBox 399"/>
          <p:cNvSpPr txBox="1">
            <a:spLocks noChangeArrowheads="1"/>
          </p:cNvSpPr>
          <p:nvPr/>
        </p:nvSpPr>
        <p:spPr bwMode="auto">
          <a:xfrm>
            <a:off x="6646778" y="3221681"/>
            <a:ext cx="1635889" cy="2845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>
              <a:lnSpc>
                <a:spcPts val="1463"/>
              </a:lnSpc>
            </a:pPr>
            <a:r>
              <a:rPr lang="en-US" sz="1400" i="1" dirty="0"/>
              <a:t>northbound API</a:t>
            </a:r>
          </a:p>
        </p:txBody>
      </p:sp>
      <p:sp>
        <p:nvSpPr>
          <p:cNvPr id="25" name="TextBox 399"/>
          <p:cNvSpPr txBox="1">
            <a:spLocks noChangeArrowheads="1"/>
          </p:cNvSpPr>
          <p:nvPr/>
        </p:nvSpPr>
        <p:spPr bwMode="auto">
          <a:xfrm>
            <a:off x="5507651" y="6299618"/>
            <a:ext cx="2302688" cy="2845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>
              <a:lnSpc>
                <a:spcPts val="1463"/>
              </a:lnSpc>
            </a:pPr>
            <a:r>
              <a:rPr lang="en-US" sz="1400" i="1" dirty="0"/>
              <a:t>SDN-controlled switches</a:t>
            </a:r>
          </a:p>
        </p:txBody>
      </p:sp>
      <p:sp>
        <p:nvSpPr>
          <p:cNvPr id="26" name="TextBox 399"/>
          <p:cNvSpPr txBox="1">
            <a:spLocks noChangeArrowheads="1"/>
          </p:cNvSpPr>
          <p:nvPr/>
        </p:nvSpPr>
        <p:spPr bwMode="auto">
          <a:xfrm>
            <a:off x="5707907" y="1414364"/>
            <a:ext cx="2381659" cy="2845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>
              <a:lnSpc>
                <a:spcPts val="1463"/>
              </a:lnSpc>
            </a:pPr>
            <a:r>
              <a:rPr lang="en-US" sz="1400" i="1" dirty="0"/>
              <a:t>network-control applications</a:t>
            </a:r>
          </a:p>
        </p:txBody>
      </p:sp>
      <p:sp>
        <p:nvSpPr>
          <p:cNvPr id="128" name="Rectangle 127"/>
          <p:cNvSpPr/>
          <p:nvPr/>
        </p:nvSpPr>
        <p:spPr bwMode="auto">
          <a:xfrm>
            <a:off x="4574869" y="1147463"/>
            <a:ext cx="3794540" cy="1851240"/>
          </a:xfrm>
          <a:prstGeom prst="rect">
            <a:avLst/>
          </a:prstGeom>
          <a:solidFill>
            <a:schemeClr val="bg1">
              <a:alpha val="77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9" name="Rectangle 128"/>
          <p:cNvSpPr/>
          <p:nvPr/>
        </p:nvSpPr>
        <p:spPr bwMode="auto">
          <a:xfrm>
            <a:off x="4558963" y="1315163"/>
            <a:ext cx="3794540" cy="1851240"/>
          </a:xfrm>
          <a:prstGeom prst="rect">
            <a:avLst/>
          </a:prstGeom>
          <a:solidFill>
            <a:schemeClr val="bg1">
              <a:alpha val="4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0" name="Rectangle 129"/>
          <p:cNvSpPr/>
          <p:nvPr/>
        </p:nvSpPr>
        <p:spPr bwMode="auto">
          <a:xfrm>
            <a:off x="4587026" y="5099336"/>
            <a:ext cx="3794540" cy="1592337"/>
          </a:xfrm>
          <a:prstGeom prst="rect">
            <a:avLst/>
          </a:prstGeom>
          <a:solidFill>
            <a:schemeClr val="bg1">
              <a:alpha val="77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11993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69" name="Text Box 167"/>
          <p:cNvSpPr txBox="1">
            <a:spLocks noChangeArrowheads="1"/>
          </p:cNvSpPr>
          <p:nvPr/>
        </p:nvSpPr>
        <p:spPr bwMode="auto">
          <a:xfrm>
            <a:off x="542925" y="236538"/>
            <a:ext cx="7220997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3600" dirty="0">
                <a:solidFill>
                  <a:srgbClr val="000099"/>
                </a:solidFill>
                <a:latin typeface="Gill Sans MT" charset="0"/>
              </a:rPr>
              <a:t>SDN perspective: control applications</a:t>
            </a:r>
          </a:p>
        </p:txBody>
      </p:sp>
      <p:sp>
        <p:nvSpPr>
          <p:cNvPr id="466" name="Content Placeholder 6"/>
          <p:cNvSpPr txBox="1">
            <a:spLocks/>
          </p:cNvSpPr>
          <p:nvPr/>
        </p:nvSpPr>
        <p:spPr bwMode="auto">
          <a:xfrm>
            <a:off x="524550" y="1248707"/>
            <a:ext cx="4333436" cy="50108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defRPr sz="28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ＭＳ Ｐゴシック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Comic Sans MS" pitchFamily="66" charset="0"/>
                <a:ea typeface="ＭＳ Ｐゴシック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9pPr>
          </a:lstStyle>
          <a:p>
            <a:pPr marL="0" indent="0">
              <a:buNone/>
            </a:pPr>
            <a:r>
              <a:rPr lang="en-US" i="1" dirty="0">
                <a:solidFill>
                  <a:srgbClr val="CC0000"/>
                </a:solidFill>
              </a:rPr>
              <a:t>network-control apps:</a:t>
            </a:r>
          </a:p>
          <a:p>
            <a:r>
              <a:rPr lang="en-US" sz="2400" dirty="0"/>
              <a:t>“brains” of control:  implement control functions using lower-level services, API provided by SDN controller</a:t>
            </a:r>
          </a:p>
          <a:p>
            <a:r>
              <a:rPr lang="en-US" sz="2400" i="1" dirty="0">
                <a:solidFill>
                  <a:srgbClr val="000000"/>
                </a:solidFill>
              </a:rPr>
              <a:t>unbundled: </a:t>
            </a:r>
            <a:r>
              <a:rPr lang="en-US" sz="2400" dirty="0"/>
              <a:t>can be provided by 3</a:t>
            </a:r>
            <a:r>
              <a:rPr lang="en-US" sz="2400" baseline="30000" dirty="0"/>
              <a:t>rd</a:t>
            </a:r>
            <a:r>
              <a:rPr lang="en-US" sz="2400" dirty="0"/>
              <a:t> party: distinct from routing vendor, or SDN controller</a:t>
            </a:r>
          </a:p>
          <a:p>
            <a:endParaRPr lang="en-US" dirty="0"/>
          </a:p>
        </p:txBody>
      </p:sp>
      <p:sp>
        <p:nvSpPr>
          <p:cNvPr id="9" name="TextBox 399"/>
          <p:cNvSpPr txBox="1">
            <a:spLocks noChangeArrowheads="1"/>
          </p:cNvSpPr>
          <p:nvPr/>
        </p:nvSpPr>
        <p:spPr bwMode="auto">
          <a:xfrm>
            <a:off x="8518490" y="5440585"/>
            <a:ext cx="286930" cy="471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>
              <a:lnSpc>
                <a:spcPts val="1463"/>
              </a:lnSpc>
            </a:pPr>
            <a:r>
              <a:rPr lang="en-US" sz="1400" dirty="0"/>
              <a:t>data</a:t>
            </a:r>
          </a:p>
          <a:p>
            <a:pPr algn="ctr">
              <a:lnSpc>
                <a:spcPts val="1463"/>
              </a:lnSpc>
            </a:pPr>
            <a:r>
              <a:rPr lang="en-US" sz="1400" dirty="0"/>
              <a:t>plane</a:t>
            </a:r>
          </a:p>
        </p:txBody>
      </p:sp>
      <p:sp>
        <p:nvSpPr>
          <p:cNvPr id="10" name="TextBox 400"/>
          <p:cNvSpPr txBox="1">
            <a:spLocks noChangeArrowheads="1"/>
          </p:cNvSpPr>
          <p:nvPr/>
        </p:nvSpPr>
        <p:spPr bwMode="auto">
          <a:xfrm>
            <a:off x="8494972" y="2978227"/>
            <a:ext cx="342020" cy="471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>
              <a:lnSpc>
                <a:spcPts val="1463"/>
              </a:lnSpc>
            </a:pPr>
            <a:r>
              <a:rPr lang="en-US" sz="1400" dirty="0"/>
              <a:t>control</a:t>
            </a:r>
          </a:p>
          <a:p>
            <a:pPr algn="ctr">
              <a:lnSpc>
                <a:spcPts val="1463"/>
              </a:lnSpc>
            </a:pPr>
            <a:r>
              <a:rPr lang="en-US" sz="1400" dirty="0"/>
              <a:t>plane</a:t>
            </a:r>
          </a:p>
        </p:txBody>
      </p:sp>
      <p:cxnSp>
        <p:nvCxnSpPr>
          <p:cNvPr id="11" name="Straight Connector 10"/>
          <p:cNvCxnSpPr/>
          <p:nvPr/>
        </p:nvCxnSpPr>
        <p:spPr bwMode="auto">
          <a:xfrm flipV="1">
            <a:off x="5272718" y="5033566"/>
            <a:ext cx="2791783" cy="14329"/>
          </a:xfrm>
          <a:prstGeom prst="line">
            <a:avLst/>
          </a:prstGeom>
          <a:ln w="25400">
            <a:solidFill>
              <a:schemeClr val="tx1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 bwMode="auto">
          <a:xfrm flipV="1">
            <a:off x="5192283" y="3213235"/>
            <a:ext cx="3041550" cy="18563"/>
          </a:xfrm>
          <a:prstGeom prst="line">
            <a:avLst/>
          </a:prstGeom>
          <a:ln w="25400">
            <a:solidFill>
              <a:schemeClr val="tx1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3" name="Group 12"/>
          <p:cNvGrpSpPr/>
          <p:nvPr/>
        </p:nvGrpSpPr>
        <p:grpSpPr>
          <a:xfrm>
            <a:off x="5164667" y="5329900"/>
            <a:ext cx="2979208" cy="973667"/>
            <a:chOff x="2592388" y="5601756"/>
            <a:chExt cx="4027487" cy="939800"/>
          </a:xfrm>
        </p:grpSpPr>
        <p:sp>
          <p:nvSpPr>
            <p:cNvPr id="69" name="Freeform 2"/>
            <p:cNvSpPr>
              <a:spLocks/>
            </p:cNvSpPr>
            <p:nvPr/>
          </p:nvSpPr>
          <p:spPr bwMode="auto">
            <a:xfrm>
              <a:off x="2592388" y="5601756"/>
              <a:ext cx="4027487" cy="939800"/>
            </a:xfrm>
            <a:custGeom>
              <a:avLst/>
              <a:gdLst>
                <a:gd name="T0" fmla="*/ 648763 w 10001"/>
                <a:gd name="T1" fmla="*/ 34777612 h 10125"/>
                <a:gd name="T2" fmla="*/ 115976403 w 10001"/>
                <a:gd name="T3" fmla="*/ 13733703 h 10125"/>
                <a:gd name="T4" fmla="*/ 507700960 w 10001"/>
                <a:gd name="T5" fmla="*/ 8662125 h 10125"/>
                <a:gd name="T6" fmla="*/ 810212713 w 10001"/>
                <a:gd name="T7" fmla="*/ 0 h 10125"/>
                <a:gd name="T8" fmla="*/ 1090015738 w 10001"/>
                <a:gd name="T9" fmla="*/ 8687929 h 10125"/>
                <a:gd name="T10" fmla="*/ 1310938763 w 10001"/>
                <a:gd name="T11" fmla="*/ 4279362 h 10125"/>
                <a:gd name="T12" fmla="*/ 1620263134 w 10001"/>
                <a:gd name="T13" fmla="*/ 25736690 h 10125"/>
                <a:gd name="T14" fmla="*/ 1394798364 w 10001"/>
                <a:gd name="T15" fmla="*/ 58525268 h 10125"/>
                <a:gd name="T16" fmla="*/ 1134622140 w 10001"/>
                <a:gd name="T17" fmla="*/ 80266624 h 10125"/>
                <a:gd name="T18" fmla="*/ 860820276 w 10001"/>
                <a:gd name="T19" fmla="*/ 76142271 h 10125"/>
                <a:gd name="T20" fmla="*/ 708996782 w 10001"/>
                <a:gd name="T21" fmla="*/ 85346835 h 10125"/>
                <a:gd name="T22" fmla="*/ 509322667 w 10001"/>
                <a:gd name="T23" fmla="*/ 86268164 h 10125"/>
                <a:gd name="T24" fmla="*/ 353443899 w 10001"/>
                <a:gd name="T25" fmla="*/ 67979516 h 10125"/>
                <a:gd name="T26" fmla="*/ 192536914 w 10001"/>
                <a:gd name="T27" fmla="*/ 64535347 h 10125"/>
                <a:gd name="T28" fmla="*/ 648763 w 10001"/>
                <a:gd name="T29" fmla="*/ 34777612 h 10125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10001" h="10125">
                  <a:moveTo>
                    <a:pt x="4" y="4039"/>
                  </a:moveTo>
                  <a:cubicBezTo>
                    <a:pt x="-29" y="2271"/>
                    <a:pt x="194" y="2100"/>
                    <a:pt x="715" y="1595"/>
                  </a:cubicBezTo>
                  <a:cubicBezTo>
                    <a:pt x="1236" y="1089"/>
                    <a:pt x="2417" y="1272"/>
                    <a:pt x="3130" y="1006"/>
                  </a:cubicBezTo>
                  <a:cubicBezTo>
                    <a:pt x="3843" y="740"/>
                    <a:pt x="4397" y="0"/>
                    <a:pt x="4995" y="0"/>
                  </a:cubicBezTo>
                  <a:cubicBezTo>
                    <a:pt x="5593" y="1"/>
                    <a:pt x="6206" y="926"/>
                    <a:pt x="6720" y="1009"/>
                  </a:cubicBezTo>
                  <a:cubicBezTo>
                    <a:pt x="7234" y="1092"/>
                    <a:pt x="7536" y="241"/>
                    <a:pt x="8082" y="497"/>
                  </a:cubicBezTo>
                  <a:cubicBezTo>
                    <a:pt x="8628" y="756"/>
                    <a:pt x="9854" y="442"/>
                    <a:pt x="9989" y="2989"/>
                  </a:cubicBezTo>
                  <a:cubicBezTo>
                    <a:pt x="10124" y="5536"/>
                    <a:pt x="9098" y="5742"/>
                    <a:pt x="8599" y="6797"/>
                  </a:cubicBezTo>
                  <a:cubicBezTo>
                    <a:pt x="8100" y="7852"/>
                    <a:pt x="7544" y="8981"/>
                    <a:pt x="6995" y="9322"/>
                  </a:cubicBezTo>
                  <a:cubicBezTo>
                    <a:pt x="6446" y="9663"/>
                    <a:pt x="5793" y="8957"/>
                    <a:pt x="5307" y="8843"/>
                  </a:cubicBezTo>
                  <a:cubicBezTo>
                    <a:pt x="4819" y="8726"/>
                    <a:pt x="4628" y="10048"/>
                    <a:pt x="4371" y="9912"/>
                  </a:cubicBezTo>
                  <a:cubicBezTo>
                    <a:pt x="4114" y="9775"/>
                    <a:pt x="3505" y="10355"/>
                    <a:pt x="3140" y="10019"/>
                  </a:cubicBezTo>
                  <a:cubicBezTo>
                    <a:pt x="2774" y="9683"/>
                    <a:pt x="2820" y="8138"/>
                    <a:pt x="2179" y="7895"/>
                  </a:cubicBezTo>
                  <a:cubicBezTo>
                    <a:pt x="1586" y="6800"/>
                    <a:pt x="1549" y="8137"/>
                    <a:pt x="1187" y="7495"/>
                  </a:cubicBezTo>
                  <a:cubicBezTo>
                    <a:pt x="825" y="6852"/>
                    <a:pt x="-7" y="6157"/>
                    <a:pt x="4" y="4039"/>
                  </a:cubicBezTo>
                  <a:close/>
                </a:path>
              </a:pathLst>
            </a:custGeom>
            <a:solidFill>
              <a:srgbClr val="66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cxnSp>
          <p:nvCxnSpPr>
            <p:cNvPr id="70" name="Straight Connector 69"/>
            <p:cNvCxnSpPr/>
            <p:nvPr/>
          </p:nvCxnSpPr>
          <p:spPr>
            <a:xfrm flipV="1">
              <a:off x="3262941" y="5752569"/>
              <a:ext cx="1316038" cy="131762"/>
            </a:xfrm>
            <a:prstGeom prst="line">
              <a:avLst/>
            </a:prstGeom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/>
            <p:cNvCxnSpPr/>
            <p:nvPr/>
          </p:nvCxnSpPr>
          <p:spPr>
            <a:xfrm>
              <a:off x="3151816" y="5939894"/>
              <a:ext cx="2259013" cy="298450"/>
            </a:xfrm>
            <a:prstGeom prst="line">
              <a:avLst/>
            </a:prstGeom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/>
            <p:cNvCxnSpPr/>
            <p:nvPr/>
          </p:nvCxnSpPr>
          <p:spPr>
            <a:xfrm>
              <a:off x="3164516" y="6044669"/>
              <a:ext cx="714375" cy="276225"/>
            </a:xfrm>
            <a:prstGeom prst="line">
              <a:avLst/>
            </a:prstGeom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/>
            <p:cNvCxnSpPr/>
            <p:nvPr/>
          </p:nvCxnSpPr>
          <p:spPr>
            <a:xfrm flipV="1">
              <a:off x="4182104" y="6238344"/>
              <a:ext cx="1247775" cy="82550"/>
            </a:xfrm>
            <a:prstGeom prst="line">
              <a:avLst/>
            </a:prstGeom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/>
            <p:cNvCxnSpPr/>
            <p:nvPr/>
          </p:nvCxnSpPr>
          <p:spPr>
            <a:xfrm>
              <a:off x="4842504" y="5785906"/>
              <a:ext cx="1057275" cy="123825"/>
            </a:xfrm>
            <a:prstGeom prst="line">
              <a:avLst/>
            </a:prstGeom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/>
            <p:cNvCxnSpPr/>
            <p:nvPr/>
          </p:nvCxnSpPr>
          <p:spPr>
            <a:xfrm flipV="1">
              <a:off x="4126541" y="5939894"/>
              <a:ext cx="1790700" cy="298450"/>
            </a:xfrm>
            <a:prstGeom prst="line">
              <a:avLst/>
            </a:prstGeom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/>
            <p:cNvCxnSpPr/>
            <p:nvPr/>
          </p:nvCxnSpPr>
          <p:spPr>
            <a:xfrm flipV="1">
              <a:off x="5453691" y="5968469"/>
              <a:ext cx="588963" cy="269875"/>
            </a:xfrm>
            <a:prstGeom prst="line">
              <a:avLst/>
            </a:prstGeom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/>
            <p:cNvCxnSpPr/>
            <p:nvPr/>
          </p:nvCxnSpPr>
          <p:spPr>
            <a:xfrm>
              <a:off x="4596441" y="5752569"/>
              <a:ext cx="814388" cy="401637"/>
            </a:xfrm>
            <a:prstGeom prst="line">
              <a:avLst/>
            </a:prstGeom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8" name="Group 347"/>
            <p:cNvGrpSpPr>
              <a:grpSpLocks/>
            </p:cNvGrpSpPr>
            <p:nvPr/>
          </p:nvGrpSpPr>
          <p:grpSpPr bwMode="auto">
            <a:xfrm>
              <a:off x="5856401" y="5796097"/>
              <a:ext cx="588970" cy="242608"/>
              <a:chOff x="1871277" y="1576300"/>
              <a:chExt cx="1128371" cy="437861"/>
            </a:xfrm>
          </p:grpSpPr>
          <p:sp>
            <p:nvSpPr>
              <p:cNvPr id="119" name="Oval 118"/>
              <p:cNvSpPr/>
              <p:nvPr/>
            </p:nvSpPr>
            <p:spPr bwMode="auto">
              <a:xfrm flipV="1">
                <a:off x="1874446" y="1694641"/>
                <a:ext cx="1125202" cy="319520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2">
                      <a:lumMod val="75000"/>
                    </a:schemeClr>
                  </a:gs>
                  <a:gs pos="5300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accent2">
                      <a:lumMod val="75000"/>
                    </a:schemeClr>
                  </a:gs>
                </a:gsLst>
                <a:lin ang="0" scaled="1"/>
                <a:tileRect/>
              </a:gradFill>
              <a:ln w="6350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>
                  <a:ln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120" name="Rectangle 119"/>
              <p:cNvSpPr/>
              <p:nvPr/>
            </p:nvSpPr>
            <p:spPr bwMode="auto">
              <a:xfrm>
                <a:off x="1871277" y="1739611"/>
                <a:ext cx="1128371" cy="115973"/>
              </a:xfrm>
              <a:prstGeom prst="rect">
                <a:avLst/>
              </a:prstGeom>
              <a:gradFill>
                <a:gsLst>
                  <a:gs pos="0">
                    <a:schemeClr val="accent2">
                      <a:lumMod val="75000"/>
                    </a:schemeClr>
                  </a:gs>
                  <a:gs pos="5300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accent2">
                      <a:lumMod val="75000"/>
                    </a:schemeClr>
                  </a:gs>
                </a:gsLst>
                <a:lin ang="10800000" scaled="0"/>
              </a:gradFill>
              <a:ln w="25400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121" name="Oval 120"/>
              <p:cNvSpPr/>
              <p:nvPr/>
            </p:nvSpPr>
            <p:spPr bwMode="auto">
              <a:xfrm flipV="1">
                <a:off x="1871277" y="1576300"/>
                <a:ext cx="1125200" cy="31952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 w="6350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>
                  <a:ln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122" name="Freeform 121"/>
              <p:cNvSpPr/>
              <p:nvPr/>
            </p:nvSpPr>
            <p:spPr bwMode="auto">
              <a:xfrm>
                <a:off x="2159708" y="1673340"/>
                <a:ext cx="548339" cy="160943"/>
              </a:xfrm>
              <a:custGeom>
                <a:avLst/>
                <a:gdLst>
                  <a:gd name="connsiteX0" fmla="*/ 1486231 w 2944854"/>
                  <a:gd name="connsiteY0" fmla="*/ 727041 h 1302232"/>
                  <a:gd name="connsiteX1" fmla="*/ 257675 w 2944854"/>
                  <a:gd name="connsiteY1" fmla="*/ 1302232 h 1302232"/>
                  <a:gd name="connsiteX2" fmla="*/ 0 w 2944854"/>
                  <a:gd name="connsiteY2" fmla="*/ 1228607 h 1302232"/>
                  <a:gd name="connsiteX3" fmla="*/ 911064 w 2944854"/>
                  <a:gd name="connsiteY3" fmla="*/ 837478 h 1302232"/>
                  <a:gd name="connsiteX4" fmla="*/ 883456 w 2944854"/>
                  <a:gd name="connsiteY4" fmla="*/ 450949 h 1302232"/>
                  <a:gd name="connsiteX5" fmla="*/ 161047 w 2944854"/>
                  <a:gd name="connsiteY5" fmla="*/ 119640 h 1302232"/>
                  <a:gd name="connsiteX6" fmla="*/ 404917 w 2944854"/>
                  <a:gd name="connsiteY6" fmla="*/ 50617 h 1302232"/>
                  <a:gd name="connsiteX7" fmla="*/ 1477028 w 2944854"/>
                  <a:gd name="connsiteY7" fmla="*/ 501566 h 1302232"/>
                  <a:gd name="connsiteX8" fmla="*/ 2572146 w 2944854"/>
                  <a:gd name="connsiteY8" fmla="*/ 0 h 1302232"/>
                  <a:gd name="connsiteX9" fmla="*/ 2875834 w 2944854"/>
                  <a:gd name="connsiteY9" fmla="*/ 96632 h 1302232"/>
                  <a:gd name="connsiteX10" fmla="*/ 2079803 w 2944854"/>
                  <a:gd name="connsiteY10" fmla="*/ 432543 h 1302232"/>
                  <a:gd name="connsiteX11" fmla="*/ 2240850 w 2944854"/>
                  <a:gd name="connsiteY11" fmla="*/ 920305 h 1302232"/>
                  <a:gd name="connsiteX12" fmla="*/ 2944854 w 2944854"/>
                  <a:gd name="connsiteY12" fmla="*/ 1228607 h 1302232"/>
                  <a:gd name="connsiteX13" fmla="*/ 2733192 w 2944854"/>
                  <a:gd name="connsiteY13" fmla="*/ 1297630 h 1302232"/>
                  <a:gd name="connsiteX14" fmla="*/ 1486231 w 2944854"/>
                  <a:gd name="connsiteY14" fmla="*/ 727041 h 1302232"/>
                  <a:gd name="connsiteX0" fmla="*/ 1486231 w 2944854"/>
                  <a:gd name="connsiteY0" fmla="*/ 727041 h 1316375"/>
                  <a:gd name="connsiteX1" fmla="*/ 257675 w 2944854"/>
                  <a:gd name="connsiteY1" fmla="*/ 1302232 h 1316375"/>
                  <a:gd name="connsiteX2" fmla="*/ 0 w 2944854"/>
                  <a:gd name="connsiteY2" fmla="*/ 1228607 h 1316375"/>
                  <a:gd name="connsiteX3" fmla="*/ 911064 w 2944854"/>
                  <a:gd name="connsiteY3" fmla="*/ 837478 h 1316375"/>
                  <a:gd name="connsiteX4" fmla="*/ 883456 w 2944854"/>
                  <a:gd name="connsiteY4" fmla="*/ 450949 h 1316375"/>
                  <a:gd name="connsiteX5" fmla="*/ 161047 w 2944854"/>
                  <a:gd name="connsiteY5" fmla="*/ 119640 h 1316375"/>
                  <a:gd name="connsiteX6" fmla="*/ 404917 w 2944854"/>
                  <a:gd name="connsiteY6" fmla="*/ 50617 h 1316375"/>
                  <a:gd name="connsiteX7" fmla="*/ 1477028 w 2944854"/>
                  <a:gd name="connsiteY7" fmla="*/ 501566 h 1316375"/>
                  <a:gd name="connsiteX8" fmla="*/ 2572146 w 2944854"/>
                  <a:gd name="connsiteY8" fmla="*/ 0 h 1316375"/>
                  <a:gd name="connsiteX9" fmla="*/ 2875834 w 2944854"/>
                  <a:gd name="connsiteY9" fmla="*/ 96632 h 1316375"/>
                  <a:gd name="connsiteX10" fmla="*/ 2079803 w 2944854"/>
                  <a:gd name="connsiteY10" fmla="*/ 432543 h 1316375"/>
                  <a:gd name="connsiteX11" fmla="*/ 2240850 w 2944854"/>
                  <a:gd name="connsiteY11" fmla="*/ 920305 h 1316375"/>
                  <a:gd name="connsiteX12" fmla="*/ 2944854 w 2944854"/>
                  <a:gd name="connsiteY12" fmla="*/ 1228607 h 1316375"/>
                  <a:gd name="connsiteX13" fmla="*/ 2756623 w 2944854"/>
                  <a:gd name="connsiteY13" fmla="*/ 1316375 h 1316375"/>
                  <a:gd name="connsiteX14" fmla="*/ 1486231 w 2944854"/>
                  <a:gd name="connsiteY14" fmla="*/ 727041 h 1316375"/>
                  <a:gd name="connsiteX0" fmla="*/ 1486231 w 3024520"/>
                  <a:gd name="connsiteY0" fmla="*/ 727041 h 1316375"/>
                  <a:gd name="connsiteX1" fmla="*/ 257675 w 3024520"/>
                  <a:gd name="connsiteY1" fmla="*/ 1302232 h 1316375"/>
                  <a:gd name="connsiteX2" fmla="*/ 0 w 3024520"/>
                  <a:gd name="connsiteY2" fmla="*/ 1228607 h 1316375"/>
                  <a:gd name="connsiteX3" fmla="*/ 911064 w 3024520"/>
                  <a:gd name="connsiteY3" fmla="*/ 837478 h 1316375"/>
                  <a:gd name="connsiteX4" fmla="*/ 883456 w 3024520"/>
                  <a:gd name="connsiteY4" fmla="*/ 450949 h 1316375"/>
                  <a:gd name="connsiteX5" fmla="*/ 161047 w 3024520"/>
                  <a:gd name="connsiteY5" fmla="*/ 119640 h 1316375"/>
                  <a:gd name="connsiteX6" fmla="*/ 404917 w 3024520"/>
                  <a:gd name="connsiteY6" fmla="*/ 50617 h 1316375"/>
                  <a:gd name="connsiteX7" fmla="*/ 1477028 w 3024520"/>
                  <a:gd name="connsiteY7" fmla="*/ 501566 h 1316375"/>
                  <a:gd name="connsiteX8" fmla="*/ 2572146 w 3024520"/>
                  <a:gd name="connsiteY8" fmla="*/ 0 h 1316375"/>
                  <a:gd name="connsiteX9" fmla="*/ 2875834 w 3024520"/>
                  <a:gd name="connsiteY9" fmla="*/ 96632 h 1316375"/>
                  <a:gd name="connsiteX10" fmla="*/ 2079803 w 3024520"/>
                  <a:gd name="connsiteY10" fmla="*/ 432543 h 1316375"/>
                  <a:gd name="connsiteX11" fmla="*/ 2240850 w 3024520"/>
                  <a:gd name="connsiteY11" fmla="*/ 920305 h 1316375"/>
                  <a:gd name="connsiteX12" fmla="*/ 3024520 w 3024520"/>
                  <a:gd name="connsiteY12" fmla="*/ 1228607 h 1316375"/>
                  <a:gd name="connsiteX13" fmla="*/ 2756623 w 3024520"/>
                  <a:gd name="connsiteY13" fmla="*/ 1316375 h 1316375"/>
                  <a:gd name="connsiteX14" fmla="*/ 1486231 w 3024520"/>
                  <a:gd name="connsiteY14" fmla="*/ 727041 h 1316375"/>
                  <a:gd name="connsiteX0" fmla="*/ 1537780 w 3076069"/>
                  <a:gd name="connsiteY0" fmla="*/ 727041 h 1316375"/>
                  <a:gd name="connsiteX1" fmla="*/ 309224 w 3076069"/>
                  <a:gd name="connsiteY1" fmla="*/ 1302232 h 1316375"/>
                  <a:gd name="connsiteX2" fmla="*/ 0 w 3076069"/>
                  <a:gd name="connsiteY2" fmla="*/ 1228607 h 1316375"/>
                  <a:gd name="connsiteX3" fmla="*/ 962613 w 3076069"/>
                  <a:gd name="connsiteY3" fmla="*/ 837478 h 1316375"/>
                  <a:gd name="connsiteX4" fmla="*/ 935005 w 3076069"/>
                  <a:gd name="connsiteY4" fmla="*/ 450949 h 1316375"/>
                  <a:gd name="connsiteX5" fmla="*/ 212596 w 3076069"/>
                  <a:gd name="connsiteY5" fmla="*/ 119640 h 1316375"/>
                  <a:gd name="connsiteX6" fmla="*/ 456466 w 3076069"/>
                  <a:gd name="connsiteY6" fmla="*/ 50617 h 1316375"/>
                  <a:gd name="connsiteX7" fmla="*/ 1528577 w 3076069"/>
                  <a:gd name="connsiteY7" fmla="*/ 501566 h 1316375"/>
                  <a:gd name="connsiteX8" fmla="*/ 2623695 w 3076069"/>
                  <a:gd name="connsiteY8" fmla="*/ 0 h 1316375"/>
                  <a:gd name="connsiteX9" fmla="*/ 2927383 w 3076069"/>
                  <a:gd name="connsiteY9" fmla="*/ 96632 h 1316375"/>
                  <a:gd name="connsiteX10" fmla="*/ 2131352 w 3076069"/>
                  <a:gd name="connsiteY10" fmla="*/ 432543 h 1316375"/>
                  <a:gd name="connsiteX11" fmla="*/ 2292399 w 3076069"/>
                  <a:gd name="connsiteY11" fmla="*/ 920305 h 1316375"/>
                  <a:gd name="connsiteX12" fmla="*/ 3076069 w 3076069"/>
                  <a:gd name="connsiteY12" fmla="*/ 1228607 h 1316375"/>
                  <a:gd name="connsiteX13" fmla="*/ 2808172 w 3076069"/>
                  <a:gd name="connsiteY13" fmla="*/ 1316375 h 1316375"/>
                  <a:gd name="connsiteX14" fmla="*/ 1537780 w 3076069"/>
                  <a:gd name="connsiteY14" fmla="*/ 727041 h 1316375"/>
                  <a:gd name="connsiteX0" fmla="*/ 1537780 w 3076069"/>
                  <a:gd name="connsiteY0" fmla="*/ 727041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27041 h 1321259"/>
                  <a:gd name="connsiteX0" fmla="*/ 1537780 w 3076069"/>
                  <a:gd name="connsiteY0" fmla="*/ 750825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50825 h 13212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3076069" h="132125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123" name="Freeform 122"/>
              <p:cNvSpPr/>
              <p:nvPr/>
            </p:nvSpPr>
            <p:spPr bwMode="auto">
              <a:xfrm>
                <a:off x="2102655" y="1633103"/>
                <a:ext cx="662444" cy="111241"/>
              </a:xfrm>
              <a:custGeom>
                <a:avLst/>
                <a:gdLst>
                  <a:gd name="connsiteX0" fmla="*/ 0 w 3645229"/>
                  <a:gd name="connsiteY0" fmla="*/ 214441 h 923747"/>
                  <a:gd name="connsiteX1" fmla="*/ 659770 w 3645229"/>
                  <a:gd name="connsiteY1" fmla="*/ 16495 h 923747"/>
                  <a:gd name="connsiteX2" fmla="*/ 1814367 w 3645229"/>
                  <a:gd name="connsiteY2" fmla="*/ 511360 h 923747"/>
                  <a:gd name="connsiteX3" fmla="*/ 2968965 w 3645229"/>
                  <a:gd name="connsiteY3" fmla="*/ 0 h 923747"/>
                  <a:gd name="connsiteX4" fmla="*/ 3645229 w 3645229"/>
                  <a:gd name="connsiteY4" fmla="*/ 197946 h 923747"/>
                  <a:gd name="connsiteX5" fmla="*/ 3199884 w 3645229"/>
                  <a:gd name="connsiteY5" fmla="*/ 461874 h 923747"/>
                  <a:gd name="connsiteX6" fmla="*/ 2985459 w 3645229"/>
                  <a:gd name="connsiteY6" fmla="*/ 379396 h 923747"/>
                  <a:gd name="connsiteX7" fmla="*/ 1830861 w 3645229"/>
                  <a:gd name="connsiteY7" fmla="*/ 923747 h 923747"/>
                  <a:gd name="connsiteX8" fmla="*/ 676264 w 3645229"/>
                  <a:gd name="connsiteY8" fmla="*/ 412387 h 923747"/>
                  <a:gd name="connsiteX9" fmla="*/ 527816 w 3645229"/>
                  <a:gd name="connsiteY9" fmla="*/ 478369 h 923747"/>
                  <a:gd name="connsiteX10" fmla="*/ 0 w 3645229"/>
                  <a:gd name="connsiteY10" fmla="*/ 21444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71662 w 3640627"/>
                  <a:gd name="connsiteY8" fmla="*/ 412387 h 923747"/>
                  <a:gd name="connsiteX9" fmla="*/ 523214 w 3640627"/>
                  <a:gd name="connsiteY9" fmla="*/ 478369 h 923747"/>
                  <a:gd name="connsiteX10" fmla="*/ 0 w 3640627"/>
                  <a:gd name="connsiteY10" fmla="*/ 24205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71662 w 3640627"/>
                  <a:gd name="connsiteY8" fmla="*/ 412387 h 923747"/>
                  <a:gd name="connsiteX9" fmla="*/ 523214 w 3640627"/>
                  <a:gd name="connsiteY9" fmla="*/ 482971 h 923747"/>
                  <a:gd name="connsiteX10" fmla="*/ 0 w 3640627"/>
                  <a:gd name="connsiteY10" fmla="*/ 24205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90067 w 3640627"/>
                  <a:gd name="connsiteY8" fmla="*/ 412387 h 923747"/>
                  <a:gd name="connsiteX9" fmla="*/ 523214 w 3640627"/>
                  <a:gd name="connsiteY9" fmla="*/ 482971 h 923747"/>
                  <a:gd name="connsiteX10" fmla="*/ 0 w 3640627"/>
                  <a:gd name="connsiteY10" fmla="*/ 242051 h 923747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09765 w 3640627"/>
                  <a:gd name="connsiteY2" fmla="*/ 511360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2980857 w 3640627"/>
                  <a:gd name="connsiteY6" fmla="*/ 379396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55778 w 3640627"/>
                  <a:gd name="connsiteY2" fmla="*/ 534367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2980857 w 3640627"/>
                  <a:gd name="connsiteY6" fmla="*/ 379396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55778 w 3640627"/>
                  <a:gd name="connsiteY2" fmla="*/ 534367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3008465 w 3640627"/>
                  <a:gd name="connsiteY6" fmla="*/ 402404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723451"/>
                  <a:gd name="connsiteY0" fmla="*/ 242051 h 946755"/>
                  <a:gd name="connsiteX1" fmla="*/ 655168 w 3723451"/>
                  <a:gd name="connsiteY1" fmla="*/ 16495 h 946755"/>
                  <a:gd name="connsiteX2" fmla="*/ 1855778 w 3723451"/>
                  <a:gd name="connsiteY2" fmla="*/ 534367 h 946755"/>
                  <a:gd name="connsiteX3" fmla="*/ 2964363 w 3723451"/>
                  <a:gd name="connsiteY3" fmla="*/ 0 h 946755"/>
                  <a:gd name="connsiteX4" fmla="*/ 3723451 w 3723451"/>
                  <a:gd name="connsiteY4" fmla="*/ 220954 h 946755"/>
                  <a:gd name="connsiteX5" fmla="*/ 3195282 w 3723451"/>
                  <a:gd name="connsiteY5" fmla="*/ 461874 h 946755"/>
                  <a:gd name="connsiteX6" fmla="*/ 3008465 w 3723451"/>
                  <a:gd name="connsiteY6" fmla="*/ 402404 h 946755"/>
                  <a:gd name="connsiteX7" fmla="*/ 1876873 w 3723451"/>
                  <a:gd name="connsiteY7" fmla="*/ 946755 h 946755"/>
                  <a:gd name="connsiteX8" fmla="*/ 690067 w 3723451"/>
                  <a:gd name="connsiteY8" fmla="*/ 412387 h 946755"/>
                  <a:gd name="connsiteX9" fmla="*/ 523214 w 3723451"/>
                  <a:gd name="connsiteY9" fmla="*/ 482971 h 946755"/>
                  <a:gd name="connsiteX10" fmla="*/ 0 w 3723451"/>
                  <a:gd name="connsiteY10" fmla="*/ 242051 h 946755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95282 w 3723451"/>
                  <a:gd name="connsiteY5" fmla="*/ 448069 h 932950"/>
                  <a:gd name="connsiteX6" fmla="*/ 3008465 w 3723451"/>
                  <a:gd name="connsiteY6" fmla="*/ 388599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95282 w 3723451"/>
                  <a:gd name="connsiteY5" fmla="*/ 448069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86079 w 3723451"/>
                  <a:gd name="connsiteY5" fmla="*/ 461874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86079 w 3723451"/>
                  <a:gd name="connsiteY5" fmla="*/ 461874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711613 w 3723451"/>
                  <a:gd name="connsiteY8" fmla="*/ 413055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723451" h="932950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124" name="Freeform 123"/>
              <p:cNvSpPr/>
              <p:nvPr/>
            </p:nvSpPr>
            <p:spPr bwMode="auto">
              <a:xfrm>
                <a:off x="2536889" y="1727776"/>
                <a:ext cx="244057" cy="97040"/>
              </a:xfrm>
              <a:custGeom>
                <a:avLst/>
                <a:gdLst>
                  <a:gd name="connsiteX0" fmla="*/ 55216 w 1421812"/>
                  <a:gd name="connsiteY0" fmla="*/ 0 h 800665"/>
                  <a:gd name="connsiteX1" fmla="*/ 1421812 w 1421812"/>
                  <a:gd name="connsiteY1" fmla="*/ 625807 h 800665"/>
                  <a:gd name="connsiteX2" fmla="*/ 947874 w 1421812"/>
                  <a:gd name="connsiteY2" fmla="*/ 800665 h 800665"/>
                  <a:gd name="connsiteX3" fmla="*/ 50614 w 1421812"/>
                  <a:gd name="connsiteY3" fmla="*/ 404934 h 800665"/>
                  <a:gd name="connsiteX4" fmla="*/ 0 w 1421812"/>
                  <a:gd name="connsiteY4" fmla="*/ 404934 h 800665"/>
                  <a:gd name="connsiteX5" fmla="*/ 55216 w 1421812"/>
                  <a:gd name="connsiteY5" fmla="*/ 0 h 800665"/>
                  <a:gd name="connsiteX0" fmla="*/ 4602 w 1371198"/>
                  <a:gd name="connsiteY0" fmla="*/ 0 h 800665"/>
                  <a:gd name="connsiteX1" fmla="*/ 1371198 w 1371198"/>
                  <a:gd name="connsiteY1" fmla="*/ 625807 h 800665"/>
                  <a:gd name="connsiteX2" fmla="*/ 897260 w 1371198"/>
                  <a:gd name="connsiteY2" fmla="*/ 800665 h 800665"/>
                  <a:gd name="connsiteX3" fmla="*/ 0 w 1371198"/>
                  <a:gd name="connsiteY3" fmla="*/ 404934 h 800665"/>
                  <a:gd name="connsiteX4" fmla="*/ 4602 w 1371198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9868"/>
                  <a:gd name="connsiteX1" fmla="*/ 1366596 w 1366596"/>
                  <a:gd name="connsiteY1" fmla="*/ 625807 h 809868"/>
                  <a:gd name="connsiteX2" fmla="*/ 865050 w 1366596"/>
                  <a:gd name="connsiteY2" fmla="*/ 809868 h 809868"/>
                  <a:gd name="connsiteX3" fmla="*/ 4601 w 1366596"/>
                  <a:gd name="connsiteY3" fmla="*/ 427942 h 809868"/>
                  <a:gd name="connsiteX4" fmla="*/ 0 w 1366596"/>
                  <a:gd name="connsiteY4" fmla="*/ 0 h 8098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6596" h="809868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125" name="Freeform 124"/>
              <p:cNvSpPr/>
              <p:nvPr/>
            </p:nvSpPr>
            <p:spPr bwMode="auto">
              <a:xfrm>
                <a:off x="2089977" y="1730144"/>
                <a:ext cx="240888" cy="97039"/>
              </a:xfrm>
              <a:custGeom>
                <a:avLst/>
                <a:gdLst>
                  <a:gd name="connsiteX0" fmla="*/ 1329786 w 1348191"/>
                  <a:gd name="connsiteY0" fmla="*/ 0 h 809869"/>
                  <a:gd name="connsiteX1" fmla="*/ 1348191 w 1348191"/>
                  <a:gd name="connsiteY1" fmla="*/ 400333 h 809869"/>
                  <a:gd name="connsiteX2" fmla="*/ 487742 w 1348191"/>
                  <a:gd name="connsiteY2" fmla="*/ 809869 h 809869"/>
                  <a:gd name="connsiteX3" fmla="*/ 0 w 1348191"/>
                  <a:gd name="connsiteY3" fmla="*/ 630409 h 809869"/>
                  <a:gd name="connsiteX4" fmla="*/ 1329786 w 1348191"/>
                  <a:gd name="connsiteY4" fmla="*/ 0 h 809869"/>
                  <a:gd name="connsiteX0" fmla="*/ 1329786 w 1348191"/>
                  <a:gd name="connsiteY0" fmla="*/ 0 h 791462"/>
                  <a:gd name="connsiteX1" fmla="*/ 1348191 w 1348191"/>
                  <a:gd name="connsiteY1" fmla="*/ 381926 h 791462"/>
                  <a:gd name="connsiteX2" fmla="*/ 487742 w 1348191"/>
                  <a:gd name="connsiteY2" fmla="*/ 791462 h 791462"/>
                  <a:gd name="connsiteX3" fmla="*/ 0 w 1348191"/>
                  <a:gd name="connsiteY3" fmla="*/ 612002 h 791462"/>
                  <a:gd name="connsiteX4" fmla="*/ 1329786 w 1348191"/>
                  <a:gd name="connsiteY4" fmla="*/ 0 h 7914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48191" h="791462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cxnSp>
            <p:nvCxnSpPr>
              <p:cNvPr id="126" name="Straight Connector 125"/>
              <p:cNvCxnSpPr>
                <a:endCxn id="121" idx="2"/>
              </p:cNvCxnSpPr>
              <p:nvPr/>
            </p:nvCxnSpPr>
            <p:spPr bwMode="auto">
              <a:xfrm flipH="1" flipV="1">
                <a:off x="1871277" y="1737243"/>
                <a:ext cx="3169" cy="123074"/>
              </a:xfrm>
              <a:prstGeom prst="line">
                <a:avLst/>
              </a:prstGeom>
              <a:ln w="6350" cmpd="sng">
                <a:solidFill>
                  <a:schemeClr val="tx1"/>
                </a:solidFill>
              </a:ln>
              <a:effectLst>
                <a:outerShdw blurRad="40005" dist="19939" dir="5400000" algn="tl" rotWithShape="0">
                  <a:srgbClr val="000000">
                    <a:alpha val="38000"/>
                  </a:srgbClr>
                </a:outerShdw>
              </a:effectLst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7" name="Straight Connector 126"/>
              <p:cNvCxnSpPr/>
              <p:nvPr/>
            </p:nvCxnSpPr>
            <p:spPr bwMode="auto">
              <a:xfrm flipH="1" flipV="1">
                <a:off x="2996477" y="1734877"/>
                <a:ext cx="3171" cy="123074"/>
              </a:xfrm>
              <a:prstGeom prst="line">
                <a:avLst/>
              </a:prstGeom>
              <a:ln w="6350" cmpd="sng">
                <a:solidFill>
                  <a:schemeClr val="tx1"/>
                </a:solidFill>
              </a:ln>
              <a:effectLst>
                <a:outerShdw blurRad="40005" dist="19939" dir="5400000" algn="tl" rotWithShape="0">
                  <a:srgbClr val="000000">
                    <a:alpha val="38000"/>
                  </a:srgbClr>
                </a:outerShdw>
              </a:effectLst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9" name="Group 347"/>
            <p:cNvGrpSpPr>
              <a:grpSpLocks/>
            </p:cNvGrpSpPr>
            <p:nvPr/>
          </p:nvGrpSpPr>
          <p:grpSpPr bwMode="auto">
            <a:xfrm>
              <a:off x="4375328" y="5654000"/>
              <a:ext cx="588970" cy="242608"/>
              <a:chOff x="1871277" y="1576300"/>
              <a:chExt cx="1128371" cy="437861"/>
            </a:xfrm>
          </p:grpSpPr>
          <p:sp>
            <p:nvSpPr>
              <p:cNvPr id="110" name="Oval 109"/>
              <p:cNvSpPr/>
              <p:nvPr/>
            </p:nvSpPr>
            <p:spPr bwMode="auto">
              <a:xfrm flipV="1">
                <a:off x="1874446" y="1694641"/>
                <a:ext cx="1125202" cy="319520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2">
                      <a:lumMod val="75000"/>
                    </a:schemeClr>
                  </a:gs>
                  <a:gs pos="5300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accent2">
                      <a:lumMod val="75000"/>
                    </a:schemeClr>
                  </a:gs>
                </a:gsLst>
                <a:lin ang="0" scaled="1"/>
                <a:tileRect/>
              </a:gradFill>
              <a:ln w="6350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>
                  <a:ln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111" name="Rectangle 110"/>
              <p:cNvSpPr/>
              <p:nvPr/>
            </p:nvSpPr>
            <p:spPr bwMode="auto">
              <a:xfrm>
                <a:off x="1871277" y="1739611"/>
                <a:ext cx="1128371" cy="115973"/>
              </a:xfrm>
              <a:prstGeom prst="rect">
                <a:avLst/>
              </a:prstGeom>
              <a:gradFill>
                <a:gsLst>
                  <a:gs pos="0">
                    <a:schemeClr val="accent2">
                      <a:lumMod val="75000"/>
                    </a:schemeClr>
                  </a:gs>
                  <a:gs pos="5300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accent2">
                      <a:lumMod val="75000"/>
                    </a:schemeClr>
                  </a:gs>
                </a:gsLst>
                <a:lin ang="10800000" scaled="0"/>
              </a:gradFill>
              <a:ln w="25400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112" name="Oval 111"/>
              <p:cNvSpPr/>
              <p:nvPr/>
            </p:nvSpPr>
            <p:spPr bwMode="auto">
              <a:xfrm flipV="1">
                <a:off x="1871277" y="1576300"/>
                <a:ext cx="1125200" cy="31952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 w="6350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>
                  <a:ln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113" name="Freeform 112"/>
              <p:cNvSpPr/>
              <p:nvPr/>
            </p:nvSpPr>
            <p:spPr bwMode="auto">
              <a:xfrm>
                <a:off x="2159708" y="1673340"/>
                <a:ext cx="548339" cy="160943"/>
              </a:xfrm>
              <a:custGeom>
                <a:avLst/>
                <a:gdLst>
                  <a:gd name="connsiteX0" fmla="*/ 1486231 w 2944854"/>
                  <a:gd name="connsiteY0" fmla="*/ 727041 h 1302232"/>
                  <a:gd name="connsiteX1" fmla="*/ 257675 w 2944854"/>
                  <a:gd name="connsiteY1" fmla="*/ 1302232 h 1302232"/>
                  <a:gd name="connsiteX2" fmla="*/ 0 w 2944854"/>
                  <a:gd name="connsiteY2" fmla="*/ 1228607 h 1302232"/>
                  <a:gd name="connsiteX3" fmla="*/ 911064 w 2944854"/>
                  <a:gd name="connsiteY3" fmla="*/ 837478 h 1302232"/>
                  <a:gd name="connsiteX4" fmla="*/ 883456 w 2944854"/>
                  <a:gd name="connsiteY4" fmla="*/ 450949 h 1302232"/>
                  <a:gd name="connsiteX5" fmla="*/ 161047 w 2944854"/>
                  <a:gd name="connsiteY5" fmla="*/ 119640 h 1302232"/>
                  <a:gd name="connsiteX6" fmla="*/ 404917 w 2944854"/>
                  <a:gd name="connsiteY6" fmla="*/ 50617 h 1302232"/>
                  <a:gd name="connsiteX7" fmla="*/ 1477028 w 2944854"/>
                  <a:gd name="connsiteY7" fmla="*/ 501566 h 1302232"/>
                  <a:gd name="connsiteX8" fmla="*/ 2572146 w 2944854"/>
                  <a:gd name="connsiteY8" fmla="*/ 0 h 1302232"/>
                  <a:gd name="connsiteX9" fmla="*/ 2875834 w 2944854"/>
                  <a:gd name="connsiteY9" fmla="*/ 96632 h 1302232"/>
                  <a:gd name="connsiteX10" fmla="*/ 2079803 w 2944854"/>
                  <a:gd name="connsiteY10" fmla="*/ 432543 h 1302232"/>
                  <a:gd name="connsiteX11" fmla="*/ 2240850 w 2944854"/>
                  <a:gd name="connsiteY11" fmla="*/ 920305 h 1302232"/>
                  <a:gd name="connsiteX12" fmla="*/ 2944854 w 2944854"/>
                  <a:gd name="connsiteY12" fmla="*/ 1228607 h 1302232"/>
                  <a:gd name="connsiteX13" fmla="*/ 2733192 w 2944854"/>
                  <a:gd name="connsiteY13" fmla="*/ 1297630 h 1302232"/>
                  <a:gd name="connsiteX14" fmla="*/ 1486231 w 2944854"/>
                  <a:gd name="connsiteY14" fmla="*/ 727041 h 1302232"/>
                  <a:gd name="connsiteX0" fmla="*/ 1486231 w 2944854"/>
                  <a:gd name="connsiteY0" fmla="*/ 727041 h 1316375"/>
                  <a:gd name="connsiteX1" fmla="*/ 257675 w 2944854"/>
                  <a:gd name="connsiteY1" fmla="*/ 1302232 h 1316375"/>
                  <a:gd name="connsiteX2" fmla="*/ 0 w 2944854"/>
                  <a:gd name="connsiteY2" fmla="*/ 1228607 h 1316375"/>
                  <a:gd name="connsiteX3" fmla="*/ 911064 w 2944854"/>
                  <a:gd name="connsiteY3" fmla="*/ 837478 h 1316375"/>
                  <a:gd name="connsiteX4" fmla="*/ 883456 w 2944854"/>
                  <a:gd name="connsiteY4" fmla="*/ 450949 h 1316375"/>
                  <a:gd name="connsiteX5" fmla="*/ 161047 w 2944854"/>
                  <a:gd name="connsiteY5" fmla="*/ 119640 h 1316375"/>
                  <a:gd name="connsiteX6" fmla="*/ 404917 w 2944854"/>
                  <a:gd name="connsiteY6" fmla="*/ 50617 h 1316375"/>
                  <a:gd name="connsiteX7" fmla="*/ 1477028 w 2944854"/>
                  <a:gd name="connsiteY7" fmla="*/ 501566 h 1316375"/>
                  <a:gd name="connsiteX8" fmla="*/ 2572146 w 2944854"/>
                  <a:gd name="connsiteY8" fmla="*/ 0 h 1316375"/>
                  <a:gd name="connsiteX9" fmla="*/ 2875834 w 2944854"/>
                  <a:gd name="connsiteY9" fmla="*/ 96632 h 1316375"/>
                  <a:gd name="connsiteX10" fmla="*/ 2079803 w 2944854"/>
                  <a:gd name="connsiteY10" fmla="*/ 432543 h 1316375"/>
                  <a:gd name="connsiteX11" fmla="*/ 2240850 w 2944854"/>
                  <a:gd name="connsiteY11" fmla="*/ 920305 h 1316375"/>
                  <a:gd name="connsiteX12" fmla="*/ 2944854 w 2944854"/>
                  <a:gd name="connsiteY12" fmla="*/ 1228607 h 1316375"/>
                  <a:gd name="connsiteX13" fmla="*/ 2756623 w 2944854"/>
                  <a:gd name="connsiteY13" fmla="*/ 1316375 h 1316375"/>
                  <a:gd name="connsiteX14" fmla="*/ 1486231 w 2944854"/>
                  <a:gd name="connsiteY14" fmla="*/ 727041 h 1316375"/>
                  <a:gd name="connsiteX0" fmla="*/ 1486231 w 3024520"/>
                  <a:gd name="connsiteY0" fmla="*/ 727041 h 1316375"/>
                  <a:gd name="connsiteX1" fmla="*/ 257675 w 3024520"/>
                  <a:gd name="connsiteY1" fmla="*/ 1302232 h 1316375"/>
                  <a:gd name="connsiteX2" fmla="*/ 0 w 3024520"/>
                  <a:gd name="connsiteY2" fmla="*/ 1228607 h 1316375"/>
                  <a:gd name="connsiteX3" fmla="*/ 911064 w 3024520"/>
                  <a:gd name="connsiteY3" fmla="*/ 837478 h 1316375"/>
                  <a:gd name="connsiteX4" fmla="*/ 883456 w 3024520"/>
                  <a:gd name="connsiteY4" fmla="*/ 450949 h 1316375"/>
                  <a:gd name="connsiteX5" fmla="*/ 161047 w 3024520"/>
                  <a:gd name="connsiteY5" fmla="*/ 119640 h 1316375"/>
                  <a:gd name="connsiteX6" fmla="*/ 404917 w 3024520"/>
                  <a:gd name="connsiteY6" fmla="*/ 50617 h 1316375"/>
                  <a:gd name="connsiteX7" fmla="*/ 1477028 w 3024520"/>
                  <a:gd name="connsiteY7" fmla="*/ 501566 h 1316375"/>
                  <a:gd name="connsiteX8" fmla="*/ 2572146 w 3024520"/>
                  <a:gd name="connsiteY8" fmla="*/ 0 h 1316375"/>
                  <a:gd name="connsiteX9" fmla="*/ 2875834 w 3024520"/>
                  <a:gd name="connsiteY9" fmla="*/ 96632 h 1316375"/>
                  <a:gd name="connsiteX10" fmla="*/ 2079803 w 3024520"/>
                  <a:gd name="connsiteY10" fmla="*/ 432543 h 1316375"/>
                  <a:gd name="connsiteX11" fmla="*/ 2240850 w 3024520"/>
                  <a:gd name="connsiteY11" fmla="*/ 920305 h 1316375"/>
                  <a:gd name="connsiteX12" fmla="*/ 3024520 w 3024520"/>
                  <a:gd name="connsiteY12" fmla="*/ 1228607 h 1316375"/>
                  <a:gd name="connsiteX13" fmla="*/ 2756623 w 3024520"/>
                  <a:gd name="connsiteY13" fmla="*/ 1316375 h 1316375"/>
                  <a:gd name="connsiteX14" fmla="*/ 1486231 w 3024520"/>
                  <a:gd name="connsiteY14" fmla="*/ 727041 h 1316375"/>
                  <a:gd name="connsiteX0" fmla="*/ 1537780 w 3076069"/>
                  <a:gd name="connsiteY0" fmla="*/ 727041 h 1316375"/>
                  <a:gd name="connsiteX1" fmla="*/ 309224 w 3076069"/>
                  <a:gd name="connsiteY1" fmla="*/ 1302232 h 1316375"/>
                  <a:gd name="connsiteX2" fmla="*/ 0 w 3076069"/>
                  <a:gd name="connsiteY2" fmla="*/ 1228607 h 1316375"/>
                  <a:gd name="connsiteX3" fmla="*/ 962613 w 3076069"/>
                  <a:gd name="connsiteY3" fmla="*/ 837478 h 1316375"/>
                  <a:gd name="connsiteX4" fmla="*/ 935005 w 3076069"/>
                  <a:gd name="connsiteY4" fmla="*/ 450949 h 1316375"/>
                  <a:gd name="connsiteX5" fmla="*/ 212596 w 3076069"/>
                  <a:gd name="connsiteY5" fmla="*/ 119640 h 1316375"/>
                  <a:gd name="connsiteX6" fmla="*/ 456466 w 3076069"/>
                  <a:gd name="connsiteY6" fmla="*/ 50617 h 1316375"/>
                  <a:gd name="connsiteX7" fmla="*/ 1528577 w 3076069"/>
                  <a:gd name="connsiteY7" fmla="*/ 501566 h 1316375"/>
                  <a:gd name="connsiteX8" fmla="*/ 2623695 w 3076069"/>
                  <a:gd name="connsiteY8" fmla="*/ 0 h 1316375"/>
                  <a:gd name="connsiteX9" fmla="*/ 2927383 w 3076069"/>
                  <a:gd name="connsiteY9" fmla="*/ 96632 h 1316375"/>
                  <a:gd name="connsiteX10" fmla="*/ 2131352 w 3076069"/>
                  <a:gd name="connsiteY10" fmla="*/ 432543 h 1316375"/>
                  <a:gd name="connsiteX11" fmla="*/ 2292399 w 3076069"/>
                  <a:gd name="connsiteY11" fmla="*/ 920305 h 1316375"/>
                  <a:gd name="connsiteX12" fmla="*/ 3076069 w 3076069"/>
                  <a:gd name="connsiteY12" fmla="*/ 1228607 h 1316375"/>
                  <a:gd name="connsiteX13" fmla="*/ 2808172 w 3076069"/>
                  <a:gd name="connsiteY13" fmla="*/ 1316375 h 1316375"/>
                  <a:gd name="connsiteX14" fmla="*/ 1537780 w 3076069"/>
                  <a:gd name="connsiteY14" fmla="*/ 727041 h 1316375"/>
                  <a:gd name="connsiteX0" fmla="*/ 1537780 w 3076069"/>
                  <a:gd name="connsiteY0" fmla="*/ 727041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27041 h 1321259"/>
                  <a:gd name="connsiteX0" fmla="*/ 1537780 w 3076069"/>
                  <a:gd name="connsiteY0" fmla="*/ 750825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50825 h 13212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3076069" h="132125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114" name="Freeform 113"/>
              <p:cNvSpPr/>
              <p:nvPr/>
            </p:nvSpPr>
            <p:spPr bwMode="auto">
              <a:xfrm>
                <a:off x="2102655" y="1633103"/>
                <a:ext cx="662444" cy="111241"/>
              </a:xfrm>
              <a:custGeom>
                <a:avLst/>
                <a:gdLst>
                  <a:gd name="connsiteX0" fmla="*/ 0 w 3645229"/>
                  <a:gd name="connsiteY0" fmla="*/ 214441 h 923747"/>
                  <a:gd name="connsiteX1" fmla="*/ 659770 w 3645229"/>
                  <a:gd name="connsiteY1" fmla="*/ 16495 h 923747"/>
                  <a:gd name="connsiteX2" fmla="*/ 1814367 w 3645229"/>
                  <a:gd name="connsiteY2" fmla="*/ 511360 h 923747"/>
                  <a:gd name="connsiteX3" fmla="*/ 2968965 w 3645229"/>
                  <a:gd name="connsiteY3" fmla="*/ 0 h 923747"/>
                  <a:gd name="connsiteX4" fmla="*/ 3645229 w 3645229"/>
                  <a:gd name="connsiteY4" fmla="*/ 197946 h 923747"/>
                  <a:gd name="connsiteX5" fmla="*/ 3199884 w 3645229"/>
                  <a:gd name="connsiteY5" fmla="*/ 461874 h 923747"/>
                  <a:gd name="connsiteX6" fmla="*/ 2985459 w 3645229"/>
                  <a:gd name="connsiteY6" fmla="*/ 379396 h 923747"/>
                  <a:gd name="connsiteX7" fmla="*/ 1830861 w 3645229"/>
                  <a:gd name="connsiteY7" fmla="*/ 923747 h 923747"/>
                  <a:gd name="connsiteX8" fmla="*/ 676264 w 3645229"/>
                  <a:gd name="connsiteY8" fmla="*/ 412387 h 923747"/>
                  <a:gd name="connsiteX9" fmla="*/ 527816 w 3645229"/>
                  <a:gd name="connsiteY9" fmla="*/ 478369 h 923747"/>
                  <a:gd name="connsiteX10" fmla="*/ 0 w 3645229"/>
                  <a:gd name="connsiteY10" fmla="*/ 21444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71662 w 3640627"/>
                  <a:gd name="connsiteY8" fmla="*/ 412387 h 923747"/>
                  <a:gd name="connsiteX9" fmla="*/ 523214 w 3640627"/>
                  <a:gd name="connsiteY9" fmla="*/ 478369 h 923747"/>
                  <a:gd name="connsiteX10" fmla="*/ 0 w 3640627"/>
                  <a:gd name="connsiteY10" fmla="*/ 24205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71662 w 3640627"/>
                  <a:gd name="connsiteY8" fmla="*/ 412387 h 923747"/>
                  <a:gd name="connsiteX9" fmla="*/ 523214 w 3640627"/>
                  <a:gd name="connsiteY9" fmla="*/ 482971 h 923747"/>
                  <a:gd name="connsiteX10" fmla="*/ 0 w 3640627"/>
                  <a:gd name="connsiteY10" fmla="*/ 24205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90067 w 3640627"/>
                  <a:gd name="connsiteY8" fmla="*/ 412387 h 923747"/>
                  <a:gd name="connsiteX9" fmla="*/ 523214 w 3640627"/>
                  <a:gd name="connsiteY9" fmla="*/ 482971 h 923747"/>
                  <a:gd name="connsiteX10" fmla="*/ 0 w 3640627"/>
                  <a:gd name="connsiteY10" fmla="*/ 242051 h 923747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09765 w 3640627"/>
                  <a:gd name="connsiteY2" fmla="*/ 511360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2980857 w 3640627"/>
                  <a:gd name="connsiteY6" fmla="*/ 379396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55778 w 3640627"/>
                  <a:gd name="connsiteY2" fmla="*/ 534367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2980857 w 3640627"/>
                  <a:gd name="connsiteY6" fmla="*/ 379396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55778 w 3640627"/>
                  <a:gd name="connsiteY2" fmla="*/ 534367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3008465 w 3640627"/>
                  <a:gd name="connsiteY6" fmla="*/ 402404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723451"/>
                  <a:gd name="connsiteY0" fmla="*/ 242051 h 946755"/>
                  <a:gd name="connsiteX1" fmla="*/ 655168 w 3723451"/>
                  <a:gd name="connsiteY1" fmla="*/ 16495 h 946755"/>
                  <a:gd name="connsiteX2" fmla="*/ 1855778 w 3723451"/>
                  <a:gd name="connsiteY2" fmla="*/ 534367 h 946755"/>
                  <a:gd name="connsiteX3" fmla="*/ 2964363 w 3723451"/>
                  <a:gd name="connsiteY3" fmla="*/ 0 h 946755"/>
                  <a:gd name="connsiteX4" fmla="*/ 3723451 w 3723451"/>
                  <a:gd name="connsiteY4" fmla="*/ 220954 h 946755"/>
                  <a:gd name="connsiteX5" fmla="*/ 3195282 w 3723451"/>
                  <a:gd name="connsiteY5" fmla="*/ 461874 h 946755"/>
                  <a:gd name="connsiteX6" fmla="*/ 3008465 w 3723451"/>
                  <a:gd name="connsiteY6" fmla="*/ 402404 h 946755"/>
                  <a:gd name="connsiteX7" fmla="*/ 1876873 w 3723451"/>
                  <a:gd name="connsiteY7" fmla="*/ 946755 h 946755"/>
                  <a:gd name="connsiteX8" fmla="*/ 690067 w 3723451"/>
                  <a:gd name="connsiteY8" fmla="*/ 412387 h 946755"/>
                  <a:gd name="connsiteX9" fmla="*/ 523214 w 3723451"/>
                  <a:gd name="connsiteY9" fmla="*/ 482971 h 946755"/>
                  <a:gd name="connsiteX10" fmla="*/ 0 w 3723451"/>
                  <a:gd name="connsiteY10" fmla="*/ 242051 h 946755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95282 w 3723451"/>
                  <a:gd name="connsiteY5" fmla="*/ 448069 h 932950"/>
                  <a:gd name="connsiteX6" fmla="*/ 3008465 w 3723451"/>
                  <a:gd name="connsiteY6" fmla="*/ 388599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95282 w 3723451"/>
                  <a:gd name="connsiteY5" fmla="*/ 448069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86079 w 3723451"/>
                  <a:gd name="connsiteY5" fmla="*/ 461874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86079 w 3723451"/>
                  <a:gd name="connsiteY5" fmla="*/ 461874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711613 w 3723451"/>
                  <a:gd name="connsiteY8" fmla="*/ 413055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723451" h="932950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115" name="Freeform 114"/>
              <p:cNvSpPr/>
              <p:nvPr/>
            </p:nvSpPr>
            <p:spPr bwMode="auto">
              <a:xfrm>
                <a:off x="2536889" y="1727776"/>
                <a:ext cx="244057" cy="97040"/>
              </a:xfrm>
              <a:custGeom>
                <a:avLst/>
                <a:gdLst>
                  <a:gd name="connsiteX0" fmla="*/ 55216 w 1421812"/>
                  <a:gd name="connsiteY0" fmla="*/ 0 h 800665"/>
                  <a:gd name="connsiteX1" fmla="*/ 1421812 w 1421812"/>
                  <a:gd name="connsiteY1" fmla="*/ 625807 h 800665"/>
                  <a:gd name="connsiteX2" fmla="*/ 947874 w 1421812"/>
                  <a:gd name="connsiteY2" fmla="*/ 800665 h 800665"/>
                  <a:gd name="connsiteX3" fmla="*/ 50614 w 1421812"/>
                  <a:gd name="connsiteY3" fmla="*/ 404934 h 800665"/>
                  <a:gd name="connsiteX4" fmla="*/ 0 w 1421812"/>
                  <a:gd name="connsiteY4" fmla="*/ 404934 h 800665"/>
                  <a:gd name="connsiteX5" fmla="*/ 55216 w 1421812"/>
                  <a:gd name="connsiteY5" fmla="*/ 0 h 800665"/>
                  <a:gd name="connsiteX0" fmla="*/ 4602 w 1371198"/>
                  <a:gd name="connsiteY0" fmla="*/ 0 h 800665"/>
                  <a:gd name="connsiteX1" fmla="*/ 1371198 w 1371198"/>
                  <a:gd name="connsiteY1" fmla="*/ 625807 h 800665"/>
                  <a:gd name="connsiteX2" fmla="*/ 897260 w 1371198"/>
                  <a:gd name="connsiteY2" fmla="*/ 800665 h 800665"/>
                  <a:gd name="connsiteX3" fmla="*/ 0 w 1371198"/>
                  <a:gd name="connsiteY3" fmla="*/ 404934 h 800665"/>
                  <a:gd name="connsiteX4" fmla="*/ 4602 w 1371198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9868"/>
                  <a:gd name="connsiteX1" fmla="*/ 1366596 w 1366596"/>
                  <a:gd name="connsiteY1" fmla="*/ 625807 h 809868"/>
                  <a:gd name="connsiteX2" fmla="*/ 865050 w 1366596"/>
                  <a:gd name="connsiteY2" fmla="*/ 809868 h 809868"/>
                  <a:gd name="connsiteX3" fmla="*/ 4601 w 1366596"/>
                  <a:gd name="connsiteY3" fmla="*/ 427942 h 809868"/>
                  <a:gd name="connsiteX4" fmla="*/ 0 w 1366596"/>
                  <a:gd name="connsiteY4" fmla="*/ 0 h 8098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6596" h="809868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116" name="Freeform 115"/>
              <p:cNvSpPr/>
              <p:nvPr/>
            </p:nvSpPr>
            <p:spPr bwMode="auto">
              <a:xfrm>
                <a:off x="2089977" y="1730144"/>
                <a:ext cx="240888" cy="97039"/>
              </a:xfrm>
              <a:custGeom>
                <a:avLst/>
                <a:gdLst>
                  <a:gd name="connsiteX0" fmla="*/ 1329786 w 1348191"/>
                  <a:gd name="connsiteY0" fmla="*/ 0 h 809869"/>
                  <a:gd name="connsiteX1" fmla="*/ 1348191 w 1348191"/>
                  <a:gd name="connsiteY1" fmla="*/ 400333 h 809869"/>
                  <a:gd name="connsiteX2" fmla="*/ 487742 w 1348191"/>
                  <a:gd name="connsiteY2" fmla="*/ 809869 h 809869"/>
                  <a:gd name="connsiteX3" fmla="*/ 0 w 1348191"/>
                  <a:gd name="connsiteY3" fmla="*/ 630409 h 809869"/>
                  <a:gd name="connsiteX4" fmla="*/ 1329786 w 1348191"/>
                  <a:gd name="connsiteY4" fmla="*/ 0 h 809869"/>
                  <a:gd name="connsiteX0" fmla="*/ 1329786 w 1348191"/>
                  <a:gd name="connsiteY0" fmla="*/ 0 h 791462"/>
                  <a:gd name="connsiteX1" fmla="*/ 1348191 w 1348191"/>
                  <a:gd name="connsiteY1" fmla="*/ 381926 h 791462"/>
                  <a:gd name="connsiteX2" fmla="*/ 487742 w 1348191"/>
                  <a:gd name="connsiteY2" fmla="*/ 791462 h 791462"/>
                  <a:gd name="connsiteX3" fmla="*/ 0 w 1348191"/>
                  <a:gd name="connsiteY3" fmla="*/ 612002 h 791462"/>
                  <a:gd name="connsiteX4" fmla="*/ 1329786 w 1348191"/>
                  <a:gd name="connsiteY4" fmla="*/ 0 h 7914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48191" h="791462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cxnSp>
            <p:nvCxnSpPr>
              <p:cNvPr id="117" name="Straight Connector 116"/>
              <p:cNvCxnSpPr>
                <a:endCxn id="112" idx="2"/>
              </p:cNvCxnSpPr>
              <p:nvPr/>
            </p:nvCxnSpPr>
            <p:spPr bwMode="auto">
              <a:xfrm flipH="1" flipV="1">
                <a:off x="1871277" y="1737243"/>
                <a:ext cx="3169" cy="123074"/>
              </a:xfrm>
              <a:prstGeom prst="line">
                <a:avLst/>
              </a:prstGeom>
              <a:ln w="6350" cmpd="sng">
                <a:solidFill>
                  <a:schemeClr val="tx1"/>
                </a:solidFill>
              </a:ln>
              <a:effectLst>
                <a:outerShdw blurRad="40005" dist="19939" dir="5400000" algn="tl" rotWithShape="0">
                  <a:srgbClr val="000000">
                    <a:alpha val="38000"/>
                  </a:srgbClr>
                </a:outerShdw>
              </a:effectLst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8" name="Straight Connector 117"/>
              <p:cNvCxnSpPr/>
              <p:nvPr/>
            </p:nvCxnSpPr>
            <p:spPr bwMode="auto">
              <a:xfrm flipH="1" flipV="1">
                <a:off x="2996477" y="1734877"/>
                <a:ext cx="3171" cy="123074"/>
              </a:xfrm>
              <a:prstGeom prst="line">
                <a:avLst/>
              </a:prstGeom>
              <a:ln w="6350" cmpd="sng">
                <a:solidFill>
                  <a:schemeClr val="tx1"/>
                </a:solidFill>
              </a:ln>
              <a:effectLst>
                <a:outerShdw blurRad="40005" dist="19939" dir="5400000" algn="tl" rotWithShape="0">
                  <a:srgbClr val="000000">
                    <a:alpha val="38000"/>
                  </a:srgbClr>
                </a:outerShdw>
              </a:effectLst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0" name="Group 347"/>
            <p:cNvGrpSpPr>
              <a:grpSpLocks/>
            </p:cNvGrpSpPr>
            <p:nvPr/>
          </p:nvGrpSpPr>
          <p:grpSpPr bwMode="auto">
            <a:xfrm>
              <a:off x="2848241" y="5847813"/>
              <a:ext cx="588970" cy="242608"/>
              <a:chOff x="1871277" y="1576300"/>
              <a:chExt cx="1128371" cy="437861"/>
            </a:xfrm>
          </p:grpSpPr>
          <p:sp>
            <p:nvSpPr>
              <p:cNvPr id="101" name="Oval 100"/>
              <p:cNvSpPr/>
              <p:nvPr/>
            </p:nvSpPr>
            <p:spPr bwMode="auto">
              <a:xfrm flipV="1">
                <a:off x="1874446" y="1694641"/>
                <a:ext cx="1125202" cy="319520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2">
                      <a:lumMod val="75000"/>
                    </a:schemeClr>
                  </a:gs>
                  <a:gs pos="5300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accent2">
                      <a:lumMod val="75000"/>
                    </a:schemeClr>
                  </a:gs>
                </a:gsLst>
                <a:lin ang="0" scaled="1"/>
                <a:tileRect/>
              </a:gradFill>
              <a:ln w="6350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>
                  <a:ln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102" name="Rectangle 101"/>
              <p:cNvSpPr/>
              <p:nvPr/>
            </p:nvSpPr>
            <p:spPr bwMode="auto">
              <a:xfrm>
                <a:off x="1871277" y="1739611"/>
                <a:ext cx="1128371" cy="115973"/>
              </a:xfrm>
              <a:prstGeom prst="rect">
                <a:avLst/>
              </a:prstGeom>
              <a:gradFill>
                <a:gsLst>
                  <a:gs pos="0">
                    <a:schemeClr val="accent2">
                      <a:lumMod val="75000"/>
                    </a:schemeClr>
                  </a:gs>
                  <a:gs pos="5300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accent2">
                      <a:lumMod val="75000"/>
                    </a:schemeClr>
                  </a:gs>
                </a:gsLst>
                <a:lin ang="10800000" scaled="0"/>
              </a:gradFill>
              <a:ln w="25400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103" name="Oval 102"/>
              <p:cNvSpPr/>
              <p:nvPr/>
            </p:nvSpPr>
            <p:spPr bwMode="auto">
              <a:xfrm flipV="1">
                <a:off x="1871277" y="1576300"/>
                <a:ext cx="1125200" cy="31952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 w="6350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>
                  <a:ln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104" name="Freeform 103"/>
              <p:cNvSpPr/>
              <p:nvPr/>
            </p:nvSpPr>
            <p:spPr bwMode="auto">
              <a:xfrm>
                <a:off x="2159708" y="1673340"/>
                <a:ext cx="548339" cy="160943"/>
              </a:xfrm>
              <a:custGeom>
                <a:avLst/>
                <a:gdLst>
                  <a:gd name="connsiteX0" fmla="*/ 1486231 w 2944854"/>
                  <a:gd name="connsiteY0" fmla="*/ 727041 h 1302232"/>
                  <a:gd name="connsiteX1" fmla="*/ 257675 w 2944854"/>
                  <a:gd name="connsiteY1" fmla="*/ 1302232 h 1302232"/>
                  <a:gd name="connsiteX2" fmla="*/ 0 w 2944854"/>
                  <a:gd name="connsiteY2" fmla="*/ 1228607 h 1302232"/>
                  <a:gd name="connsiteX3" fmla="*/ 911064 w 2944854"/>
                  <a:gd name="connsiteY3" fmla="*/ 837478 h 1302232"/>
                  <a:gd name="connsiteX4" fmla="*/ 883456 w 2944854"/>
                  <a:gd name="connsiteY4" fmla="*/ 450949 h 1302232"/>
                  <a:gd name="connsiteX5" fmla="*/ 161047 w 2944854"/>
                  <a:gd name="connsiteY5" fmla="*/ 119640 h 1302232"/>
                  <a:gd name="connsiteX6" fmla="*/ 404917 w 2944854"/>
                  <a:gd name="connsiteY6" fmla="*/ 50617 h 1302232"/>
                  <a:gd name="connsiteX7" fmla="*/ 1477028 w 2944854"/>
                  <a:gd name="connsiteY7" fmla="*/ 501566 h 1302232"/>
                  <a:gd name="connsiteX8" fmla="*/ 2572146 w 2944854"/>
                  <a:gd name="connsiteY8" fmla="*/ 0 h 1302232"/>
                  <a:gd name="connsiteX9" fmla="*/ 2875834 w 2944854"/>
                  <a:gd name="connsiteY9" fmla="*/ 96632 h 1302232"/>
                  <a:gd name="connsiteX10" fmla="*/ 2079803 w 2944854"/>
                  <a:gd name="connsiteY10" fmla="*/ 432543 h 1302232"/>
                  <a:gd name="connsiteX11" fmla="*/ 2240850 w 2944854"/>
                  <a:gd name="connsiteY11" fmla="*/ 920305 h 1302232"/>
                  <a:gd name="connsiteX12" fmla="*/ 2944854 w 2944854"/>
                  <a:gd name="connsiteY12" fmla="*/ 1228607 h 1302232"/>
                  <a:gd name="connsiteX13" fmla="*/ 2733192 w 2944854"/>
                  <a:gd name="connsiteY13" fmla="*/ 1297630 h 1302232"/>
                  <a:gd name="connsiteX14" fmla="*/ 1486231 w 2944854"/>
                  <a:gd name="connsiteY14" fmla="*/ 727041 h 1302232"/>
                  <a:gd name="connsiteX0" fmla="*/ 1486231 w 2944854"/>
                  <a:gd name="connsiteY0" fmla="*/ 727041 h 1316375"/>
                  <a:gd name="connsiteX1" fmla="*/ 257675 w 2944854"/>
                  <a:gd name="connsiteY1" fmla="*/ 1302232 h 1316375"/>
                  <a:gd name="connsiteX2" fmla="*/ 0 w 2944854"/>
                  <a:gd name="connsiteY2" fmla="*/ 1228607 h 1316375"/>
                  <a:gd name="connsiteX3" fmla="*/ 911064 w 2944854"/>
                  <a:gd name="connsiteY3" fmla="*/ 837478 h 1316375"/>
                  <a:gd name="connsiteX4" fmla="*/ 883456 w 2944854"/>
                  <a:gd name="connsiteY4" fmla="*/ 450949 h 1316375"/>
                  <a:gd name="connsiteX5" fmla="*/ 161047 w 2944854"/>
                  <a:gd name="connsiteY5" fmla="*/ 119640 h 1316375"/>
                  <a:gd name="connsiteX6" fmla="*/ 404917 w 2944854"/>
                  <a:gd name="connsiteY6" fmla="*/ 50617 h 1316375"/>
                  <a:gd name="connsiteX7" fmla="*/ 1477028 w 2944854"/>
                  <a:gd name="connsiteY7" fmla="*/ 501566 h 1316375"/>
                  <a:gd name="connsiteX8" fmla="*/ 2572146 w 2944854"/>
                  <a:gd name="connsiteY8" fmla="*/ 0 h 1316375"/>
                  <a:gd name="connsiteX9" fmla="*/ 2875834 w 2944854"/>
                  <a:gd name="connsiteY9" fmla="*/ 96632 h 1316375"/>
                  <a:gd name="connsiteX10" fmla="*/ 2079803 w 2944854"/>
                  <a:gd name="connsiteY10" fmla="*/ 432543 h 1316375"/>
                  <a:gd name="connsiteX11" fmla="*/ 2240850 w 2944854"/>
                  <a:gd name="connsiteY11" fmla="*/ 920305 h 1316375"/>
                  <a:gd name="connsiteX12" fmla="*/ 2944854 w 2944854"/>
                  <a:gd name="connsiteY12" fmla="*/ 1228607 h 1316375"/>
                  <a:gd name="connsiteX13" fmla="*/ 2756623 w 2944854"/>
                  <a:gd name="connsiteY13" fmla="*/ 1316375 h 1316375"/>
                  <a:gd name="connsiteX14" fmla="*/ 1486231 w 2944854"/>
                  <a:gd name="connsiteY14" fmla="*/ 727041 h 1316375"/>
                  <a:gd name="connsiteX0" fmla="*/ 1486231 w 3024520"/>
                  <a:gd name="connsiteY0" fmla="*/ 727041 h 1316375"/>
                  <a:gd name="connsiteX1" fmla="*/ 257675 w 3024520"/>
                  <a:gd name="connsiteY1" fmla="*/ 1302232 h 1316375"/>
                  <a:gd name="connsiteX2" fmla="*/ 0 w 3024520"/>
                  <a:gd name="connsiteY2" fmla="*/ 1228607 h 1316375"/>
                  <a:gd name="connsiteX3" fmla="*/ 911064 w 3024520"/>
                  <a:gd name="connsiteY3" fmla="*/ 837478 h 1316375"/>
                  <a:gd name="connsiteX4" fmla="*/ 883456 w 3024520"/>
                  <a:gd name="connsiteY4" fmla="*/ 450949 h 1316375"/>
                  <a:gd name="connsiteX5" fmla="*/ 161047 w 3024520"/>
                  <a:gd name="connsiteY5" fmla="*/ 119640 h 1316375"/>
                  <a:gd name="connsiteX6" fmla="*/ 404917 w 3024520"/>
                  <a:gd name="connsiteY6" fmla="*/ 50617 h 1316375"/>
                  <a:gd name="connsiteX7" fmla="*/ 1477028 w 3024520"/>
                  <a:gd name="connsiteY7" fmla="*/ 501566 h 1316375"/>
                  <a:gd name="connsiteX8" fmla="*/ 2572146 w 3024520"/>
                  <a:gd name="connsiteY8" fmla="*/ 0 h 1316375"/>
                  <a:gd name="connsiteX9" fmla="*/ 2875834 w 3024520"/>
                  <a:gd name="connsiteY9" fmla="*/ 96632 h 1316375"/>
                  <a:gd name="connsiteX10" fmla="*/ 2079803 w 3024520"/>
                  <a:gd name="connsiteY10" fmla="*/ 432543 h 1316375"/>
                  <a:gd name="connsiteX11" fmla="*/ 2240850 w 3024520"/>
                  <a:gd name="connsiteY11" fmla="*/ 920305 h 1316375"/>
                  <a:gd name="connsiteX12" fmla="*/ 3024520 w 3024520"/>
                  <a:gd name="connsiteY12" fmla="*/ 1228607 h 1316375"/>
                  <a:gd name="connsiteX13" fmla="*/ 2756623 w 3024520"/>
                  <a:gd name="connsiteY13" fmla="*/ 1316375 h 1316375"/>
                  <a:gd name="connsiteX14" fmla="*/ 1486231 w 3024520"/>
                  <a:gd name="connsiteY14" fmla="*/ 727041 h 1316375"/>
                  <a:gd name="connsiteX0" fmla="*/ 1537780 w 3076069"/>
                  <a:gd name="connsiteY0" fmla="*/ 727041 h 1316375"/>
                  <a:gd name="connsiteX1" fmla="*/ 309224 w 3076069"/>
                  <a:gd name="connsiteY1" fmla="*/ 1302232 h 1316375"/>
                  <a:gd name="connsiteX2" fmla="*/ 0 w 3076069"/>
                  <a:gd name="connsiteY2" fmla="*/ 1228607 h 1316375"/>
                  <a:gd name="connsiteX3" fmla="*/ 962613 w 3076069"/>
                  <a:gd name="connsiteY3" fmla="*/ 837478 h 1316375"/>
                  <a:gd name="connsiteX4" fmla="*/ 935005 w 3076069"/>
                  <a:gd name="connsiteY4" fmla="*/ 450949 h 1316375"/>
                  <a:gd name="connsiteX5" fmla="*/ 212596 w 3076069"/>
                  <a:gd name="connsiteY5" fmla="*/ 119640 h 1316375"/>
                  <a:gd name="connsiteX6" fmla="*/ 456466 w 3076069"/>
                  <a:gd name="connsiteY6" fmla="*/ 50617 h 1316375"/>
                  <a:gd name="connsiteX7" fmla="*/ 1528577 w 3076069"/>
                  <a:gd name="connsiteY7" fmla="*/ 501566 h 1316375"/>
                  <a:gd name="connsiteX8" fmla="*/ 2623695 w 3076069"/>
                  <a:gd name="connsiteY8" fmla="*/ 0 h 1316375"/>
                  <a:gd name="connsiteX9" fmla="*/ 2927383 w 3076069"/>
                  <a:gd name="connsiteY9" fmla="*/ 96632 h 1316375"/>
                  <a:gd name="connsiteX10" fmla="*/ 2131352 w 3076069"/>
                  <a:gd name="connsiteY10" fmla="*/ 432543 h 1316375"/>
                  <a:gd name="connsiteX11" fmla="*/ 2292399 w 3076069"/>
                  <a:gd name="connsiteY11" fmla="*/ 920305 h 1316375"/>
                  <a:gd name="connsiteX12" fmla="*/ 3076069 w 3076069"/>
                  <a:gd name="connsiteY12" fmla="*/ 1228607 h 1316375"/>
                  <a:gd name="connsiteX13" fmla="*/ 2808172 w 3076069"/>
                  <a:gd name="connsiteY13" fmla="*/ 1316375 h 1316375"/>
                  <a:gd name="connsiteX14" fmla="*/ 1537780 w 3076069"/>
                  <a:gd name="connsiteY14" fmla="*/ 727041 h 1316375"/>
                  <a:gd name="connsiteX0" fmla="*/ 1537780 w 3076069"/>
                  <a:gd name="connsiteY0" fmla="*/ 727041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27041 h 1321259"/>
                  <a:gd name="connsiteX0" fmla="*/ 1537780 w 3076069"/>
                  <a:gd name="connsiteY0" fmla="*/ 750825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50825 h 13212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3076069" h="132125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105" name="Freeform 104"/>
              <p:cNvSpPr/>
              <p:nvPr/>
            </p:nvSpPr>
            <p:spPr bwMode="auto">
              <a:xfrm>
                <a:off x="2102655" y="1633103"/>
                <a:ext cx="662444" cy="111241"/>
              </a:xfrm>
              <a:custGeom>
                <a:avLst/>
                <a:gdLst>
                  <a:gd name="connsiteX0" fmla="*/ 0 w 3645229"/>
                  <a:gd name="connsiteY0" fmla="*/ 214441 h 923747"/>
                  <a:gd name="connsiteX1" fmla="*/ 659770 w 3645229"/>
                  <a:gd name="connsiteY1" fmla="*/ 16495 h 923747"/>
                  <a:gd name="connsiteX2" fmla="*/ 1814367 w 3645229"/>
                  <a:gd name="connsiteY2" fmla="*/ 511360 h 923747"/>
                  <a:gd name="connsiteX3" fmla="*/ 2968965 w 3645229"/>
                  <a:gd name="connsiteY3" fmla="*/ 0 h 923747"/>
                  <a:gd name="connsiteX4" fmla="*/ 3645229 w 3645229"/>
                  <a:gd name="connsiteY4" fmla="*/ 197946 h 923747"/>
                  <a:gd name="connsiteX5" fmla="*/ 3199884 w 3645229"/>
                  <a:gd name="connsiteY5" fmla="*/ 461874 h 923747"/>
                  <a:gd name="connsiteX6" fmla="*/ 2985459 w 3645229"/>
                  <a:gd name="connsiteY6" fmla="*/ 379396 h 923747"/>
                  <a:gd name="connsiteX7" fmla="*/ 1830861 w 3645229"/>
                  <a:gd name="connsiteY7" fmla="*/ 923747 h 923747"/>
                  <a:gd name="connsiteX8" fmla="*/ 676264 w 3645229"/>
                  <a:gd name="connsiteY8" fmla="*/ 412387 h 923747"/>
                  <a:gd name="connsiteX9" fmla="*/ 527816 w 3645229"/>
                  <a:gd name="connsiteY9" fmla="*/ 478369 h 923747"/>
                  <a:gd name="connsiteX10" fmla="*/ 0 w 3645229"/>
                  <a:gd name="connsiteY10" fmla="*/ 21444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71662 w 3640627"/>
                  <a:gd name="connsiteY8" fmla="*/ 412387 h 923747"/>
                  <a:gd name="connsiteX9" fmla="*/ 523214 w 3640627"/>
                  <a:gd name="connsiteY9" fmla="*/ 478369 h 923747"/>
                  <a:gd name="connsiteX10" fmla="*/ 0 w 3640627"/>
                  <a:gd name="connsiteY10" fmla="*/ 24205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71662 w 3640627"/>
                  <a:gd name="connsiteY8" fmla="*/ 412387 h 923747"/>
                  <a:gd name="connsiteX9" fmla="*/ 523214 w 3640627"/>
                  <a:gd name="connsiteY9" fmla="*/ 482971 h 923747"/>
                  <a:gd name="connsiteX10" fmla="*/ 0 w 3640627"/>
                  <a:gd name="connsiteY10" fmla="*/ 24205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90067 w 3640627"/>
                  <a:gd name="connsiteY8" fmla="*/ 412387 h 923747"/>
                  <a:gd name="connsiteX9" fmla="*/ 523214 w 3640627"/>
                  <a:gd name="connsiteY9" fmla="*/ 482971 h 923747"/>
                  <a:gd name="connsiteX10" fmla="*/ 0 w 3640627"/>
                  <a:gd name="connsiteY10" fmla="*/ 242051 h 923747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09765 w 3640627"/>
                  <a:gd name="connsiteY2" fmla="*/ 511360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2980857 w 3640627"/>
                  <a:gd name="connsiteY6" fmla="*/ 379396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55778 w 3640627"/>
                  <a:gd name="connsiteY2" fmla="*/ 534367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2980857 w 3640627"/>
                  <a:gd name="connsiteY6" fmla="*/ 379396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55778 w 3640627"/>
                  <a:gd name="connsiteY2" fmla="*/ 534367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3008465 w 3640627"/>
                  <a:gd name="connsiteY6" fmla="*/ 402404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723451"/>
                  <a:gd name="connsiteY0" fmla="*/ 242051 h 946755"/>
                  <a:gd name="connsiteX1" fmla="*/ 655168 w 3723451"/>
                  <a:gd name="connsiteY1" fmla="*/ 16495 h 946755"/>
                  <a:gd name="connsiteX2" fmla="*/ 1855778 w 3723451"/>
                  <a:gd name="connsiteY2" fmla="*/ 534367 h 946755"/>
                  <a:gd name="connsiteX3" fmla="*/ 2964363 w 3723451"/>
                  <a:gd name="connsiteY3" fmla="*/ 0 h 946755"/>
                  <a:gd name="connsiteX4" fmla="*/ 3723451 w 3723451"/>
                  <a:gd name="connsiteY4" fmla="*/ 220954 h 946755"/>
                  <a:gd name="connsiteX5" fmla="*/ 3195282 w 3723451"/>
                  <a:gd name="connsiteY5" fmla="*/ 461874 h 946755"/>
                  <a:gd name="connsiteX6" fmla="*/ 3008465 w 3723451"/>
                  <a:gd name="connsiteY6" fmla="*/ 402404 h 946755"/>
                  <a:gd name="connsiteX7" fmla="*/ 1876873 w 3723451"/>
                  <a:gd name="connsiteY7" fmla="*/ 946755 h 946755"/>
                  <a:gd name="connsiteX8" fmla="*/ 690067 w 3723451"/>
                  <a:gd name="connsiteY8" fmla="*/ 412387 h 946755"/>
                  <a:gd name="connsiteX9" fmla="*/ 523214 w 3723451"/>
                  <a:gd name="connsiteY9" fmla="*/ 482971 h 946755"/>
                  <a:gd name="connsiteX10" fmla="*/ 0 w 3723451"/>
                  <a:gd name="connsiteY10" fmla="*/ 242051 h 946755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95282 w 3723451"/>
                  <a:gd name="connsiteY5" fmla="*/ 448069 h 932950"/>
                  <a:gd name="connsiteX6" fmla="*/ 3008465 w 3723451"/>
                  <a:gd name="connsiteY6" fmla="*/ 388599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95282 w 3723451"/>
                  <a:gd name="connsiteY5" fmla="*/ 448069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86079 w 3723451"/>
                  <a:gd name="connsiteY5" fmla="*/ 461874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86079 w 3723451"/>
                  <a:gd name="connsiteY5" fmla="*/ 461874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711613 w 3723451"/>
                  <a:gd name="connsiteY8" fmla="*/ 413055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723451" h="932950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106" name="Freeform 105"/>
              <p:cNvSpPr/>
              <p:nvPr/>
            </p:nvSpPr>
            <p:spPr bwMode="auto">
              <a:xfrm>
                <a:off x="2536889" y="1727776"/>
                <a:ext cx="244057" cy="97040"/>
              </a:xfrm>
              <a:custGeom>
                <a:avLst/>
                <a:gdLst>
                  <a:gd name="connsiteX0" fmla="*/ 55216 w 1421812"/>
                  <a:gd name="connsiteY0" fmla="*/ 0 h 800665"/>
                  <a:gd name="connsiteX1" fmla="*/ 1421812 w 1421812"/>
                  <a:gd name="connsiteY1" fmla="*/ 625807 h 800665"/>
                  <a:gd name="connsiteX2" fmla="*/ 947874 w 1421812"/>
                  <a:gd name="connsiteY2" fmla="*/ 800665 h 800665"/>
                  <a:gd name="connsiteX3" fmla="*/ 50614 w 1421812"/>
                  <a:gd name="connsiteY3" fmla="*/ 404934 h 800665"/>
                  <a:gd name="connsiteX4" fmla="*/ 0 w 1421812"/>
                  <a:gd name="connsiteY4" fmla="*/ 404934 h 800665"/>
                  <a:gd name="connsiteX5" fmla="*/ 55216 w 1421812"/>
                  <a:gd name="connsiteY5" fmla="*/ 0 h 800665"/>
                  <a:gd name="connsiteX0" fmla="*/ 4602 w 1371198"/>
                  <a:gd name="connsiteY0" fmla="*/ 0 h 800665"/>
                  <a:gd name="connsiteX1" fmla="*/ 1371198 w 1371198"/>
                  <a:gd name="connsiteY1" fmla="*/ 625807 h 800665"/>
                  <a:gd name="connsiteX2" fmla="*/ 897260 w 1371198"/>
                  <a:gd name="connsiteY2" fmla="*/ 800665 h 800665"/>
                  <a:gd name="connsiteX3" fmla="*/ 0 w 1371198"/>
                  <a:gd name="connsiteY3" fmla="*/ 404934 h 800665"/>
                  <a:gd name="connsiteX4" fmla="*/ 4602 w 1371198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9868"/>
                  <a:gd name="connsiteX1" fmla="*/ 1366596 w 1366596"/>
                  <a:gd name="connsiteY1" fmla="*/ 625807 h 809868"/>
                  <a:gd name="connsiteX2" fmla="*/ 865050 w 1366596"/>
                  <a:gd name="connsiteY2" fmla="*/ 809868 h 809868"/>
                  <a:gd name="connsiteX3" fmla="*/ 4601 w 1366596"/>
                  <a:gd name="connsiteY3" fmla="*/ 427942 h 809868"/>
                  <a:gd name="connsiteX4" fmla="*/ 0 w 1366596"/>
                  <a:gd name="connsiteY4" fmla="*/ 0 h 8098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6596" h="809868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107" name="Freeform 106"/>
              <p:cNvSpPr/>
              <p:nvPr/>
            </p:nvSpPr>
            <p:spPr bwMode="auto">
              <a:xfrm>
                <a:off x="2089977" y="1730144"/>
                <a:ext cx="240888" cy="97039"/>
              </a:xfrm>
              <a:custGeom>
                <a:avLst/>
                <a:gdLst>
                  <a:gd name="connsiteX0" fmla="*/ 1329786 w 1348191"/>
                  <a:gd name="connsiteY0" fmla="*/ 0 h 809869"/>
                  <a:gd name="connsiteX1" fmla="*/ 1348191 w 1348191"/>
                  <a:gd name="connsiteY1" fmla="*/ 400333 h 809869"/>
                  <a:gd name="connsiteX2" fmla="*/ 487742 w 1348191"/>
                  <a:gd name="connsiteY2" fmla="*/ 809869 h 809869"/>
                  <a:gd name="connsiteX3" fmla="*/ 0 w 1348191"/>
                  <a:gd name="connsiteY3" fmla="*/ 630409 h 809869"/>
                  <a:gd name="connsiteX4" fmla="*/ 1329786 w 1348191"/>
                  <a:gd name="connsiteY4" fmla="*/ 0 h 809869"/>
                  <a:gd name="connsiteX0" fmla="*/ 1329786 w 1348191"/>
                  <a:gd name="connsiteY0" fmla="*/ 0 h 791462"/>
                  <a:gd name="connsiteX1" fmla="*/ 1348191 w 1348191"/>
                  <a:gd name="connsiteY1" fmla="*/ 381926 h 791462"/>
                  <a:gd name="connsiteX2" fmla="*/ 487742 w 1348191"/>
                  <a:gd name="connsiteY2" fmla="*/ 791462 h 791462"/>
                  <a:gd name="connsiteX3" fmla="*/ 0 w 1348191"/>
                  <a:gd name="connsiteY3" fmla="*/ 612002 h 791462"/>
                  <a:gd name="connsiteX4" fmla="*/ 1329786 w 1348191"/>
                  <a:gd name="connsiteY4" fmla="*/ 0 h 7914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48191" h="791462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cxnSp>
            <p:nvCxnSpPr>
              <p:cNvPr id="108" name="Straight Connector 107"/>
              <p:cNvCxnSpPr>
                <a:endCxn id="103" idx="2"/>
              </p:cNvCxnSpPr>
              <p:nvPr/>
            </p:nvCxnSpPr>
            <p:spPr bwMode="auto">
              <a:xfrm flipH="1" flipV="1">
                <a:off x="1871277" y="1737243"/>
                <a:ext cx="3169" cy="123074"/>
              </a:xfrm>
              <a:prstGeom prst="line">
                <a:avLst/>
              </a:prstGeom>
              <a:ln w="6350" cmpd="sng">
                <a:solidFill>
                  <a:schemeClr val="tx1"/>
                </a:solidFill>
              </a:ln>
              <a:effectLst>
                <a:outerShdw blurRad="40005" dist="19939" dir="5400000" algn="tl" rotWithShape="0">
                  <a:srgbClr val="000000">
                    <a:alpha val="38000"/>
                  </a:srgbClr>
                </a:outerShdw>
              </a:effectLst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9" name="Straight Connector 108"/>
              <p:cNvCxnSpPr/>
              <p:nvPr/>
            </p:nvCxnSpPr>
            <p:spPr bwMode="auto">
              <a:xfrm flipH="1" flipV="1">
                <a:off x="2996477" y="1734877"/>
                <a:ext cx="3171" cy="123074"/>
              </a:xfrm>
              <a:prstGeom prst="line">
                <a:avLst/>
              </a:prstGeom>
              <a:ln w="6350" cmpd="sng">
                <a:solidFill>
                  <a:schemeClr val="tx1"/>
                </a:solidFill>
              </a:ln>
              <a:effectLst>
                <a:outerShdw blurRad="40005" dist="19939" dir="5400000" algn="tl" rotWithShape="0">
                  <a:srgbClr val="000000">
                    <a:alpha val="38000"/>
                  </a:srgbClr>
                </a:outerShdw>
              </a:effectLst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1" name="Group 347"/>
            <p:cNvGrpSpPr>
              <a:grpSpLocks/>
            </p:cNvGrpSpPr>
            <p:nvPr/>
          </p:nvGrpSpPr>
          <p:grpSpPr bwMode="auto">
            <a:xfrm>
              <a:off x="5166757" y="6114152"/>
              <a:ext cx="588970" cy="242608"/>
              <a:chOff x="1871277" y="1576300"/>
              <a:chExt cx="1128371" cy="437861"/>
            </a:xfrm>
          </p:grpSpPr>
          <p:sp>
            <p:nvSpPr>
              <p:cNvPr id="92" name="Oval 91"/>
              <p:cNvSpPr/>
              <p:nvPr/>
            </p:nvSpPr>
            <p:spPr bwMode="auto">
              <a:xfrm flipV="1">
                <a:off x="1874446" y="1694641"/>
                <a:ext cx="1125202" cy="319520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2">
                      <a:lumMod val="75000"/>
                    </a:schemeClr>
                  </a:gs>
                  <a:gs pos="5300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accent2">
                      <a:lumMod val="75000"/>
                    </a:schemeClr>
                  </a:gs>
                </a:gsLst>
                <a:lin ang="0" scaled="1"/>
                <a:tileRect/>
              </a:gradFill>
              <a:ln w="6350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>
                  <a:ln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93" name="Rectangle 92"/>
              <p:cNvSpPr/>
              <p:nvPr/>
            </p:nvSpPr>
            <p:spPr bwMode="auto">
              <a:xfrm>
                <a:off x="1871277" y="1739611"/>
                <a:ext cx="1128371" cy="115973"/>
              </a:xfrm>
              <a:prstGeom prst="rect">
                <a:avLst/>
              </a:prstGeom>
              <a:gradFill>
                <a:gsLst>
                  <a:gs pos="0">
                    <a:schemeClr val="accent2">
                      <a:lumMod val="75000"/>
                    </a:schemeClr>
                  </a:gs>
                  <a:gs pos="5300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accent2">
                      <a:lumMod val="75000"/>
                    </a:schemeClr>
                  </a:gs>
                </a:gsLst>
                <a:lin ang="10800000" scaled="0"/>
              </a:gradFill>
              <a:ln w="25400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94" name="Oval 93"/>
              <p:cNvSpPr/>
              <p:nvPr/>
            </p:nvSpPr>
            <p:spPr bwMode="auto">
              <a:xfrm flipV="1">
                <a:off x="1871277" y="1576300"/>
                <a:ext cx="1125200" cy="31952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 w="6350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>
                  <a:ln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95" name="Freeform 94"/>
              <p:cNvSpPr/>
              <p:nvPr/>
            </p:nvSpPr>
            <p:spPr bwMode="auto">
              <a:xfrm>
                <a:off x="2159708" y="1673340"/>
                <a:ext cx="548339" cy="160943"/>
              </a:xfrm>
              <a:custGeom>
                <a:avLst/>
                <a:gdLst>
                  <a:gd name="connsiteX0" fmla="*/ 1486231 w 2944854"/>
                  <a:gd name="connsiteY0" fmla="*/ 727041 h 1302232"/>
                  <a:gd name="connsiteX1" fmla="*/ 257675 w 2944854"/>
                  <a:gd name="connsiteY1" fmla="*/ 1302232 h 1302232"/>
                  <a:gd name="connsiteX2" fmla="*/ 0 w 2944854"/>
                  <a:gd name="connsiteY2" fmla="*/ 1228607 h 1302232"/>
                  <a:gd name="connsiteX3" fmla="*/ 911064 w 2944854"/>
                  <a:gd name="connsiteY3" fmla="*/ 837478 h 1302232"/>
                  <a:gd name="connsiteX4" fmla="*/ 883456 w 2944854"/>
                  <a:gd name="connsiteY4" fmla="*/ 450949 h 1302232"/>
                  <a:gd name="connsiteX5" fmla="*/ 161047 w 2944854"/>
                  <a:gd name="connsiteY5" fmla="*/ 119640 h 1302232"/>
                  <a:gd name="connsiteX6" fmla="*/ 404917 w 2944854"/>
                  <a:gd name="connsiteY6" fmla="*/ 50617 h 1302232"/>
                  <a:gd name="connsiteX7" fmla="*/ 1477028 w 2944854"/>
                  <a:gd name="connsiteY7" fmla="*/ 501566 h 1302232"/>
                  <a:gd name="connsiteX8" fmla="*/ 2572146 w 2944854"/>
                  <a:gd name="connsiteY8" fmla="*/ 0 h 1302232"/>
                  <a:gd name="connsiteX9" fmla="*/ 2875834 w 2944854"/>
                  <a:gd name="connsiteY9" fmla="*/ 96632 h 1302232"/>
                  <a:gd name="connsiteX10" fmla="*/ 2079803 w 2944854"/>
                  <a:gd name="connsiteY10" fmla="*/ 432543 h 1302232"/>
                  <a:gd name="connsiteX11" fmla="*/ 2240850 w 2944854"/>
                  <a:gd name="connsiteY11" fmla="*/ 920305 h 1302232"/>
                  <a:gd name="connsiteX12" fmla="*/ 2944854 w 2944854"/>
                  <a:gd name="connsiteY12" fmla="*/ 1228607 h 1302232"/>
                  <a:gd name="connsiteX13" fmla="*/ 2733192 w 2944854"/>
                  <a:gd name="connsiteY13" fmla="*/ 1297630 h 1302232"/>
                  <a:gd name="connsiteX14" fmla="*/ 1486231 w 2944854"/>
                  <a:gd name="connsiteY14" fmla="*/ 727041 h 1302232"/>
                  <a:gd name="connsiteX0" fmla="*/ 1486231 w 2944854"/>
                  <a:gd name="connsiteY0" fmla="*/ 727041 h 1316375"/>
                  <a:gd name="connsiteX1" fmla="*/ 257675 w 2944854"/>
                  <a:gd name="connsiteY1" fmla="*/ 1302232 h 1316375"/>
                  <a:gd name="connsiteX2" fmla="*/ 0 w 2944854"/>
                  <a:gd name="connsiteY2" fmla="*/ 1228607 h 1316375"/>
                  <a:gd name="connsiteX3" fmla="*/ 911064 w 2944854"/>
                  <a:gd name="connsiteY3" fmla="*/ 837478 h 1316375"/>
                  <a:gd name="connsiteX4" fmla="*/ 883456 w 2944854"/>
                  <a:gd name="connsiteY4" fmla="*/ 450949 h 1316375"/>
                  <a:gd name="connsiteX5" fmla="*/ 161047 w 2944854"/>
                  <a:gd name="connsiteY5" fmla="*/ 119640 h 1316375"/>
                  <a:gd name="connsiteX6" fmla="*/ 404917 w 2944854"/>
                  <a:gd name="connsiteY6" fmla="*/ 50617 h 1316375"/>
                  <a:gd name="connsiteX7" fmla="*/ 1477028 w 2944854"/>
                  <a:gd name="connsiteY7" fmla="*/ 501566 h 1316375"/>
                  <a:gd name="connsiteX8" fmla="*/ 2572146 w 2944854"/>
                  <a:gd name="connsiteY8" fmla="*/ 0 h 1316375"/>
                  <a:gd name="connsiteX9" fmla="*/ 2875834 w 2944854"/>
                  <a:gd name="connsiteY9" fmla="*/ 96632 h 1316375"/>
                  <a:gd name="connsiteX10" fmla="*/ 2079803 w 2944854"/>
                  <a:gd name="connsiteY10" fmla="*/ 432543 h 1316375"/>
                  <a:gd name="connsiteX11" fmla="*/ 2240850 w 2944854"/>
                  <a:gd name="connsiteY11" fmla="*/ 920305 h 1316375"/>
                  <a:gd name="connsiteX12" fmla="*/ 2944854 w 2944854"/>
                  <a:gd name="connsiteY12" fmla="*/ 1228607 h 1316375"/>
                  <a:gd name="connsiteX13" fmla="*/ 2756623 w 2944854"/>
                  <a:gd name="connsiteY13" fmla="*/ 1316375 h 1316375"/>
                  <a:gd name="connsiteX14" fmla="*/ 1486231 w 2944854"/>
                  <a:gd name="connsiteY14" fmla="*/ 727041 h 1316375"/>
                  <a:gd name="connsiteX0" fmla="*/ 1486231 w 3024520"/>
                  <a:gd name="connsiteY0" fmla="*/ 727041 h 1316375"/>
                  <a:gd name="connsiteX1" fmla="*/ 257675 w 3024520"/>
                  <a:gd name="connsiteY1" fmla="*/ 1302232 h 1316375"/>
                  <a:gd name="connsiteX2" fmla="*/ 0 w 3024520"/>
                  <a:gd name="connsiteY2" fmla="*/ 1228607 h 1316375"/>
                  <a:gd name="connsiteX3" fmla="*/ 911064 w 3024520"/>
                  <a:gd name="connsiteY3" fmla="*/ 837478 h 1316375"/>
                  <a:gd name="connsiteX4" fmla="*/ 883456 w 3024520"/>
                  <a:gd name="connsiteY4" fmla="*/ 450949 h 1316375"/>
                  <a:gd name="connsiteX5" fmla="*/ 161047 w 3024520"/>
                  <a:gd name="connsiteY5" fmla="*/ 119640 h 1316375"/>
                  <a:gd name="connsiteX6" fmla="*/ 404917 w 3024520"/>
                  <a:gd name="connsiteY6" fmla="*/ 50617 h 1316375"/>
                  <a:gd name="connsiteX7" fmla="*/ 1477028 w 3024520"/>
                  <a:gd name="connsiteY7" fmla="*/ 501566 h 1316375"/>
                  <a:gd name="connsiteX8" fmla="*/ 2572146 w 3024520"/>
                  <a:gd name="connsiteY8" fmla="*/ 0 h 1316375"/>
                  <a:gd name="connsiteX9" fmla="*/ 2875834 w 3024520"/>
                  <a:gd name="connsiteY9" fmla="*/ 96632 h 1316375"/>
                  <a:gd name="connsiteX10" fmla="*/ 2079803 w 3024520"/>
                  <a:gd name="connsiteY10" fmla="*/ 432543 h 1316375"/>
                  <a:gd name="connsiteX11" fmla="*/ 2240850 w 3024520"/>
                  <a:gd name="connsiteY11" fmla="*/ 920305 h 1316375"/>
                  <a:gd name="connsiteX12" fmla="*/ 3024520 w 3024520"/>
                  <a:gd name="connsiteY12" fmla="*/ 1228607 h 1316375"/>
                  <a:gd name="connsiteX13" fmla="*/ 2756623 w 3024520"/>
                  <a:gd name="connsiteY13" fmla="*/ 1316375 h 1316375"/>
                  <a:gd name="connsiteX14" fmla="*/ 1486231 w 3024520"/>
                  <a:gd name="connsiteY14" fmla="*/ 727041 h 1316375"/>
                  <a:gd name="connsiteX0" fmla="*/ 1537780 w 3076069"/>
                  <a:gd name="connsiteY0" fmla="*/ 727041 h 1316375"/>
                  <a:gd name="connsiteX1" fmla="*/ 309224 w 3076069"/>
                  <a:gd name="connsiteY1" fmla="*/ 1302232 h 1316375"/>
                  <a:gd name="connsiteX2" fmla="*/ 0 w 3076069"/>
                  <a:gd name="connsiteY2" fmla="*/ 1228607 h 1316375"/>
                  <a:gd name="connsiteX3" fmla="*/ 962613 w 3076069"/>
                  <a:gd name="connsiteY3" fmla="*/ 837478 h 1316375"/>
                  <a:gd name="connsiteX4" fmla="*/ 935005 w 3076069"/>
                  <a:gd name="connsiteY4" fmla="*/ 450949 h 1316375"/>
                  <a:gd name="connsiteX5" fmla="*/ 212596 w 3076069"/>
                  <a:gd name="connsiteY5" fmla="*/ 119640 h 1316375"/>
                  <a:gd name="connsiteX6" fmla="*/ 456466 w 3076069"/>
                  <a:gd name="connsiteY6" fmla="*/ 50617 h 1316375"/>
                  <a:gd name="connsiteX7" fmla="*/ 1528577 w 3076069"/>
                  <a:gd name="connsiteY7" fmla="*/ 501566 h 1316375"/>
                  <a:gd name="connsiteX8" fmla="*/ 2623695 w 3076069"/>
                  <a:gd name="connsiteY8" fmla="*/ 0 h 1316375"/>
                  <a:gd name="connsiteX9" fmla="*/ 2927383 w 3076069"/>
                  <a:gd name="connsiteY9" fmla="*/ 96632 h 1316375"/>
                  <a:gd name="connsiteX10" fmla="*/ 2131352 w 3076069"/>
                  <a:gd name="connsiteY10" fmla="*/ 432543 h 1316375"/>
                  <a:gd name="connsiteX11" fmla="*/ 2292399 w 3076069"/>
                  <a:gd name="connsiteY11" fmla="*/ 920305 h 1316375"/>
                  <a:gd name="connsiteX12" fmla="*/ 3076069 w 3076069"/>
                  <a:gd name="connsiteY12" fmla="*/ 1228607 h 1316375"/>
                  <a:gd name="connsiteX13" fmla="*/ 2808172 w 3076069"/>
                  <a:gd name="connsiteY13" fmla="*/ 1316375 h 1316375"/>
                  <a:gd name="connsiteX14" fmla="*/ 1537780 w 3076069"/>
                  <a:gd name="connsiteY14" fmla="*/ 727041 h 1316375"/>
                  <a:gd name="connsiteX0" fmla="*/ 1537780 w 3076069"/>
                  <a:gd name="connsiteY0" fmla="*/ 727041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27041 h 1321259"/>
                  <a:gd name="connsiteX0" fmla="*/ 1537780 w 3076069"/>
                  <a:gd name="connsiteY0" fmla="*/ 750825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50825 h 13212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3076069" h="132125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96" name="Freeform 95"/>
              <p:cNvSpPr/>
              <p:nvPr/>
            </p:nvSpPr>
            <p:spPr bwMode="auto">
              <a:xfrm>
                <a:off x="2102655" y="1633103"/>
                <a:ext cx="662444" cy="111241"/>
              </a:xfrm>
              <a:custGeom>
                <a:avLst/>
                <a:gdLst>
                  <a:gd name="connsiteX0" fmla="*/ 0 w 3645229"/>
                  <a:gd name="connsiteY0" fmla="*/ 214441 h 923747"/>
                  <a:gd name="connsiteX1" fmla="*/ 659770 w 3645229"/>
                  <a:gd name="connsiteY1" fmla="*/ 16495 h 923747"/>
                  <a:gd name="connsiteX2" fmla="*/ 1814367 w 3645229"/>
                  <a:gd name="connsiteY2" fmla="*/ 511360 h 923747"/>
                  <a:gd name="connsiteX3" fmla="*/ 2968965 w 3645229"/>
                  <a:gd name="connsiteY3" fmla="*/ 0 h 923747"/>
                  <a:gd name="connsiteX4" fmla="*/ 3645229 w 3645229"/>
                  <a:gd name="connsiteY4" fmla="*/ 197946 h 923747"/>
                  <a:gd name="connsiteX5" fmla="*/ 3199884 w 3645229"/>
                  <a:gd name="connsiteY5" fmla="*/ 461874 h 923747"/>
                  <a:gd name="connsiteX6" fmla="*/ 2985459 w 3645229"/>
                  <a:gd name="connsiteY6" fmla="*/ 379396 h 923747"/>
                  <a:gd name="connsiteX7" fmla="*/ 1830861 w 3645229"/>
                  <a:gd name="connsiteY7" fmla="*/ 923747 h 923747"/>
                  <a:gd name="connsiteX8" fmla="*/ 676264 w 3645229"/>
                  <a:gd name="connsiteY8" fmla="*/ 412387 h 923747"/>
                  <a:gd name="connsiteX9" fmla="*/ 527816 w 3645229"/>
                  <a:gd name="connsiteY9" fmla="*/ 478369 h 923747"/>
                  <a:gd name="connsiteX10" fmla="*/ 0 w 3645229"/>
                  <a:gd name="connsiteY10" fmla="*/ 21444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71662 w 3640627"/>
                  <a:gd name="connsiteY8" fmla="*/ 412387 h 923747"/>
                  <a:gd name="connsiteX9" fmla="*/ 523214 w 3640627"/>
                  <a:gd name="connsiteY9" fmla="*/ 478369 h 923747"/>
                  <a:gd name="connsiteX10" fmla="*/ 0 w 3640627"/>
                  <a:gd name="connsiteY10" fmla="*/ 24205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71662 w 3640627"/>
                  <a:gd name="connsiteY8" fmla="*/ 412387 h 923747"/>
                  <a:gd name="connsiteX9" fmla="*/ 523214 w 3640627"/>
                  <a:gd name="connsiteY9" fmla="*/ 482971 h 923747"/>
                  <a:gd name="connsiteX10" fmla="*/ 0 w 3640627"/>
                  <a:gd name="connsiteY10" fmla="*/ 24205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90067 w 3640627"/>
                  <a:gd name="connsiteY8" fmla="*/ 412387 h 923747"/>
                  <a:gd name="connsiteX9" fmla="*/ 523214 w 3640627"/>
                  <a:gd name="connsiteY9" fmla="*/ 482971 h 923747"/>
                  <a:gd name="connsiteX10" fmla="*/ 0 w 3640627"/>
                  <a:gd name="connsiteY10" fmla="*/ 242051 h 923747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09765 w 3640627"/>
                  <a:gd name="connsiteY2" fmla="*/ 511360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2980857 w 3640627"/>
                  <a:gd name="connsiteY6" fmla="*/ 379396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55778 w 3640627"/>
                  <a:gd name="connsiteY2" fmla="*/ 534367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2980857 w 3640627"/>
                  <a:gd name="connsiteY6" fmla="*/ 379396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55778 w 3640627"/>
                  <a:gd name="connsiteY2" fmla="*/ 534367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3008465 w 3640627"/>
                  <a:gd name="connsiteY6" fmla="*/ 402404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723451"/>
                  <a:gd name="connsiteY0" fmla="*/ 242051 h 946755"/>
                  <a:gd name="connsiteX1" fmla="*/ 655168 w 3723451"/>
                  <a:gd name="connsiteY1" fmla="*/ 16495 h 946755"/>
                  <a:gd name="connsiteX2" fmla="*/ 1855778 w 3723451"/>
                  <a:gd name="connsiteY2" fmla="*/ 534367 h 946755"/>
                  <a:gd name="connsiteX3" fmla="*/ 2964363 w 3723451"/>
                  <a:gd name="connsiteY3" fmla="*/ 0 h 946755"/>
                  <a:gd name="connsiteX4" fmla="*/ 3723451 w 3723451"/>
                  <a:gd name="connsiteY4" fmla="*/ 220954 h 946755"/>
                  <a:gd name="connsiteX5" fmla="*/ 3195282 w 3723451"/>
                  <a:gd name="connsiteY5" fmla="*/ 461874 h 946755"/>
                  <a:gd name="connsiteX6" fmla="*/ 3008465 w 3723451"/>
                  <a:gd name="connsiteY6" fmla="*/ 402404 h 946755"/>
                  <a:gd name="connsiteX7" fmla="*/ 1876873 w 3723451"/>
                  <a:gd name="connsiteY7" fmla="*/ 946755 h 946755"/>
                  <a:gd name="connsiteX8" fmla="*/ 690067 w 3723451"/>
                  <a:gd name="connsiteY8" fmla="*/ 412387 h 946755"/>
                  <a:gd name="connsiteX9" fmla="*/ 523214 w 3723451"/>
                  <a:gd name="connsiteY9" fmla="*/ 482971 h 946755"/>
                  <a:gd name="connsiteX10" fmla="*/ 0 w 3723451"/>
                  <a:gd name="connsiteY10" fmla="*/ 242051 h 946755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95282 w 3723451"/>
                  <a:gd name="connsiteY5" fmla="*/ 448069 h 932950"/>
                  <a:gd name="connsiteX6" fmla="*/ 3008465 w 3723451"/>
                  <a:gd name="connsiteY6" fmla="*/ 388599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95282 w 3723451"/>
                  <a:gd name="connsiteY5" fmla="*/ 448069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86079 w 3723451"/>
                  <a:gd name="connsiteY5" fmla="*/ 461874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86079 w 3723451"/>
                  <a:gd name="connsiteY5" fmla="*/ 461874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711613 w 3723451"/>
                  <a:gd name="connsiteY8" fmla="*/ 413055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723451" h="932950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97" name="Freeform 96"/>
              <p:cNvSpPr/>
              <p:nvPr/>
            </p:nvSpPr>
            <p:spPr bwMode="auto">
              <a:xfrm>
                <a:off x="2536889" y="1727776"/>
                <a:ext cx="244057" cy="97040"/>
              </a:xfrm>
              <a:custGeom>
                <a:avLst/>
                <a:gdLst>
                  <a:gd name="connsiteX0" fmla="*/ 55216 w 1421812"/>
                  <a:gd name="connsiteY0" fmla="*/ 0 h 800665"/>
                  <a:gd name="connsiteX1" fmla="*/ 1421812 w 1421812"/>
                  <a:gd name="connsiteY1" fmla="*/ 625807 h 800665"/>
                  <a:gd name="connsiteX2" fmla="*/ 947874 w 1421812"/>
                  <a:gd name="connsiteY2" fmla="*/ 800665 h 800665"/>
                  <a:gd name="connsiteX3" fmla="*/ 50614 w 1421812"/>
                  <a:gd name="connsiteY3" fmla="*/ 404934 h 800665"/>
                  <a:gd name="connsiteX4" fmla="*/ 0 w 1421812"/>
                  <a:gd name="connsiteY4" fmla="*/ 404934 h 800665"/>
                  <a:gd name="connsiteX5" fmla="*/ 55216 w 1421812"/>
                  <a:gd name="connsiteY5" fmla="*/ 0 h 800665"/>
                  <a:gd name="connsiteX0" fmla="*/ 4602 w 1371198"/>
                  <a:gd name="connsiteY0" fmla="*/ 0 h 800665"/>
                  <a:gd name="connsiteX1" fmla="*/ 1371198 w 1371198"/>
                  <a:gd name="connsiteY1" fmla="*/ 625807 h 800665"/>
                  <a:gd name="connsiteX2" fmla="*/ 897260 w 1371198"/>
                  <a:gd name="connsiteY2" fmla="*/ 800665 h 800665"/>
                  <a:gd name="connsiteX3" fmla="*/ 0 w 1371198"/>
                  <a:gd name="connsiteY3" fmla="*/ 404934 h 800665"/>
                  <a:gd name="connsiteX4" fmla="*/ 4602 w 1371198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9868"/>
                  <a:gd name="connsiteX1" fmla="*/ 1366596 w 1366596"/>
                  <a:gd name="connsiteY1" fmla="*/ 625807 h 809868"/>
                  <a:gd name="connsiteX2" fmla="*/ 865050 w 1366596"/>
                  <a:gd name="connsiteY2" fmla="*/ 809868 h 809868"/>
                  <a:gd name="connsiteX3" fmla="*/ 4601 w 1366596"/>
                  <a:gd name="connsiteY3" fmla="*/ 427942 h 809868"/>
                  <a:gd name="connsiteX4" fmla="*/ 0 w 1366596"/>
                  <a:gd name="connsiteY4" fmla="*/ 0 h 8098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6596" h="809868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98" name="Freeform 97"/>
              <p:cNvSpPr/>
              <p:nvPr/>
            </p:nvSpPr>
            <p:spPr bwMode="auto">
              <a:xfrm>
                <a:off x="2089977" y="1730144"/>
                <a:ext cx="240888" cy="97039"/>
              </a:xfrm>
              <a:custGeom>
                <a:avLst/>
                <a:gdLst>
                  <a:gd name="connsiteX0" fmla="*/ 1329786 w 1348191"/>
                  <a:gd name="connsiteY0" fmla="*/ 0 h 809869"/>
                  <a:gd name="connsiteX1" fmla="*/ 1348191 w 1348191"/>
                  <a:gd name="connsiteY1" fmla="*/ 400333 h 809869"/>
                  <a:gd name="connsiteX2" fmla="*/ 487742 w 1348191"/>
                  <a:gd name="connsiteY2" fmla="*/ 809869 h 809869"/>
                  <a:gd name="connsiteX3" fmla="*/ 0 w 1348191"/>
                  <a:gd name="connsiteY3" fmla="*/ 630409 h 809869"/>
                  <a:gd name="connsiteX4" fmla="*/ 1329786 w 1348191"/>
                  <a:gd name="connsiteY4" fmla="*/ 0 h 809869"/>
                  <a:gd name="connsiteX0" fmla="*/ 1329786 w 1348191"/>
                  <a:gd name="connsiteY0" fmla="*/ 0 h 791462"/>
                  <a:gd name="connsiteX1" fmla="*/ 1348191 w 1348191"/>
                  <a:gd name="connsiteY1" fmla="*/ 381926 h 791462"/>
                  <a:gd name="connsiteX2" fmla="*/ 487742 w 1348191"/>
                  <a:gd name="connsiteY2" fmla="*/ 791462 h 791462"/>
                  <a:gd name="connsiteX3" fmla="*/ 0 w 1348191"/>
                  <a:gd name="connsiteY3" fmla="*/ 612002 h 791462"/>
                  <a:gd name="connsiteX4" fmla="*/ 1329786 w 1348191"/>
                  <a:gd name="connsiteY4" fmla="*/ 0 h 7914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48191" h="791462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cxnSp>
            <p:nvCxnSpPr>
              <p:cNvPr id="99" name="Straight Connector 98"/>
              <p:cNvCxnSpPr>
                <a:endCxn id="94" idx="2"/>
              </p:cNvCxnSpPr>
              <p:nvPr/>
            </p:nvCxnSpPr>
            <p:spPr bwMode="auto">
              <a:xfrm flipH="1" flipV="1">
                <a:off x="1871277" y="1737243"/>
                <a:ext cx="3169" cy="123074"/>
              </a:xfrm>
              <a:prstGeom prst="line">
                <a:avLst/>
              </a:prstGeom>
              <a:ln w="6350" cmpd="sng">
                <a:solidFill>
                  <a:schemeClr val="tx1"/>
                </a:solidFill>
              </a:ln>
              <a:effectLst>
                <a:outerShdw blurRad="40005" dist="19939" dir="5400000" algn="tl" rotWithShape="0">
                  <a:srgbClr val="000000">
                    <a:alpha val="38000"/>
                  </a:srgbClr>
                </a:outerShdw>
              </a:effectLst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Straight Connector 99"/>
              <p:cNvCxnSpPr/>
              <p:nvPr/>
            </p:nvCxnSpPr>
            <p:spPr bwMode="auto">
              <a:xfrm flipH="1" flipV="1">
                <a:off x="2996477" y="1734877"/>
                <a:ext cx="3171" cy="123074"/>
              </a:xfrm>
              <a:prstGeom prst="line">
                <a:avLst/>
              </a:prstGeom>
              <a:ln w="6350" cmpd="sng">
                <a:solidFill>
                  <a:schemeClr val="tx1"/>
                </a:solidFill>
              </a:ln>
              <a:effectLst>
                <a:outerShdw blurRad="40005" dist="19939" dir="5400000" algn="tl" rotWithShape="0">
                  <a:srgbClr val="000000">
                    <a:alpha val="38000"/>
                  </a:srgbClr>
                </a:outerShdw>
              </a:effectLst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2" name="Group 347"/>
            <p:cNvGrpSpPr>
              <a:grpSpLocks/>
            </p:cNvGrpSpPr>
            <p:nvPr/>
          </p:nvGrpSpPr>
          <p:grpSpPr bwMode="auto">
            <a:xfrm>
              <a:off x="3704088" y="6206732"/>
              <a:ext cx="588970" cy="242608"/>
              <a:chOff x="1871277" y="1576300"/>
              <a:chExt cx="1128371" cy="437861"/>
            </a:xfrm>
          </p:grpSpPr>
          <p:sp>
            <p:nvSpPr>
              <p:cNvPr id="83" name="Oval 82"/>
              <p:cNvSpPr/>
              <p:nvPr/>
            </p:nvSpPr>
            <p:spPr bwMode="auto">
              <a:xfrm flipV="1">
                <a:off x="1874446" y="1694641"/>
                <a:ext cx="1125202" cy="319520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2">
                      <a:lumMod val="75000"/>
                    </a:schemeClr>
                  </a:gs>
                  <a:gs pos="5300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accent2">
                      <a:lumMod val="75000"/>
                    </a:schemeClr>
                  </a:gs>
                </a:gsLst>
                <a:lin ang="0" scaled="1"/>
                <a:tileRect/>
              </a:gradFill>
              <a:ln w="6350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>
                  <a:ln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84" name="Rectangle 83"/>
              <p:cNvSpPr/>
              <p:nvPr/>
            </p:nvSpPr>
            <p:spPr bwMode="auto">
              <a:xfrm>
                <a:off x="1871277" y="1739611"/>
                <a:ext cx="1128371" cy="115973"/>
              </a:xfrm>
              <a:prstGeom prst="rect">
                <a:avLst/>
              </a:prstGeom>
              <a:gradFill>
                <a:gsLst>
                  <a:gs pos="0">
                    <a:schemeClr val="accent2">
                      <a:lumMod val="75000"/>
                    </a:schemeClr>
                  </a:gs>
                  <a:gs pos="5300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accent2">
                      <a:lumMod val="75000"/>
                    </a:schemeClr>
                  </a:gs>
                </a:gsLst>
                <a:lin ang="10800000" scaled="0"/>
              </a:gradFill>
              <a:ln w="25400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85" name="Oval 84"/>
              <p:cNvSpPr/>
              <p:nvPr/>
            </p:nvSpPr>
            <p:spPr bwMode="auto">
              <a:xfrm flipV="1">
                <a:off x="1871277" y="1576300"/>
                <a:ext cx="1125200" cy="31952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 w="6350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>
                  <a:ln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86" name="Freeform 85"/>
              <p:cNvSpPr/>
              <p:nvPr/>
            </p:nvSpPr>
            <p:spPr bwMode="auto">
              <a:xfrm>
                <a:off x="2159708" y="1673340"/>
                <a:ext cx="548339" cy="160943"/>
              </a:xfrm>
              <a:custGeom>
                <a:avLst/>
                <a:gdLst>
                  <a:gd name="connsiteX0" fmla="*/ 1486231 w 2944854"/>
                  <a:gd name="connsiteY0" fmla="*/ 727041 h 1302232"/>
                  <a:gd name="connsiteX1" fmla="*/ 257675 w 2944854"/>
                  <a:gd name="connsiteY1" fmla="*/ 1302232 h 1302232"/>
                  <a:gd name="connsiteX2" fmla="*/ 0 w 2944854"/>
                  <a:gd name="connsiteY2" fmla="*/ 1228607 h 1302232"/>
                  <a:gd name="connsiteX3" fmla="*/ 911064 w 2944854"/>
                  <a:gd name="connsiteY3" fmla="*/ 837478 h 1302232"/>
                  <a:gd name="connsiteX4" fmla="*/ 883456 w 2944854"/>
                  <a:gd name="connsiteY4" fmla="*/ 450949 h 1302232"/>
                  <a:gd name="connsiteX5" fmla="*/ 161047 w 2944854"/>
                  <a:gd name="connsiteY5" fmla="*/ 119640 h 1302232"/>
                  <a:gd name="connsiteX6" fmla="*/ 404917 w 2944854"/>
                  <a:gd name="connsiteY6" fmla="*/ 50617 h 1302232"/>
                  <a:gd name="connsiteX7" fmla="*/ 1477028 w 2944854"/>
                  <a:gd name="connsiteY7" fmla="*/ 501566 h 1302232"/>
                  <a:gd name="connsiteX8" fmla="*/ 2572146 w 2944854"/>
                  <a:gd name="connsiteY8" fmla="*/ 0 h 1302232"/>
                  <a:gd name="connsiteX9" fmla="*/ 2875834 w 2944854"/>
                  <a:gd name="connsiteY9" fmla="*/ 96632 h 1302232"/>
                  <a:gd name="connsiteX10" fmla="*/ 2079803 w 2944854"/>
                  <a:gd name="connsiteY10" fmla="*/ 432543 h 1302232"/>
                  <a:gd name="connsiteX11" fmla="*/ 2240850 w 2944854"/>
                  <a:gd name="connsiteY11" fmla="*/ 920305 h 1302232"/>
                  <a:gd name="connsiteX12" fmla="*/ 2944854 w 2944854"/>
                  <a:gd name="connsiteY12" fmla="*/ 1228607 h 1302232"/>
                  <a:gd name="connsiteX13" fmla="*/ 2733192 w 2944854"/>
                  <a:gd name="connsiteY13" fmla="*/ 1297630 h 1302232"/>
                  <a:gd name="connsiteX14" fmla="*/ 1486231 w 2944854"/>
                  <a:gd name="connsiteY14" fmla="*/ 727041 h 1302232"/>
                  <a:gd name="connsiteX0" fmla="*/ 1486231 w 2944854"/>
                  <a:gd name="connsiteY0" fmla="*/ 727041 h 1316375"/>
                  <a:gd name="connsiteX1" fmla="*/ 257675 w 2944854"/>
                  <a:gd name="connsiteY1" fmla="*/ 1302232 h 1316375"/>
                  <a:gd name="connsiteX2" fmla="*/ 0 w 2944854"/>
                  <a:gd name="connsiteY2" fmla="*/ 1228607 h 1316375"/>
                  <a:gd name="connsiteX3" fmla="*/ 911064 w 2944854"/>
                  <a:gd name="connsiteY3" fmla="*/ 837478 h 1316375"/>
                  <a:gd name="connsiteX4" fmla="*/ 883456 w 2944854"/>
                  <a:gd name="connsiteY4" fmla="*/ 450949 h 1316375"/>
                  <a:gd name="connsiteX5" fmla="*/ 161047 w 2944854"/>
                  <a:gd name="connsiteY5" fmla="*/ 119640 h 1316375"/>
                  <a:gd name="connsiteX6" fmla="*/ 404917 w 2944854"/>
                  <a:gd name="connsiteY6" fmla="*/ 50617 h 1316375"/>
                  <a:gd name="connsiteX7" fmla="*/ 1477028 w 2944854"/>
                  <a:gd name="connsiteY7" fmla="*/ 501566 h 1316375"/>
                  <a:gd name="connsiteX8" fmla="*/ 2572146 w 2944854"/>
                  <a:gd name="connsiteY8" fmla="*/ 0 h 1316375"/>
                  <a:gd name="connsiteX9" fmla="*/ 2875834 w 2944854"/>
                  <a:gd name="connsiteY9" fmla="*/ 96632 h 1316375"/>
                  <a:gd name="connsiteX10" fmla="*/ 2079803 w 2944854"/>
                  <a:gd name="connsiteY10" fmla="*/ 432543 h 1316375"/>
                  <a:gd name="connsiteX11" fmla="*/ 2240850 w 2944854"/>
                  <a:gd name="connsiteY11" fmla="*/ 920305 h 1316375"/>
                  <a:gd name="connsiteX12" fmla="*/ 2944854 w 2944854"/>
                  <a:gd name="connsiteY12" fmla="*/ 1228607 h 1316375"/>
                  <a:gd name="connsiteX13" fmla="*/ 2756623 w 2944854"/>
                  <a:gd name="connsiteY13" fmla="*/ 1316375 h 1316375"/>
                  <a:gd name="connsiteX14" fmla="*/ 1486231 w 2944854"/>
                  <a:gd name="connsiteY14" fmla="*/ 727041 h 1316375"/>
                  <a:gd name="connsiteX0" fmla="*/ 1486231 w 3024520"/>
                  <a:gd name="connsiteY0" fmla="*/ 727041 h 1316375"/>
                  <a:gd name="connsiteX1" fmla="*/ 257675 w 3024520"/>
                  <a:gd name="connsiteY1" fmla="*/ 1302232 h 1316375"/>
                  <a:gd name="connsiteX2" fmla="*/ 0 w 3024520"/>
                  <a:gd name="connsiteY2" fmla="*/ 1228607 h 1316375"/>
                  <a:gd name="connsiteX3" fmla="*/ 911064 w 3024520"/>
                  <a:gd name="connsiteY3" fmla="*/ 837478 h 1316375"/>
                  <a:gd name="connsiteX4" fmla="*/ 883456 w 3024520"/>
                  <a:gd name="connsiteY4" fmla="*/ 450949 h 1316375"/>
                  <a:gd name="connsiteX5" fmla="*/ 161047 w 3024520"/>
                  <a:gd name="connsiteY5" fmla="*/ 119640 h 1316375"/>
                  <a:gd name="connsiteX6" fmla="*/ 404917 w 3024520"/>
                  <a:gd name="connsiteY6" fmla="*/ 50617 h 1316375"/>
                  <a:gd name="connsiteX7" fmla="*/ 1477028 w 3024520"/>
                  <a:gd name="connsiteY7" fmla="*/ 501566 h 1316375"/>
                  <a:gd name="connsiteX8" fmla="*/ 2572146 w 3024520"/>
                  <a:gd name="connsiteY8" fmla="*/ 0 h 1316375"/>
                  <a:gd name="connsiteX9" fmla="*/ 2875834 w 3024520"/>
                  <a:gd name="connsiteY9" fmla="*/ 96632 h 1316375"/>
                  <a:gd name="connsiteX10" fmla="*/ 2079803 w 3024520"/>
                  <a:gd name="connsiteY10" fmla="*/ 432543 h 1316375"/>
                  <a:gd name="connsiteX11" fmla="*/ 2240850 w 3024520"/>
                  <a:gd name="connsiteY11" fmla="*/ 920305 h 1316375"/>
                  <a:gd name="connsiteX12" fmla="*/ 3024520 w 3024520"/>
                  <a:gd name="connsiteY12" fmla="*/ 1228607 h 1316375"/>
                  <a:gd name="connsiteX13" fmla="*/ 2756623 w 3024520"/>
                  <a:gd name="connsiteY13" fmla="*/ 1316375 h 1316375"/>
                  <a:gd name="connsiteX14" fmla="*/ 1486231 w 3024520"/>
                  <a:gd name="connsiteY14" fmla="*/ 727041 h 1316375"/>
                  <a:gd name="connsiteX0" fmla="*/ 1537780 w 3076069"/>
                  <a:gd name="connsiteY0" fmla="*/ 727041 h 1316375"/>
                  <a:gd name="connsiteX1" fmla="*/ 309224 w 3076069"/>
                  <a:gd name="connsiteY1" fmla="*/ 1302232 h 1316375"/>
                  <a:gd name="connsiteX2" fmla="*/ 0 w 3076069"/>
                  <a:gd name="connsiteY2" fmla="*/ 1228607 h 1316375"/>
                  <a:gd name="connsiteX3" fmla="*/ 962613 w 3076069"/>
                  <a:gd name="connsiteY3" fmla="*/ 837478 h 1316375"/>
                  <a:gd name="connsiteX4" fmla="*/ 935005 w 3076069"/>
                  <a:gd name="connsiteY4" fmla="*/ 450949 h 1316375"/>
                  <a:gd name="connsiteX5" fmla="*/ 212596 w 3076069"/>
                  <a:gd name="connsiteY5" fmla="*/ 119640 h 1316375"/>
                  <a:gd name="connsiteX6" fmla="*/ 456466 w 3076069"/>
                  <a:gd name="connsiteY6" fmla="*/ 50617 h 1316375"/>
                  <a:gd name="connsiteX7" fmla="*/ 1528577 w 3076069"/>
                  <a:gd name="connsiteY7" fmla="*/ 501566 h 1316375"/>
                  <a:gd name="connsiteX8" fmla="*/ 2623695 w 3076069"/>
                  <a:gd name="connsiteY8" fmla="*/ 0 h 1316375"/>
                  <a:gd name="connsiteX9" fmla="*/ 2927383 w 3076069"/>
                  <a:gd name="connsiteY9" fmla="*/ 96632 h 1316375"/>
                  <a:gd name="connsiteX10" fmla="*/ 2131352 w 3076069"/>
                  <a:gd name="connsiteY10" fmla="*/ 432543 h 1316375"/>
                  <a:gd name="connsiteX11" fmla="*/ 2292399 w 3076069"/>
                  <a:gd name="connsiteY11" fmla="*/ 920305 h 1316375"/>
                  <a:gd name="connsiteX12" fmla="*/ 3076069 w 3076069"/>
                  <a:gd name="connsiteY12" fmla="*/ 1228607 h 1316375"/>
                  <a:gd name="connsiteX13" fmla="*/ 2808172 w 3076069"/>
                  <a:gd name="connsiteY13" fmla="*/ 1316375 h 1316375"/>
                  <a:gd name="connsiteX14" fmla="*/ 1537780 w 3076069"/>
                  <a:gd name="connsiteY14" fmla="*/ 727041 h 1316375"/>
                  <a:gd name="connsiteX0" fmla="*/ 1537780 w 3076069"/>
                  <a:gd name="connsiteY0" fmla="*/ 727041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27041 h 1321259"/>
                  <a:gd name="connsiteX0" fmla="*/ 1537780 w 3076069"/>
                  <a:gd name="connsiteY0" fmla="*/ 750825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50825 h 13212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3076069" h="132125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87" name="Freeform 86"/>
              <p:cNvSpPr/>
              <p:nvPr/>
            </p:nvSpPr>
            <p:spPr bwMode="auto">
              <a:xfrm>
                <a:off x="2102655" y="1633103"/>
                <a:ext cx="662444" cy="111241"/>
              </a:xfrm>
              <a:custGeom>
                <a:avLst/>
                <a:gdLst>
                  <a:gd name="connsiteX0" fmla="*/ 0 w 3645229"/>
                  <a:gd name="connsiteY0" fmla="*/ 214441 h 923747"/>
                  <a:gd name="connsiteX1" fmla="*/ 659770 w 3645229"/>
                  <a:gd name="connsiteY1" fmla="*/ 16495 h 923747"/>
                  <a:gd name="connsiteX2" fmla="*/ 1814367 w 3645229"/>
                  <a:gd name="connsiteY2" fmla="*/ 511360 h 923747"/>
                  <a:gd name="connsiteX3" fmla="*/ 2968965 w 3645229"/>
                  <a:gd name="connsiteY3" fmla="*/ 0 h 923747"/>
                  <a:gd name="connsiteX4" fmla="*/ 3645229 w 3645229"/>
                  <a:gd name="connsiteY4" fmla="*/ 197946 h 923747"/>
                  <a:gd name="connsiteX5" fmla="*/ 3199884 w 3645229"/>
                  <a:gd name="connsiteY5" fmla="*/ 461874 h 923747"/>
                  <a:gd name="connsiteX6" fmla="*/ 2985459 w 3645229"/>
                  <a:gd name="connsiteY6" fmla="*/ 379396 h 923747"/>
                  <a:gd name="connsiteX7" fmla="*/ 1830861 w 3645229"/>
                  <a:gd name="connsiteY7" fmla="*/ 923747 h 923747"/>
                  <a:gd name="connsiteX8" fmla="*/ 676264 w 3645229"/>
                  <a:gd name="connsiteY8" fmla="*/ 412387 h 923747"/>
                  <a:gd name="connsiteX9" fmla="*/ 527816 w 3645229"/>
                  <a:gd name="connsiteY9" fmla="*/ 478369 h 923747"/>
                  <a:gd name="connsiteX10" fmla="*/ 0 w 3645229"/>
                  <a:gd name="connsiteY10" fmla="*/ 21444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71662 w 3640627"/>
                  <a:gd name="connsiteY8" fmla="*/ 412387 h 923747"/>
                  <a:gd name="connsiteX9" fmla="*/ 523214 w 3640627"/>
                  <a:gd name="connsiteY9" fmla="*/ 478369 h 923747"/>
                  <a:gd name="connsiteX10" fmla="*/ 0 w 3640627"/>
                  <a:gd name="connsiteY10" fmla="*/ 24205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71662 w 3640627"/>
                  <a:gd name="connsiteY8" fmla="*/ 412387 h 923747"/>
                  <a:gd name="connsiteX9" fmla="*/ 523214 w 3640627"/>
                  <a:gd name="connsiteY9" fmla="*/ 482971 h 923747"/>
                  <a:gd name="connsiteX10" fmla="*/ 0 w 3640627"/>
                  <a:gd name="connsiteY10" fmla="*/ 24205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90067 w 3640627"/>
                  <a:gd name="connsiteY8" fmla="*/ 412387 h 923747"/>
                  <a:gd name="connsiteX9" fmla="*/ 523214 w 3640627"/>
                  <a:gd name="connsiteY9" fmla="*/ 482971 h 923747"/>
                  <a:gd name="connsiteX10" fmla="*/ 0 w 3640627"/>
                  <a:gd name="connsiteY10" fmla="*/ 242051 h 923747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09765 w 3640627"/>
                  <a:gd name="connsiteY2" fmla="*/ 511360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2980857 w 3640627"/>
                  <a:gd name="connsiteY6" fmla="*/ 379396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55778 w 3640627"/>
                  <a:gd name="connsiteY2" fmla="*/ 534367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2980857 w 3640627"/>
                  <a:gd name="connsiteY6" fmla="*/ 379396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55778 w 3640627"/>
                  <a:gd name="connsiteY2" fmla="*/ 534367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3008465 w 3640627"/>
                  <a:gd name="connsiteY6" fmla="*/ 402404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723451"/>
                  <a:gd name="connsiteY0" fmla="*/ 242051 h 946755"/>
                  <a:gd name="connsiteX1" fmla="*/ 655168 w 3723451"/>
                  <a:gd name="connsiteY1" fmla="*/ 16495 h 946755"/>
                  <a:gd name="connsiteX2" fmla="*/ 1855778 w 3723451"/>
                  <a:gd name="connsiteY2" fmla="*/ 534367 h 946755"/>
                  <a:gd name="connsiteX3" fmla="*/ 2964363 w 3723451"/>
                  <a:gd name="connsiteY3" fmla="*/ 0 h 946755"/>
                  <a:gd name="connsiteX4" fmla="*/ 3723451 w 3723451"/>
                  <a:gd name="connsiteY4" fmla="*/ 220954 h 946755"/>
                  <a:gd name="connsiteX5" fmla="*/ 3195282 w 3723451"/>
                  <a:gd name="connsiteY5" fmla="*/ 461874 h 946755"/>
                  <a:gd name="connsiteX6" fmla="*/ 3008465 w 3723451"/>
                  <a:gd name="connsiteY6" fmla="*/ 402404 h 946755"/>
                  <a:gd name="connsiteX7" fmla="*/ 1876873 w 3723451"/>
                  <a:gd name="connsiteY7" fmla="*/ 946755 h 946755"/>
                  <a:gd name="connsiteX8" fmla="*/ 690067 w 3723451"/>
                  <a:gd name="connsiteY8" fmla="*/ 412387 h 946755"/>
                  <a:gd name="connsiteX9" fmla="*/ 523214 w 3723451"/>
                  <a:gd name="connsiteY9" fmla="*/ 482971 h 946755"/>
                  <a:gd name="connsiteX10" fmla="*/ 0 w 3723451"/>
                  <a:gd name="connsiteY10" fmla="*/ 242051 h 946755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95282 w 3723451"/>
                  <a:gd name="connsiteY5" fmla="*/ 448069 h 932950"/>
                  <a:gd name="connsiteX6" fmla="*/ 3008465 w 3723451"/>
                  <a:gd name="connsiteY6" fmla="*/ 388599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95282 w 3723451"/>
                  <a:gd name="connsiteY5" fmla="*/ 448069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86079 w 3723451"/>
                  <a:gd name="connsiteY5" fmla="*/ 461874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86079 w 3723451"/>
                  <a:gd name="connsiteY5" fmla="*/ 461874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711613 w 3723451"/>
                  <a:gd name="connsiteY8" fmla="*/ 413055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723451" h="932950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88" name="Freeform 87"/>
              <p:cNvSpPr/>
              <p:nvPr/>
            </p:nvSpPr>
            <p:spPr bwMode="auto">
              <a:xfrm>
                <a:off x="2536889" y="1727776"/>
                <a:ext cx="244057" cy="97040"/>
              </a:xfrm>
              <a:custGeom>
                <a:avLst/>
                <a:gdLst>
                  <a:gd name="connsiteX0" fmla="*/ 55216 w 1421812"/>
                  <a:gd name="connsiteY0" fmla="*/ 0 h 800665"/>
                  <a:gd name="connsiteX1" fmla="*/ 1421812 w 1421812"/>
                  <a:gd name="connsiteY1" fmla="*/ 625807 h 800665"/>
                  <a:gd name="connsiteX2" fmla="*/ 947874 w 1421812"/>
                  <a:gd name="connsiteY2" fmla="*/ 800665 h 800665"/>
                  <a:gd name="connsiteX3" fmla="*/ 50614 w 1421812"/>
                  <a:gd name="connsiteY3" fmla="*/ 404934 h 800665"/>
                  <a:gd name="connsiteX4" fmla="*/ 0 w 1421812"/>
                  <a:gd name="connsiteY4" fmla="*/ 404934 h 800665"/>
                  <a:gd name="connsiteX5" fmla="*/ 55216 w 1421812"/>
                  <a:gd name="connsiteY5" fmla="*/ 0 h 800665"/>
                  <a:gd name="connsiteX0" fmla="*/ 4602 w 1371198"/>
                  <a:gd name="connsiteY0" fmla="*/ 0 h 800665"/>
                  <a:gd name="connsiteX1" fmla="*/ 1371198 w 1371198"/>
                  <a:gd name="connsiteY1" fmla="*/ 625807 h 800665"/>
                  <a:gd name="connsiteX2" fmla="*/ 897260 w 1371198"/>
                  <a:gd name="connsiteY2" fmla="*/ 800665 h 800665"/>
                  <a:gd name="connsiteX3" fmla="*/ 0 w 1371198"/>
                  <a:gd name="connsiteY3" fmla="*/ 404934 h 800665"/>
                  <a:gd name="connsiteX4" fmla="*/ 4602 w 1371198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9868"/>
                  <a:gd name="connsiteX1" fmla="*/ 1366596 w 1366596"/>
                  <a:gd name="connsiteY1" fmla="*/ 625807 h 809868"/>
                  <a:gd name="connsiteX2" fmla="*/ 865050 w 1366596"/>
                  <a:gd name="connsiteY2" fmla="*/ 809868 h 809868"/>
                  <a:gd name="connsiteX3" fmla="*/ 4601 w 1366596"/>
                  <a:gd name="connsiteY3" fmla="*/ 427942 h 809868"/>
                  <a:gd name="connsiteX4" fmla="*/ 0 w 1366596"/>
                  <a:gd name="connsiteY4" fmla="*/ 0 h 8098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6596" h="809868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89" name="Freeform 88"/>
              <p:cNvSpPr/>
              <p:nvPr/>
            </p:nvSpPr>
            <p:spPr bwMode="auto">
              <a:xfrm>
                <a:off x="2089977" y="1730144"/>
                <a:ext cx="240888" cy="97039"/>
              </a:xfrm>
              <a:custGeom>
                <a:avLst/>
                <a:gdLst>
                  <a:gd name="connsiteX0" fmla="*/ 1329786 w 1348191"/>
                  <a:gd name="connsiteY0" fmla="*/ 0 h 809869"/>
                  <a:gd name="connsiteX1" fmla="*/ 1348191 w 1348191"/>
                  <a:gd name="connsiteY1" fmla="*/ 400333 h 809869"/>
                  <a:gd name="connsiteX2" fmla="*/ 487742 w 1348191"/>
                  <a:gd name="connsiteY2" fmla="*/ 809869 h 809869"/>
                  <a:gd name="connsiteX3" fmla="*/ 0 w 1348191"/>
                  <a:gd name="connsiteY3" fmla="*/ 630409 h 809869"/>
                  <a:gd name="connsiteX4" fmla="*/ 1329786 w 1348191"/>
                  <a:gd name="connsiteY4" fmla="*/ 0 h 809869"/>
                  <a:gd name="connsiteX0" fmla="*/ 1329786 w 1348191"/>
                  <a:gd name="connsiteY0" fmla="*/ 0 h 791462"/>
                  <a:gd name="connsiteX1" fmla="*/ 1348191 w 1348191"/>
                  <a:gd name="connsiteY1" fmla="*/ 381926 h 791462"/>
                  <a:gd name="connsiteX2" fmla="*/ 487742 w 1348191"/>
                  <a:gd name="connsiteY2" fmla="*/ 791462 h 791462"/>
                  <a:gd name="connsiteX3" fmla="*/ 0 w 1348191"/>
                  <a:gd name="connsiteY3" fmla="*/ 612002 h 791462"/>
                  <a:gd name="connsiteX4" fmla="*/ 1329786 w 1348191"/>
                  <a:gd name="connsiteY4" fmla="*/ 0 h 7914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48191" h="791462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cxnSp>
            <p:nvCxnSpPr>
              <p:cNvPr id="90" name="Straight Connector 89"/>
              <p:cNvCxnSpPr>
                <a:endCxn id="85" idx="2"/>
              </p:cNvCxnSpPr>
              <p:nvPr/>
            </p:nvCxnSpPr>
            <p:spPr bwMode="auto">
              <a:xfrm flipH="1" flipV="1">
                <a:off x="1871277" y="1737243"/>
                <a:ext cx="3169" cy="123074"/>
              </a:xfrm>
              <a:prstGeom prst="line">
                <a:avLst/>
              </a:prstGeom>
              <a:ln w="6350" cmpd="sng">
                <a:solidFill>
                  <a:schemeClr val="tx1"/>
                </a:solidFill>
              </a:ln>
              <a:effectLst>
                <a:outerShdw blurRad="40005" dist="19939" dir="5400000" algn="tl" rotWithShape="0">
                  <a:srgbClr val="000000">
                    <a:alpha val="38000"/>
                  </a:srgbClr>
                </a:outerShdw>
              </a:effectLst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Straight Connector 90"/>
              <p:cNvCxnSpPr/>
              <p:nvPr/>
            </p:nvCxnSpPr>
            <p:spPr bwMode="auto">
              <a:xfrm flipH="1" flipV="1">
                <a:off x="2996477" y="1734877"/>
                <a:ext cx="3171" cy="123074"/>
              </a:xfrm>
              <a:prstGeom prst="line">
                <a:avLst/>
              </a:prstGeom>
              <a:ln w="6350" cmpd="sng">
                <a:solidFill>
                  <a:schemeClr val="tx1"/>
                </a:solidFill>
              </a:ln>
              <a:effectLst>
                <a:outerShdw blurRad="40005" dist="19939" dir="5400000" algn="tl" rotWithShape="0">
                  <a:srgbClr val="000000">
                    <a:alpha val="38000"/>
                  </a:srgbClr>
                </a:outerShdw>
              </a:effectLst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4" name="Group 13"/>
          <p:cNvGrpSpPr/>
          <p:nvPr/>
        </p:nvGrpSpPr>
        <p:grpSpPr>
          <a:xfrm>
            <a:off x="4990227" y="3550652"/>
            <a:ext cx="3116606" cy="1053561"/>
            <a:chOff x="4990227" y="2877416"/>
            <a:chExt cx="3116606" cy="1053561"/>
          </a:xfrm>
        </p:grpSpPr>
        <p:sp>
          <p:nvSpPr>
            <p:cNvPr id="33" name="Rectangle 32"/>
            <p:cNvSpPr/>
            <p:nvPr/>
          </p:nvSpPr>
          <p:spPr bwMode="auto">
            <a:xfrm>
              <a:off x="5418665" y="2913389"/>
              <a:ext cx="2688168" cy="101758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3175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34" name="Freeform 33"/>
            <p:cNvSpPr/>
            <p:nvPr/>
          </p:nvSpPr>
          <p:spPr bwMode="auto">
            <a:xfrm>
              <a:off x="5218221" y="2877416"/>
              <a:ext cx="213773" cy="1028160"/>
            </a:xfrm>
            <a:custGeom>
              <a:avLst/>
              <a:gdLst>
                <a:gd name="connsiteX0" fmla="*/ 0 w 312616"/>
                <a:gd name="connsiteY0" fmla="*/ 644770 h 1367693"/>
                <a:gd name="connsiteX1" fmla="*/ 312616 w 312616"/>
                <a:gd name="connsiteY1" fmla="*/ 0 h 1367693"/>
                <a:gd name="connsiteX2" fmla="*/ 312616 w 312616"/>
                <a:gd name="connsiteY2" fmla="*/ 1016000 h 1367693"/>
                <a:gd name="connsiteX3" fmla="*/ 117231 w 312616"/>
                <a:gd name="connsiteY3" fmla="*/ 1367693 h 1367693"/>
                <a:gd name="connsiteX4" fmla="*/ 0 w 312616"/>
                <a:gd name="connsiteY4" fmla="*/ 644770 h 1367693"/>
                <a:gd name="connsiteX0" fmla="*/ 0 w 199855"/>
                <a:gd name="connsiteY0" fmla="*/ 733787 h 1367693"/>
                <a:gd name="connsiteX1" fmla="*/ 199855 w 199855"/>
                <a:gd name="connsiteY1" fmla="*/ 0 h 1367693"/>
                <a:gd name="connsiteX2" fmla="*/ 199855 w 199855"/>
                <a:gd name="connsiteY2" fmla="*/ 1016000 h 1367693"/>
                <a:gd name="connsiteX3" fmla="*/ 4470 w 199855"/>
                <a:gd name="connsiteY3" fmla="*/ 1367693 h 1367693"/>
                <a:gd name="connsiteX4" fmla="*/ 0 w 199855"/>
                <a:gd name="connsiteY4" fmla="*/ 733787 h 1367693"/>
                <a:gd name="connsiteX0" fmla="*/ 25203 w 225058"/>
                <a:gd name="connsiteY0" fmla="*/ 733787 h 1361758"/>
                <a:gd name="connsiteX1" fmla="*/ 225058 w 225058"/>
                <a:gd name="connsiteY1" fmla="*/ 0 h 1361758"/>
                <a:gd name="connsiteX2" fmla="*/ 225058 w 225058"/>
                <a:gd name="connsiteY2" fmla="*/ 1016000 h 1361758"/>
                <a:gd name="connsiteX3" fmla="*/ 0 w 225058"/>
                <a:gd name="connsiteY3" fmla="*/ 1361758 h 1361758"/>
                <a:gd name="connsiteX4" fmla="*/ 25203 w 225058"/>
                <a:gd name="connsiteY4" fmla="*/ 733787 h 1361758"/>
                <a:gd name="connsiteX0" fmla="*/ 25203 w 230992"/>
                <a:gd name="connsiteY0" fmla="*/ 787197 h 1415168"/>
                <a:gd name="connsiteX1" fmla="*/ 230992 w 230992"/>
                <a:gd name="connsiteY1" fmla="*/ 0 h 1415168"/>
                <a:gd name="connsiteX2" fmla="*/ 225058 w 230992"/>
                <a:gd name="connsiteY2" fmla="*/ 1069410 h 1415168"/>
                <a:gd name="connsiteX3" fmla="*/ 0 w 230992"/>
                <a:gd name="connsiteY3" fmla="*/ 1415168 h 1415168"/>
                <a:gd name="connsiteX4" fmla="*/ 25203 w 230992"/>
                <a:gd name="connsiteY4" fmla="*/ 787197 h 1415168"/>
                <a:gd name="connsiteX0" fmla="*/ 0 w 205789"/>
                <a:gd name="connsiteY0" fmla="*/ 787197 h 1427037"/>
                <a:gd name="connsiteX1" fmla="*/ 205789 w 205789"/>
                <a:gd name="connsiteY1" fmla="*/ 0 h 1427037"/>
                <a:gd name="connsiteX2" fmla="*/ 199855 w 205789"/>
                <a:gd name="connsiteY2" fmla="*/ 1069410 h 1427037"/>
                <a:gd name="connsiteX3" fmla="*/ 4471 w 205789"/>
                <a:gd name="connsiteY3" fmla="*/ 1427037 h 1427037"/>
                <a:gd name="connsiteX4" fmla="*/ 0 w 205789"/>
                <a:gd name="connsiteY4" fmla="*/ 787197 h 1427037"/>
                <a:gd name="connsiteX0" fmla="*/ 0 w 199855"/>
                <a:gd name="connsiteY0" fmla="*/ 745656 h 1385496"/>
                <a:gd name="connsiteX1" fmla="*/ 193920 w 199855"/>
                <a:gd name="connsiteY1" fmla="*/ 0 h 1385496"/>
                <a:gd name="connsiteX2" fmla="*/ 199855 w 199855"/>
                <a:gd name="connsiteY2" fmla="*/ 1027869 h 1385496"/>
                <a:gd name="connsiteX3" fmla="*/ 4471 w 199855"/>
                <a:gd name="connsiteY3" fmla="*/ 1385496 h 1385496"/>
                <a:gd name="connsiteX4" fmla="*/ 0 w 199855"/>
                <a:gd name="connsiteY4" fmla="*/ 745656 h 1385496"/>
                <a:gd name="connsiteX0" fmla="*/ 20385 w 220240"/>
                <a:gd name="connsiteY0" fmla="*/ 745656 h 1058154"/>
                <a:gd name="connsiteX1" fmla="*/ 214305 w 220240"/>
                <a:gd name="connsiteY1" fmla="*/ 0 h 1058154"/>
                <a:gd name="connsiteX2" fmla="*/ 220240 w 220240"/>
                <a:gd name="connsiteY2" fmla="*/ 1027869 h 1058154"/>
                <a:gd name="connsiteX3" fmla="*/ 68 w 220240"/>
                <a:gd name="connsiteY3" fmla="*/ 986902 h 1058154"/>
                <a:gd name="connsiteX4" fmla="*/ 20385 w 220240"/>
                <a:gd name="connsiteY4" fmla="*/ 745656 h 1058154"/>
                <a:gd name="connsiteX0" fmla="*/ 20385 w 220240"/>
                <a:gd name="connsiteY0" fmla="*/ 745656 h 1068836"/>
                <a:gd name="connsiteX1" fmla="*/ 214305 w 220240"/>
                <a:gd name="connsiteY1" fmla="*/ 0 h 1068836"/>
                <a:gd name="connsiteX2" fmla="*/ 220240 w 220240"/>
                <a:gd name="connsiteY2" fmla="*/ 1027869 h 1068836"/>
                <a:gd name="connsiteX3" fmla="*/ 68 w 220240"/>
                <a:gd name="connsiteY3" fmla="*/ 986902 h 1068836"/>
                <a:gd name="connsiteX4" fmla="*/ 20385 w 220240"/>
                <a:gd name="connsiteY4" fmla="*/ 745656 h 1068836"/>
                <a:gd name="connsiteX0" fmla="*/ 15446 w 215301"/>
                <a:gd name="connsiteY0" fmla="*/ 745656 h 1057581"/>
                <a:gd name="connsiteX1" fmla="*/ 209366 w 215301"/>
                <a:gd name="connsiteY1" fmla="*/ 0 h 1057581"/>
                <a:gd name="connsiteX2" fmla="*/ 215301 w 215301"/>
                <a:gd name="connsiteY2" fmla="*/ 1027869 h 1057581"/>
                <a:gd name="connsiteX3" fmla="*/ 87 w 215301"/>
                <a:gd name="connsiteY3" fmla="*/ 888484 h 1057581"/>
                <a:gd name="connsiteX4" fmla="*/ 15446 w 215301"/>
                <a:gd name="connsiteY4" fmla="*/ 745656 h 1057581"/>
                <a:gd name="connsiteX0" fmla="*/ 15446 w 215301"/>
                <a:gd name="connsiteY0" fmla="*/ 745656 h 1063397"/>
                <a:gd name="connsiteX1" fmla="*/ 209366 w 215301"/>
                <a:gd name="connsiteY1" fmla="*/ 0 h 1063397"/>
                <a:gd name="connsiteX2" fmla="*/ 215301 w 215301"/>
                <a:gd name="connsiteY2" fmla="*/ 1027869 h 1063397"/>
                <a:gd name="connsiteX3" fmla="*/ 87 w 215301"/>
                <a:gd name="connsiteY3" fmla="*/ 888484 h 1063397"/>
                <a:gd name="connsiteX4" fmla="*/ 15446 w 215301"/>
                <a:gd name="connsiteY4" fmla="*/ 745656 h 1063397"/>
                <a:gd name="connsiteX0" fmla="*/ 15446 w 215301"/>
                <a:gd name="connsiteY0" fmla="*/ 745656 h 1027869"/>
                <a:gd name="connsiteX1" fmla="*/ 209366 w 215301"/>
                <a:gd name="connsiteY1" fmla="*/ 0 h 1027869"/>
                <a:gd name="connsiteX2" fmla="*/ 215301 w 215301"/>
                <a:gd name="connsiteY2" fmla="*/ 1027869 h 1027869"/>
                <a:gd name="connsiteX3" fmla="*/ 87 w 215301"/>
                <a:gd name="connsiteY3" fmla="*/ 888484 h 1027869"/>
                <a:gd name="connsiteX4" fmla="*/ 15446 w 215301"/>
                <a:gd name="connsiteY4" fmla="*/ 745656 h 1027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5301" h="1027869">
                  <a:moveTo>
                    <a:pt x="15446" y="745656"/>
                  </a:moveTo>
                  <a:lnTo>
                    <a:pt x="209366" y="0"/>
                  </a:lnTo>
                  <a:cubicBezTo>
                    <a:pt x="211344" y="342623"/>
                    <a:pt x="213323" y="685246"/>
                    <a:pt x="215301" y="1027869"/>
                  </a:cubicBezTo>
                  <a:cubicBezTo>
                    <a:pt x="115469" y="960083"/>
                    <a:pt x="99918" y="931665"/>
                    <a:pt x="87" y="888484"/>
                  </a:cubicBezTo>
                  <a:cubicBezTo>
                    <a:pt x="-1403" y="675204"/>
                    <a:pt x="16936" y="958936"/>
                    <a:pt x="15446" y="745656"/>
                  </a:cubicBezTo>
                  <a:close/>
                </a:path>
              </a:pathLst>
            </a:custGeom>
            <a:gradFill>
              <a:gsLst>
                <a:gs pos="0">
                  <a:schemeClr val="bg1">
                    <a:lumMod val="95000"/>
                  </a:schemeClr>
                </a:gs>
                <a:gs pos="100000">
                  <a:schemeClr val="accent6">
                    <a:lumMod val="20000"/>
                    <a:lumOff val="80000"/>
                  </a:schemeClr>
                </a:gs>
              </a:gsLst>
              <a:lin ang="0" scaled="0"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grpSp>
          <p:nvGrpSpPr>
            <p:cNvPr id="35" name="Group 950"/>
            <p:cNvGrpSpPr>
              <a:grpSpLocks/>
            </p:cNvGrpSpPr>
            <p:nvPr/>
          </p:nvGrpSpPr>
          <p:grpSpPr bwMode="auto">
            <a:xfrm>
              <a:off x="4990227" y="3351862"/>
              <a:ext cx="251561" cy="564103"/>
              <a:chOff x="4140" y="429"/>
              <a:chExt cx="1425" cy="2396"/>
            </a:xfrm>
          </p:grpSpPr>
          <p:sp>
            <p:nvSpPr>
              <p:cNvPr id="37" name="Freeform 951"/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3 w 354"/>
                  <a:gd name="T1" fmla="*/ 0 h 2742"/>
                  <a:gd name="T2" fmla="*/ 15 w 354"/>
                  <a:gd name="T3" fmla="*/ 27 h 2742"/>
                  <a:gd name="T4" fmla="*/ 15 w 354"/>
                  <a:gd name="T5" fmla="*/ 205 h 2742"/>
                  <a:gd name="T6" fmla="*/ 0 w 354"/>
                  <a:gd name="T7" fmla="*/ 215 h 2742"/>
                  <a:gd name="T8" fmla="*/ 3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4"/>
                  <a:gd name="T16" fmla="*/ 0 h 2742"/>
                  <a:gd name="T17" fmla="*/ 354 w 354"/>
                  <a:gd name="T18" fmla="*/ 2742 h 27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" name="Rectangle 952"/>
              <p:cNvSpPr>
                <a:spLocks noChangeArrowheads="1"/>
              </p:cNvSpPr>
              <p:nvPr/>
            </p:nvSpPr>
            <p:spPr bwMode="auto">
              <a:xfrm>
                <a:off x="4210" y="429"/>
                <a:ext cx="1046" cy="2285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9" name="Freeform 953"/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9 w 211"/>
                  <a:gd name="T3" fmla="*/ 18 h 2537"/>
                  <a:gd name="T4" fmla="*/ 2 w 211"/>
                  <a:gd name="T5" fmla="*/ 196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1"/>
                  <a:gd name="T13" fmla="*/ 0 h 2537"/>
                  <a:gd name="T14" fmla="*/ 211 w 211"/>
                  <a:gd name="T15" fmla="*/ 2537 h 253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" name="Freeform 954"/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14 w 328"/>
                  <a:gd name="T3" fmla="*/ 11 h 226"/>
                  <a:gd name="T4" fmla="*/ 14 w 328"/>
                  <a:gd name="T5" fmla="*/ 19 h 226"/>
                  <a:gd name="T6" fmla="*/ 0 w 328"/>
                  <a:gd name="T7" fmla="*/ 8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" name="Rectangle 955"/>
              <p:cNvSpPr>
                <a:spLocks noChangeArrowheads="1"/>
              </p:cNvSpPr>
              <p:nvPr/>
            </p:nvSpPr>
            <p:spPr bwMode="auto">
              <a:xfrm>
                <a:off x="4210" y="690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42" name="Group 956"/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67" name="AutoShape 957"/>
                <p:cNvSpPr>
                  <a:spLocks noChangeArrowheads="1"/>
                </p:cNvSpPr>
                <p:nvPr/>
              </p:nvSpPr>
              <p:spPr bwMode="auto">
                <a:xfrm>
                  <a:off x="613" y="2566"/>
                  <a:ext cx="721" cy="14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8" name="AutoShape 958"/>
                <p:cNvSpPr>
                  <a:spLocks noChangeArrowheads="1"/>
                </p:cNvSpPr>
                <p:nvPr/>
              </p:nvSpPr>
              <p:spPr bwMode="auto">
                <a:xfrm>
                  <a:off x="625" y="2581"/>
                  <a:ext cx="696" cy="114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43" name="Rectangle 959"/>
              <p:cNvSpPr>
                <a:spLocks noChangeArrowheads="1"/>
              </p:cNvSpPr>
              <p:nvPr/>
            </p:nvSpPr>
            <p:spPr bwMode="auto">
              <a:xfrm>
                <a:off x="4220" y="1022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44" name="Group 960"/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65" name="AutoShape 961"/>
                <p:cNvSpPr>
                  <a:spLocks noChangeArrowheads="1"/>
                </p:cNvSpPr>
                <p:nvPr/>
              </p:nvSpPr>
              <p:spPr bwMode="auto">
                <a:xfrm>
                  <a:off x="615" y="2564"/>
                  <a:ext cx="721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6" name="AutoShape 962"/>
                <p:cNvSpPr>
                  <a:spLocks noChangeArrowheads="1"/>
                </p:cNvSpPr>
                <p:nvPr/>
              </p:nvSpPr>
              <p:spPr bwMode="auto">
                <a:xfrm>
                  <a:off x="628" y="2581"/>
                  <a:ext cx="696" cy="107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45" name="Rectangle 963"/>
              <p:cNvSpPr>
                <a:spLocks noChangeArrowheads="1"/>
              </p:cNvSpPr>
              <p:nvPr/>
            </p:nvSpPr>
            <p:spPr bwMode="auto">
              <a:xfrm>
                <a:off x="4220" y="1354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6" name="Rectangle 964"/>
              <p:cNvSpPr>
                <a:spLocks noChangeArrowheads="1"/>
              </p:cNvSpPr>
              <p:nvPr/>
            </p:nvSpPr>
            <p:spPr bwMode="auto">
              <a:xfrm>
                <a:off x="4230" y="1655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47" name="Group 965"/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63" name="AutoShape 966"/>
                <p:cNvSpPr>
                  <a:spLocks noChangeArrowheads="1"/>
                </p:cNvSpPr>
                <p:nvPr/>
              </p:nvSpPr>
              <p:spPr bwMode="auto">
                <a:xfrm>
                  <a:off x="618" y="2586"/>
                  <a:ext cx="720" cy="12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4" name="AutoShape 967"/>
                <p:cNvSpPr>
                  <a:spLocks noChangeArrowheads="1"/>
                </p:cNvSpPr>
                <p:nvPr/>
              </p:nvSpPr>
              <p:spPr bwMode="auto">
                <a:xfrm>
                  <a:off x="630" y="2586"/>
                  <a:ext cx="695" cy="10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48" name="Freeform 968"/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14 w 328"/>
                  <a:gd name="T3" fmla="*/ 10 h 226"/>
                  <a:gd name="T4" fmla="*/ 14 w 328"/>
                  <a:gd name="T5" fmla="*/ 17 h 226"/>
                  <a:gd name="T6" fmla="*/ 0 w 328"/>
                  <a:gd name="T7" fmla="*/ 7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49" name="Group 969"/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61" name="AutoShape 970"/>
                <p:cNvSpPr>
                  <a:spLocks noChangeArrowheads="1"/>
                </p:cNvSpPr>
                <p:nvPr/>
              </p:nvSpPr>
              <p:spPr bwMode="auto">
                <a:xfrm>
                  <a:off x="613" y="2571"/>
                  <a:ext cx="732" cy="13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2" name="AutoShape 971"/>
                <p:cNvSpPr>
                  <a:spLocks noChangeArrowheads="1"/>
                </p:cNvSpPr>
                <p:nvPr/>
              </p:nvSpPr>
              <p:spPr bwMode="auto">
                <a:xfrm>
                  <a:off x="625" y="2587"/>
                  <a:ext cx="720" cy="103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50" name="Rectangle 972"/>
              <p:cNvSpPr>
                <a:spLocks noChangeArrowheads="1"/>
              </p:cNvSpPr>
              <p:nvPr/>
            </p:nvSpPr>
            <p:spPr bwMode="auto">
              <a:xfrm>
                <a:off x="5246" y="429"/>
                <a:ext cx="70" cy="2285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1" name="Freeform 973"/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14 w 296"/>
                  <a:gd name="T3" fmla="*/ 10 h 256"/>
                  <a:gd name="T4" fmla="*/ 14 w 296"/>
                  <a:gd name="T5" fmla="*/ 19 h 256"/>
                  <a:gd name="T6" fmla="*/ 0 w 296"/>
                  <a:gd name="T7" fmla="*/ 7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6"/>
                  <a:gd name="T16" fmla="*/ 0 h 256"/>
                  <a:gd name="T17" fmla="*/ 296 w 296"/>
                  <a:gd name="T18" fmla="*/ 256 h 2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2" name="Freeform 974"/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14 w 304"/>
                  <a:gd name="T3" fmla="*/ 13 h 288"/>
                  <a:gd name="T4" fmla="*/ 13 w 304"/>
                  <a:gd name="T5" fmla="*/ 23 h 288"/>
                  <a:gd name="T6" fmla="*/ 2 w 304"/>
                  <a:gd name="T7" fmla="*/ 10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4"/>
                  <a:gd name="T16" fmla="*/ 0 h 288"/>
                  <a:gd name="T17" fmla="*/ 304 w 304"/>
                  <a:gd name="T18" fmla="*/ 288 h 2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3" name="Oval 975"/>
              <p:cNvSpPr>
                <a:spLocks noChangeArrowheads="1"/>
              </p:cNvSpPr>
              <p:nvPr/>
            </p:nvSpPr>
            <p:spPr bwMode="auto">
              <a:xfrm>
                <a:off x="5515" y="2611"/>
                <a:ext cx="50" cy="95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4" name="Freeform 976"/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9 h 240"/>
                  <a:gd name="T2" fmla="*/ 2 w 306"/>
                  <a:gd name="T3" fmla="*/ 19 h 240"/>
                  <a:gd name="T4" fmla="*/ 14 w 306"/>
                  <a:gd name="T5" fmla="*/ 9 h 240"/>
                  <a:gd name="T6" fmla="*/ 14 w 306"/>
                  <a:gd name="T7" fmla="*/ 0 h 240"/>
                  <a:gd name="T8" fmla="*/ 0 w 306"/>
                  <a:gd name="T9" fmla="*/ 9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6"/>
                  <a:gd name="T16" fmla="*/ 0 h 240"/>
                  <a:gd name="T17" fmla="*/ 306 w 306"/>
                  <a:gd name="T18" fmla="*/ 240 h 2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5" name="AutoShape 977"/>
              <p:cNvSpPr>
                <a:spLocks noChangeArrowheads="1"/>
              </p:cNvSpPr>
              <p:nvPr/>
            </p:nvSpPr>
            <p:spPr bwMode="auto">
              <a:xfrm>
                <a:off x="4140" y="2675"/>
                <a:ext cx="1196" cy="150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6" name="AutoShape 978"/>
              <p:cNvSpPr>
                <a:spLocks noChangeArrowheads="1"/>
              </p:cNvSpPr>
              <p:nvPr/>
            </p:nvSpPr>
            <p:spPr bwMode="auto">
              <a:xfrm>
                <a:off x="4210" y="2714"/>
                <a:ext cx="1066" cy="7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7" name="Oval 979"/>
              <p:cNvSpPr>
                <a:spLocks noChangeArrowheads="1"/>
              </p:cNvSpPr>
              <p:nvPr/>
            </p:nvSpPr>
            <p:spPr bwMode="auto">
              <a:xfrm>
                <a:off x="4309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8" name="Oval 980"/>
              <p:cNvSpPr>
                <a:spLocks noChangeArrowheads="1"/>
              </p:cNvSpPr>
              <p:nvPr/>
            </p:nvSpPr>
            <p:spPr bwMode="auto">
              <a:xfrm>
                <a:off x="4489" y="2382"/>
                <a:ext cx="159" cy="142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 eaLnBrk="1" hangingPunct="1"/>
                <a:endParaRPr lang="en-US">
                  <a:solidFill>
                    <a:srgbClr val="FF0000"/>
                  </a:solidFill>
                </a:endParaRPr>
              </a:p>
            </p:txBody>
          </p:sp>
          <p:sp>
            <p:nvSpPr>
              <p:cNvPr id="59" name="Oval 981"/>
              <p:cNvSpPr>
                <a:spLocks noChangeArrowheads="1"/>
              </p:cNvSpPr>
              <p:nvPr/>
            </p:nvSpPr>
            <p:spPr bwMode="auto">
              <a:xfrm>
                <a:off x="4658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0" name="Rectangle 982"/>
              <p:cNvSpPr>
                <a:spLocks noChangeArrowheads="1"/>
              </p:cNvSpPr>
              <p:nvPr/>
            </p:nvSpPr>
            <p:spPr bwMode="auto">
              <a:xfrm>
                <a:off x="5067" y="1837"/>
                <a:ext cx="80" cy="759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36" name="TextBox 35"/>
            <p:cNvSpPr txBox="1"/>
            <p:nvPr/>
          </p:nvSpPr>
          <p:spPr>
            <a:xfrm>
              <a:off x="5377031" y="3090332"/>
              <a:ext cx="2659202" cy="61555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SDN Controller</a:t>
              </a:r>
            </a:p>
            <a:p>
              <a:pPr algn="ctr"/>
              <a:r>
                <a:rPr lang="en-US" sz="1600" dirty="0"/>
                <a:t>(network operating system)</a:t>
              </a:r>
            </a:p>
          </p:txBody>
        </p:sp>
      </p:grpSp>
      <p:sp>
        <p:nvSpPr>
          <p:cNvPr id="15" name="TextBox 14"/>
          <p:cNvSpPr txBox="1"/>
          <p:nvPr/>
        </p:nvSpPr>
        <p:spPr>
          <a:xfrm>
            <a:off x="6837708" y="1562205"/>
            <a:ext cx="595035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rgbClr val="008000"/>
                </a:solidFill>
              </a:rPr>
              <a:t>…</a:t>
            </a:r>
          </a:p>
        </p:txBody>
      </p:sp>
      <p:grpSp>
        <p:nvGrpSpPr>
          <p:cNvPr id="16" name="Group 15"/>
          <p:cNvGrpSpPr/>
          <p:nvPr/>
        </p:nvGrpSpPr>
        <p:grpSpPr>
          <a:xfrm>
            <a:off x="5165914" y="1781366"/>
            <a:ext cx="1023471" cy="590176"/>
            <a:chOff x="4721412" y="1277470"/>
            <a:chExt cx="1023471" cy="590176"/>
          </a:xfrm>
        </p:grpSpPr>
        <p:sp>
          <p:nvSpPr>
            <p:cNvPr id="31" name="Oval 30"/>
            <p:cNvSpPr/>
            <p:nvPr/>
          </p:nvSpPr>
          <p:spPr bwMode="auto">
            <a:xfrm>
              <a:off x="4721412" y="1277470"/>
              <a:ext cx="1023471" cy="590176"/>
            </a:xfrm>
            <a:prstGeom prst="ellipse">
              <a:avLst/>
            </a:prstGeom>
            <a:solidFill>
              <a:srgbClr val="008000">
                <a:alpha val="70000"/>
              </a:srgbClr>
            </a:solidFill>
            <a:ln>
              <a:solidFill>
                <a:srgbClr val="008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4792385" y="1374585"/>
              <a:ext cx="8904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routing</a:t>
              </a:r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6000628" y="2302316"/>
            <a:ext cx="1023471" cy="590176"/>
            <a:chOff x="6106459" y="1967753"/>
            <a:chExt cx="1023471" cy="590176"/>
          </a:xfrm>
        </p:grpSpPr>
        <p:sp>
          <p:nvSpPr>
            <p:cNvPr id="29" name="Oval 28"/>
            <p:cNvSpPr/>
            <p:nvPr/>
          </p:nvSpPr>
          <p:spPr bwMode="auto">
            <a:xfrm>
              <a:off x="6106459" y="1967753"/>
              <a:ext cx="1023471" cy="590176"/>
            </a:xfrm>
            <a:prstGeom prst="ellipse">
              <a:avLst/>
            </a:prstGeom>
            <a:solidFill>
              <a:srgbClr val="008000">
                <a:alpha val="70000"/>
              </a:srgbClr>
            </a:solidFill>
            <a:ln>
              <a:solidFill>
                <a:srgbClr val="008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6177429" y="1997637"/>
              <a:ext cx="903087" cy="5447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dirty="0"/>
                <a:t>access </a:t>
              </a:r>
            </a:p>
            <a:p>
              <a:pPr algn="ctr">
                <a:lnSpc>
                  <a:spcPct val="80000"/>
                </a:lnSpc>
              </a:pPr>
              <a:r>
                <a:rPr lang="en-US" dirty="0"/>
                <a:t>control</a:t>
              </a:r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7230837" y="2260771"/>
            <a:ext cx="1023471" cy="590176"/>
            <a:chOff x="6938682" y="977153"/>
            <a:chExt cx="1023471" cy="590176"/>
          </a:xfrm>
        </p:grpSpPr>
        <p:sp>
          <p:nvSpPr>
            <p:cNvPr id="27" name="Oval 26"/>
            <p:cNvSpPr/>
            <p:nvPr/>
          </p:nvSpPr>
          <p:spPr bwMode="auto">
            <a:xfrm>
              <a:off x="6938682" y="977153"/>
              <a:ext cx="1023471" cy="590176"/>
            </a:xfrm>
            <a:prstGeom prst="ellipse">
              <a:avLst/>
            </a:prstGeom>
            <a:solidFill>
              <a:srgbClr val="008000">
                <a:alpha val="70000"/>
              </a:srgbClr>
            </a:solidFill>
            <a:ln>
              <a:solidFill>
                <a:srgbClr val="008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6964568" y="1007037"/>
              <a:ext cx="993256" cy="5447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dirty="0"/>
                <a:t>load</a:t>
              </a:r>
            </a:p>
            <a:p>
              <a:pPr algn="ctr">
                <a:lnSpc>
                  <a:spcPct val="80000"/>
                </a:lnSpc>
              </a:pPr>
              <a:r>
                <a:rPr lang="en-US" dirty="0"/>
                <a:t>balance</a:t>
              </a:r>
            </a:p>
          </p:txBody>
        </p:sp>
      </p:grpSp>
      <p:cxnSp>
        <p:nvCxnSpPr>
          <p:cNvPr id="19" name="Straight Arrow Connector 18"/>
          <p:cNvCxnSpPr/>
          <p:nvPr/>
        </p:nvCxnSpPr>
        <p:spPr bwMode="auto">
          <a:xfrm flipV="1">
            <a:off x="8627245" y="1721848"/>
            <a:ext cx="0" cy="1248832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" name="Straight Arrow Connector 19"/>
          <p:cNvCxnSpPr/>
          <p:nvPr/>
        </p:nvCxnSpPr>
        <p:spPr bwMode="auto">
          <a:xfrm>
            <a:off x="8652645" y="3470081"/>
            <a:ext cx="0" cy="152442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1" name="Straight Arrow Connector 20"/>
          <p:cNvCxnSpPr/>
          <p:nvPr/>
        </p:nvCxnSpPr>
        <p:spPr bwMode="auto">
          <a:xfrm>
            <a:off x="8661016" y="5885529"/>
            <a:ext cx="0" cy="41486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2" name="Straight Arrow Connector 21"/>
          <p:cNvCxnSpPr/>
          <p:nvPr/>
        </p:nvCxnSpPr>
        <p:spPr bwMode="auto">
          <a:xfrm flipV="1">
            <a:off x="8653320" y="5049925"/>
            <a:ext cx="0" cy="41486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3" name="TextBox 399"/>
          <p:cNvSpPr txBox="1">
            <a:spLocks noChangeArrowheads="1"/>
          </p:cNvSpPr>
          <p:nvPr/>
        </p:nvSpPr>
        <p:spPr bwMode="auto">
          <a:xfrm>
            <a:off x="6650715" y="4739499"/>
            <a:ext cx="1635889" cy="2845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>
              <a:lnSpc>
                <a:spcPts val="1463"/>
              </a:lnSpc>
            </a:pPr>
            <a:r>
              <a:rPr lang="en-US" sz="1400" i="1" dirty="0"/>
              <a:t>southbound API</a:t>
            </a:r>
          </a:p>
        </p:txBody>
      </p:sp>
      <p:sp>
        <p:nvSpPr>
          <p:cNvPr id="24" name="TextBox 399"/>
          <p:cNvSpPr txBox="1">
            <a:spLocks noChangeArrowheads="1"/>
          </p:cNvSpPr>
          <p:nvPr/>
        </p:nvSpPr>
        <p:spPr bwMode="auto">
          <a:xfrm>
            <a:off x="6646778" y="3221681"/>
            <a:ext cx="1635889" cy="2845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>
              <a:lnSpc>
                <a:spcPts val="1463"/>
              </a:lnSpc>
            </a:pPr>
            <a:r>
              <a:rPr lang="en-US" sz="1400" i="1" dirty="0"/>
              <a:t>northbound API</a:t>
            </a:r>
          </a:p>
        </p:txBody>
      </p:sp>
      <p:sp>
        <p:nvSpPr>
          <p:cNvPr id="25" name="TextBox 399"/>
          <p:cNvSpPr txBox="1">
            <a:spLocks noChangeArrowheads="1"/>
          </p:cNvSpPr>
          <p:nvPr/>
        </p:nvSpPr>
        <p:spPr bwMode="auto">
          <a:xfrm>
            <a:off x="5507651" y="6299618"/>
            <a:ext cx="2302688" cy="2845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>
              <a:lnSpc>
                <a:spcPts val="1463"/>
              </a:lnSpc>
            </a:pPr>
            <a:r>
              <a:rPr lang="en-US" sz="1400" i="1" dirty="0"/>
              <a:t>SDN-controlled switches</a:t>
            </a:r>
          </a:p>
        </p:txBody>
      </p:sp>
      <p:sp>
        <p:nvSpPr>
          <p:cNvPr id="26" name="TextBox 399"/>
          <p:cNvSpPr txBox="1">
            <a:spLocks noChangeArrowheads="1"/>
          </p:cNvSpPr>
          <p:nvPr/>
        </p:nvSpPr>
        <p:spPr bwMode="auto">
          <a:xfrm>
            <a:off x="5707907" y="1414364"/>
            <a:ext cx="2381659" cy="2845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>
              <a:lnSpc>
                <a:spcPts val="1463"/>
              </a:lnSpc>
            </a:pPr>
            <a:r>
              <a:rPr lang="en-US" sz="1400" i="1" dirty="0"/>
              <a:t>network-control applications</a:t>
            </a:r>
          </a:p>
        </p:txBody>
      </p:sp>
      <p:sp>
        <p:nvSpPr>
          <p:cNvPr id="128" name="Rectangle 127"/>
          <p:cNvSpPr/>
          <p:nvPr/>
        </p:nvSpPr>
        <p:spPr bwMode="auto">
          <a:xfrm>
            <a:off x="4697273" y="3090498"/>
            <a:ext cx="3549731" cy="3442387"/>
          </a:xfrm>
          <a:prstGeom prst="rect">
            <a:avLst/>
          </a:prstGeom>
          <a:solidFill>
            <a:schemeClr val="bg1">
              <a:alpha val="71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81116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Rectangle 221"/>
          <p:cNvSpPr/>
          <p:nvPr/>
        </p:nvSpPr>
        <p:spPr bwMode="auto">
          <a:xfrm>
            <a:off x="2341231" y="2082088"/>
            <a:ext cx="5228030" cy="356867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cxnSp>
        <p:nvCxnSpPr>
          <p:cNvPr id="438" name="Straight Connector 437"/>
          <p:cNvCxnSpPr>
            <a:endCxn id="217" idx="4"/>
          </p:cNvCxnSpPr>
          <p:nvPr/>
        </p:nvCxnSpPr>
        <p:spPr bwMode="auto">
          <a:xfrm flipH="1" flipV="1">
            <a:off x="5777281" y="1910774"/>
            <a:ext cx="605" cy="407737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bg2">
                <a:lumMod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75" name="Rounded Rectangle 374"/>
          <p:cNvSpPr/>
          <p:nvPr/>
        </p:nvSpPr>
        <p:spPr>
          <a:xfrm>
            <a:off x="2479739" y="3165861"/>
            <a:ext cx="4945030" cy="1553784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 w="12700">
            <a:noFill/>
            <a:tailEnd type="arrow"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80" name="Rounded Rectangle 379"/>
          <p:cNvSpPr/>
          <p:nvPr/>
        </p:nvSpPr>
        <p:spPr>
          <a:xfrm>
            <a:off x="2479739" y="4779178"/>
            <a:ext cx="4959028" cy="737977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 w="12700">
            <a:noFill/>
            <a:tailEnd type="arrow"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386" name="Straight Connector 385"/>
          <p:cNvCxnSpPr/>
          <p:nvPr/>
        </p:nvCxnSpPr>
        <p:spPr bwMode="auto">
          <a:xfrm>
            <a:off x="2564746" y="5687428"/>
            <a:ext cx="4860022" cy="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89" name="TextBox 388"/>
          <p:cNvSpPr txBox="1"/>
          <p:nvPr/>
        </p:nvSpPr>
        <p:spPr>
          <a:xfrm>
            <a:off x="2496429" y="3773215"/>
            <a:ext cx="5089063" cy="325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800"/>
              </a:lnSpc>
            </a:pPr>
            <a:r>
              <a:rPr lang="en-US" sz="1600" dirty="0">
                <a:latin typeface="Arial"/>
                <a:cs typeface="Arial"/>
              </a:rPr>
              <a:t>Network-wide distributed, robust  state management</a:t>
            </a:r>
          </a:p>
        </p:txBody>
      </p:sp>
      <p:sp>
        <p:nvSpPr>
          <p:cNvPr id="390" name="TextBox 389"/>
          <p:cNvSpPr txBox="1"/>
          <p:nvPr/>
        </p:nvSpPr>
        <p:spPr>
          <a:xfrm>
            <a:off x="2884907" y="5171961"/>
            <a:ext cx="4033912" cy="325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800"/>
              </a:lnSpc>
            </a:pPr>
            <a:r>
              <a:rPr lang="en-US" sz="1600" dirty="0">
                <a:latin typeface="Arial"/>
                <a:cs typeface="Arial"/>
              </a:rPr>
              <a:t>Communication to/from controlled devices</a:t>
            </a:r>
          </a:p>
        </p:txBody>
      </p:sp>
      <p:grpSp>
        <p:nvGrpSpPr>
          <p:cNvPr id="401" name="Group 400"/>
          <p:cNvGrpSpPr/>
          <p:nvPr/>
        </p:nvGrpSpPr>
        <p:grpSpPr>
          <a:xfrm>
            <a:off x="2798837" y="4140643"/>
            <a:ext cx="1244650" cy="459826"/>
            <a:chOff x="3128876" y="457817"/>
            <a:chExt cx="1432326" cy="459826"/>
          </a:xfrm>
        </p:grpSpPr>
        <p:sp>
          <p:nvSpPr>
            <p:cNvPr id="402" name="Rounded Rectangle 401"/>
            <p:cNvSpPr/>
            <p:nvPr/>
          </p:nvSpPr>
          <p:spPr>
            <a:xfrm>
              <a:off x="3128876" y="457817"/>
              <a:ext cx="1432326" cy="459826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>
              <a:solidFill>
                <a:schemeClr val="accent1">
                  <a:lumMod val="20000"/>
                  <a:lumOff val="80000"/>
                </a:schemeClr>
              </a:solidFill>
            </a:ln>
            <a:effectLst>
              <a:outerShdw blurRad="50800" dist="38100" dir="2700000" algn="tl" rotWithShape="0">
                <a:schemeClr val="accent1">
                  <a:lumMod val="75000"/>
                  <a:alpha val="99000"/>
                </a:schemeClr>
              </a:outerShdw>
            </a:effectLst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403" name="TextBox 402"/>
            <p:cNvSpPr txBox="1"/>
            <p:nvPr/>
          </p:nvSpPr>
          <p:spPr>
            <a:xfrm>
              <a:off x="3198388" y="541671"/>
              <a:ext cx="1302385" cy="2992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ts val="1600"/>
                </a:lnSpc>
              </a:pPr>
              <a:r>
                <a:rPr lang="en-US" sz="1400" dirty="0">
                  <a:latin typeface="Arial"/>
                  <a:cs typeface="Arial"/>
                </a:rPr>
                <a:t>Link-state info</a:t>
              </a:r>
            </a:p>
          </p:txBody>
        </p:sp>
      </p:grpSp>
      <p:grpSp>
        <p:nvGrpSpPr>
          <p:cNvPr id="404" name="Group 403"/>
          <p:cNvGrpSpPr/>
          <p:nvPr/>
        </p:nvGrpSpPr>
        <p:grpSpPr>
          <a:xfrm>
            <a:off x="5882441" y="4140643"/>
            <a:ext cx="1022824" cy="459826"/>
            <a:chOff x="3086839" y="457817"/>
            <a:chExt cx="1525489" cy="459826"/>
          </a:xfrm>
        </p:grpSpPr>
        <p:sp>
          <p:nvSpPr>
            <p:cNvPr id="405" name="Rounded Rectangle 404"/>
            <p:cNvSpPr/>
            <p:nvPr/>
          </p:nvSpPr>
          <p:spPr>
            <a:xfrm>
              <a:off x="3128876" y="457817"/>
              <a:ext cx="1432326" cy="459826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>
              <a:solidFill>
                <a:schemeClr val="accent1">
                  <a:lumMod val="20000"/>
                  <a:lumOff val="80000"/>
                </a:schemeClr>
              </a:solidFill>
            </a:ln>
            <a:effectLst>
              <a:outerShdw blurRad="50800" dist="38100" dir="2700000" algn="tl" rotWithShape="0">
                <a:schemeClr val="accent1">
                  <a:lumMod val="75000"/>
                  <a:alpha val="99000"/>
                </a:schemeClr>
              </a:outerShdw>
            </a:effectLst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406" name="TextBox 405"/>
            <p:cNvSpPr txBox="1"/>
            <p:nvPr/>
          </p:nvSpPr>
          <p:spPr>
            <a:xfrm>
              <a:off x="3086839" y="541671"/>
              <a:ext cx="1525489" cy="2992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ts val="1600"/>
                </a:lnSpc>
              </a:pPr>
              <a:r>
                <a:rPr lang="en-US" sz="1400" dirty="0">
                  <a:latin typeface="Arial"/>
                  <a:cs typeface="Arial"/>
                </a:rPr>
                <a:t>switch info</a:t>
              </a:r>
            </a:p>
          </p:txBody>
        </p:sp>
      </p:grpSp>
      <p:grpSp>
        <p:nvGrpSpPr>
          <p:cNvPr id="407" name="Group 406"/>
          <p:cNvGrpSpPr/>
          <p:nvPr/>
        </p:nvGrpSpPr>
        <p:grpSpPr>
          <a:xfrm>
            <a:off x="4190969" y="4140643"/>
            <a:ext cx="960359" cy="459826"/>
            <a:chOff x="3128876" y="457817"/>
            <a:chExt cx="1432326" cy="459826"/>
          </a:xfrm>
        </p:grpSpPr>
        <p:sp>
          <p:nvSpPr>
            <p:cNvPr id="408" name="Rounded Rectangle 407"/>
            <p:cNvSpPr/>
            <p:nvPr/>
          </p:nvSpPr>
          <p:spPr>
            <a:xfrm>
              <a:off x="3128876" y="457817"/>
              <a:ext cx="1432326" cy="459826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>
              <a:solidFill>
                <a:schemeClr val="accent1">
                  <a:lumMod val="20000"/>
                  <a:lumOff val="80000"/>
                </a:schemeClr>
              </a:solidFill>
            </a:ln>
            <a:effectLst>
              <a:outerShdw blurRad="50800" dist="38100" dir="2700000" algn="tl" rotWithShape="0">
                <a:schemeClr val="accent1">
                  <a:lumMod val="75000"/>
                  <a:alpha val="99000"/>
                </a:schemeClr>
              </a:outerShdw>
            </a:effectLst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409" name="TextBox 408"/>
            <p:cNvSpPr txBox="1"/>
            <p:nvPr/>
          </p:nvSpPr>
          <p:spPr>
            <a:xfrm>
              <a:off x="3205754" y="541671"/>
              <a:ext cx="1287660" cy="2992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ts val="1600"/>
                </a:lnSpc>
              </a:pPr>
              <a:r>
                <a:rPr lang="en-US" sz="1400" dirty="0">
                  <a:latin typeface="Arial"/>
                  <a:cs typeface="Arial"/>
                </a:rPr>
                <a:t>host info</a:t>
              </a:r>
            </a:p>
          </p:txBody>
        </p:sp>
      </p:grpSp>
      <p:grpSp>
        <p:nvGrpSpPr>
          <p:cNvPr id="410" name="Group 409"/>
          <p:cNvGrpSpPr/>
          <p:nvPr/>
        </p:nvGrpSpPr>
        <p:grpSpPr>
          <a:xfrm>
            <a:off x="3647075" y="3277496"/>
            <a:ext cx="889706" cy="459826"/>
            <a:chOff x="3128876" y="457817"/>
            <a:chExt cx="1432326" cy="459826"/>
          </a:xfrm>
        </p:grpSpPr>
        <p:sp>
          <p:nvSpPr>
            <p:cNvPr id="411" name="Rounded Rectangle 410"/>
            <p:cNvSpPr/>
            <p:nvPr/>
          </p:nvSpPr>
          <p:spPr>
            <a:xfrm>
              <a:off x="3128876" y="457817"/>
              <a:ext cx="1432326" cy="459826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>
              <a:solidFill>
                <a:schemeClr val="accent1">
                  <a:lumMod val="20000"/>
                  <a:lumOff val="80000"/>
                </a:schemeClr>
              </a:solidFill>
            </a:ln>
            <a:effectLst>
              <a:outerShdw blurRad="50800" dist="38100" dir="2700000" algn="tl" rotWithShape="0">
                <a:schemeClr val="accent1">
                  <a:lumMod val="75000"/>
                  <a:alpha val="99000"/>
                </a:schemeClr>
              </a:outerShdw>
            </a:effectLst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412" name="TextBox 411"/>
            <p:cNvSpPr txBox="1"/>
            <p:nvPr/>
          </p:nvSpPr>
          <p:spPr>
            <a:xfrm>
              <a:off x="3198565" y="541671"/>
              <a:ext cx="1302042" cy="2992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ts val="1600"/>
                </a:lnSpc>
              </a:pPr>
              <a:r>
                <a:rPr lang="en-US" sz="1400" dirty="0">
                  <a:latin typeface="Arial"/>
                  <a:cs typeface="Arial"/>
                </a:rPr>
                <a:t>statistics</a:t>
              </a:r>
            </a:p>
          </p:txBody>
        </p:sp>
      </p:grpSp>
      <p:grpSp>
        <p:nvGrpSpPr>
          <p:cNvPr id="413" name="Group 412"/>
          <p:cNvGrpSpPr/>
          <p:nvPr/>
        </p:nvGrpSpPr>
        <p:grpSpPr>
          <a:xfrm>
            <a:off x="5445049" y="3289355"/>
            <a:ext cx="1032905" cy="459826"/>
            <a:chOff x="3079326" y="457817"/>
            <a:chExt cx="1540525" cy="459826"/>
          </a:xfrm>
        </p:grpSpPr>
        <p:sp>
          <p:nvSpPr>
            <p:cNvPr id="414" name="Rounded Rectangle 413"/>
            <p:cNvSpPr/>
            <p:nvPr/>
          </p:nvSpPr>
          <p:spPr>
            <a:xfrm>
              <a:off x="3128876" y="457817"/>
              <a:ext cx="1432326" cy="459826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>
              <a:solidFill>
                <a:schemeClr val="accent1">
                  <a:lumMod val="20000"/>
                  <a:lumOff val="80000"/>
                </a:schemeClr>
              </a:solidFill>
            </a:ln>
            <a:effectLst>
              <a:outerShdw blurRad="50800" dist="38100" dir="2700000" algn="tl" rotWithShape="0">
                <a:schemeClr val="accent1">
                  <a:lumMod val="75000"/>
                  <a:alpha val="99000"/>
                </a:schemeClr>
              </a:outerShdw>
            </a:effectLst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415" name="TextBox 414"/>
            <p:cNvSpPr txBox="1"/>
            <p:nvPr/>
          </p:nvSpPr>
          <p:spPr>
            <a:xfrm>
              <a:off x="3079326" y="541671"/>
              <a:ext cx="1540525" cy="2992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ts val="1600"/>
                </a:lnSpc>
              </a:pPr>
              <a:r>
                <a:rPr lang="en-US" sz="1400" dirty="0">
                  <a:latin typeface="Arial"/>
                  <a:cs typeface="Arial"/>
                </a:rPr>
                <a:t>flow tables</a:t>
              </a:r>
            </a:p>
          </p:txBody>
        </p:sp>
      </p:grpSp>
      <p:sp>
        <p:nvSpPr>
          <p:cNvPr id="416" name="TextBox 415"/>
          <p:cNvSpPr txBox="1"/>
          <p:nvPr/>
        </p:nvSpPr>
        <p:spPr>
          <a:xfrm>
            <a:off x="4667424" y="3073206"/>
            <a:ext cx="57023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…  </a:t>
            </a:r>
          </a:p>
        </p:txBody>
      </p:sp>
      <p:sp>
        <p:nvSpPr>
          <p:cNvPr id="417" name="TextBox 416"/>
          <p:cNvSpPr txBox="1"/>
          <p:nvPr/>
        </p:nvSpPr>
        <p:spPr>
          <a:xfrm>
            <a:off x="5213945" y="3979419"/>
            <a:ext cx="595035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…  </a:t>
            </a:r>
          </a:p>
        </p:txBody>
      </p:sp>
      <p:grpSp>
        <p:nvGrpSpPr>
          <p:cNvPr id="418" name="Group 417"/>
          <p:cNvGrpSpPr/>
          <p:nvPr/>
        </p:nvGrpSpPr>
        <p:grpSpPr>
          <a:xfrm>
            <a:off x="3400736" y="4871857"/>
            <a:ext cx="1257452" cy="286824"/>
            <a:chOff x="3128876" y="457775"/>
            <a:chExt cx="1432326" cy="459868"/>
          </a:xfrm>
        </p:grpSpPr>
        <p:sp>
          <p:nvSpPr>
            <p:cNvPr id="419" name="Rounded Rectangle 418"/>
            <p:cNvSpPr/>
            <p:nvPr/>
          </p:nvSpPr>
          <p:spPr>
            <a:xfrm>
              <a:off x="3128876" y="457817"/>
              <a:ext cx="1432326" cy="459826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>
              <a:solidFill>
                <a:schemeClr val="accent1">
                  <a:lumMod val="20000"/>
                  <a:lumOff val="80000"/>
                </a:schemeClr>
              </a:solidFill>
            </a:ln>
            <a:effectLst>
              <a:outerShdw blurRad="50800" dist="38100" dir="2700000" algn="tl" rotWithShape="0">
                <a:schemeClr val="accent1">
                  <a:lumMod val="75000"/>
                  <a:alpha val="99000"/>
                </a:schemeClr>
              </a:outerShdw>
            </a:effectLst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420" name="TextBox 419"/>
            <p:cNvSpPr txBox="1"/>
            <p:nvPr/>
          </p:nvSpPr>
          <p:spPr>
            <a:xfrm>
              <a:off x="3278378" y="457775"/>
              <a:ext cx="1142401" cy="2992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ts val="1600"/>
                </a:lnSpc>
              </a:pPr>
              <a:r>
                <a:rPr lang="en-US" sz="1400" dirty="0">
                  <a:latin typeface="Arial"/>
                  <a:cs typeface="Arial"/>
                </a:rPr>
                <a:t>OpenFlow</a:t>
              </a:r>
            </a:p>
          </p:txBody>
        </p:sp>
      </p:grpSp>
      <p:grpSp>
        <p:nvGrpSpPr>
          <p:cNvPr id="421" name="Group 420"/>
          <p:cNvGrpSpPr/>
          <p:nvPr/>
        </p:nvGrpSpPr>
        <p:grpSpPr>
          <a:xfrm>
            <a:off x="5269968" y="4876640"/>
            <a:ext cx="1244650" cy="307410"/>
            <a:chOff x="3128876" y="457817"/>
            <a:chExt cx="1432326" cy="459826"/>
          </a:xfrm>
        </p:grpSpPr>
        <p:sp>
          <p:nvSpPr>
            <p:cNvPr id="422" name="Rounded Rectangle 421"/>
            <p:cNvSpPr/>
            <p:nvPr/>
          </p:nvSpPr>
          <p:spPr>
            <a:xfrm>
              <a:off x="3128876" y="457817"/>
              <a:ext cx="1432326" cy="459826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>
              <a:solidFill>
                <a:schemeClr val="accent1">
                  <a:lumMod val="20000"/>
                  <a:lumOff val="80000"/>
                </a:schemeClr>
              </a:solidFill>
            </a:ln>
            <a:effectLst>
              <a:outerShdw blurRad="50800" dist="38100" dir="2700000" algn="tl" rotWithShape="0">
                <a:schemeClr val="accent1">
                  <a:lumMod val="75000"/>
                  <a:alpha val="99000"/>
                </a:schemeClr>
              </a:outerShdw>
            </a:effectLst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423" name="TextBox 422"/>
            <p:cNvSpPr txBox="1"/>
            <p:nvPr/>
          </p:nvSpPr>
          <p:spPr>
            <a:xfrm>
              <a:off x="3446730" y="484746"/>
              <a:ext cx="805702" cy="2992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ts val="1600"/>
                </a:lnSpc>
              </a:pPr>
              <a:r>
                <a:rPr lang="en-US" sz="1400" dirty="0">
                  <a:latin typeface="Arial"/>
                  <a:cs typeface="Arial"/>
                </a:rPr>
                <a:t>SNMP</a:t>
              </a:r>
            </a:p>
          </p:txBody>
        </p:sp>
      </p:grpSp>
      <p:sp>
        <p:nvSpPr>
          <p:cNvPr id="424" name="TextBox 423"/>
          <p:cNvSpPr txBox="1"/>
          <p:nvPr/>
        </p:nvSpPr>
        <p:spPr>
          <a:xfrm>
            <a:off x="4652725" y="4585147"/>
            <a:ext cx="595035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…  </a:t>
            </a:r>
          </a:p>
        </p:txBody>
      </p:sp>
      <p:cxnSp>
        <p:nvCxnSpPr>
          <p:cNvPr id="436" name="Straight Connector 435"/>
          <p:cNvCxnSpPr>
            <a:endCxn id="211" idx="4"/>
          </p:cNvCxnSpPr>
          <p:nvPr/>
        </p:nvCxnSpPr>
        <p:spPr bwMode="auto">
          <a:xfrm flipV="1">
            <a:off x="3368749" y="1866354"/>
            <a:ext cx="4943" cy="388092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bg2">
                <a:lumMod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37" name="Straight Connector 436"/>
          <p:cNvCxnSpPr>
            <a:endCxn id="215" idx="2"/>
          </p:cNvCxnSpPr>
          <p:nvPr/>
        </p:nvCxnSpPr>
        <p:spPr bwMode="auto">
          <a:xfrm flipH="1" flipV="1">
            <a:off x="4598166" y="1876324"/>
            <a:ext cx="5609" cy="302391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bg2">
                <a:lumMod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8" name="Straight Connector 147"/>
          <p:cNvCxnSpPr/>
          <p:nvPr/>
        </p:nvCxnSpPr>
        <p:spPr bwMode="auto">
          <a:xfrm>
            <a:off x="2606437" y="2342893"/>
            <a:ext cx="4818331" cy="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46" name="Rounded Rectangle 145"/>
          <p:cNvSpPr/>
          <p:nvPr/>
        </p:nvSpPr>
        <p:spPr>
          <a:xfrm>
            <a:off x="2479739" y="2182258"/>
            <a:ext cx="4951677" cy="932987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 w="12700">
            <a:noFill/>
            <a:tailEnd type="arrow"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grpSp>
        <p:nvGrpSpPr>
          <p:cNvPr id="425" name="Group 424"/>
          <p:cNvGrpSpPr/>
          <p:nvPr/>
        </p:nvGrpSpPr>
        <p:grpSpPr>
          <a:xfrm>
            <a:off x="2969133" y="2550631"/>
            <a:ext cx="1033900" cy="504412"/>
            <a:chOff x="3103238" y="432317"/>
            <a:chExt cx="1461287" cy="504412"/>
          </a:xfrm>
        </p:grpSpPr>
        <p:sp>
          <p:nvSpPr>
            <p:cNvPr id="426" name="Rounded Rectangle 425"/>
            <p:cNvSpPr/>
            <p:nvPr/>
          </p:nvSpPr>
          <p:spPr>
            <a:xfrm>
              <a:off x="3128876" y="457817"/>
              <a:ext cx="1432326" cy="459826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>
              <a:solidFill>
                <a:schemeClr val="accent1">
                  <a:lumMod val="20000"/>
                  <a:lumOff val="80000"/>
                </a:schemeClr>
              </a:solidFill>
            </a:ln>
            <a:effectLst>
              <a:outerShdw blurRad="50800" dist="38100" dir="2700000" algn="tl" rotWithShape="0">
                <a:schemeClr val="accent1">
                  <a:lumMod val="75000"/>
                  <a:alpha val="99000"/>
                </a:schemeClr>
              </a:outerShdw>
            </a:effectLst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427" name="TextBox 426"/>
            <p:cNvSpPr txBox="1"/>
            <p:nvPr/>
          </p:nvSpPr>
          <p:spPr>
            <a:xfrm>
              <a:off x="3103238" y="432317"/>
              <a:ext cx="1461287" cy="50441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1600"/>
                </a:lnSpc>
              </a:pPr>
              <a:r>
                <a:rPr lang="en-US" sz="1400" dirty="0">
                  <a:latin typeface="Arial"/>
                  <a:cs typeface="Arial"/>
                </a:rPr>
                <a:t>network graph</a:t>
              </a:r>
            </a:p>
          </p:txBody>
        </p:sp>
      </p:grpSp>
      <p:grpSp>
        <p:nvGrpSpPr>
          <p:cNvPr id="428" name="Group 427"/>
          <p:cNvGrpSpPr/>
          <p:nvPr/>
        </p:nvGrpSpPr>
        <p:grpSpPr>
          <a:xfrm>
            <a:off x="5936687" y="2596585"/>
            <a:ext cx="1033900" cy="459826"/>
            <a:chOff x="3103238" y="457817"/>
            <a:chExt cx="1461287" cy="459826"/>
          </a:xfrm>
        </p:grpSpPr>
        <p:sp>
          <p:nvSpPr>
            <p:cNvPr id="429" name="Rounded Rectangle 428"/>
            <p:cNvSpPr/>
            <p:nvPr/>
          </p:nvSpPr>
          <p:spPr>
            <a:xfrm>
              <a:off x="3128876" y="457817"/>
              <a:ext cx="1432326" cy="459826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>
              <a:solidFill>
                <a:schemeClr val="accent1">
                  <a:lumMod val="20000"/>
                  <a:lumOff val="80000"/>
                </a:schemeClr>
              </a:solidFill>
            </a:ln>
            <a:effectLst>
              <a:outerShdw blurRad="50800" dist="38100" dir="2700000" algn="tl" rotWithShape="0">
                <a:schemeClr val="accent1">
                  <a:lumMod val="75000"/>
                  <a:alpha val="99000"/>
                </a:schemeClr>
              </a:outerShdw>
            </a:effectLst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430" name="TextBox 429"/>
            <p:cNvSpPr txBox="1"/>
            <p:nvPr/>
          </p:nvSpPr>
          <p:spPr>
            <a:xfrm>
              <a:off x="3103238" y="553253"/>
              <a:ext cx="1461287" cy="2992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1600"/>
                </a:lnSpc>
              </a:pPr>
              <a:r>
                <a:rPr lang="en-US" sz="1400" dirty="0">
                  <a:latin typeface="Arial"/>
                  <a:cs typeface="Arial"/>
                </a:rPr>
                <a:t>intent</a:t>
              </a:r>
            </a:p>
          </p:txBody>
        </p:sp>
      </p:grpSp>
      <p:grpSp>
        <p:nvGrpSpPr>
          <p:cNvPr id="431" name="Group 430"/>
          <p:cNvGrpSpPr/>
          <p:nvPr/>
        </p:nvGrpSpPr>
        <p:grpSpPr>
          <a:xfrm>
            <a:off x="4160760" y="2549087"/>
            <a:ext cx="1033900" cy="504412"/>
            <a:chOff x="3103238" y="432317"/>
            <a:chExt cx="1461287" cy="504412"/>
          </a:xfrm>
        </p:grpSpPr>
        <p:sp>
          <p:nvSpPr>
            <p:cNvPr id="432" name="Rounded Rectangle 431"/>
            <p:cNvSpPr/>
            <p:nvPr/>
          </p:nvSpPr>
          <p:spPr>
            <a:xfrm>
              <a:off x="3128876" y="457817"/>
              <a:ext cx="1432326" cy="459826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>
              <a:solidFill>
                <a:schemeClr val="accent1">
                  <a:lumMod val="20000"/>
                  <a:lumOff val="80000"/>
                </a:schemeClr>
              </a:solidFill>
            </a:ln>
            <a:effectLst>
              <a:outerShdw blurRad="50800" dist="38100" dir="2700000" algn="tl" rotWithShape="0">
                <a:schemeClr val="accent1">
                  <a:lumMod val="75000"/>
                  <a:alpha val="99000"/>
                </a:schemeClr>
              </a:outerShdw>
            </a:effectLst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433" name="TextBox 432"/>
            <p:cNvSpPr txBox="1"/>
            <p:nvPr/>
          </p:nvSpPr>
          <p:spPr>
            <a:xfrm>
              <a:off x="3103238" y="432317"/>
              <a:ext cx="1461287" cy="50441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1600"/>
                </a:lnSpc>
              </a:pPr>
              <a:r>
                <a:rPr lang="en-US" sz="1400" dirty="0" err="1">
                  <a:latin typeface="Arial"/>
                  <a:cs typeface="Arial"/>
                </a:rPr>
                <a:t>RESTful</a:t>
              </a:r>
              <a:endParaRPr lang="en-US" sz="1400" dirty="0">
                <a:latin typeface="Arial"/>
                <a:cs typeface="Arial"/>
              </a:endParaRPr>
            </a:p>
            <a:p>
              <a:pPr algn="ctr">
                <a:lnSpc>
                  <a:spcPts val="1600"/>
                </a:lnSpc>
              </a:pPr>
              <a:r>
                <a:rPr lang="en-US" sz="1400" dirty="0">
                  <a:latin typeface="Arial"/>
                  <a:cs typeface="Arial"/>
                </a:rPr>
                <a:t>API</a:t>
              </a:r>
            </a:p>
          </p:txBody>
        </p:sp>
      </p:grpSp>
      <p:sp>
        <p:nvSpPr>
          <p:cNvPr id="434" name="TextBox 433"/>
          <p:cNvSpPr txBox="1"/>
          <p:nvPr/>
        </p:nvSpPr>
        <p:spPr>
          <a:xfrm>
            <a:off x="5282722" y="2399633"/>
            <a:ext cx="627904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…  </a:t>
            </a:r>
          </a:p>
        </p:txBody>
      </p:sp>
      <p:sp>
        <p:nvSpPr>
          <p:cNvPr id="391" name="TextBox 390"/>
          <p:cNvSpPr txBox="1"/>
          <p:nvPr/>
        </p:nvSpPr>
        <p:spPr>
          <a:xfrm>
            <a:off x="2710618" y="2216488"/>
            <a:ext cx="4914815" cy="325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800"/>
              </a:lnSpc>
            </a:pPr>
            <a:r>
              <a:rPr lang="en-US" sz="1600" dirty="0">
                <a:latin typeface="Arial"/>
                <a:cs typeface="Arial"/>
              </a:rPr>
              <a:t>Interface, abstractions for network control apps</a:t>
            </a:r>
          </a:p>
        </p:txBody>
      </p:sp>
      <p:cxnSp>
        <p:nvCxnSpPr>
          <p:cNvPr id="549" name="Straight Connector 548"/>
          <p:cNvCxnSpPr/>
          <p:nvPr/>
        </p:nvCxnSpPr>
        <p:spPr bwMode="auto">
          <a:xfrm>
            <a:off x="2561183" y="2010842"/>
            <a:ext cx="4753400" cy="19546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6" name="TextBox 15"/>
          <p:cNvSpPr txBox="1"/>
          <p:nvPr/>
        </p:nvSpPr>
        <p:spPr>
          <a:xfrm>
            <a:off x="7493875" y="3521589"/>
            <a:ext cx="146227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SDN</a:t>
            </a:r>
          </a:p>
          <a:p>
            <a:pPr algn="ctr"/>
            <a:r>
              <a:rPr lang="en-US" sz="2400" dirty="0"/>
              <a:t>controller</a:t>
            </a:r>
          </a:p>
        </p:txBody>
      </p:sp>
      <p:grpSp>
        <p:nvGrpSpPr>
          <p:cNvPr id="147" name="Group 146"/>
          <p:cNvGrpSpPr/>
          <p:nvPr/>
        </p:nvGrpSpPr>
        <p:grpSpPr>
          <a:xfrm>
            <a:off x="3471457" y="5780474"/>
            <a:ext cx="2979208" cy="973667"/>
            <a:chOff x="2592388" y="5601756"/>
            <a:chExt cx="4027487" cy="939800"/>
          </a:xfrm>
        </p:grpSpPr>
        <p:sp>
          <p:nvSpPr>
            <p:cNvPr id="149" name="Freeform 2"/>
            <p:cNvSpPr>
              <a:spLocks/>
            </p:cNvSpPr>
            <p:nvPr/>
          </p:nvSpPr>
          <p:spPr bwMode="auto">
            <a:xfrm>
              <a:off x="2592388" y="5601756"/>
              <a:ext cx="4027487" cy="939800"/>
            </a:xfrm>
            <a:custGeom>
              <a:avLst/>
              <a:gdLst>
                <a:gd name="T0" fmla="*/ 648763 w 10001"/>
                <a:gd name="T1" fmla="*/ 34777612 h 10125"/>
                <a:gd name="T2" fmla="*/ 115976403 w 10001"/>
                <a:gd name="T3" fmla="*/ 13733703 h 10125"/>
                <a:gd name="T4" fmla="*/ 507700960 w 10001"/>
                <a:gd name="T5" fmla="*/ 8662125 h 10125"/>
                <a:gd name="T6" fmla="*/ 810212713 w 10001"/>
                <a:gd name="T7" fmla="*/ 0 h 10125"/>
                <a:gd name="T8" fmla="*/ 1090015738 w 10001"/>
                <a:gd name="T9" fmla="*/ 8687929 h 10125"/>
                <a:gd name="T10" fmla="*/ 1310938763 w 10001"/>
                <a:gd name="T11" fmla="*/ 4279362 h 10125"/>
                <a:gd name="T12" fmla="*/ 1620263134 w 10001"/>
                <a:gd name="T13" fmla="*/ 25736690 h 10125"/>
                <a:gd name="T14" fmla="*/ 1394798364 w 10001"/>
                <a:gd name="T15" fmla="*/ 58525268 h 10125"/>
                <a:gd name="T16" fmla="*/ 1134622140 w 10001"/>
                <a:gd name="T17" fmla="*/ 80266624 h 10125"/>
                <a:gd name="T18" fmla="*/ 860820276 w 10001"/>
                <a:gd name="T19" fmla="*/ 76142271 h 10125"/>
                <a:gd name="T20" fmla="*/ 708996782 w 10001"/>
                <a:gd name="T21" fmla="*/ 85346835 h 10125"/>
                <a:gd name="T22" fmla="*/ 509322667 w 10001"/>
                <a:gd name="T23" fmla="*/ 86268164 h 10125"/>
                <a:gd name="T24" fmla="*/ 353443899 w 10001"/>
                <a:gd name="T25" fmla="*/ 67979516 h 10125"/>
                <a:gd name="T26" fmla="*/ 192536914 w 10001"/>
                <a:gd name="T27" fmla="*/ 64535347 h 10125"/>
                <a:gd name="T28" fmla="*/ 648763 w 10001"/>
                <a:gd name="T29" fmla="*/ 34777612 h 10125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10001" h="10125">
                  <a:moveTo>
                    <a:pt x="4" y="4039"/>
                  </a:moveTo>
                  <a:cubicBezTo>
                    <a:pt x="-29" y="2271"/>
                    <a:pt x="194" y="2100"/>
                    <a:pt x="715" y="1595"/>
                  </a:cubicBezTo>
                  <a:cubicBezTo>
                    <a:pt x="1236" y="1089"/>
                    <a:pt x="2417" y="1272"/>
                    <a:pt x="3130" y="1006"/>
                  </a:cubicBezTo>
                  <a:cubicBezTo>
                    <a:pt x="3843" y="740"/>
                    <a:pt x="4397" y="0"/>
                    <a:pt x="4995" y="0"/>
                  </a:cubicBezTo>
                  <a:cubicBezTo>
                    <a:pt x="5593" y="1"/>
                    <a:pt x="6206" y="926"/>
                    <a:pt x="6720" y="1009"/>
                  </a:cubicBezTo>
                  <a:cubicBezTo>
                    <a:pt x="7234" y="1092"/>
                    <a:pt x="7536" y="241"/>
                    <a:pt x="8082" y="497"/>
                  </a:cubicBezTo>
                  <a:cubicBezTo>
                    <a:pt x="8628" y="756"/>
                    <a:pt x="9854" y="442"/>
                    <a:pt x="9989" y="2989"/>
                  </a:cubicBezTo>
                  <a:cubicBezTo>
                    <a:pt x="10124" y="5536"/>
                    <a:pt x="9098" y="5742"/>
                    <a:pt x="8599" y="6797"/>
                  </a:cubicBezTo>
                  <a:cubicBezTo>
                    <a:pt x="8100" y="7852"/>
                    <a:pt x="7544" y="8981"/>
                    <a:pt x="6995" y="9322"/>
                  </a:cubicBezTo>
                  <a:cubicBezTo>
                    <a:pt x="6446" y="9663"/>
                    <a:pt x="5793" y="8957"/>
                    <a:pt x="5307" y="8843"/>
                  </a:cubicBezTo>
                  <a:cubicBezTo>
                    <a:pt x="4819" y="8726"/>
                    <a:pt x="4628" y="10048"/>
                    <a:pt x="4371" y="9912"/>
                  </a:cubicBezTo>
                  <a:cubicBezTo>
                    <a:pt x="4114" y="9775"/>
                    <a:pt x="3505" y="10355"/>
                    <a:pt x="3140" y="10019"/>
                  </a:cubicBezTo>
                  <a:cubicBezTo>
                    <a:pt x="2774" y="9683"/>
                    <a:pt x="2820" y="8138"/>
                    <a:pt x="2179" y="7895"/>
                  </a:cubicBezTo>
                  <a:cubicBezTo>
                    <a:pt x="1586" y="6800"/>
                    <a:pt x="1549" y="8137"/>
                    <a:pt x="1187" y="7495"/>
                  </a:cubicBezTo>
                  <a:cubicBezTo>
                    <a:pt x="825" y="6852"/>
                    <a:pt x="-7" y="6157"/>
                    <a:pt x="4" y="4039"/>
                  </a:cubicBezTo>
                  <a:close/>
                </a:path>
              </a:pathLst>
            </a:custGeom>
            <a:solidFill>
              <a:srgbClr val="66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cxnSp>
          <p:nvCxnSpPr>
            <p:cNvPr id="150" name="Straight Connector 149"/>
            <p:cNvCxnSpPr/>
            <p:nvPr/>
          </p:nvCxnSpPr>
          <p:spPr>
            <a:xfrm flipV="1">
              <a:off x="3262941" y="5752569"/>
              <a:ext cx="1316038" cy="131762"/>
            </a:xfrm>
            <a:prstGeom prst="line">
              <a:avLst/>
            </a:prstGeom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Straight Connector 150"/>
            <p:cNvCxnSpPr/>
            <p:nvPr/>
          </p:nvCxnSpPr>
          <p:spPr>
            <a:xfrm>
              <a:off x="3151816" y="5939894"/>
              <a:ext cx="2259013" cy="298450"/>
            </a:xfrm>
            <a:prstGeom prst="line">
              <a:avLst/>
            </a:prstGeom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Straight Connector 151"/>
            <p:cNvCxnSpPr/>
            <p:nvPr/>
          </p:nvCxnSpPr>
          <p:spPr>
            <a:xfrm>
              <a:off x="3164516" y="6044669"/>
              <a:ext cx="714375" cy="276225"/>
            </a:xfrm>
            <a:prstGeom prst="line">
              <a:avLst/>
            </a:prstGeom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Straight Connector 152"/>
            <p:cNvCxnSpPr/>
            <p:nvPr/>
          </p:nvCxnSpPr>
          <p:spPr>
            <a:xfrm flipV="1">
              <a:off x="4182104" y="6238344"/>
              <a:ext cx="1247775" cy="82550"/>
            </a:xfrm>
            <a:prstGeom prst="line">
              <a:avLst/>
            </a:prstGeom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Straight Connector 153"/>
            <p:cNvCxnSpPr/>
            <p:nvPr/>
          </p:nvCxnSpPr>
          <p:spPr>
            <a:xfrm>
              <a:off x="4842504" y="5785906"/>
              <a:ext cx="1057275" cy="123825"/>
            </a:xfrm>
            <a:prstGeom prst="line">
              <a:avLst/>
            </a:prstGeom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Straight Connector 154"/>
            <p:cNvCxnSpPr/>
            <p:nvPr/>
          </p:nvCxnSpPr>
          <p:spPr>
            <a:xfrm flipV="1">
              <a:off x="4126541" y="5939894"/>
              <a:ext cx="1790700" cy="298450"/>
            </a:xfrm>
            <a:prstGeom prst="line">
              <a:avLst/>
            </a:prstGeom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Straight Connector 155"/>
            <p:cNvCxnSpPr/>
            <p:nvPr/>
          </p:nvCxnSpPr>
          <p:spPr>
            <a:xfrm flipV="1">
              <a:off x="5453691" y="5968469"/>
              <a:ext cx="588963" cy="269875"/>
            </a:xfrm>
            <a:prstGeom prst="line">
              <a:avLst/>
            </a:prstGeom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Straight Connector 156"/>
            <p:cNvCxnSpPr/>
            <p:nvPr/>
          </p:nvCxnSpPr>
          <p:spPr>
            <a:xfrm>
              <a:off x="4596441" y="5752569"/>
              <a:ext cx="814388" cy="401637"/>
            </a:xfrm>
            <a:prstGeom prst="line">
              <a:avLst/>
            </a:prstGeom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58" name="Group 347"/>
            <p:cNvGrpSpPr>
              <a:grpSpLocks/>
            </p:cNvGrpSpPr>
            <p:nvPr/>
          </p:nvGrpSpPr>
          <p:grpSpPr bwMode="auto">
            <a:xfrm>
              <a:off x="5856401" y="5796097"/>
              <a:ext cx="588970" cy="242608"/>
              <a:chOff x="1871277" y="1576300"/>
              <a:chExt cx="1128371" cy="437861"/>
            </a:xfrm>
          </p:grpSpPr>
          <p:sp>
            <p:nvSpPr>
              <p:cNvPr id="200" name="Oval 199"/>
              <p:cNvSpPr/>
              <p:nvPr/>
            </p:nvSpPr>
            <p:spPr bwMode="auto">
              <a:xfrm flipV="1">
                <a:off x="1874446" y="1694641"/>
                <a:ext cx="1125202" cy="319520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2">
                      <a:lumMod val="75000"/>
                    </a:schemeClr>
                  </a:gs>
                  <a:gs pos="5300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accent2">
                      <a:lumMod val="75000"/>
                    </a:schemeClr>
                  </a:gs>
                </a:gsLst>
                <a:lin ang="0" scaled="1"/>
                <a:tileRect/>
              </a:gradFill>
              <a:ln w="6350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>
                  <a:ln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201" name="Rectangle 200"/>
              <p:cNvSpPr/>
              <p:nvPr/>
            </p:nvSpPr>
            <p:spPr bwMode="auto">
              <a:xfrm>
                <a:off x="1871277" y="1739611"/>
                <a:ext cx="1128371" cy="115973"/>
              </a:xfrm>
              <a:prstGeom prst="rect">
                <a:avLst/>
              </a:prstGeom>
              <a:gradFill>
                <a:gsLst>
                  <a:gs pos="0">
                    <a:schemeClr val="accent2">
                      <a:lumMod val="75000"/>
                    </a:schemeClr>
                  </a:gs>
                  <a:gs pos="5300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accent2">
                      <a:lumMod val="75000"/>
                    </a:schemeClr>
                  </a:gs>
                </a:gsLst>
                <a:lin ang="10800000" scaled="0"/>
              </a:gradFill>
              <a:ln w="25400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202" name="Oval 201"/>
              <p:cNvSpPr/>
              <p:nvPr/>
            </p:nvSpPr>
            <p:spPr bwMode="auto">
              <a:xfrm flipV="1">
                <a:off x="1871277" y="1576300"/>
                <a:ext cx="1125200" cy="31952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 w="6350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>
                  <a:ln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203" name="Freeform 202"/>
              <p:cNvSpPr/>
              <p:nvPr/>
            </p:nvSpPr>
            <p:spPr bwMode="auto">
              <a:xfrm>
                <a:off x="2159708" y="1673340"/>
                <a:ext cx="548339" cy="160943"/>
              </a:xfrm>
              <a:custGeom>
                <a:avLst/>
                <a:gdLst>
                  <a:gd name="connsiteX0" fmla="*/ 1486231 w 2944854"/>
                  <a:gd name="connsiteY0" fmla="*/ 727041 h 1302232"/>
                  <a:gd name="connsiteX1" fmla="*/ 257675 w 2944854"/>
                  <a:gd name="connsiteY1" fmla="*/ 1302232 h 1302232"/>
                  <a:gd name="connsiteX2" fmla="*/ 0 w 2944854"/>
                  <a:gd name="connsiteY2" fmla="*/ 1228607 h 1302232"/>
                  <a:gd name="connsiteX3" fmla="*/ 911064 w 2944854"/>
                  <a:gd name="connsiteY3" fmla="*/ 837478 h 1302232"/>
                  <a:gd name="connsiteX4" fmla="*/ 883456 w 2944854"/>
                  <a:gd name="connsiteY4" fmla="*/ 450949 h 1302232"/>
                  <a:gd name="connsiteX5" fmla="*/ 161047 w 2944854"/>
                  <a:gd name="connsiteY5" fmla="*/ 119640 h 1302232"/>
                  <a:gd name="connsiteX6" fmla="*/ 404917 w 2944854"/>
                  <a:gd name="connsiteY6" fmla="*/ 50617 h 1302232"/>
                  <a:gd name="connsiteX7" fmla="*/ 1477028 w 2944854"/>
                  <a:gd name="connsiteY7" fmla="*/ 501566 h 1302232"/>
                  <a:gd name="connsiteX8" fmla="*/ 2572146 w 2944854"/>
                  <a:gd name="connsiteY8" fmla="*/ 0 h 1302232"/>
                  <a:gd name="connsiteX9" fmla="*/ 2875834 w 2944854"/>
                  <a:gd name="connsiteY9" fmla="*/ 96632 h 1302232"/>
                  <a:gd name="connsiteX10" fmla="*/ 2079803 w 2944854"/>
                  <a:gd name="connsiteY10" fmla="*/ 432543 h 1302232"/>
                  <a:gd name="connsiteX11" fmla="*/ 2240850 w 2944854"/>
                  <a:gd name="connsiteY11" fmla="*/ 920305 h 1302232"/>
                  <a:gd name="connsiteX12" fmla="*/ 2944854 w 2944854"/>
                  <a:gd name="connsiteY12" fmla="*/ 1228607 h 1302232"/>
                  <a:gd name="connsiteX13" fmla="*/ 2733192 w 2944854"/>
                  <a:gd name="connsiteY13" fmla="*/ 1297630 h 1302232"/>
                  <a:gd name="connsiteX14" fmla="*/ 1486231 w 2944854"/>
                  <a:gd name="connsiteY14" fmla="*/ 727041 h 1302232"/>
                  <a:gd name="connsiteX0" fmla="*/ 1486231 w 2944854"/>
                  <a:gd name="connsiteY0" fmla="*/ 727041 h 1316375"/>
                  <a:gd name="connsiteX1" fmla="*/ 257675 w 2944854"/>
                  <a:gd name="connsiteY1" fmla="*/ 1302232 h 1316375"/>
                  <a:gd name="connsiteX2" fmla="*/ 0 w 2944854"/>
                  <a:gd name="connsiteY2" fmla="*/ 1228607 h 1316375"/>
                  <a:gd name="connsiteX3" fmla="*/ 911064 w 2944854"/>
                  <a:gd name="connsiteY3" fmla="*/ 837478 h 1316375"/>
                  <a:gd name="connsiteX4" fmla="*/ 883456 w 2944854"/>
                  <a:gd name="connsiteY4" fmla="*/ 450949 h 1316375"/>
                  <a:gd name="connsiteX5" fmla="*/ 161047 w 2944854"/>
                  <a:gd name="connsiteY5" fmla="*/ 119640 h 1316375"/>
                  <a:gd name="connsiteX6" fmla="*/ 404917 w 2944854"/>
                  <a:gd name="connsiteY6" fmla="*/ 50617 h 1316375"/>
                  <a:gd name="connsiteX7" fmla="*/ 1477028 w 2944854"/>
                  <a:gd name="connsiteY7" fmla="*/ 501566 h 1316375"/>
                  <a:gd name="connsiteX8" fmla="*/ 2572146 w 2944854"/>
                  <a:gd name="connsiteY8" fmla="*/ 0 h 1316375"/>
                  <a:gd name="connsiteX9" fmla="*/ 2875834 w 2944854"/>
                  <a:gd name="connsiteY9" fmla="*/ 96632 h 1316375"/>
                  <a:gd name="connsiteX10" fmla="*/ 2079803 w 2944854"/>
                  <a:gd name="connsiteY10" fmla="*/ 432543 h 1316375"/>
                  <a:gd name="connsiteX11" fmla="*/ 2240850 w 2944854"/>
                  <a:gd name="connsiteY11" fmla="*/ 920305 h 1316375"/>
                  <a:gd name="connsiteX12" fmla="*/ 2944854 w 2944854"/>
                  <a:gd name="connsiteY12" fmla="*/ 1228607 h 1316375"/>
                  <a:gd name="connsiteX13" fmla="*/ 2756623 w 2944854"/>
                  <a:gd name="connsiteY13" fmla="*/ 1316375 h 1316375"/>
                  <a:gd name="connsiteX14" fmla="*/ 1486231 w 2944854"/>
                  <a:gd name="connsiteY14" fmla="*/ 727041 h 1316375"/>
                  <a:gd name="connsiteX0" fmla="*/ 1486231 w 3024520"/>
                  <a:gd name="connsiteY0" fmla="*/ 727041 h 1316375"/>
                  <a:gd name="connsiteX1" fmla="*/ 257675 w 3024520"/>
                  <a:gd name="connsiteY1" fmla="*/ 1302232 h 1316375"/>
                  <a:gd name="connsiteX2" fmla="*/ 0 w 3024520"/>
                  <a:gd name="connsiteY2" fmla="*/ 1228607 h 1316375"/>
                  <a:gd name="connsiteX3" fmla="*/ 911064 w 3024520"/>
                  <a:gd name="connsiteY3" fmla="*/ 837478 h 1316375"/>
                  <a:gd name="connsiteX4" fmla="*/ 883456 w 3024520"/>
                  <a:gd name="connsiteY4" fmla="*/ 450949 h 1316375"/>
                  <a:gd name="connsiteX5" fmla="*/ 161047 w 3024520"/>
                  <a:gd name="connsiteY5" fmla="*/ 119640 h 1316375"/>
                  <a:gd name="connsiteX6" fmla="*/ 404917 w 3024520"/>
                  <a:gd name="connsiteY6" fmla="*/ 50617 h 1316375"/>
                  <a:gd name="connsiteX7" fmla="*/ 1477028 w 3024520"/>
                  <a:gd name="connsiteY7" fmla="*/ 501566 h 1316375"/>
                  <a:gd name="connsiteX8" fmla="*/ 2572146 w 3024520"/>
                  <a:gd name="connsiteY8" fmla="*/ 0 h 1316375"/>
                  <a:gd name="connsiteX9" fmla="*/ 2875834 w 3024520"/>
                  <a:gd name="connsiteY9" fmla="*/ 96632 h 1316375"/>
                  <a:gd name="connsiteX10" fmla="*/ 2079803 w 3024520"/>
                  <a:gd name="connsiteY10" fmla="*/ 432543 h 1316375"/>
                  <a:gd name="connsiteX11" fmla="*/ 2240850 w 3024520"/>
                  <a:gd name="connsiteY11" fmla="*/ 920305 h 1316375"/>
                  <a:gd name="connsiteX12" fmla="*/ 3024520 w 3024520"/>
                  <a:gd name="connsiteY12" fmla="*/ 1228607 h 1316375"/>
                  <a:gd name="connsiteX13" fmla="*/ 2756623 w 3024520"/>
                  <a:gd name="connsiteY13" fmla="*/ 1316375 h 1316375"/>
                  <a:gd name="connsiteX14" fmla="*/ 1486231 w 3024520"/>
                  <a:gd name="connsiteY14" fmla="*/ 727041 h 1316375"/>
                  <a:gd name="connsiteX0" fmla="*/ 1537780 w 3076069"/>
                  <a:gd name="connsiteY0" fmla="*/ 727041 h 1316375"/>
                  <a:gd name="connsiteX1" fmla="*/ 309224 w 3076069"/>
                  <a:gd name="connsiteY1" fmla="*/ 1302232 h 1316375"/>
                  <a:gd name="connsiteX2" fmla="*/ 0 w 3076069"/>
                  <a:gd name="connsiteY2" fmla="*/ 1228607 h 1316375"/>
                  <a:gd name="connsiteX3" fmla="*/ 962613 w 3076069"/>
                  <a:gd name="connsiteY3" fmla="*/ 837478 h 1316375"/>
                  <a:gd name="connsiteX4" fmla="*/ 935005 w 3076069"/>
                  <a:gd name="connsiteY4" fmla="*/ 450949 h 1316375"/>
                  <a:gd name="connsiteX5" fmla="*/ 212596 w 3076069"/>
                  <a:gd name="connsiteY5" fmla="*/ 119640 h 1316375"/>
                  <a:gd name="connsiteX6" fmla="*/ 456466 w 3076069"/>
                  <a:gd name="connsiteY6" fmla="*/ 50617 h 1316375"/>
                  <a:gd name="connsiteX7" fmla="*/ 1528577 w 3076069"/>
                  <a:gd name="connsiteY7" fmla="*/ 501566 h 1316375"/>
                  <a:gd name="connsiteX8" fmla="*/ 2623695 w 3076069"/>
                  <a:gd name="connsiteY8" fmla="*/ 0 h 1316375"/>
                  <a:gd name="connsiteX9" fmla="*/ 2927383 w 3076069"/>
                  <a:gd name="connsiteY9" fmla="*/ 96632 h 1316375"/>
                  <a:gd name="connsiteX10" fmla="*/ 2131352 w 3076069"/>
                  <a:gd name="connsiteY10" fmla="*/ 432543 h 1316375"/>
                  <a:gd name="connsiteX11" fmla="*/ 2292399 w 3076069"/>
                  <a:gd name="connsiteY11" fmla="*/ 920305 h 1316375"/>
                  <a:gd name="connsiteX12" fmla="*/ 3076069 w 3076069"/>
                  <a:gd name="connsiteY12" fmla="*/ 1228607 h 1316375"/>
                  <a:gd name="connsiteX13" fmla="*/ 2808172 w 3076069"/>
                  <a:gd name="connsiteY13" fmla="*/ 1316375 h 1316375"/>
                  <a:gd name="connsiteX14" fmla="*/ 1537780 w 3076069"/>
                  <a:gd name="connsiteY14" fmla="*/ 727041 h 1316375"/>
                  <a:gd name="connsiteX0" fmla="*/ 1537780 w 3076069"/>
                  <a:gd name="connsiteY0" fmla="*/ 727041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27041 h 1321259"/>
                  <a:gd name="connsiteX0" fmla="*/ 1537780 w 3076069"/>
                  <a:gd name="connsiteY0" fmla="*/ 750825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50825 h 13212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3076069" h="132125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204" name="Freeform 203"/>
              <p:cNvSpPr/>
              <p:nvPr/>
            </p:nvSpPr>
            <p:spPr bwMode="auto">
              <a:xfrm>
                <a:off x="2102655" y="1633103"/>
                <a:ext cx="662444" cy="111241"/>
              </a:xfrm>
              <a:custGeom>
                <a:avLst/>
                <a:gdLst>
                  <a:gd name="connsiteX0" fmla="*/ 0 w 3645229"/>
                  <a:gd name="connsiteY0" fmla="*/ 214441 h 923747"/>
                  <a:gd name="connsiteX1" fmla="*/ 659770 w 3645229"/>
                  <a:gd name="connsiteY1" fmla="*/ 16495 h 923747"/>
                  <a:gd name="connsiteX2" fmla="*/ 1814367 w 3645229"/>
                  <a:gd name="connsiteY2" fmla="*/ 511360 h 923747"/>
                  <a:gd name="connsiteX3" fmla="*/ 2968965 w 3645229"/>
                  <a:gd name="connsiteY3" fmla="*/ 0 h 923747"/>
                  <a:gd name="connsiteX4" fmla="*/ 3645229 w 3645229"/>
                  <a:gd name="connsiteY4" fmla="*/ 197946 h 923747"/>
                  <a:gd name="connsiteX5" fmla="*/ 3199884 w 3645229"/>
                  <a:gd name="connsiteY5" fmla="*/ 461874 h 923747"/>
                  <a:gd name="connsiteX6" fmla="*/ 2985459 w 3645229"/>
                  <a:gd name="connsiteY6" fmla="*/ 379396 h 923747"/>
                  <a:gd name="connsiteX7" fmla="*/ 1830861 w 3645229"/>
                  <a:gd name="connsiteY7" fmla="*/ 923747 h 923747"/>
                  <a:gd name="connsiteX8" fmla="*/ 676264 w 3645229"/>
                  <a:gd name="connsiteY8" fmla="*/ 412387 h 923747"/>
                  <a:gd name="connsiteX9" fmla="*/ 527816 w 3645229"/>
                  <a:gd name="connsiteY9" fmla="*/ 478369 h 923747"/>
                  <a:gd name="connsiteX10" fmla="*/ 0 w 3645229"/>
                  <a:gd name="connsiteY10" fmla="*/ 21444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71662 w 3640627"/>
                  <a:gd name="connsiteY8" fmla="*/ 412387 h 923747"/>
                  <a:gd name="connsiteX9" fmla="*/ 523214 w 3640627"/>
                  <a:gd name="connsiteY9" fmla="*/ 478369 h 923747"/>
                  <a:gd name="connsiteX10" fmla="*/ 0 w 3640627"/>
                  <a:gd name="connsiteY10" fmla="*/ 24205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71662 w 3640627"/>
                  <a:gd name="connsiteY8" fmla="*/ 412387 h 923747"/>
                  <a:gd name="connsiteX9" fmla="*/ 523214 w 3640627"/>
                  <a:gd name="connsiteY9" fmla="*/ 482971 h 923747"/>
                  <a:gd name="connsiteX10" fmla="*/ 0 w 3640627"/>
                  <a:gd name="connsiteY10" fmla="*/ 24205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90067 w 3640627"/>
                  <a:gd name="connsiteY8" fmla="*/ 412387 h 923747"/>
                  <a:gd name="connsiteX9" fmla="*/ 523214 w 3640627"/>
                  <a:gd name="connsiteY9" fmla="*/ 482971 h 923747"/>
                  <a:gd name="connsiteX10" fmla="*/ 0 w 3640627"/>
                  <a:gd name="connsiteY10" fmla="*/ 242051 h 923747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09765 w 3640627"/>
                  <a:gd name="connsiteY2" fmla="*/ 511360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2980857 w 3640627"/>
                  <a:gd name="connsiteY6" fmla="*/ 379396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55778 w 3640627"/>
                  <a:gd name="connsiteY2" fmla="*/ 534367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2980857 w 3640627"/>
                  <a:gd name="connsiteY6" fmla="*/ 379396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55778 w 3640627"/>
                  <a:gd name="connsiteY2" fmla="*/ 534367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3008465 w 3640627"/>
                  <a:gd name="connsiteY6" fmla="*/ 402404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723451"/>
                  <a:gd name="connsiteY0" fmla="*/ 242051 h 946755"/>
                  <a:gd name="connsiteX1" fmla="*/ 655168 w 3723451"/>
                  <a:gd name="connsiteY1" fmla="*/ 16495 h 946755"/>
                  <a:gd name="connsiteX2" fmla="*/ 1855778 w 3723451"/>
                  <a:gd name="connsiteY2" fmla="*/ 534367 h 946755"/>
                  <a:gd name="connsiteX3" fmla="*/ 2964363 w 3723451"/>
                  <a:gd name="connsiteY3" fmla="*/ 0 h 946755"/>
                  <a:gd name="connsiteX4" fmla="*/ 3723451 w 3723451"/>
                  <a:gd name="connsiteY4" fmla="*/ 220954 h 946755"/>
                  <a:gd name="connsiteX5" fmla="*/ 3195282 w 3723451"/>
                  <a:gd name="connsiteY5" fmla="*/ 461874 h 946755"/>
                  <a:gd name="connsiteX6" fmla="*/ 3008465 w 3723451"/>
                  <a:gd name="connsiteY6" fmla="*/ 402404 h 946755"/>
                  <a:gd name="connsiteX7" fmla="*/ 1876873 w 3723451"/>
                  <a:gd name="connsiteY7" fmla="*/ 946755 h 946755"/>
                  <a:gd name="connsiteX8" fmla="*/ 690067 w 3723451"/>
                  <a:gd name="connsiteY8" fmla="*/ 412387 h 946755"/>
                  <a:gd name="connsiteX9" fmla="*/ 523214 w 3723451"/>
                  <a:gd name="connsiteY9" fmla="*/ 482971 h 946755"/>
                  <a:gd name="connsiteX10" fmla="*/ 0 w 3723451"/>
                  <a:gd name="connsiteY10" fmla="*/ 242051 h 946755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95282 w 3723451"/>
                  <a:gd name="connsiteY5" fmla="*/ 448069 h 932950"/>
                  <a:gd name="connsiteX6" fmla="*/ 3008465 w 3723451"/>
                  <a:gd name="connsiteY6" fmla="*/ 388599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95282 w 3723451"/>
                  <a:gd name="connsiteY5" fmla="*/ 448069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86079 w 3723451"/>
                  <a:gd name="connsiteY5" fmla="*/ 461874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86079 w 3723451"/>
                  <a:gd name="connsiteY5" fmla="*/ 461874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711613 w 3723451"/>
                  <a:gd name="connsiteY8" fmla="*/ 413055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723451" h="932950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205" name="Freeform 204"/>
              <p:cNvSpPr/>
              <p:nvPr/>
            </p:nvSpPr>
            <p:spPr bwMode="auto">
              <a:xfrm>
                <a:off x="2536889" y="1727776"/>
                <a:ext cx="244057" cy="97040"/>
              </a:xfrm>
              <a:custGeom>
                <a:avLst/>
                <a:gdLst>
                  <a:gd name="connsiteX0" fmla="*/ 55216 w 1421812"/>
                  <a:gd name="connsiteY0" fmla="*/ 0 h 800665"/>
                  <a:gd name="connsiteX1" fmla="*/ 1421812 w 1421812"/>
                  <a:gd name="connsiteY1" fmla="*/ 625807 h 800665"/>
                  <a:gd name="connsiteX2" fmla="*/ 947874 w 1421812"/>
                  <a:gd name="connsiteY2" fmla="*/ 800665 h 800665"/>
                  <a:gd name="connsiteX3" fmla="*/ 50614 w 1421812"/>
                  <a:gd name="connsiteY3" fmla="*/ 404934 h 800665"/>
                  <a:gd name="connsiteX4" fmla="*/ 0 w 1421812"/>
                  <a:gd name="connsiteY4" fmla="*/ 404934 h 800665"/>
                  <a:gd name="connsiteX5" fmla="*/ 55216 w 1421812"/>
                  <a:gd name="connsiteY5" fmla="*/ 0 h 800665"/>
                  <a:gd name="connsiteX0" fmla="*/ 4602 w 1371198"/>
                  <a:gd name="connsiteY0" fmla="*/ 0 h 800665"/>
                  <a:gd name="connsiteX1" fmla="*/ 1371198 w 1371198"/>
                  <a:gd name="connsiteY1" fmla="*/ 625807 h 800665"/>
                  <a:gd name="connsiteX2" fmla="*/ 897260 w 1371198"/>
                  <a:gd name="connsiteY2" fmla="*/ 800665 h 800665"/>
                  <a:gd name="connsiteX3" fmla="*/ 0 w 1371198"/>
                  <a:gd name="connsiteY3" fmla="*/ 404934 h 800665"/>
                  <a:gd name="connsiteX4" fmla="*/ 4602 w 1371198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9868"/>
                  <a:gd name="connsiteX1" fmla="*/ 1366596 w 1366596"/>
                  <a:gd name="connsiteY1" fmla="*/ 625807 h 809868"/>
                  <a:gd name="connsiteX2" fmla="*/ 865050 w 1366596"/>
                  <a:gd name="connsiteY2" fmla="*/ 809868 h 809868"/>
                  <a:gd name="connsiteX3" fmla="*/ 4601 w 1366596"/>
                  <a:gd name="connsiteY3" fmla="*/ 427942 h 809868"/>
                  <a:gd name="connsiteX4" fmla="*/ 0 w 1366596"/>
                  <a:gd name="connsiteY4" fmla="*/ 0 h 8098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6596" h="809868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206" name="Freeform 205"/>
              <p:cNvSpPr/>
              <p:nvPr/>
            </p:nvSpPr>
            <p:spPr bwMode="auto">
              <a:xfrm>
                <a:off x="2089977" y="1730144"/>
                <a:ext cx="240888" cy="97039"/>
              </a:xfrm>
              <a:custGeom>
                <a:avLst/>
                <a:gdLst>
                  <a:gd name="connsiteX0" fmla="*/ 1329786 w 1348191"/>
                  <a:gd name="connsiteY0" fmla="*/ 0 h 809869"/>
                  <a:gd name="connsiteX1" fmla="*/ 1348191 w 1348191"/>
                  <a:gd name="connsiteY1" fmla="*/ 400333 h 809869"/>
                  <a:gd name="connsiteX2" fmla="*/ 487742 w 1348191"/>
                  <a:gd name="connsiteY2" fmla="*/ 809869 h 809869"/>
                  <a:gd name="connsiteX3" fmla="*/ 0 w 1348191"/>
                  <a:gd name="connsiteY3" fmla="*/ 630409 h 809869"/>
                  <a:gd name="connsiteX4" fmla="*/ 1329786 w 1348191"/>
                  <a:gd name="connsiteY4" fmla="*/ 0 h 809869"/>
                  <a:gd name="connsiteX0" fmla="*/ 1329786 w 1348191"/>
                  <a:gd name="connsiteY0" fmla="*/ 0 h 791462"/>
                  <a:gd name="connsiteX1" fmla="*/ 1348191 w 1348191"/>
                  <a:gd name="connsiteY1" fmla="*/ 381926 h 791462"/>
                  <a:gd name="connsiteX2" fmla="*/ 487742 w 1348191"/>
                  <a:gd name="connsiteY2" fmla="*/ 791462 h 791462"/>
                  <a:gd name="connsiteX3" fmla="*/ 0 w 1348191"/>
                  <a:gd name="connsiteY3" fmla="*/ 612002 h 791462"/>
                  <a:gd name="connsiteX4" fmla="*/ 1329786 w 1348191"/>
                  <a:gd name="connsiteY4" fmla="*/ 0 h 7914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48191" h="791462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cxnSp>
            <p:nvCxnSpPr>
              <p:cNvPr id="207" name="Straight Connector 206"/>
              <p:cNvCxnSpPr>
                <a:endCxn id="202" idx="2"/>
              </p:cNvCxnSpPr>
              <p:nvPr/>
            </p:nvCxnSpPr>
            <p:spPr bwMode="auto">
              <a:xfrm flipH="1" flipV="1">
                <a:off x="1871277" y="1737243"/>
                <a:ext cx="3169" cy="123074"/>
              </a:xfrm>
              <a:prstGeom prst="line">
                <a:avLst/>
              </a:prstGeom>
              <a:ln w="6350" cmpd="sng">
                <a:solidFill>
                  <a:schemeClr val="tx1"/>
                </a:solidFill>
              </a:ln>
              <a:effectLst>
                <a:outerShdw blurRad="40005" dist="19939" dir="5400000" algn="tl" rotWithShape="0">
                  <a:srgbClr val="000000">
                    <a:alpha val="38000"/>
                  </a:srgbClr>
                </a:outerShdw>
              </a:effectLst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8" name="Straight Connector 207"/>
              <p:cNvCxnSpPr/>
              <p:nvPr/>
            </p:nvCxnSpPr>
            <p:spPr bwMode="auto">
              <a:xfrm flipH="1" flipV="1">
                <a:off x="2996477" y="1734877"/>
                <a:ext cx="3171" cy="123074"/>
              </a:xfrm>
              <a:prstGeom prst="line">
                <a:avLst/>
              </a:prstGeom>
              <a:ln w="6350" cmpd="sng">
                <a:solidFill>
                  <a:schemeClr val="tx1"/>
                </a:solidFill>
              </a:ln>
              <a:effectLst>
                <a:outerShdw blurRad="40005" dist="19939" dir="5400000" algn="tl" rotWithShape="0">
                  <a:srgbClr val="000000">
                    <a:alpha val="38000"/>
                  </a:srgbClr>
                </a:outerShdw>
              </a:effectLst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59" name="Group 347"/>
            <p:cNvGrpSpPr>
              <a:grpSpLocks/>
            </p:cNvGrpSpPr>
            <p:nvPr/>
          </p:nvGrpSpPr>
          <p:grpSpPr bwMode="auto">
            <a:xfrm>
              <a:off x="4375328" y="5654000"/>
              <a:ext cx="588970" cy="242608"/>
              <a:chOff x="1871277" y="1576300"/>
              <a:chExt cx="1128371" cy="437861"/>
            </a:xfrm>
          </p:grpSpPr>
          <p:sp>
            <p:nvSpPr>
              <p:cNvPr id="191" name="Oval 190"/>
              <p:cNvSpPr/>
              <p:nvPr/>
            </p:nvSpPr>
            <p:spPr bwMode="auto">
              <a:xfrm flipV="1">
                <a:off x="1874446" y="1694641"/>
                <a:ext cx="1125202" cy="319520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2">
                      <a:lumMod val="75000"/>
                    </a:schemeClr>
                  </a:gs>
                  <a:gs pos="5300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accent2">
                      <a:lumMod val="75000"/>
                    </a:schemeClr>
                  </a:gs>
                </a:gsLst>
                <a:lin ang="0" scaled="1"/>
                <a:tileRect/>
              </a:gradFill>
              <a:ln w="6350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>
                  <a:ln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192" name="Rectangle 191"/>
              <p:cNvSpPr/>
              <p:nvPr/>
            </p:nvSpPr>
            <p:spPr bwMode="auto">
              <a:xfrm>
                <a:off x="1871277" y="1739611"/>
                <a:ext cx="1128371" cy="115973"/>
              </a:xfrm>
              <a:prstGeom prst="rect">
                <a:avLst/>
              </a:prstGeom>
              <a:gradFill>
                <a:gsLst>
                  <a:gs pos="0">
                    <a:schemeClr val="accent2">
                      <a:lumMod val="75000"/>
                    </a:schemeClr>
                  </a:gs>
                  <a:gs pos="5300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accent2">
                      <a:lumMod val="75000"/>
                    </a:schemeClr>
                  </a:gs>
                </a:gsLst>
                <a:lin ang="10800000" scaled="0"/>
              </a:gradFill>
              <a:ln w="25400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193" name="Oval 192"/>
              <p:cNvSpPr/>
              <p:nvPr/>
            </p:nvSpPr>
            <p:spPr bwMode="auto">
              <a:xfrm flipV="1">
                <a:off x="1871277" y="1576300"/>
                <a:ext cx="1125200" cy="31952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 w="6350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>
                  <a:ln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194" name="Freeform 193"/>
              <p:cNvSpPr/>
              <p:nvPr/>
            </p:nvSpPr>
            <p:spPr bwMode="auto">
              <a:xfrm>
                <a:off x="2159708" y="1673340"/>
                <a:ext cx="548339" cy="160943"/>
              </a:xfrm>
              <a:custGeom>
                <a:avLst/>
                <a:gdLst>
                  <a:gd name="connsiteX0" fmla="*/ 1486231 w 2944854"/>
                  <a:gd name="connsiteY0" fmla="*/ 727041 h 1302232"/>
                  <a:gd name="connsiteX1" fmla="*/ 257675 w 2944854"/>
                  <a:gd name="connsiteY1" fmla="*/ 1302232 h 1302232"/>
                  <a:gd name="connsiteX2" fmla="*/ 0 w 2944854"/>
                  <a:gd name="connsiteY2" fmla="*/ 1228607 h 1302232"/>
                  <a:gd name="connsiteX3" fmla="*/ 911064 w 2944854"/>
                  <a:gd name="connsiteY3" fmla="*/ 837478 h 1302232"/>
                  <a:gd name="connsiteX4" fmla="*/ 883456 w 2944854"/>
                  <a:gd name="connsiteY4" fmla="*/ 450949 h 1302232"/>
                  <a:gd name="connsiteX5" fmla="*/ 161047 w 2944854"/>
                  <a:gd name="connsiteY5" fmla="*/ 119640 h 1302232"/>
                  <a:gd name="connsiteX6" fmla="*/ 404917 w 2944854"/>
                  <a:gd name="connsiteY6" fmla="*/ 50617 h 1302232"/>
                  <a:gd name="connsiteX7" fmla="*/ 1477028 w 2944854"/>
                  <a:gd name="connsiteY7" fmla="*/ 501566 h 1302232"/>
                  <a:gd name="connsiteX8" fmla="*/ 2572146 w 2944854"/>
                  <a:gd name="connsiteY8" fmla="*/ 0 h 1302232"/>
                  <a:gd name="connsiteX9" fmla="*/ 2875834 w 2944854"/>
                  <a:gd name="connsiteY9" fmla="*/ 96632 h 1302232"/>
                  <a:gd name="connsiteX10" fmla="*/ 2079803 w 2944854"/>
                  <a:gd name="connsiteY10" fmla="*/ 432543 h 1302232"/>
                  <a:gd name="connsiteX11" fmla="*/ 2240850 w 2944854"/>
                  <a:gd name="connsiteY11" fmla="*/ 920305 h 1302232"/>
                  <a:gd name="connsiteX12" fmla="*/ 2944854 w 2944854"/>
                  <a:gd name="connsiteY12" fmla="*/ 1228607 h 1302232"/>
                  <a:gd name="connsiteX13" fmla="*/ 2733192 w 2944854"/>
                  <a:gd name="connsiteY13" fmla="*/ 1297630 h 1302232"/>
                  <a:gd name="connsiteX14" fmla="*/ 1486231 w 2944854"/>
                  <a:gd name="connsiteY14" fmla="*/ 727041 h 1302232"/>
                  <a:gd name="connsiteX0" fmla="*/ 1486231 w 2944854"/>
                  <a:gd name="connsiteY0" fmla="*/ 727041 h 1316375"/>
                  <a:gd name="connsiteX1" fmla="*/ 257675 w 2944854"/>
                  <a:gd name="connsiteY1" fmla="*/ 1302232 h 1316375"/>
                  <a:gd name="connsiteX2" fmla="*/ 0 w 2944854"/>
                  <a:gd name="connsiteY2" fmla="*/ 1228607 h 1316375"/>
                  <a:gd name="connsiteX3" fmla="*/ 911064 w 2944854"/>
                  <a:gd name="connsiteY3" fmla="*/ 837478 h 1316375"/>
                  <a:gd name="connsiteX4" fmla="*/ 883456 w 2944854"/>
                  <a:gd name="connsiteY4" fmla="*/ 450949 h 1316375"/>
                  <a:gd name="connsiteX5" fmla="*/ 161047 w 2944854"/>
                  <a:gd name="connsiteY5" fmla="*/ 119640 h 1316375"/>
                  <a:gd name="connsiteX6" fmla="*/ 404917 w 2944854"/>
                  <a:gd name="connsiteY6" fmla="*/ 50617 h 1316375"/>
                  <a:gd name="connsiteX7" fmla="*/ 1477028 w 2944854"/>
                  <a:gd name="connsiteY7" fmla="*/ 501566 h 1316375"/>
                  <a:gd name="connsiteX8" fmla="*/ 2572146 w 2944854"/>
                  <a:gd name="connsiteY8" fmla="*/ 0 h 1316375"/>
                  <a:gd name="connsiteX9" fmla="*/ 2875834 w 2944854"/>
                  <a:gd name="connsiteY9" fmla="*/ 96632 h 1316375"/>
                  <a:gd name="connsiteX10" fmla="*/ 2079803 w 2944854"/>
                  <a:gd name="connsiteY10" fmla="*/ 432543 h 1316375"/>
                  <a:gd name="connsiteX11" fmla="*/ 2240850 w 2944854"/>
                  <a:gd name="connsiteY11" fmla="*/ 920305 h 1316375"/>
                  <a:gd name="connsiteX12" fmla="*/ 2944854 w 2944854"/>
                  <a:gd name="connsiteY12" fmla="*/ 1228607 h 1316375"/>
                  <a:gd name="connsiteX13" fmla="*/ 2756623 w 2944854"/>
                  <a:gd name="connsiteY13" fmla="*/ 1316375 h 1316375"/>
                  <a:gd name="connsiteX14" fmla="*/ 1486231 w 2944854"/>
                  <a:gd name="connsiteY14" fmla="*/ 727041 h 1316375"/>
                  <a:gd name="connsiteX0" fmla="*/ 1486231 w 3024520"/>
                  <a:gd name="connsiteY0" fmla="*/ 727041 h 1316375"/>
                  <a:gd name="connsiteX1" fmla="*/ 257675 w 3024520"/>
                  <a:gd name="connsiteY1" fmla="*/ 1302232 h 1316375"/>
                  <a:gd name="connsiteX2" fmla="*/ 0 w 3024520"/>
                  <a:gd name="connsiteY2" fmla="*/ 1228607 h 1316375"/>
                  <a:gd name="connsiteX3" fmla="*/ 911064 w 3024520"/>
                  <a:gd name="connsiteY3" fmla="*/ 837478 h 1316375"/>
                  <a:gd name="connsiteX4" fmla="*/ 883456 w 3024520"/>
                  <a:gd name="connsiteY4" fmla="*/ 450949 h 1316375"/>
                  <a:gd name="connsiteX5" fmla="*/ 161047 w 3024520"/>
                  <a:gd name="connsiteY5" fmla="*/ 119640 h 1316375"/>
                  <a:gd name="connsiteX6" fmla="*/ 404917 w 3024520"/>
                  <a:gd name="connsiteY6" fmla="*/ 50617 h 1316375"/>
                  <a:gd name="connsiteX7" fmla="*/ 1477028 w 3024520"/>
                  <a:gd name="connsiteY7" fmla="*/ 501566 h 1316375"/>
                  <a:gd name="connsiteX8" fmla="*/ 2572146 w 3024520"/>
                  <a:gd name="connsiteY8" fmla="*/ 0 h 1316375"/>
                  <a:gd name="connsiteX9" fmla="*/ 2875834 w 3024520"/>
                  <a:gd name="connsiteY9" fmla="*/ 96632 h 1316375"/>
                  <a:gd name="connsiteX10" fmla="*/ 2079803 w 3024520"/>
                  <a:gd name="connsiteY10" fmla="*/ 432543 h 1316375"/>
                  <a:gd name="connsiteX11" fmla="*/ 2240850 w 3024520"/>
                  <a:gd name="connsiteY11" fmla="*/ 920305 h 1316375"/>
                  <a:gd name="connsiteX12" fmla="*/ 3024520 w 3024520"/>
                  <a:gd name="connsiteY12" fmla="*/ 1228607 h 1316375"/>
                  <a:gd name="connsiteX13" fmla="*/ 2756623 w 3024520"/>
                  <a:gd name="connsiteY13" fmla="*/ 1316375 h 1316375"/>
                  <a:gd name="connsiteX14" fmla="*/ 1486231 w 3024520"/>
                  <a:gd name="connsiteY14" fmla="*/ 727041 h 1316375"/>
                  <a:gd name="connsiteX0" fmla="*/ 1537780 w 3076069"/>
                  <a:gd name="connsiteY0" fmla="*/ 727041 h 1316375"/>
                  <a:gd name="connsiteX1" fmla="*/ 309224 w 3076069"/>
                  <a:gd name="connsiteY1" fmla="*/ 1302232 h 1316375"/>
                  <a:gd name="connsiteX2" fmla="*/ 0 w 3076069"/>
                  <a:gd name="connsiteY2" fmla="*/ 1228607 h 1316375"/>
                  <a:gd name="connsiteX3" fmla="*/ 962613 w 3076069"/>
                  <a:gd name="connsiteY3" fmla="*/ 837478 h 1316375"/>
                  <a:gd name="connsiteX4" fmla="*/ 935005 w 3076069"/>
                  <a:gd name="connsiteY4" fmla="*/ 450949 h 1316375"/>
                  <a:gd name="connsiteX5" fmla="*/ 212596 w 3076069"/>
                  <a:gd name="connsiteY5" fmla="*/ 119640 h 1316375"/>
                  <a:gd name="connsiteX6" fmla="*/ 456466 w 3076069"/>
                  <a:gd name="connsiteY6" fmla="*/ 50617 h 1316375"/>
                  <a:gd name="connsiteX7" fmla="*/ 1528577 w 3076069"/>
                  <a:gd name="connsiteY7" fmla="*/ 501566 h 1316375"/>
                  <a:gd name="connsiteX8" fmla="*/ 2623695 w 3076069"/>
                  <a:gd name="connsiteY8" fmla="*/ 0 h 1316375"/>
                  <a:gd name="connsiteX9" fmla="*/ 2927383 w 3076069"/>
                  <a:gd name="connsiteY9" fmla="*/ 96632 h 1316375"/>
                  <a:gd name="connsiteX10" fmla="*/ 2131352 w 3076069"/>
                  <a:gd name="connsiteY10" fmla="*/ 432543 h 1316375"/>
                  <a:gd name="connsiteX11" fmla="*/ 2292399 w 3076069"/>
                  <a:gd name="connsiteY11" fmla="*/ 920305 h 1316375"/>
                  <a:gd name="connsiteX12" fmla="*/ 3076069 w 3076069"/>
                  <a:gd name="connsiteY12" fmla="*/ 1228607 h 1316375"/>
                  <a:gd name="connsiteX13" fmla="*/ 2808172 w 3076069"/>
                  <a:gd name="connsiteY13" fmla="*/ 1316375 h 1316375"/>
                  <a:gd name="connsiteX14" fmla="*/ 1537780 w 3076069"/>
                  <a:gd name="connsiteY14" fmla="*/ 727041 h 1316375"/>
                  <a:gd name="connsiteX0" fmla="*/ 1537780 w 3076069"/>
                  <a:gd name="connsiteY0" fmla="*/ 727041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27041 h 1321259"/>
                  <a:gd name="connsiteX0" fmla="*/ 1537780 w 3076069"/>
                  <a:gd name="connsiteY0" fmla="*/ 750825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50825 h 13212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3076069" h="132125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195" name="Freeform 194"/>
              <p:cNvSpPr/>
              <p:nvPr/>
            </p:nvSpPr>
            <p:spPr bwMode="auto">
              <a:xfrm>
                <a:off x="2102655" y="1633103"/>
                <a:ext cx="662444" cy="111241"/>
              </a:xfrm>
              <a:custGeom>
                <a:avLst/>
                <a:gdLst>
                  <a:gd name="connsiteX0" fmla="*/ 0 w 3645229"/>
                  <a:gd name="connsiteY0" fmla="*/ 214441 h 923747"/>
                  <a:gd name="connsiteX1" fmla="*/ 659770 w 3645229"/>
                  <a:gd name="connsiteY1" fmla="*/ 16495 h 923747"/>
                  <a:gd name="connsiteX2" fmla="*/ 1814367 w 3645229"/>
                  <a:gd name="connsiteY2" fmla="*/ 511360 h 923747"/>
                  <a:gd name="connsiteX3" fmla="*/ 2968965 w 3645229"/>
                  <a:gd name="connsiteY3" fmla="*/ 0 h 923747"/>
                  <a:gd name="connsiteX4" fmla="*/ 3645229 w 3645229"/>
                  <a:gd name="connsiteY4" fmla="*/ 197946 h 923747"/>
                  <a:gd name="connsiteX5" fmla="*/ 3199884 w 3645229"/>
                  <a:gd name="connsiteY5" fmla="*/ 461874 h 923747"/>
                  <a:gd name="connsiteX6" fmla="*/ 2985459 w 3645229"/>
                  <a:gd name="connsiteY6" fmla="*/ 379396 h 923747"/>
                  <a:gd name="connsiteX7" fmla="*/ 1830861 w 3645229"/>
                  <a:gd name="connsiteY7" fmla="*/ 923747 h 923747"/>
                  <a:gd name="connsiteX8" fmla="*/ 676264 w 3645229"/>
                  <a:gd name="connsiteY8" fmla="*/ 412387 h 923747"/>
                  <a:gd name="connsiteX9" fmla="*/ 527816 w 3645229"/>
                  <a:gd name="connsiteY9" fmla="*/ 478369 h 923747"/>
                  <a:gd name="connsiteX10" fmla="*/ 0 w 3645229"/>
                  <a:gd name="connsiteY10" fmla="*/ 21444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71662 w 3640627"/>
                  <a:gd name="connsiteY8" fmla="*/ 412387 h 923747"/>
                  <a:gd name="connsiteX9" fmla="*/ 523214 w 3640627"/>
                  <a:gd name="connsiteY9" fmla="*/ 478369 h 923747"/>
                  <a:gd name="connsiteX10" fmla="*/ 0 w 3640627"/>
                  <a:gd name="connsiteY10" fmla="*/ 24205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71662 w 3640627"/>
                  <a:gd name="connsiteY8" fmla="*/ 412387 h 923747"/>
                  <a:gd name="connsiteX9" fmla="*/ 523214 w 3640627"/>
                  <a:gd name="connsiteY9" fmla="*/ 482971 h 923747"/>
                  <a:gd name="connsiteX10" fmla="*/ 0 w 3640627"/>
                  <a:gd name="connsiteY10" fmla="*/ 24205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90067 w 3640627"/>
                  <a:gd name="connsiteY8" fmla="*/ 412387 h 923747"/>
                  <a:gd name="connsiteX9" fmla="*/ 523214 w 3640627"/>
                  <a:gd name="connsiteY9" fmla="*/ 482971 h 923747"/>
                  <a:gd name="connsiteX10" fmla="*/ 0 w 3640627"/>
                  <a:gd name="connsiteY10" fmla="*/ 242051 h 923747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09765 w 3640627"/>
                  <a:gd name="connsiteY2" fmla="*/ 511360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2980857 w 3640627"/>
                  <a:gd name="connsiteY6" fmla="*/ 379396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55778 w 3640627"/>
                  <a:gd name="connsiteY2" fmla="*/ 534367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2980857 w 3640627"/>
                  <a:gd name="connsiteY6" fmla="*/ 379396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55778 w 3640627"/>
                  <a:gd name="connsiteY2" fmla="*/ 534367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3008465 w 3640627"/>
                  <a:gd name="connsiteY6" fmla="*/ 402404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723451"/>
                  <a:gd name="connsiteY0" fmla="*/ 242051 h 946755"/>
                  <a:gd name="connsiteX1" fmla="*/ 655168 w 3723451"/>
                  <a:gd name="connsiteY1" fmla="*/ 16495 h 946755"/>
                  <a:gd name="connsiteX2" fmla="*/ 1855778 w 3723451"/>
                  <a:gd name="connsiteY2" fmla="*/ 534367 h 946755"/>
                  <a:gd name="connsiteX3" fmla="*/ 2964363 w 3723451"/>
                  <a:gd name="connsiteY3" fmla="*/ 0 h 946755"/>
                  <a:gd name="connsiteX4" fmla="*/ 3723451 w 3723451"/>
                  <a:gd name="connsiteY4" fmla="*/ 220954 h 946755"/>
                  <a:gd name="connsiteX5" fmla="*/ 3195282 w 3723451"/>
                  <a:gd name="connsiteY5" fmla="*/ 461874 h 946755"/>
                  <a:gd name="connsiteX6" fmla="*/ 3008465 w 3723451"/>
                  <a:gd name="connsiteY6" fmla="*/ 402404 h 946755"/>
                  <a:gd name="connsiteX7" fmla="*/ 1876873 w 3723451"/>
                  <a:gd name="connsiteY7" fmla="*/ 946755 h 946755"/>
                  <a:gd name="connsiteX8" fmla="*/ 690067 w 3723451"/>
                  <a:gd name="connsiteY8" fmla="*/ 412387 h 946755"/>
                  <a:gd name="connsiteX9" fmla="*/ 523214 w 3723451"/>
                  <a:gd name="connsiteY9" fmla="*/ 482971 h 946755"/>
                  <a:gd name="connsiteX10" fmla="*/ 0 w 3723451"/>
                  <a:gd name="connsiteY10" fmla="*/ 242051 h 946755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95282 w 3723451"/>
                  <a:gd name="connsiteY5" fmla="*/ 448069 h 932950"/>
                  <a:gd name="connsiteX6" fmla="*/ 3008465 w 3723451"/>
                  <a:gd name="connsiteY6" fmla="*/ 388599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95282 w 3723451"/>
                  <a:gd name="connsiteY5" fmla="*/ 448069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86079 w 3723451"/>
                  <a:gd name="connsiteY5" fmla="*/ 461874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86079 w 3723451"/>
                  <a:gd name="connsiteY5" fmla="*/ 461874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711613 w 3723451"/>
                  <a:gd name="connsiteY8" fmla="*/ 413055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723451" h="932950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196" name="Freeform 195"/>
              <p:cNvSpPr/>
              <p:nvPr/>
            </p:nvSpPr>
            <p:spPr bwMode="auto">
              <a:xfrm>
                <a:off x="2536889" y="1727776"/>
                <a:ext cx="244057" cy="97040"/>
              </a:xfrm>
              <a:custGeom>
                <a:avLst/>
                <a:gdLst>
                  <a:gd name="connsiteX0" fmla="*/ 55216 w 1421812"/>
                  <a:gd name="connsiteY0" fmla="*/ 0 h 800665"/>
                  <a:gd name="connsiteX1" fmla="*/ 1421812 w 1421812"/>
                  <a:gd name="connsiteY1" fmla="*/ 625807 h 800665"/>
                  <a:gd name="connsiteX2" fmla="*/ 947874 w 1421812"/>
                  <a:gd name="connsiteY2" fmla="*/ 800665 h 800665"/>
                  <a:gd name="connsiteX3" fmla="*/ 50614 w 1421812"/>
                  <a:gd name="connsiteY3" fmla="*/ 404934 h 800665"/>
                  <a:gd name="connsiteX4" fmla="*/ 0 w 1421812"/>
                  <a:gd name="connsiteY4" fmla="*/ 404934 h 800665"/>
                  <a:gd name="connsiteX5" fmla="*/ 55216 w 1421812"/>
                  <a:gd name="connsiteY5" fmla="*/ 0 h 800665"/>
                  <a:gd name="connsiteX0" fmla="*/ 4602 w 1371198"/>
                  <a:gd name="connsiteY0" fmla="*/ 0 h 800665"/>
                  <a:gd name="connsiteX1" fmla="*/ 1371198 w 1371198"/>
                  <a:gd name="connsiteY1" fmla="*/ 625807 h 800665"/>
                  <a:gd name="connsiteX2" fmla="*/ 897260 w 1371198"/>
                  <a:gd name="connsiteY2" fmla="*/ 800665 h 800665"/>
                  <a:gd name="connsiteX3" fmla="*/ 0 w 1371198"/>
                  <a:gd name="connsiteY3" fmla="*/ 404934 h 800665"/>
                  <a:gd name="connsiteX4" fmla="*/ 4602 w 1371198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9868"/>
                  <a:gd name="connsiteX1" fmla="*/ 1366596 w 1366596"/>
                  <a:gd name="connsiteY1" fmla="*/ 625807 h 809868"/>
                  <a:gd name="connsiteX2" fmla="*/ 865050 w 1366596"/>
                  <a:gd name="connsiteY2" fmla="*/ 809868 h 809868"/>
                  <a:gd name="connsiteX3" fmla="*/ 4601 w 1366596"/>
                  <a:gd name="connsiteY3" fmla="*/ 427942 h 809868"/>
                  <a:gd name="connsiteX4" fmla="*/ 0 w 1366596"/>
                  <a:gd name="connsiteY4" fmla="*/ 0 h 8098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6596" h="809868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197" name="Freeform 196"/>
              <p:cNvSpPr/>
              <p:nvPr/>
            </p:nvSpPr>
            <p:spPr bwMode="auto">
              <a:xfrm>
                <a:off x="2089977" y="1730144"/>
                <a:ext cx="240888" cy="97039"/>
              </a:xfrm>
              <a:custGeom>
                <a:avLst/>
                <a:gdLst>
                  <a:gd name="connsiteX0" fmla="*/ 1329786 w 1348191"/>
                  <a:gd name="connsiteY0" fmla="*/ 0 h 809869"/>
                  <a:gd name="connsiteX1" fmla="*/ 1348191 w 1348191"/>
                  <a:gd name="connsiteY1" fmla="*/ 400333 h 809869"/>
                  <a:gd name="connsiteX2" fmla="*/ 487742 w 1348191"/>
                  <a:gd name="connsiteY2" fmla="*/ 809869 h 809869"/>
                  <a:gd name="connsiteX3" fmla="*/ 0 w 1348191"/>
                  <a:gd name="connsiteY3" fmla="*/ 630409 h 809869"/>
                  <a:gd name="connsiteX4" fmla="*/ 1329786 w 1348191"/>
                  <a:gd name="connsiteY4" fmla="*/ 0 h 809869"/>
                  <a:gd name="connsiteX0" fmla="*/ 1329786 w 1348191"/>
                  <a:gd name="connsiteY0" fmla="*/ 0 h 791462"/>
                  <a:gd name="connsiteX1" fmla="*/ 1348191 w 1348191"/>
                  <a:gd name="connsiteY1" fmla="*/ 381926 h 791462"/>
                  <a:gd name="connsiteX2" fmla="*/ 487742 w 1348191"/>
                  <a:gd name="connsiteY2" fmla="*/ 791462 h 791462"/>
                  <a:gd name="connsiteX3" fmla="*/ 0 w 1348191"/>
                  <a:gd name="connsiteY3" fmla="*/ 612002 h 791462"/>
                  <a:gd name="connsiteX4" fmla="*/ 1329786 w 1348191"/>
                  <a:gd name="connsiteY4" fmla="*/ 0 h 7914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48191" h="791462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cxnSp>
            <p:nvCxnSpPr>
              <p:cNvPr id="198" name="Straight Connector 197"/>
              <p:cNvCxnSpPr>
                <a:endCxn id="193" idx="2"/>
              </p:cNvCxnSpPr>
              <p:nvPr/>
            </p:nvCxnSpPr>
            <p:spPr bwMode="auto">
              <a:xfrm flipH="1" flipV="1">
                <a:off x="1871277" y="1737243"/>
                <a:ext cx="3169" cy="123074"/>
              </a:xfrm>
              <a:prstGeom prst="line">
                <a:avLst/>
              </a:prstGeom>
              <a:ln w="6350" cmpd="sng">
                <a:solidFill>
                  <a:schemeClr val="tx1"/>
                </a:solidFill>
              </a:ln>
              <a:effectLst>
                <a:outerShdw blurRad="40005" dist="19939" dir="5400000" algn="tl" rotWithShape="0">
                  <a:srgbClr val="000000">
                    <a:alpha val="38000"/>
                  </a:srgbClr>
                </a:outerShdw>
              </a:effectLst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9" name="Straight Connector 198"/>
              <p:cNvCxnSpPr/>
              <p:nvPr/>
            </p:nvCxnSpPr>
            <p:spPr bwMode="auto">
              <a:xfrm flipH="1" flipV="1">
                <a:off x="2996477" y="1734877"/>
                <a:ext cx="3171" cy="123074"/>
              </a:xfrm>
              <a:prstGeom prst="line">
                <a:avLst/>
              </a:prstGeom>
              <a:ln w="6350" cmpd="sng">
                <a:solidFill>
                  <a:schemeClr val="tx1"/>
                </a:solidFill>
              </a:ln>
              <a:effectLst>
                <a:outerShdw blurRad="40005" dist="19939" dir="5400000" algn="tl" rotWithShape="0">
                  <a:srgbClr val="000000">
                    <a:alpha val="38000"/>
                  </a:srgbClr>
                </a:outerShdw>
              </a:effectLst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60" name="Group 347"/>
            <p:cNvGrpSpPr>
              <a:grpSpLocks/>
            </p:cNvGrpSpPr>
            <p:nvPr/>
          </p:nvGrpSpPr>
          <p:grpSpPr bwMode="auto">
            <a:xfrm>
              <a:off x="2848241" y="5847813"/>
              <a:ext cx="588970" cy="242608"/>
              <a:chOff x="1871277" y="1576300"/>
              <a:chExt cx="1128371" cy="437861"/>
            </a:xfrm>
          </p:grpSpPr>
          <p:sp>
            <p:nvSpPr>
              <p:cNvPr id="182" name="Oval 181"/>
              <p:cNvSpPr/>
              <p:nvPr/>
            </p:nvSpPr>
            <p:spPr bwMode="auto">
              <a:xfrm flipV="1">
                <a:off x="1874446" y="1694641"/>
                <a:ext cx="1125202" cy="319520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2">
                      <a:lumMod val="75000"/>
                    </a:schemeClr>
                  </a:gs>
                  <a:gs pos="5300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accent2">
                      <a:lumMod val="75000"/>
                    </a:schemeClr>
                  </a:gs>
                </a:gsLst>
                <a:lin ang="0" scaled="1"/>
                <a:tileRect/>
              </a:gradFill>
              <a:ln w="6350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>
                  <a:ln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183" name="Rectangle 182"/>
              <p:cNvSpPr/>
              <p:nvPr/>
            </p:nvSpPr>
            <p:spPr bwMode="auto">
              <a:xfrm>
                <a:off x="1871277" y="1739611"/>
                <a:ext cx="1128371" cy="115973"/>
              </a:xfrm>
              <a:prstGeom prst="rect">
                <a:avLst/>
              </a:prstGeom>
              <a:gradFill>
                <a:gsLst>
                  <a:gs pos="0">
                    <a:schemeClr val="accent2">
                      <a:lumMod val="75000"/>
                    </a:schemeClr>
                  </a:gs>
                  <a:gs pos="5300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accent2">
                      <a:lumMod val="75000"/>
                    </a:schemeClr>
                  </a:gs>
                </a:gsLst>
                <a:lin ang="10800000" scaled="0"/>
              </a:gradFill>
              <a:ln w="25400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184" name="Oval 183"/>
              <p:cNvSpPr/>
              <p:nvPr/>
            </p:nvSpPr>
            <p:spPr bwMode="auto">
              <a:xfrm flipV="1">
                <a:off x="1871277" y="1576300"/>
                <a:ext cx="1125200" cy="31952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 w="6350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>
                  <a:ln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185" name="Freeform 184"/>
              <p:cNvSpPr/>
              <p:nvPr/>
            </p:nvSpPr>
            <p:spPr bwMode="auto">
              <a:xfrm>
                <a:off x="2159708" y="1673340"/>
                <a:ext cx="548339" cy="160943"/>
              </a:xfrm>
              <a:custGeom>
                <a:avLst/>
                <a:gdLst>
                  <a:gd name="connsiteX0" fmla="*/ 1486231 w 2944854"/>
                  <a:gd name="connsiteY0" fmla="*/ 727041 h 1302232"/>
                  <a:gd name="connsiteX1" fmla="*/ 257675 w 2944854"/>
                  <a:gd name="connsiteY1" fmla="*/ 1302232 h 1302232"/>
                  <a:gd name="connsiteX2" fmla="*/ 0 w 2944854"/>
                  <a:gd name="connsiteY2" fmla="*/ 1228607 h 1302232"/>
                  <a:gd name="connsiteX3" fmla="*/ 911064 w 2944854"/>
                  <a:gd name="connsiteY3" fmla="*/ 837478 h 1302232"/>
                  <a:gd name="connsiteX4" fmla="*/ 883456 w 2944854"/>
                  <a:gd name="connsiteY4" fmla="*/ 450949 h 1302232"/>
                  <a:gd name="connsiteX5" fmla="*/ 161047 w 2944854"/>
                  <a:gd name="connsiteY5" fmla="*/ 119640 h 1302232"/>
                  <a:gd name="connsiteX6" fmla="*/ 404917 w 2944854"/>
                  <a:gd name="connsiteY6" fmla="*/ 50617 h 1302232"/>
                  <a:gd name="connsiteX7" fmla="*/ 1477028 w 2944854"/>
                  <a:gd name="connsiteY7" fmla="*/ 501566 h 1302232"/>
                  <a:gd name="connsiteX8" fmla="*/ 2572146 w 2944854"/>
                  <a:gd name="connsiteY8" fmla="*/ 0 h 1302232"/>
                  <a:gd name="connsiteX9" fmla="*/ 2875834 w 2944854"/>
                  <a:gd name="connsiteY9" fmla="*/ 96632 h 1302232"/>
                  <a:gd name="connsiteX10" fmla="*/ 2079803 w 2944854"/>
                  <a:gd name="connsiteY10" fmla="*/ 432543 h 1302232"/>
                  <a:gd name="connsiteX11" fmla="*/ 2240850 w 2944854"/>
                  <a:gd name="connsiteY11" fmla="*/ 920305 h 1302232"/>
                  <a:gd name="connsiteX12" fmla="*/ 2944854 w 2944854"/>
                  <a:gd name="connsiteY12" fmla="*/ 1228607 h 1302232"/>
                  <a:gd name="connsiteX13" fmla="*/ 2733192 w 2944854"/>
                  <a:gd name="connsiteY13" fmla="*/ 1297630 h 1302232"/>
                  <a:gd name="connsiteX14" fmla="*/ 1486231 w 2944854"/>
                  <a:gd name="connsiteY14" fmla="*/ 727041 h 1302232"/>
                  <a:gd name="connsiteX0" fmla="*/ 1486231 w 2944854"/>
                  <a:gd name="connsiteY0" fmla="*/ 727041 h 1316375"/>
                  <a:gd name="connsiteX1" fmla="*/ 257675 w 2944854"/>
                  <a:gd name="connsiteY1" fmla="*/ 1302232 h 1316375"/>
                  <a:gd name="connsiteX2" fmla="*/ 0 w 2944854"/>
                  <a:gd name="connsiteY2" fmla="*/ 1228607 h 1316375"/>
                  <a:gd name="connsiteX3" fmla="*/ 911064 w 2944854"/>
                  <a:gd name="connsiteY3" fmla="*/ 837478 h 1316375"/>
                  <a:gd name="connsiteX4" fmla="*/ 883456 w 2944854"/>
                  <a:gd name="connsiteY4" fmla="*/ 450949 h 1316375"/>
                  <a:gd name="connsiteX5" fmla="*/ 161047 w 2944854"/>
                  <a:gd name="connsiteY5" fmla="*/ 119640 h 1316375"/>
                  <a:gd name="connsiteX6" fmla="*/ 404917 w 2944854"/>
                  <a:gd name="connsiteY6" fmla="*/ 50617 h 1316375"/>
                  <a:gd name="connsiteX7" fmla="*/ 1477028 w 2944854"/>
                  <a:gd name="connsiteY7" fmla="*/ 501566 h 1316375"/>
                  <a:gd name="connsiteX8" fmla="*/ 2572146 w 2944854"/>
                  <a:gd name="connsiteY8" fmla="*/ 0 h 1316375"/>
                  <a:gd name="connsiteX9" fmla="*/ 2875834 w 2944854"/>
                  <a:gd name="connsiteY9" fmla="*/ 96632 h 1316375"/>
                  <a:gd name="connsiteX10" fmla="*/ 2079803 w 2944854"/>
                  <a:gd name="connsiteY10" fmla="*/ 432543 h 1316375"/>
                  <a:gd name="connsiteX11" fmla="*/ 2240850 w 2944854"/>
                  <a:gd name="connsiteY11" fmla="*/ 920305 h 1316375"/>
                  <a:gd name="connsiteX12" fmla="*/ 2944854 w 2944854"/>
                  <a:gd name="connsiteY12" fmla="*/ 1228607 h 1316375"/>
                  <a:gd name="connsiteX13" fmla="*/ 2756623 w 2944854"/>
                  <a:gd name="connsiteY13" fmla="*/ 1316375 h 1316375"/>
                  <a:gd name="connsiteX14" fmla="*/ 1486231 w 2944854"/>
                  <a:gd name="connsiteY14" fmla="*/ 727041 h 1316375"/>
                  <a:gd name="connsiteX0" fmla="*/ 1486231 w 3024520"/>
                  <a:gd name="connsiteY0" fmla="*/ 727041 h 1316375"/>
                  <a:gd name="connsiteX1" fmla="*/ 257675 w 3024520"/>
                  <a:gd name="connsiteY1" fmla="*/ 1302232 h 1316375"/>
                  <a:gd name="connsiteX2" fmla="*/ 0 w 3024520"/>
                  <a:gd name="connsiteY2" fmla="*/ 1228607 h 1316375"/>
                  <a:gd name="connsiteX3" fmla="*/ 911064 w 3024520"/>
                  <a:gd name="connsiteY3" fmla="*/ 837478 h 1316375"/>
                  <a:gd name="connsiteX4" fmla="*/ 883456 w 3024520"/>
                  <a:gd name="connsiteY4" fmla="*/ 450949 h 1316375"/>
                  <a:gd name="connsiteX5" fmla="*/ 161047 w 3024520"/>
                  <a:gd name="connsiteY5" fmla="*/ 119640 h 1316375"/>
                  <a:gd name="connsiteX6" fmla="*/ 404917 w 3024520"/>
                  <a:gd name="connsiteY6" fmla="*/ 50617 h 1316375"/>
                  <a:gd name="connsiteX7" fmla="*/ 1477028 w 3024520"/>
                  <a:gd name="connsiteY7" fmla="*/ 501566 h 1316375"/>
                  <a:gd name="connsiteX8" fmla="*/ 2572146 w 3024520"/>
                  <a:gd name="connsiteY8" fmla="*/ 0 h 1316375"/>
                  <a:gd name="connsiteX9" fmla="*/ 2875834 w 3024520"/>
                  <a:gd name="connsiteY9" fmla="*/ 96632 h 1316375"/>
                  <a:gd name="connsiteX10" fmla="*/ 2079803 w 3024520"/>
                  <a:gd name="connsiteY10" fmla="*/ 432543 h 1316375"/>
                  <a:gd name="connsiteX11" fmla="*/ 2240850 w 3024520"/>
                  <a:gd name="connsiteY11" fmla="*/ 920305 h 1316375"/>
                  <a:gd name="connsiteX12" fmla="*/ 3024520 w 3024520"/>
                  <a:gd name="connsiteY12" fmla="*/ 1228607 h 1316375"/>
                  <a:gd name="connsiteX13" fmla="*/ 2756623 w 3024520"/>
                  <a:gd name="connsiteY13" fmla="*/ 1316375 h 1316375"/>
                  <a:gd name="connsiteX14" fmla="*/ 1486231 w 3024520"/>
                  <a:gd name="connsiteY14" fmla="*/ 727041 h 1316375"/>
                  <a:gd name="connsiteX0" fmla="*/ 1537780 w 3076069"/>
                  <a:gd name="connsiteY0" fmla="*/ 727041 h 1316375"/>
                  <a:gd name="connsiteX1" fmla="*/ 309224 w 3076069"/>
                  <a:gd name="connsiteY1" fmla="*/ 1302232 h 1316375"/>
                  <a:gd name="connsiteX2" fmla="*/ 0 w 3076069"/>
                  <a:gd name="connsiteY2" fmla="*/ 1228607 h 1316375"/>
                  <a:gd name="connsiteX3" fmla="*/ 962613 w 3076069"/>
                  <a:gd name="connsiteY3" fmla="*/ 837478 h 1316375"/>
                  <a:gd name="connsiteX4" fmla="*/ 935005 w 3076069"/>
                  <a:gd name="connsiteY4" fmla="*/ 450949 h 1316375"/>
                  <a:gd name="connsiteX5" fmla="*/ 212596 w 3076069"/>
                  <a:gd name="connsiteY5" fmla="*/ 119640 h 1316375"/>
                  <a:gd name="connsiteX6" fmla="*/ 456466 w 3076069"/>
                  <a:gd name="connsiteY6" fmla="*/ 50617 h 1316375"/>
                  <a:gd name="connsiteX7" fmla="*/ 1528577 w 3076069"/>
                  <a:gd name="connsiteY7" fmla="*/ 501566 h 1316375"/>
                  <a:gd name="connsiteX8" fmla="*/ 2623695 w 3076069"/>
                  <a:gd name="connsiteY8" fmla="*/ 0 h 1316375"/>
                  <a:gd name="connsiteX9" fmla="*/ 2927383 w 3076069"/>
                  <a:gd name="connsiteY9" fmla="*/ 96632 h 1316375"/>
                  <a:gd name="connsiteX10" fmla="*/ 2131352 w 3076069"/>
                  <a:gd name="connsiteY10" fmla="*/ 432543 h 1316375"/>
                  <a:gd name="connsiteX11" fmla="*/ 2292399 w 3076069"/>
                  <a:gd name="connsiteY11" fmla="*/ 920305 h 1316375"/>
                  <a:gd name="connsiteX12" fmla="*/ 3076069 w 3076069"/>
                  <a:gd name="connsiteY12" fmla="*/ 1228607 h 1316375"/>
                  <a:gd name="connsiteX13" fmla="*/ 2808172 w 3076069"/>
                  <a:gd name="connsiteY13" fmla="*/ 1316375 h 1316375"/>
                  <a:gd name="connsiteX14" fmla="*/ 1537780 w 3076069"/>
                  <a:gd name="connsiteY14" fmla="*/ 727041 h 1316375"/>
                  <a:gd name="connsiteX0" fmla="*/ 1537780 w 3076069"/>
                  <a:gd name="connsiteY0" fmla="*/ 727041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27041 h 1321259"/>
                  <a:gd name="connsiteX0" fmla="*/ 1537780 w 3076069"/>
                  <a:gd name="connsiteY0" fmla="*/ 750825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50825 h 13212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3076069" h="132125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186" name="Freeform 185"/>
              <p:cNvSpPr/>
              <p:nvPr/>
            </p:nvSpPr>
            <p:spPr bwMode="auto">
              <a:xfrm>
                <a:off x="2102655" y="1633103"/>
                <a:ext cx="662444" cy="111241"/>
              </a:xfrm>
              <a:custGeom>
                <a:avLst/>
                <a:gdLst>
                  <a:gd name="connsiteX0" fmla="*/ 0 w 3645229"/>
                  <a:gd name="connsiteY0" fmla="*/ 214441 h 923747"/>
                  <a:gd name="connsiteX1" fmla="*/ 659770 w 3645229"/>
                  <a:gd name="connsiteY1" fmla="*/ 16495 h 923747"/>
                  <a:gd name="connsiteX2" fmla="*/ 1814367 w 3645229"/>
                  <a:gd name="connsiteY2" fmla="*/ 511360 h 923747"/>
                  <a:gd name="connsiteX3" fmla="*/ 2968965 w 3645229"/>
                  <a:gd name="connsiteY3" fmla="*/ 0 h 923747"/>
                  <a:gd name="connsiteX4" fmla="*/ 3645229 w 3645229"/>
                  <a:gd name="connsiteY4" fmla="*/ 197946 h 923747"/>
                  <a:gd name="connsiteX5" fmla="*/ 3199884 w 3645229"/>
                  <a:gd name="connsiteY5" fmla="*/ 461874 h 923747"/>
                  <a:gd name="connsiteX6" fmla="*/ 2985459 w 3645229"/>
                  <a:gd name="connsiteY6" fmla="*/ 379396 h 923747"/>
                  <a:gd name="connsiteX7" fmla="*/ 1830861 w 3645229"/>
                  <a:gd name="connsiteY7" fmla="*/ 923747 h 923747"/>
                  <a:gd name="connsiteX8" fmla="*/ 676264 w 3645229"/>
                  <a:gd name="connsiteY8" fmla="*/ 412387 h 923747"/>
                  <a:gd name="connsiteX9" fmla="*/ 527816 w 3645229"/>
                  <a:gd name="connsiteY9" fmla="*/ 478369 h 923747"/>
                  <a:gd name="connsiteX10" fmla="*/ 0 w 3645229"/>
                  <a:gd name="connsiteY10" fmla="*/ 21444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71662 w 3640627"/>
                  <a:gd name="connsiteY8" fmla="*/ 412387 h 923747"/>
                  <a:gd name="connsiteX9" fmla="*/ 523214 w 3640627"/>
                  <a:gd name="connsiteY9" fmla="*/ 478369 h 923747"/>
                  <a:gd name="connsiteX10" fmla="*/ 0 w 3640627"/>
                  <a:gd name="connsiteY10" fmla="*/ 24205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71662 w 3640627"/>
                  <a:gd name="connsiteY8" fmla="*/ 412387 h 923747"/>
                  <a:gd name="connsiteX9" fmla="*/ 523214 w 3640627"/>
                  <a:gd name="connsiteY9" fmla="*/ 482971 h 923747"/>
                  <a:gd name="connsiteX10" fmla="*/ 0 w 3640627"/>
                  <a:gd name="connsiteY10" fmla="*/ 24205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90067 w 3640627"/>
                  <a:gd name="connsiteY8" fmla="*/ 412387 h 923747"/>
                  <a:gd name="connsiteX9" fmla="*/ 523214 w 3640627"/>
                  <a:gd name="connsiteY9" fmla="*/ 482971 h 923747"/>
                  <a:gd name="connsiteX10" fmla="*/ 0 w 3640627"/>
                  <a:gd name="connsiteY10" fmla="*/ 242051 h 923747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09765 w 3640627"/>
                  <a:gd name="connsiteY2" fmla="*/ 511360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2980857 w 3640627"/>
                  <a:gd name="connsiteY6" fmla="*/ 379396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55778 w 3640627"/>
                  <a:gd name="connsiteY2" fmla="*/ 534367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2980857 w 3640627"/>
                  <a:gd name="connsiteY6" fmla="*/ 379396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55778 w 3640627"/>
                  <a:gd name="connsiteY2" fmla="*/ 534367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3008465 w 3640627"/>
                  <a:gd name="connsiteY6" fmla="*/ 402404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723451"/>
                  <a:gd name="connsiteY0" fmla="*/ 242051 h 946755"/>
                  <a:gd name="connsiteX1" fmla="*/ 655168 w 3723451"/>
                  <a:gd name="connsiteY1" fmla="*/ 16495 h 946755"/>
                  <a:gd name="connsiteX2" fmla="*/ 1855778 w 3723451"/>
                  <a:gd name="connsiteY2" fmla="*/ 534367 h 946755"/>
                  <a:gd name="connsiteX3" fmla="*/ 2964363 w 3723451"/>
                  <a:gd name="connsiteY3" fmla="*/ 0 h 946755"/>
                  <a:gd name="connsiteX4" fmla="*/ 3723451 w 3723451"/>
                  <a:gd name="connsiteY4" fmla="*/ 220954 h 946755"/>
                  <a:gd name="connsiteX5" fmla="*/ 3195282 w 3723451"/>
                  <a:gd name="connsiteY5" fmla="*/ 461874 h 946755"/>
                  <a:gd name="connsiteX6" fmla="*/ 3008465 w 3723451"/>
                  <a:gd name="connsiteY6" fmla="*/ 402404 h 946755"/>
                  <a:gd name="connsiteX7" fmla="*/ 1876873 w 3723451"/>
                  <a:gd name="connsiteY7" fmla="*/ 946755 h 946755"/>
                  <a:gd name="connsiteX8" fmla="*/ 690067 w 3723451"/>
                  <a:gd name="connsiteY8" fmla="*/ 412387 h 946755"/>
                  <a:gd name="connsiteX9" fmla="*/ 523214 w 3723451"/>
                  <a:gd name="connsiteY9" fmla="*/ 482971 h 946755"/>
                  <a:gd name="connsiteX10" fmla="*/ 0 w 3723451"/>
                  <a:gd name="connsiteY10" fmla="*/ 242051 h 946755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95282 w 3723451"/>
                  <a:gd name="connsiteY5" fmla="*/ 448069 h 932950"/>
                  <a:gd name="connsiteX6" fmla="*/ 3008465 w 3723451"/>
                  <a:gd name="connsiteY6" fmla="*/ 388599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95282 w 3723451"/>
                  <a:gd name="connsiteY5" fmla="*/ 448069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86079 w 3723451"/>
                  <a:gd name="connsiteY5" fmla="*/ 461874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86079 w 3723451"/>
                  <a:gd name="connsiteY5" fmla="*/ 461874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711613 w 3723451"/>
                  <a:gd name="connsiteY8" fmla="*/ 413055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723451" h="932950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187" name="Freeform 186"/>
              <p:cNvSpPr/>
              <p:nvPr/>
            </p:nvSpPr>
            <p:spPr bwMode="auto">
              <a:xfrm>
                <a:off x="2536889" y="1727776"/>
                <a:ext cx="244057" cy="97040"/>
              </a:xfrm>
              <a:custGeom>
                <a:avLst/>
                <a:gdLst>
                  <a:gd name="connsiteX0" fmla="*/ 55216 w 1421812"/>
                  <a:gd name="connsiteY0" fmla="*/ 0 h 800665"/>
                  <a:gd name="connsiteX1" fmla="*/ 1421812 w 1421812"/>
                  <a:gd name="connsiteY1" fmla="*/ 625807 h 800665"/>
                  <a:gd name="connsiteX2" fmla="*/ 947874 w 1421812"/>
                  <a:gd name="connsiteY2" fmla="*/ 800665 h 800665"/>
                  <a:gd name="connsiteX3" fmla="*/ 50614 w 1421812"/>
                  <a:gd name="connsiteY3" fmla="*/ 404934 h 800665"/>
                  <a:gd name="connsiteX4" fmla="*/ 0 w 1421812"/>
                  <a:gd name="connsiteY4" fmla="*/ 404934 h 800665"/>
                  <a:gd name="connsiteX5" fmla="*/ 55216 w 1421812"/>
                  <a:gd name="connsiteY5" fmla="*/ 0 h 800665"/>
                  <a:gd name="connsiteX0" fmla="*/ 4602 w 1371198"/>
                  <a:gd name="connsiteY0" fmla="*/ 0 h 800665"/>
                  <a:gd name="connsiteX1" fmla="*/ 1371198 w 1371198"/>
                  <a:gd name="connsiteY1" fmla="*/ 625807 h 800665"/>
                  <a:gd name="connsiteX2" fmla="*/ 897260 w 1371198"/>
                  <a:gd name="connsiteY2" fmla="*/ 800665 h 800665"/>
                  <a:gd name="connsiteX3" fmla="*/ 0 w 1371198"/>
                  <a:gd name="connsiteY3" fmla="*/ 404934 h 800665"/>
                  <a:gd name="connsiteX4" fmla="*/ 4602 w 1371198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9868"/>
                  <a:gd name="connsiteX1" fmla="*/ 1366596 w 1366596"/>
                  <a:gd name="connsiteY1" fmla="*/ 625807 h 809868"/>
                  <a:gd name="connsiteX2" fmla="*/ 865050 w 1366596"/>
                  <a:gd name="connsiteY2" fmla="*/ 809868 h 809868"/>
                  <a:gd name="connsiteX3" fmla="*/ 4601 w 1366596"/>
                  <a:gd name="connsiteY3" fmla="*/ 427942 h 809868"/>
                  <a:gd name="connsiteX4" fmla="*/ 0 w 1366596"/>
                  <a:gd name="connsiteY4" fmla="*/ 0 h 8098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6596" h="809868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188" name="Freeform 187"/>
              <p:cNvSpPr/>
              <p:nvPr/>
            </p:nvSpPr>
            <p:spPr bwMode="auto">
              <a:xfrm>
                <a:off x="2089977" y="1730144"/>
                <a:ext cx="240888" cy="97039"/>
              </a:xfrm>
              <a:custGeom>
                <a:avLst/>
                <a:gdLst>
                  <a:gd name="connsiteX0" fmla="*/ 1329786 w 1348191"/>
                  <a:gd name="connsiteY0" fmla="*/ 0 h 809869"/>
                  <a:gd name="connsiteX1" fmla="*/ 1348191 w 1348191"/>
                  <a:gd name="connsiteY1" fmla="*/ 400333 h 809869"/>
                  <a:gd name="connsiteX2" fmla="*/ 487742 w 1348191"/>
                  <a:gd name="connsiteY2" fmla="*/ 809869 h 809869"/>
                  <a:gd name="connsiteX3" fmla="*/ 0 w 1348191"/>
                  <a:gd name="connsiteY3" fmla="*/ 630409 h 809869"/>
                  <a:gd name="connsiteX4" fmla="*/ 1329786 w 1348191"/>
                  <a:gd name="connsiteY4" fmla="*/ 0 h 809869"/>
                  <a:gd name="connsiteX0" fmla="*/ 1329786 w 1348191"/>
                  <a:gd name="connsiteY0" fmla="*/ 0 h 791462"/>
                  <a:gd name="connsiteX1" fmla="*/ 1348191 w 1348191"/>
                  <a:gd name="connsiteY1" fmla="*/ 381926 h 791462"/>
                  <a:gd name="connsiteX2" fmla="*/ 487742 w 1348191"/>
                  <a:gd name="connsiteY2" fmla="*/ 791462 h 791462"/>
                  <a:gd name="connsiteX3" fmla="*/ 0 w 1348191"/>
                  <a:gd name="connsiteY3" fmla="*/ 612002 h 791462"/>
                  <a:gd name="connsiteX4" fmla="*/ 1329786 w 1348191"/>
                  <a:gd name="connsiteY4" fmla="*/ 0 h 7914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48191" h="791462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cxnSp>
            <p:nvCxnSpPr>
              <p:cNvPr id="189" name="Straight Connector 188"/>
              <p:cNvCxnSpPr>
                <a:endCxn id="184" idx="2"/>
              </p:cNvCxnSpPr>
              <p:nvPr/>
            </p:nvCxnSpPr>
            <p:spPr bwMode="auto">
              <a:xfrm flipH="1" flipV="1">
                <a:off x="1871277" y="1737243"/>
                <a:ext cx="3169" cy="123074"/>
              </a:xfrm>
              <a:prstGeom prst="line">
                <a:avLst/>
              </a:prstGeom>
              <a:ln w="6350" cmpd="sng">
                <a:solidFill>
                  <a:schemeClr val="tx1"/>
                </a:solidFill>
              </a:ln>
              <a:effectLst>
                <a:outerShdw blurRad="40005" dist="19939" dir="5400000" algn="tl" rotWithShape="0">
                  <a:srgbClr val="000000">
                    <a:alpha val="38000"/>
                  </a:srgbClr>
                </a:outerShdw>
              </a:effectLst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0" name="Straight Connector 189"/>
              <p:cNvCxnSpPr/>
              <p:nvPr/>
            </p:nvCxnSpPr>
            <p:spPr bwMode="auto">
              <a:xfrm flipH="1" flipV="1">
                <a:off x="2996477" y="1734877"/>
                <a:ext cx="3171" cy="123074"/>
              </a:xfrm>
              <a:prstGeom prst="line">
                <a:avLst/>
              </a:prstGeom>
              <a:ln w="6350" cmpd="sng">
                <a:solidFill>
                  <a:schemeClr val="tx1"/>
                </a:solidFill>
              </a:ln>
              <a:effectLst>
                <a:outerShdw blurRad="40005" dist="19939" dir="5400000" algn="tl" rotWithShape="0">
                  <a:srgbClr val="000000">
                    <a:alpha val="38000"/>
                  </a:srgbClr>
                </a:outerShdw>
              </a:effectLst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61" name="Group 347"/>
            <p:cNvGrpSpPr>
              <a:grpSpLocks/>
            </p:cNvGrpSpPr>
            <p:nvPr/>
          </p:nvGrpSpPr>
          <p:grpSpPr bwMode="auto">
            <a:xfrm>
              <a:off x="5166757" y="6114152"/>
              <a:ext cx="588970" cy="242608"/>
              <a:chOff x="1871277" y="1576300"/>
              <a:chExt cx="1128371" cy="437861"/>
            </a:xfrm>
          </p:grpSpPr>
          <p:sp>
            <p:nvSpPr>
              <p:cNvPr id="172" name="Oval 171"/>
              <p:cNvSpPr/>
              <p:nvPr/>
            </p:nvSpPr>
            <p:spPr bwMode="auto">
              <a:xfrm flipV="1">
                <a:off x="1874446" y="1694641"/>
                <a:ext cx="1125202" cy="319520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2">
                      <a:lumMod val="75000"/>
                    </a:schemeClr>
                  </a:gs>
                  <a:gs pos="5300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accent2">
                      <a:lumMod val="75000"/>
                    </a:schemeClr>
                  </a:gs>
                </a:gsLst>
                <a:lin ang="0" scaled="1"/>
                <a:tileRect/>
              </a:gradFill>
              <a:ln w="6350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>
                  <a:ln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173" name="Rectangle 172"/>
              <p:cNvSpPr/>
              <p:nvPr/>
            </p:nvSpPr>
            <p:spPr bwMode="auto">
              <a:xfrm>
                <a:off x="1871277" y="1739611"/>
                <a:ext cx="1128371" cy="115973"/>
              </a:xfrm>
              <a:prstGeom prst="rect">
                <a:avLst/>
              </a:prstGeom>
              <a:gradFill>
                <a:gsLst>
                  <a:gs pos="0">
                    <a:schemeClr val="accent2">
                      <a:lumMod val="75000"/>
                    </a:schemeClr>
                  </a:gs>
                  <a:gs pos="5300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accent2">
                      <a:lumMod val="75000"/>
                    </a:schemeClr>
                  </a:gs>
                </a:gsLst>
                <a:lin ang="10800000" scaled="0"/>
              </a:gradFill>
              <a:ln w="25400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174" name="Oval 173"/>
              <p:cNvSpPr/>
              <p:nvPr/>
            </p:nvSpPr>
            <p:spPr bwMode="auto">
              <a:xfrm flipV="1">
                <a:off x="1871277" y="1576300"/>
                <a:ext cx="1125200" cy="31952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 w="6350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>
                  <a:ln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175" name="Freeform 174"/>
              <p:cNvSpPr/>
              <p:nvPr/>
            </p:nvSpPr>
            <p:spPr bwMode="auto">
              <a:xfrm>
                <a:off x="2159708" y="1673340"/>
                <a:ext cx="548339" cy="160943"/>
              </a:xfrm>
              <a:custGeom>
                <a:avLst/>
                <a:gdLst>
                  <a:gd name="connsiteX0" fmla="*/ 1486231 w 2944854"/>
                  <a:gd name="connsiteY0" fmla="*/ 727041 h 1302232"/>
                  <a:gd name="connsiteX1" fmla="*/ 257675 w 2944854"/>
                  <a:gd name="connsiteY1" fmla="*/ 1302232 h 1302232"/>
                  <a:gd name="connsiteX2" fmla="*/ 0 w 2944854"/>
                  <a:gd name="connsiteY2" fmla="*/ 1228607 h 1302232"/>
                  <a:gd name="connsiteX3" fmla="*/ 911064 w 2944854"/>
                  <a:gd name="connsiteY3" fmla="*/ 837478 h 1302232"/>
                  <a:gd name="connsiteX4" fmla="*/ 883456 w 2944854"/>
                  <a:gd name="connsiteY4" fmla="*/ 450949 h 1302232"/>
                  <a:gd name="connsiteX5" fmla="*/ 161047 w 2944854"/>
                  <a:gd name="connsiteY5" fmla="*/ 119640 h 1302232"/>
                  <a:gd name="connsiteX6" fmla="*/ 404917 w 2944854"/>
                  <a:gd name="connsiteY6" fmla="*/ 50617 h 1302232"/>
                  <a:gd name="connsiteX7" fmla="*/ 1477028 w 2944854"/>
                  <a:gd name="connsiteY7" fmla="*/ 501566 h 1302232"/>
                  <a:gd name="connsiteX8" fmla="*/ 2572146 w 2944854"/>
                  <a:gd name="connsiteY8" fmla="*/ 0 h 1302232"/>
                  <a:gd name="connsiteX9" fmla="*/ 2875834 w 2944854"/>
                  <a:gd name="connsiteY9" fmla="*/ 96632 h 1302232"/>
                  <a:gd name="connsiteX10" fmla="*/ 2079803 w 2944854"/>
                  <a:gd name="connsiteY10" fmla="*/ 432543 h 1302232"/>
                  <a:gd name="connsiteX11" fmla="*/ 2240850 w 2944854"/>
                  <a:gd name="connsiteY11" fmla="*/ 920305 h 1302232"/>
                  <a:gd name="connsiteX12" fmla="*/ 2944854 w 2944854"/>
                  <a:gd name="connsiteY12" fmla="*/ 1228607 h 1302232"/>
                  <a:gd name="connsiteX13" fmla="*/ 2733192 w 2944854"/>
                  <a:gd name="connsiteY13" fmla="*/ 1297630 h 1302232"/>
                  <a:gd name="connsiteX14" fmla="*/ 1486231 w 2944854"/>
                  <a:gd name="connsiteY14" fmla="*/ 727041 h 1302232"/>
                  <a:gd name="connsiteX0" fmla="*/ 1486231 w 2944854"/>
                  <a:gd name="connsiteY0" fmla="*/ 727041 h 1316375"/>
                  <a:gd name="connsiteX1" fmla="*/ 257675 w 2944854"/>
                  <a:gd name="connsiteY1" fmla="*/ 1302232 h 1316375"/>
                  <a:gd name="connsiteX2" fmla="*/ 0 w 2944854"/>
                  <a:gd name="connsiteY2" fmla="*/ 1228607 h 1316375"/>
                  <a:gd name="connsiteX3" fmla="*/ 911064 w 2944854"/>
                  <a:gd name="connsiteY3" fmla="*/ 837478 h 1316375"/>
                  <a:gd name="connsiteX4" fmla="*/ 883456 w 2944854"/>
                  <a:gd name="connsiteY4" fmla="*/ 450949 h 1316375"/>
                  <a:gd name="connsiteX5" fmla="*/ 161047 w 2944854"/>
                  <a:gd name="connsiteY5" fmla="*/ 119640 h 1316375"/>
                  <a:gd name="connsiteX6" fmla="*/ 404917 w 2944854"/>
                  <a:gd name="connsiteY6" fmla="*/ 50617 h 1316375"/>
                  <a:gd name="connsiteX7" fmla="*/ 1477028 w 2944854"/>
                  <a:gd name="connsiteY7" fmla="*/ 501566 h 1316375"/>
                  <a:gd name="connsiteX8" fmla="*/ 2572146 w 2944854"/>
                  <a:gd name="connsiteY8" fmla="*/ 0 h 1316375"/>
                  <a:gd name="connsiteX9" fmla="*/ 2875834 w 2944854"/>
                  <a:gd name="connsiteY9" fmla="*/ 96632 h 1316375"/>
                  <a:gd name="connsiteX10" fmla="*/ 2079803 w 2944854"/>
                  <a:gd name="connsiteY10" fmla="*/ 432543 h 1316375"/>
                  <a:gd name="connsiteX11" fmla="*/ 2240850 w 2944854"/>
                  <a:gd name="connsiteY11" fmla="*/ 920305 h 1316375"/>
                  <a:gd name="connsiteX12" fmla="*/ 2944854 w 2944854"/>
                  <a:gd name="connsiteY12" fmla="*/ 1228607 h 1316375"/>
                  <a:gd name="connsiteX13" fmla="*/ 2756623 w 2944854"/>
                  <a:gd name="connsiteY13" fmla="*/ 1316375 h 1316375"/>
                  <a:gd name="connsiteX14" fmla="*/ 1486231 w 2944854"/>
                  <a:gd name="connsiteY14" fmla="*/ 727041 h 1316375"/>
                  <a:gd name="connsiteX0" fmla="*/ 1486231 w 3024520"/>
                  <a:gd name="connsiteY0" fmla="*/ 727041 h 1316375"/>
                  <a:gd name="connsiteX1" fmla="*/ 257675 w 3024520"/>
                  <a:gd name="connsiteY1" fmla="*/ 1302232 h 1316375"/>
                  <a:gd name="connsiteX2" fmla="*/ 0 w 3024520"/>
                  <a:gd name="connsiteY2" fmla="*/ 1228607 h 1316375"/>
                  <a:gd name="connsiteX3" fmla="*/ 911064 w 3024520"/>
                  <a:gd name="connsiteY3" fmla="*/ 837478 h 1316375"/>
                  <a:gd name="connsiteX4" fmla="*/ 883456 w 3024520"/>
                  <a:gd name="connsiteY4" fmla="*/ 450949 h 1316375"/>
                  <a:gd name="connsiteX5" fmla="*/ 161047 w 3024520"/>
                  <a:gd name="connsiteY5" fmla="*/ 119640 h 1316375"/>
                  <a:gd name="connsiteX6" fmla="*/ 404917 w 3024520"/>
                  <a:gd name="connsiteY6" fmla="*/ 50617 h 1316375"/>
                  <a:gd name="connsiteX7" fmla="*/ 1477028 w 3024520"/>
                  <a:gd name="connsiteY7" fmla="*/ 501566 h 1316375"/>
                  <a:gd name="connsiteX8" fmla="*/ 2572146 w 3024520"/>
                  <a:gd name="connsiteY8" fmla="*/ 0 h 1316375"/>
                  <a:gd name="connsiteX9" fmla="*/ 2875834 w 3024520"/>
                  <a:gd name="connsiteY9" fmla="*/ 96632 h 1316375"/>
                  <a:gd name="connsiteX10" fmla="*/ 2079803 w 3024520"/>
                  <a:gd name="connsiteY10" fmla="*/ 432543 h 1316375"/>
                  <a:gd name="connsiteX11" fmla="*/ 2240850 w 3024520"/>
                  <a:gd name="connsiteY11" fmla="*/ 920305 h 1316375"/>
                  <a:gd name="connsiteX12" fmla="*/ 3024520 w 3024520"/>
                  <a:gd name="connsiteY12" fmla="*/ 1228607 h 1316375"/>
                  <a:gd name="connsiteX13" fmla="*/ 2756623 w 3024520"/>
                  <a:gd name="connsiteY13" fmla="*/ 1316375 h 1316375"/>
                  <a:gd name="connsiteX14" fmla="*/ 1486231 w 3024520"/>
                  <a:gd name="connsiteY14" fmla="*/ 727041 h 1316375"/>
                  <a:gd name="connsiteX0" fmla="*/ 1537780 w 3076069"/>
                  <a:gd name="connsiteY0" fmla="*/ 727041 h 1316375"/>
                  <a:gd name="connsiteX1" fmla="*/ 309224 w 3076069"/>
                  <a:gd name="connsiteY1" fmla="*/ 1302232 h 1316375"/>
                  <a:gd name="connsiteX2" fmla="*/ 0 w 3076069"/>
                  <a:gd name="connsiteY2" fmla="*/ 1228607 h 1316375"/>
                  <a:gd name="connsiteX3" fmla="*/ 962613 w 3076069"/>
                  <a:gd name="connsiteY3" fmla="*/ 837478 h 1316375"/>
                  <a:gd name="connsiteX4" fmla="*/ 935005 w 3076069"/>
                  <a:gd name="connsiteY4" fmla="*/ 450949 h 1316375"/>
                  <a:gd name="connsiteX5" fmla="*/ 212596 w 3076069"/>
                  <a:gd name="connsiteY5" fmla="*/ 119640 h 1316375"/>
                  <a:gd name="connsiteX6" fmla="*/ 456466 w 3076069"/>
                  <a:gd name="connsiteY6" fmla="*/ 50617 h 1316375"/>
                  <a:gd name="connsiteX7" fmla="*/ 1528577 w 3076069"/>
                  <a:gd name="connsiteY7" fmla="*/ 501566 h 1316375"/>
                  <a:gd name="connsiteX8" fmla="*/ 2623695 w 3076069"/>
                  <a:gd name="connsiteY8" fmla="*/ 0 h 1316375"/>
                  <a:gd name="connsiteX9" fmla="*/ 2927383 w 3076069"/>
                  <a:gd name="connsiteY9" fmla="*/ 96632 h 1316375"/>
                  <a:gd name="connsiteX10" fmla="*/ 2131352 w 3076069"/>
                  <a:gd name="connsiteY10" fmla="*/ 432543 h 1316375"/>
                  <a:gd name="connsiteX11" fmla="*/ 2292399 w 3076069"/>
                  <a:gd name="connsiteY11" fmla="*/ 920305 h 1316375"/>
                  <a:gd name="connsiteX12" fmla="*/ 3076069 w 3076069"/>
                  <a:gd name="connsiteY12" fmla="*/ 1228607 h 1316375"/>
                  <a:gd name="connsiteX13" fmla="*/ 2808172 w 3076069"/>
                  <a:gd name="connsiteY13" fmla="*/ 1316375 h 1316375"/>
                  <a:gd name="connsiteX14" fmla="*/ 1537780 w 3076069"/>
                  <a:gd name="connsiteY14" fmla="*/ 727041 h 1316375"/>
                  <a:gd name="connsiteX0" fmla="*/ 1537780 w 3076069"/>
                  <a:gd name="connsiteY0" fmla="*/ 727041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27041 h 1321259"/>
                  <a:gd name="connsiteX0" fmla="*/ 1537780 w 3076069"/>
                  <a:gd name="connsiteY0" fmla="*/ 750825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50825 h 13212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3076069" h="132125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177" name="Freeform 176"/>
              <p:cNvSpPr/>
              <p:nvPr/>
            </p:nvSpPr>
            <p:spPr bwMode="auto">
              <a:xfrm>
                <a:off x="2102655" y="1633103"/>
                <a:ext cx="662444" cy="111241"/>
              </a:xfrm>
              <a:custGeom>
                <a:avLst/>
                <a:gdLst>
                  <a:gd name="connsiteX0" fmla="*/ 0 w 3645229"/>
                  <a:gd name="connsiteY0" fmla="*/ 214441 h 923747"/>
                  <a:gd name="connsiteX1" fmla="*/ 659770 w 3645229"/>
                  <a:gd name="connsiteY1" fmla="*/ 16495 h 923747"/>
                  <a:gd name="connsiteX2" fmla="*/ 1814367 w 3645229"/>
                  <a:gd name="connsiteY2" fmla="*/ 511360 h 923747"/>
                  <a:gd name="connsiteX3" fmla="*/ 2968965 w 3645229"/>
                  <a:gd name="connsiteY3" fmla="*/ 0 h 923747"/>
                  <a:gd name="connsiteX4" fmla="*/ 3645229 w 3645229"/>
                  <a:gd name="connsiteY4" fmla="*/ 197946 h 923747"/>
                  <a:gd name="connsiteX5" fmla="*/ 3199884 w 3645229"/>
                  <a:gd name="connsiteY5" fmla="*/ 461874 h 923747"/>
                  <a:gd name="connsiteX6" fmla="*/ 2985459 w 3645229"/>
                  <a:gd name="connsiteY6" fmla="*/ 379396 h 923747"/>
                  <a:gd name="connsiteX7" fmla="*/ 1830861 w 3645229"/>
                  <a:gd name="connsiteY7" fmla="*/ 923747 h 923747"/>
                  <a:gd name="connsiteX8" fmla="*/ 676264 w 3645229"/>
                  <a:gd name="connsiteY8" fmla="*/ 412387 h 923747"/>
                  <a:gd name="connsiteX9" fmla="*/ 527816 w 3645229"/>
                  <a:gd name="connsiteY9" fmla="*/ 478369 h 923747"/>
                  <a:gd name="connsiteX10" fmla="*/ 0 w 3645229"/>
                  <a:gd name="connsiteY10" fmla="*/ 21444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71662 w 3640627"/>
                  <a:gd name="connsiteY8" fmla="*/ 412387 h 923747"/>
                  <a:gd name="connsiteX9" fmla="*/ 523214 w 3640627"/>
                  <a:gd name="connsiteY9" fmla="*/ 478369 h 923747"/>
                  <a:gd name="connsiteX10" fmla="*/ 0 w 3640627"/>
                  <a:gd name="connsiteY10" fmla="*/ 24205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71662 w 3640627"/>
                  <a:gd name="connsiteY8" fmla="*/ 412387 h 923747"/>
                  <a:gd name="connsiteX9" fmla="*/ 523214 w 3640627"/>
                  <a:gd name="connsiteY9" fmla="*/ 482971 h 923747"/>
                  <a:gd name="connsiteX10" fmla="*/ 0 w 3640627"/>
                  <a:gd name="connsiteY10" fmla="*/ 24205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90067 w 3640627"/>
                  <a:gd name="connsiteY8" fmla="*/ 412387 h 923747"/>
                  <a:gd name="connsiteX9" fmla="*/ 523214 w 3640627"/>
                  <a:gd name="connsiteY9" fmla="*/ 482971 h 923747"/>
                  <a:gd name="connsiteX10" fmla="*/ 0 w 3640627"/>
                  <a:gd name="connsiteY10" fmla="*/ 242051 h 923747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09765 w 3640627"/>
                  <a:gd name="connsiteY2" fmla="*/ 511360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2980857 w 3640627"/>
                  <a:gd name="connsiteY6" fmla="*/ 379396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55778 w 3640627"/>
                  <a:gd name="connsiteY2" fmla="*/ 534367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2980857 w 3640627"/>
                  <a:gd name="connsiteY6" fmla="*/ 379396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55778 w 3640627"/>
                  <a:gd name="connsiteY2" fmla="*/ 534367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3008465 w 3640627"/>
                  <a:gd name="connsiteY6" fmla="*/ 402404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723451"/>
                  <a:gd name="connsiteY0" fmla="*/ 242051 h 946755"/>
                  <a:gd name="connsiteX1" fmla="*/ 655168 w 3723451"/>
                  <a:gd name="connsiteY1" fmla="*/ 16495 h 946755"/>
                  <a:gd name="connsiteX2" fmla="*/ 1855778 w 3723451"/>
                  <a:gd name="connsiteY2" fmla="*/ 534367 h 946755"/>
                  <a:gd name="connsiteX3" fmla="*/ 2964363 w 3723451"/>
                  <a:gd name="connsiteY3" fmla="*/ 0 h 946755"/>
                  <a:gd name="connsiteX4" fmla="*/ 3723451 w 3723451"/>
                  <a:gd name="connsiteY4" fmla="*/ 220954 h 946755"/>
                  <a:gd name="connsiteX5" fmla="*/ 3195282 w 3723451"/>
                  <a:gd name="connsiteY5" fmla="*/ 461874 h 946755"/>
                  <a:gd name="connsiteX6" fmla="*/ 3008465 w 3723451"/>
                  <a:gd name="connsiteY6" fmla="*/ 402404 h 946755"/>
                  <a:gd name="connsiteX7" fmla="*/ 1876873 w 3723451"/>
                  <a:gd name="connsiteY7" fmla="*/ 946755 h 946755"/>
                  <a:gd name="connsiteX8" fmla="*/ 690067 w 3723451"/>
                  <a:gd name="connsiteY8" fmla="*/ 412387 h 946755"/>
                  <a:gd name="connsiteX9" fmla="*/ 523214 w 3723451"/>
                  <a:gd name="connsiteY9" fmla="*/ 482971 h 946755"/>
                  <a:gd name="connsiteX10" fmla="*/ 0 w 3723451"/>
                  <a:gd name="connsiteY10" fmla="*/ 242051 h 946755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95282 w 3723451"/>
                  <a:gd name="connsiteY5" fmla="*/ 448069 h 932950"/>
                  <a:gd name="connsiteX6" fmla="*/ 3008465 w 3723451"/>
                  <a:gd name="connsiteY6" fmla="*/ 388599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95282 w 3723451"/>
                  <a:gd name="connsiteY5" fmla="*/ 448069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86079 w 3723451"/>
                  <a:gd name="connsiteY5" fmla="*/ 461874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86079 w 3723451"/>
                  <a:gd name="connsiteY5" fmla="*/ 461874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711613 w 3723451"/>
                  <a:gd name="connsiteY8" fmla="*/ 413055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723451" h="932950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178" name="Freeform 177"/>
              <p:cNvSpPr/>
              <p:nvPr/>
            </p:nvSpPr>
            <p:spPr bwMode="auto">
              <a:xfrm>
                <a:off x="2536889" y="1727776"/>
                <a:ext cx="244057" cy="97040"/>
              </a:xfrm>
              <a:custGeom>
                <a:avLst/>
                <a:gdLst>
                  <a:gd name="connsiteX0" fmla="*/ 55216 w 1421812"/>
                  <a:gd name="connsiteY0" fmla="*/ 0 h 800665"/>
                  <a:gd name="connsiteX1" fmla="*/ 1421812 w 1421812"/>
                  <a:gd name="connsiteY1" fmla="*/ 625807 h 800665"/>
                  <a:gd name="connsiteX2" fmla="*/ 947874 w 1421812"/>
                  <a:gd name="connsiteY2" fmla="*/ 800665 h 800665"/>
                  <a:gd name="connsiteX3" fmla="*/ 50614 w 1421812"/>
                  <a:gd name="connsiteY3" fmla="*/ 404934 h 800665"/>
                  <a:gd name="connsiteX4" fmla="*/ 0 w 1421812"/>
                  <a:gd name="connsiteY4" fmla="*/ 404934 h 800665"/>
                  <a:gd name="connsiteX5" fmla="*/ 55216 w 1421812"/>
                  <a:gd name="connsiteY5" fmla="*/ 0 h 800665"/>
                  <a:gd name="connsiteX0" fmla="*/ 4602 w 1371198"/>
                  <a:gd name="connsiteY0" fmla="*/ 0 h 800665"/>
                  <a:gd name="connsiteX1" fmla="*/ 1371198 w 1371198"/>
                  <a:gd name="connsiteY1" fmla="*/ 625807 h 800665"/>
                  <a:gd name="connsiteX2" fmla="*/ 897260 w 1371198"/>
                  <a:gd name="connsiteY2" fmla="*/ 800665 h 800665"/>
                  <a:gd name="connsiteX3" fmla="*/ 0 w 1371198"/>
                  <a:gd name="connsiteY3" fmla="*/ 404934 h 800665"/>
                  <a:gd name="connsiteX4" fmla="*/ 4602 w 1371198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9868"/>
                  <a:gd name="connsiteX1" fmla="*/ 1366596 w 1366596"/>
                  <a:gd name="connsiteY1" fmla="*/ 625807 h 809868"/>
                  <a:gd name="connsiteX2" fmla="*/ 865050 w 1366596"/>
                  <a:gd name="connsiteY2" fmla="*/ 809868 h 809868"/>
                  <a:gd name="connsiteX3" fmla="*/ 4601 w 1366596"/>
                  <a:gd name="connsiteY3" fmla="*/ 427942 h 809868"/>
                  <a:gd name="connsiteX4" fmla="*/ 0 w 1366596"/>
                  <a:gd name="connsiteY4" fmla="*/ 0 h 8098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6596" h="809868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179" name="Freeform 178"/>
              <p:cNvSpPr/>
              <p:nvPr/>
            </p:nvSpPr>
            <p:spPr bwMode="auto">
              <a:xfrm>
                <a:off x="2089977" y="1730144"/>
                <a:ext cx="240888" cy="97039"/>
              </a:xfrm>
              <a:custGeom>
                <a:avLst/>
                <a:gdLst>
                  <a:gd name="connsiteX0" fmla="*/ 1329786 w 1348191"/>
                  <a:gd name="connsiteY0" fmla="*/ 0 h 809869"/>
                  <a:gd name="connsiteX1" fmla="*/ 1348191 w 1348191"/>
                  <a:gd name="connsiteY1" fmla="*/ 400333 h 809869"/>
                  <a:gd name="connsiteX2" fmla="*/ 487742 w 1348191"/>
                  <a:gd name="connsiteY2" fmla="*/ 809869 h 809869"/>
                  <a:gd name="connsiteX3" fmla="*/ 0 w 1348191"/>
                  <a:gd name="connsiteY3" fmla="*/ 630409 h 809869"/>
                  <a:gd name="connsiteX4" fmla="*/ 1329786 w 1348191"/>
                  <a:gd name="connsiteY4" fmla="*/ 0 h 809869"/>
                  <a:gd name="connsiteX0" fmla="*/ 1329786 w 1348191"/>
                  <a:gd name="connsiteY0" fmla="*/ 0 h 791462"/>
                  <a:gd name="connsiteX1" fmla="*/ 1348191 w 1348191"/>
                  <a:gd name="connsiteY1" fmla="*/ 381926 h 791462"/>
                  <a:gd name="connsiteX2" fmla="*/ 487742 w 1348191"/>
                  <a:gd name="connsiteY2" fmla="*/ 791462 h 791462"/>
                  <a:gd name="connsiteX3" fmla="*/ 0 w 1348191"/>
                  <a:gd name="connsiteY3" fmla="*/ 612002 h 791462"/>
                  <a:gd name="connsiteX4" fmla="*/ 1329786 w 1348191"/>
                  <a:gd name="connsiteY4" fmla="*/ 0 h 7914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48191" h="791462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cxnSp>
            <p:nvCxnSpPr>
              <p:cNvPr id="180" name="Straight Connector 179"/>
              <p:cNvCxnSpPr>
                <a:endCxn id="174" idx="2"/>
              </p:cNvCxnSpPr>
              <p:nvPr/>
            </p:nvCxnSpPr>
            <p:spPr bwMode="auto">
              <a:xfrm flipH="1" flipV="1">
                <a:off x="1871277" y="1737243"/>
                <a:ext cx="3169" cy="123074"/>
              </a:xfrm>
              <a:prstGeom prst="line">
                <a:avLst/>
              </a:prstGeom>
              <a:ln w="6350" cmpd="sng">
                <a:solidFill>
                  <a:schemeClr val="tx1"/>
                </a:solidFill>
              </a:ln>
              <a:effectLst>
                <a:outerShdw blurRad="40005" dist="19939" dir="5400000" algn="tl" rotWithShape="0">
                  <a:srgbClr val="000000">
                    <a:alpha val="38000"/>
                  </a:srgbClr>
                </a:outerShdw>
              </a:effectLst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1" name="Straight Connector 180"/>
              <p:cNvCxnSpPr/>
              <p:nvPr/>
            </p:nvCxnSpPr>
            <p:spPr bwMode="auto">
              <a:xfrm flipH="1" flipV="1">
                <a:off x="2996477" y="1734877"/>
                <a:ext cx="3171" cy="123074"/>
              </a:xfrm>
              <a:prstGeom prst="line">
                <a:avLst/>
              </a:prstGeom>
              <a:ln w="6350" cmpd="sng">
                <a:solidFill>
                  <a:schemeClr val="tx1"/>
                </a:solidFill>
              </a:ln>
              <a:effectLst>
                <a:outerShdw blurRad="40005" dist="19939" dir="5400000" algn="tl" rotWithShape="0">
                  <a:srgbClr val="000000">
                    <a:alpha val="38000"/>
                  </a:srgbClr>
                </a:outerShdw>
              </a:effectLst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62" name="Group 347"/>
            <p:cNvGrpSpPr>
              <a:grpSpLocks/>
            </p:cNvGrpSpPr>
            <p:nvPr/>
          </p:nvGrpSpPr>
          <p:grpSpPr bwMode="auto">
            <a:xfrm>
              <a:off x="3704088" y="6206732"/>
              <a:ext cx="588970" cy="242608"/>
              <a:chOff x="1871277" y="1576300"/>
              <a:chExt cx="1128371" cy="437861"/>
            </a:xfrm>
          </p:grpSpPr>
          <p:sp>
            <p:nvSpPr>
              <p:cNvPr id="163" name="Oval 162"/>
              <p:cNvSpPr/>
              <p:nvPr/>
            </p:nvSpPr>
            <p:spPr bwMode="auto">
              <a:xfrm flipV="1">
                <a:off x="1874446" y="1694641"/>
                <a:ext cx="1125202" cy="319520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2">
                      <a:lumMod val="75000"/>
                    </a:schemeClr>
                  </a:gs>
                  <a:gs pos="5300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accent2">
                      <a:lumMod val="75000"/>
                    </a:schemeClr>
                  </a:gs>
                </a:gsLst>
                <a:lin ang="0" scaled="1"/>
                <a:tileRect/>
              </a:gradFill>
              <a:ln w="6350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>
                  <a:ln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164" name="Rectangle 163"/>
              <p:cNvSpPr/>
              <p:nvPr/>
            </p:nvSpPr>
            <p:spPr bwMode="auto">
              <a:xfrm>
                <a:off x="1871277" y="1739611"/>
                <a:ext cx="1128371" cy="115973"/>
              </a:xfrm>
              <a:prstGeom prst="rect">
                <a:avLst/>
              </a:prstGeom>
              <a:gradFill>
                <a:gsLst>
                  <a:gs pos="0">
                    <a:schemeClr val="accent2">
                      <a:lumMod val="75000"/>
                    </a:schemeClr>
                  </a:gs>
                  <a:gs pos="5300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accent2">
                      <a:lumMod val="75000"/>
                    </a:schemeClr>
                  </a:gs>
                </a:gsLst>
                <a:lin ang="10800000" scaled="0"/>
              </a:gradFill>
              <a:ln w="25400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165" name="Oval 164"/>
              <p:cNvSpPr/>
              <p:nvPr/>
            </p:nvSpPr>
            <p:spPr bwMode="auto">
              <a:xfrm flipV="1">
                <a:off x="1871277" y="1576300"/>
                <a:ext cx="1125200" cy="31952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 w="6350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>
                  <a:ln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166" name="Freeform 165"/>
              <p:cNvSpPr/>
              <p:nvPr/>
            </p:nvSpPr>
            <p:spPr bwMode="auto">
              <a:xfrm>
                <a:off x="2159708" y="1673340"/>
                <a:ext cx="548339" cy="160943"/>
              </a:xfrm>
              <a:custGeom>
                <a:avLst/>
                <a:gdLst>
                  <a:gd name="connsiteX0" fmla="*/ 1486231 w 2944854"/>
                  <a:gd name="connsiteY0" fmla="*/ 727041 h 1302232"/>
                  <a:gd name="connsiteX1" fmla="*/ 257675 w 2944854"/>
                  <a:gd name="connsiteY1" fmla="*/ 1302232 h 1302232"/>
                  <a:gd name="connsiteX2" fmla="*/ 0 w 2944854"/>
                  <a:gd name="connsiteY2" fmla="*/ 1228607 h 1302232"/>
                  <a:gd name="connsiteX3" fmla="*/ 911064 w 2944854"/>
                  <a:gd name="connsiteY3" fmla="*/ 837478 h 1302232"/>
                  <a:gd name="connsiteX4" fmla="*/ 883456 w 2944854"/>
                  <a:gd name="connsiteY4" fmla="*/ 450949 h 1302232"/>
                  <a:gd name="connsiteX5" fmla="*/ 161047 w 2944854"/>
                  <a:gd name="connsiteY5" fmla="*/ 119640 h 1302232"/>
                  <a:gd name="connsiteX6" fmla="*/ 404917 w 2944854"/>
                  <a:gd name="connsiteY6" fmla="*/ 50617 h 1302232"/>
                  <a:gd name="connsiteX7" fmla="*/ 1477028 w 2944854"/>
                  <a:gd name="connsiteY7" fmla="*/ 501566 h 1302232"/>
                  <a:gd name="connsiteX8" fmla="*/ 2572146 w 2944854"/>
                  <a:gd name="connsiteY8" fmla="*/ 0 h 1302232"/>
                  <a:gd name="connsiteX9" fmla="*/ 2875834 w 2944854"/>
                  <a:gd name="connsiteY9" fmla="*/ 96632 h 1302232"/>
                  <a:gd name="connsiteX10" fmla="*/ 2079803 w 2944854"/>
                  <a:gd name="connsiteY10" fmla="*/ 432543 h 1302232"/>
                  <a:gd name="connsiteX11" fmla="*/ 2240850 w 2944854"/>
                  <a:gd name="connsiteY11" fmla="*/ 920305 h 1302232"/>
                  <a:gd name="connsiteX12" fmla="*/ 2944854 w 2944854"/>
                  <a:gd name="connsiteY12" fmla="*/ 1228607 h 1302232"/>
                  <a:gd name="connsiteX13" fmla="*/ 2733192 w 2944854"/>
                  <a:gd name="connsiteY13" fmla="*/ 1297630 h 1302232"/>
                  <a:gd name="connsiteX14" fmla="*/ 1486231 w 2944854"/>
                  <a:gd name="connsiteY14" fmla="*/ 727041 h 1302232"/>
                  <a:gd name="connsiteX0" fmla="*/ 1486231 w 2944854"/>
                  <a:gd name="connsiteY0" fmla="*/ 727041 h 1316375"/>
                  <a:gd name="connsiteX1" fmla="*/ 257675 w 2944854"/>
                  <a:gd name="connsiteY1" fmla="*/ 1302232 h 1316375"/>
                  <a:gd name="connsiteX2" fmla="*/ 0 w 2944854"/>
                  <a:gd name="connsiteY2" fmla="*/ 1228607 h 1316375"/>
                  <a:gd name="connsiteX3" fmla="*/ 911064 w 2944854"/>
                  <a:gd name="connsiteY3" fmla="*/ 837478 h 1316375"/>
                  <a:gd name="connsiteX4" fmla="*/ 883456 w 2944854"/>
                  <a:gd name="connsiteY4" fmla="*/ 450949 h 1316375"/>
                  <a:gd name="connsiteX5" fmla="*/ 161047 w 2944854"/>
                  <a:gd name="connsiteY5" fmla="*/ 119640 h 1316375"/>
                  <a:gd name="connsiteX6" fmla="*/ 404917 w 2944854"/>
                  <a:gd name="connsiteY6" fmla="*/ 50617 h 1316375"/>
                  <a:gd name="connsiteX7" fmla="*/ 1477028 w 2944854"/>
                  <a:gd name="connsiteY7" fmla="*/ 501566 h 1316375"/>
                  <a:gd name="connsiteX8" fmla="*/ 2572146 w 2944854"/>
                  <a:gd name="connsiteY8" fmla="*/ 0 h 1316375"/>
                  <a:gd name="connsiteX9" fmla="*/ 2875834 w 2944854"/>
                  <a:gd name="connsiteY9" fmla="*/ 96632 h 1316375"/>
                  <a:gd name="connsiteX10" fmla="*/ 2079803 w 2944854"/>
                  <a:gd name="connsiteY10" fmla="*/ 432543 h 1316375"/>
                  <a:gd name="connsiteX11" fmla="*/ 2240850 w 2944854"/>
                  <a:gd name="connsiteY11" fmla="*/ 920305 h 1316375"/>
                  <a:gd name="connsiteX12" fmla="*/ 2944854 w 2944854"/>
                  <a:gd name="connsiteY12" fmla="*/ 1228607 h 1316375"/>
                  <a:gd name="connsiteX13" fmla="*/ 2756623 w 2944854"/>
                  <a:gd name="connsiteY13" fmla="*/ 1316375 h 1316375"/>
                  <a:gd name="connsiteX14" fmla="*/ 1486231 w 2944854"/>
                  <a:gd name="connsiteY14" fmla="*/ 727041 h 1316375"/>
                  <a:gd name="connsiteX0" fmla="*/ 1486231 w 3024520"/>
                  <a:gd name="connsiteY0" fmla="*/ 727041 h 1316375"/>
                  <a:gd name="connsiteX1" fmla="*/ 257675 w 3024520"/>
                  <a:gd name="connsiteY1" fmla="*/ 1302232 h 1316375"/>
                  <a:gd name="connsiteX2" fmla="*/ 0 w 3024520"/>
                  <a:gd name="connsiteY2" fmla="*/ 1228607 h 1316375"/>
                  <a:gd name="connsiteX3" fmla="*/ 911064 w 3024520"/>
                  <a:gd name="connsiteY3" fmla="*/ 837478 h 1316375"/>
                  <a:gd name="connsiteX4" fmla="*/ 883456 w 3024520"/>
                  <a:gd name="connsiteY4" fmla="*/ 450949 h 1316375"/>
                  <a:gd name="connsiteX5" fmla="*/ 161047 w 3024520"/>
                  <a:gd name="connsiteY5" fmla="*/ 119640 h 1316375"/>
                  <a:gd name="connsiteX6" fmla="*/ 404917 w 3024520"/>
                  <a:gd name="connsiteY6" fmla="*/ 50617 h 1316375"/>
                  <a:gd name="connsiteX7" fmla="*/ 1477028 w 3024520"/>
                  <a:gd name="connsiteY7" fmla="*/ 501566 h 1316375"/>
                  <a:gd name="connsiteX8" fmla="*/ 2572146 w 3024520"/>
                  <a:gd name="connsiteY8" fmla="*/ 0 h 1316375"/>
                  <a:gd name="connsiteX9" fmla="*/ 2875834 w 3024520"/>
                  <a:gd name="connsiteY9" fmla="*/ 96632 h 1316375"/>
                  <a:gd name="connsiteX10" fmla="*/ 2079803 w 3024520"/>
                  <a:gd name="connsiteY10" fmla="*/ 432543 h 1316375"/>
                  <a:gd name="connsiteX11" fmla="*/ 2240850 w 3024520"/>
                  <a:gd name="connsiteY11" fmla="*/ 920305 h 1316375"/>
                  <a:gd name="connsiteX12" fmla="*/ 3024520 w 3024520"/>
                  <a:gd name="connsiteY12" fmla="*/ 1228607 h 1316375"/>
                  <a:gd name="connsiteX13" fmla="*/ 2756623 w 3024520"/>
                  <a:gd name="connsiteY13" fmla="*/ 1316375 h 1316375"/>
                  <a:gd name="connsiteX14" fmla="*/ 1486231 w 3024520"/>
                  <a:gd name="connsiteY14" fmla="*/ 727041 h 1316375"/>
                  <a:gd name="connsiteX0" fmla="*/ 1537780 w 3076069"/>
                  <a:gd name="connsiteY0" fmla="*/ 727041 h 1316375"/>
                  <a:gd name="connsiteX1" fmla="*/ 309224 w 3076069"/>
                  <a:gd name="connsiteY1" fmla="*/ 1302232 h 1316375"/>
                  <a:gd name="connsiteX2" fmla="*/ 0 w 3076069"/>
                  <a:gd name="connsiteY2" fmla="*/ 1228607 h 1316375"/>
                  <a:gd name="connsiteX3" fmla="*/ 962613 w 3076069"/>
                  <a:gd name="connsiteY3" fmla="*/ 837478 h 1316375"/>
                  <a:gd name="connsiteX4" fmla="*/ 935005 w 3076069"/>
                  <a:gd name="connsiteY4" fmla="*/ 450949 h 1316375"/>
                  <a:gd name="connsiteX5" fmla="*/ 212596 w 3076069"/>
                  <a:gd name="connsiteY5" fmla="*/ 119640 h 1316375"/>
                  <a:gd name="connsiteX6" fmla="*/ 456466 w 3076069"/>
                  <a:gd name="connsiteY6" fmla="*/ 50617 h 1316375"/>
                  <a:gd name="connsiteX7" fmla="*/ 1528577 w 3076069"/>
                  <a:gd name="connsiteY7" fmla="*/ 501566 h 1316375"/>
                  <a:gd name="connsiteX8" fmla="*/ 2623695 w 3076069"/>
                  <a:gd name="connsiteY8" fmla="*/ 0 h 1316375"/>
                  <a:gd name="connsiteX9" fmla="*/ 2927383 w 3076069"/>
                  <a:gd name="connsiteY9" fmla="*/ 96632 h 1316375"/>
                  <a:gd name="connsiteX10" fmla="*/ 2131352 w 3076069"/>
                  <a:gd name="connsiteY10" fmla="*/ 432543 h 1316375"/>
                  <a:gd name="connsiteX11" fmla="*/ 2292399 w 3076069"/>
                  <a:gd name="connsiteY11" fmla="*/ 920305 h 1316375"/>
                  <a:gd name="connsiteX12" fmla="*/ 3076069 w 3076069"/>
                  <a:gd name="connsiteY12" fmla="*/ 1228607 h 1316375"/>
                  <a:gd name="connsiteX13" fmla="*/ 2808172 w 3076069"/>
                  <a:gd name="connsiteY13" fmla="*/ 1316375 h 1316375"/>
                  <a:gd name="connsiteX14" fmla="*/ 1537780 w 3076069"/>
                  <a:gd name="connsiteY14" fmla="*/ 727041 h 1316375"/>
                  <a:gd name="connsiteX0" fmla="*/ 1537780 w 3076069"/>
                  <a:gd name="connsiteY0" fmla="*/ 727041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27041 h 1321259"/>
                  <a:gd name="connsiteX0" fmla="*/ 1537780 w 3076069"/>
                  <a:gd name="connsiteY0" fmla="*/ 750825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50825 h 13212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3076069" h="132125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167" name="Freeform 166"/>
              <p:cNvSpPr/>
              <p:nvPr/>
            </p:nvSpPr>
            <p:spPr bwMode="auto">
              <a:xfrm>
                <a:off x="2102655" y="1633103"/>
                <a:ext cx="662444" cy="111241"/>
              </a:xfrm>
              <a:custGeom>
                <a:avLst/>
                <a:gdLst>
                  <a:gd name="connsiteX0" fmla="*/ 0 w 3645229"/>
                  <a:gd name="connsiteY0" fmla="*/ 214441 h 923747"/>
                  <a:gd name="connsiteX1" fmla="*/ 659770 w 3645229"/>
                  <a:gd name="connsiteY1" fmla="*/ 16495 h 923747"/>
                  <a:gd name="connsiteX2" fmla="*/ 1814367 w 3645229"/>
                  <a:gd name="connsiteY2" fmla="*/ 511360 h 923747"/>
                  <a:gd name="connsiteX3" fmla="*/ 2968965 w 3645229"/>
                  <a:gd name="connsiteY3" fmla="*/ 0 h 923747"/>
                  <a:gd name="connsiteX4" fmla="*/ 3645229 w 3645229"/>
                  <a:gd name="connsiteY4" fmla="*/ 197946 h 923747"/>
                  <a:gd name="connsiteX5" fmla="*/ 3199884 w 3645229"/>
                  <a:gd name="connsiteY5" fmla="*/ 461874 h 923747"/>
                  <a:gd name="connsiteX6" fmla="*/ 2985459 w 3645229"/>
                  <a:gd name="connsiteY6" fmla="*/ 379396 h 923747"/>
                  <a:gd name="connsiteX7" fmla="*/ 1830861 w 3645229"/>
                  <a:gd name="connsiteY7" fmla="*/ 923747 h 923747"/>
                  <a:gd name="connsiteX8" fmla="*/ 676264 w 3645229"/>
                  <a:gd name="connsiteY8" fmla="*/ 412387 h 923747"/>
                  <a:gd name="connsiteX9" fmla="*/ 527816 w 3645229"/>
                  <a:gd name="connsiteY9" fmla="*/ 478369 h 923747"/>
                  <a:gd name="connsiteX10" fmla="*/ 0 w 3645229"/>
                  <a:gd name="connsiteY10" fmla="*/ 21444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71662 w 3640627"/>
                  <a:gd name="connsiteY8" fmla="*/ 412387 h 923747"/>
                  <a:gd name="connsiteX9" fmla="*/ 523214 w 3640627"/>
                  <a:gd name="connsiteY9" fmla="*/ 478369 h 923747"/>
                  <a:gd name="connsiteX10" fmla="*/ 0 w 3640627"/>
                  <a:gd name="connsiteY10" fmla="*/ 24205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71662 w 3640627"/>
                  <a:gd name="connsiteY8" fmla="*/ 412387 h 923747"/>
                  <a:gd name="connsiteX9" fmla="*/ 523214 w 3640627"/>
                  <a:gd name="connsiteY9" fmla="*/ 482971 h 923747"/>
                  <a:gd name="connsiteX10" fmla="*/ 0 w 3640627"/>
                  <a:gd name="connsiteY10" fmla="*/ 24205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90067 w 3640627"/>
                  <a:gd name="connsiteY8" fmla="*/ 412387 h 923747"/>
                  <a:gd name="connsiteX9" fmla="*/ 523214 w 3640627"/>
                  <a:gd name="connsiteY9" fmla="*/ 482971 h 923747"/>
                  <a:gd name="connsiteX10" fmla="*/ 0 w 3640627"/>
                  <a:gd name="connsiteY10" fmla="*/ 242051 h 923747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09765 w 3640627"/>
                  <a:gd name="connsiteY2" fmla="*/ 511360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2980857 w 3640627"/>
                  <a:gd name="connsiteY6" fmla="*/ 379396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55778 w 3640627"/>
                  <a:gd name="connsiteY2" fmla="*/ 534367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2980857 w 3640627"/>
                  <a:gd name="connsiteY6" fmla="*/ 379396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55778 w 3640627"/>
                  <a:gd name="connsiteY2" fmla="*/ 534367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3008465 w 3640627"/>
                  <a:gd name="connsiteY6" fmla="*/ 402404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723451"/>
                  <a:gd name="connsiteY0" fmla="*/ 242051 h 946755"/>
                  <a:gd name="connsiteX1" fmla="*/ 655168 w 3723451"/>
                  <a:gd name="connsiteY1" fmla="*/ 16495 h 946755"/>
                  <a:gd name="connsiteX2" fmla="*/ 1855778 w 3723451"/>
                  <a:gd name="connsiteY2" fmla="*/ 534367 h 946755"/>
                  <a:gd name="connsiteX3" fmla="*/ 2964363 w 3723451"/>
                  <a:gd name="connsiteY3" fmla="*/ 0 h 946755"/>
                  <a:gd name="connsiteX4" fmla="*/ 3723451 w 3723451"/>
                  <a:gd name="connsiteY4" fmla="*/ 220954 h 946755"/>
                  <a:gd name="connsiteX5" fmla="*/ 3195282 w 3723451"/>
                  <a:gd name="connsiteY5" fmla="*/ 461874 h 946755"/>
                  <a:gd name="connsiteX6" fmla="*/ 3008465 w 3723451"/>
                  <a:gd name="connsiteY6" fmla="*/ 402404 h 946755"/>
                  <a:gd name="connsiteX7" fmla="*/ 1876873 w 3723451"/>
                  <a:gd name="connsiteY7" fmla="*/ 946755 h 946755"/>
                  <a:gd name="connsiteX8" fmla="*/ 690067 w 3723451"/>
                  <a:gd name="connsiteY8" fmla="*/ 412387 h 946755"/>
                  <a:gd name="connsiteX9" fmla="*/ 523214 w 3723451"/>
                  <a:gd name="connsiteY9" fmla="*/ 482971 h 946755"/>
                  <a:gd name="connsiteX10" fmla="*/ 0 w 3723451"/>
                  <a:gd name="connsiteY10" fmla="*/ 242051 h 946755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95282 w 3723451"/>
                  <a:gd name="connsiteY5" fmla="*/ 448069 h 932950"/>
                  <a:gd name="connsiteX6" fmla="*/ 3008465 w 3723451"/>
                  <a:gd name="connsiteY6" fmla="*/ 388599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95282 w 3723451"/>
                  <a:gd name="connsiteY5" fmla="*/ 448069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86079 w 3723451"/>
                  <a:gd name="connsiteY5" fmla="*/ 461874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86079 w 3723451"/>
                  <a:gd name="connsiteY5" fmla="*/ 461874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711613 w 3723451"/>
                  <a:gd name="connsiteY8" fmla="*/ 413055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723451" h="932950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168" name="Freeform 167"/>
              <p:cNvSpPr/>
              <p:nvPr/>
            </p:nvSpPr>
            <p:spPr bwMode="auto">
              <a:xfrm>
                <a:off x="2536889" y="1727776"/>
                <a:ext cx="244057" cy="97040"/>
              </a:xfrm>
              <a:custGeom>
                <a:avLst/>
                <a:gdLst>
                  <a:gd name="connsiteX0" fmla="*/ 55216 w 1421812"/>
                  <a:gd name="connsiteY0" fmla="*/ 0 h 800665"/>
                  <a:gd name="connsiteX1" fmla="*/ 1421812 w 1421812"/>
                  <a:gd name="connsiteY1" fmla="*/ 625807 h 800665"/>
                  <a:gd name="connsiteX2" fmla="*/ 947874 w 1421812"/>
                  <a:gd name="connsiteY2" fmla="*/ 800665 h 800665"/>
                  <a:gd name="connsiteX3" fmla="*/ 50614 w 1421812"/>
                  <a:gd name="connsiteY3" fmla="*/ 404934 h 800665"/>
                  <a:gd name="connsiteX4" fmla="*/ 0 w 1421812"/>
                  <a:gd name="connsiteY4" fmla="*/ 404934 h 800665"/>
                  <a:gd name="connsiteX5" fmla="*/ 55216 w 1421812"/>
                  <a:gd name="connsiteY5" fmla="*/ 0 h 800665"/>
                  <a:gd name="connsiteX0" fmla="*/ 4602 w 1371198"/>
                  <a:gd name="connsiteY0" fmla="*/ 0 h 800665"/>
                  <a:gd name="connsiteX1" fmla="*/ 1371198 w 1371198"/>
                  <a:gd name="connsiteY1" fmla="*/ 625807 h 800665"/>
                  <a:gd name="connsiteX2" fmla="*/ 897260 w 1371198"/>
                  <a:gd name="connsiteY2" fmla="*/ 800665 h 800665"/>
                  <a:gd name="connsiteX3" fmla="*/ 0 w 1371198"/>
                  <a:gd name="connsiteY3" fmla="*/ 404934 h 800665"/>
                  <a:gd name="connsiteX4" fmla="*/ 4602 w 1371198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9868"/>
                  <a:gd name="connsiteX1" fmla="*/ 1366596 w 1366596"/>
                  <a:gd name="connsiteY1" fmla="*/ 625807 h 809868"/>
                  <a:gd name="connsiteX2" fmla="*/ 865050 w 1366596"/>
                  <a:gd name="connsiteY2" fmla="*/ 809868 h 809868"/>
                  <a:gd name="connsiteX3" fmla="*/ 4601 w 1366596"/>
                  <a:gd name="connsiteY3" fmla="*/ 427942 h 809868"/>
                  <a:gd name="connsiteX4" fmla="*/ 0 w 1366596"/>
                  <a:gd name="connsiteY4" fmla="*/ 0 h 8098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6596" h="809868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169" name="Freeform 168"/>
              <p:cNvSpPr/>
              <p:nvPr/>
            </p:nvSpPr>
            <p:spPr bwMode="auto">
              <a:xfrm>
                <a:off x="2089977" y="1730144"/>
                <a:ext cx="240888" cy="97039"/>
              </a:xfrm>
              <a:custGeom>
                <a:avLst/>
                <a:gdLst>
                  <a:gd name="connsiteX0" fmla="*/ 1329786 w 1348191"/>
                  <a:gd name="connsiteY0" fmla="*/ 0 h 809869"/>
                  <a:gd name="connsiteX1" fmla="*/ 1348191 w 1348191"/>
                  <a:gd name="connsiteY1" fmla="*/ 400333 h 809869"/>
                  <a:gd name="connsiteX2" fmla="*/ 487742 w 1348191"/>
                  <a:gd name="connsiteY2" fmla="*/ 809869 h 809869"/>
                  <a:gd name="connsiteX3" fmla="*/ 0 w 1348191"/>
                  <a:gd name="connsiteY3" fmla="*/ 630409 h 809869"/>
                  <a:gd name="connsiteX4" fmla="*/ 1329786 w 1348191"/>
                  <a:gd name="connsiteY4" fmla="*/ 0 h 809869"/>
                  <a:gd name="connsiteX0" fmla="*/ 1329786 w 1348191"/>
                  <a:gd name="connsiteY0" fmla="*/ 0 h 791462"/>
                  <a:gd name="connsiteX1" fmla="*/ 1348191 w 1348191"/>
                  <a:gd name="connsiteY1" fmla="*/ 381926 h 791462"/>
                  <a:gd name="connsiteX2" fmla="*/ 487742 w 1348191"/>
                  <a:gd name="connsiteY2" fmla="*/ 791462 h 791462"/>
                  <a:gd name="connsiteX3" fmla="*/ 0 w 1348191"/>
                  <a:gd name="connsiteY3" fmla="*/ 612002 h 791462"/>
                  <a:gd name="connsiteX4" fmla="*/ 1329786 w 1348191"/>
                  <a:gd name="connsiteY4" fmla="*/ 0 h 7914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48191" h="791462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cxnSp>
            <p:nvCxnSpPr>
              <p:cNvPr id="170" name="Straight Connector 169"/>
              <p:cNvCxnSpPr>
                <a:endCxn id="165" idx="2"/>
              </p:cNvCxnSpPr>
              <p:nvPr/>
            </p:nvCxnSpPr>
            <p:spPr bwMode="auto">
              <a:xfrm flipH="1" flipV="1">
                <a:off x="1871277" y="1737243"/>
                <a:ext cx="3169" cy="123074"/>
              </a:xfrm>
              <a:prstGeom prst="line">
                <a:avLst/>
              </a:prstGeom>
              <a:ln w="6350" cmpd="sng">
                <a:solidFill>
                  <a:schemeClr val="tx1"/>
                </a:solidFill>
              </a:ln>
              <a:effectLst>
                <a:outerShdw blurRad="40005" dist="19939" dir="5400000" algn="tl" rotWithShape="0">
                  <a:srgbClr val="000000">
                    <a:alpha val="38000"/>
                  </a:srgbClr>
                </a:outerShdw>
              </a:effectLst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1" name="Straight Connector 170"/>
              <p:cNvCxnSpPr/>
              <p:nvPr/>
            </p:nvCxnSpPr>
            <p:spPr bwMode="auto">
              <a:xfrm flipH="1" flipV="1">
                <a:off x="2996477" y="1734877"/>
                <a:ext cx="3171" cy="123074"/>
              </a:xfrm>
              <a:prstGeom prst="line">
                <a:avLst/>
              </a:prstGeom>
              <a:ln w="6350" cmpd="sng">
                <a:solidFill>
                  <a:schemeClr val="tx1"/>
                </a:solidFill>
              </a:ln>
              <a:effectLst>
                <a:outerShdw blurRad="40005" dist="19939" dir="5400000" algn="tl" rotWithShape="0">
                  <a:srgbClr val="000000">
                    <a:alpha val="38000"/>
                  </a:srgbClr>
                </a:outerShdw>
              </a:effectLst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631" name="Rectangle 630"/>
          <p:cNvSpPr/>
          <p:nvPr/>
        </p:nvSpPr>
        <p:spPr>
          <a:xfrm>
            <a:off x="2606860" y="5724971"/>
            <a:ext cx="5334198" cy="1133029"/>
          </a:xfrm>
          <a:prstGeom prst="rect">
            <a:avLst/>
          </a:prstGeom>
          <a:solidFill>
            <a:schemeClr val="bg1">
              <a:alpha val="80000"/>
            </a:schemeClr>
          </a:solidFill>
          <a:ln w="12700">
            <a:noFill/>
            <a:tailEnd type="arrow"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grpSp>
        <p:nvGrpSpPr>
          <p:cNvPr id="210" name="Group 209"/>
          <p:cNvGrpSpPr/>
          <p:nvPr/>
        </p:nvGrpSpPr>
        <p:grpSpPr>
          <a:xfrm>
            <a:off x="2861956" y="1276178"/>
            <a:ext cx="1023471" cy="590176"/>
            <a:chOff x="4721412" y="1277470"/>
            <a:chExt cx="1023471" cy="590176"/>
          </a:xfrm>
        </p:grpSpPr>
        <p:sp>
          <p:nvSpPr>
            <p:cNvPr id="211" name="Oval 210"/>
            <p:cNvSpPr/>
            <p:nvPr/>
          </p:nvSpPr>
          <p:spPr bwMode="auto">
            <a:xfrm>
              <a:off x="4721412" y="1277470"/>
              <a:ext cx="1023471" cy="590176"/>
            </a:xfrm>
            <a:prstGeom prst="ellipse">
              <a:avLst/>
            </a:prstGeom>
            <a:solidFill>
              <a:srgbClr val="008000">
                <a:alpha val="70000"/>
              </a:srgbClr>
            </a:solidFill>
            <a:ln>
              <a:solidFill>
                <a:srgbClr val="008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2" name="TextBox 211"/>
            <p:cNvSpPr txBox="1"/>
            <p:nvPr/>
          </p:nvSpPr>
          <p:spPr>
            <a:xfrm>
              <a:off x="4792385" y="1374585"/>
              <a:ext cx="8904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routing</a:t>
              </a:r>
            </a:p>
          </p:txBody>
        </p:sp>
      </p:grpSp>
      <p:grpSp>
        <p:nvGrpSpPr>
          <p:cNvPr id="213" name="Group 212"/>
          <p:cNvGrpSpPr/>
          <p:nvPr/>
        </p:nvGrpSpPr>
        <p:grpSpPr>
          <a:xfrm>
            <a:off x="4075652" y="1301675"/>
            <a:ext cx="1023471" cy="590176"/>
            <a:chOff x="6106459" y="1967753"/>
            <a:chExt cx="1023471" cy="590176"/>
          </a:xfrm>
        </p:grpSpPr>
        <p:sp>
          <p:nvSpPr>
            <p:cNvPr id="214" name="Oval 213"/>
            <p:cNvSpPr/>
            <p:nvPr/>
          </p:nvSpPr>
          <p:spPr bwMode="auto">
            <a:xfrm>
              <a:off x="6106459" y="1967753"/>
              <a:ext cx="1023471" cy="590176"/>
            </a:xfrm>
            <a:prstGeom prst="ellipse">
              <a:avLst/>
            </a:prstGeom>
            <a:solidFill>
              <a:srgbClr val="008000">
                <a:alpha val="70000"/>
              </a:srgbClr>
            </a:solidFill>
            <a:ln>
              <a:solidFill>
                <a:srgbClr val="008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5" name="TextBox 214"/>
            <p:cNvSpPr txBox="1"/>
            <p:nvPr/>
          </p:nvSpPr>
          <p:spPr>
            <a:xfrm>
              <a:off x="6177429" y="1997637"/>
              <a:ext cx="903087" cy="5447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dirty="0"/>
                <a:t>access </a:t>
              </a:r>
            </a:p>
            <a:p>
              <a:pPr algn="ctr">
                <a:lnSpc>
                  <a:spcPct val="80000"/>
                </a:lnSpc>
              </a:pPr>
              <a:r>
                <a:rPr lang="en-US" dirty="0"/>
                <a:t>control</a:t>
              </a:r>
            </a:p>
          </p:txBody>
        </p:sp>
      </p:grpSp>
      <p:grpSp>
        <p:nvGrpSpPr>
          <p:cNvPr id="216" name="Group 215"/>
          <p:cNvGrpSpPr/>
          <p:nvPr/>
        </p:nvGrpSpPr>
        <p:grpSpPr>
          <a:xfrm>
            <a:off x="5265545" y="1320598"/>
            <a:ext cx="1023471" cy="590176"/>
            <a:chOff x="6938682" y="977153"/>
            <a:chExt cx="1023471" cy="590176"/>
          </a:xfrm>
        </p:grpSpPr>
        <p:sp>
          <p:nvSpPr>
            <p:cNvPr id="217" name="Oval 216"/>
            <p:cNvSpPr/>
            <p:nvPr/>
          </p:nvSpPr>
          <p:spPr bwMode="auto">
            <a:xfrm>
              <a:off x="6938682" y="977153"/>
              <a:ext cx="1023471" cy="590176"/>
            </a:xfrm>
            <a:prstGeom prst="ellipse">
              <a:avLst/>
            </a:prstGeom>
            <a:solidFill>
              <a:srgbClr val="008000">
                <a:alpha val="70000"/>
              </a:srgbClr>
            </a:solidFill>
            <a:ln>
              <a:solidFill>
                <a:srgbClr val="008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8" name="TextBox 217"/>
            <p:cNvSpPr txBox="1"/>
            <p:nvPr/>
          </p:nvSpPr>
          <p:spPr>
            <a:xfrm>
              <a:off x="6964568" y="1007037"/>
              <a:ext cx="993256" cy="5447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dirty="0"/>
                <a:t>load</a:t>
              </a:r>
            </a:p>
            <a:p>
              <a:pPr algn="ctr">
                <a:lnSpc>
                  <a:spcPct val="80000"/>
                </a:lnSpc>
              </a:pPr>
              <a:r>
                <a:rPr lang="en-US" dirty="0"/>
                <a:t>balance</a:t>
              </a:r>
            </a:p>
          </p:txBody>
        </p:sp>
      </p:grpSp>
      <p:sp>
        <p:nvSpPr>
          <p:cNvPr id="15" name="Rectangle 14"/>
          <p:cNvSpPr/>
          <p:nvPr/>
        </p:nvSpPr>
        <p:spPr>
          <a:xfrm>
            <a:off x="2243683" y="1143000"/>
            <a:ext cx="4965002" cy="783590"/>
          </a:xfrm>
          <a:prstGeom prst="rect">
            <a:avLst/>
          </a:prstGeom>
          <a:solidFill>
            <a:schemeClr val="bg1">
              <a:alpha val="80000"/>
            </a:schemeClr>
          </a:solidFill>
          <a:ln w="12700">
            <a:noFill/>
            <a:tailEnd type="arrow"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23" name="Freeform 222"/>
          <p:cNvSpPr/>
          <p:nvPr/>
        </p:nvSpPr>
        <p:spPr bwMode="auto">
          <a:xfrm rot="10800000">
            <a:off x="7562568" y="4626242"/>
            <a:ext cx="222179" cy="1166655"/>
          </a:xfrm>
          <a:custGeom>
            <a:avLst/>
            <a:gdLst>
              <a:gd name="connsiteX0" fmla="*/ 0 w 312616"/>
              <a:gd name="connsiteY0" fmla="*/ 644770 h 1367693"/>
              <a:gd name="connsiteX1" fmla="*/ 312616 w 312616"/>
              <a:gd name="connsiteY1" fmla="*/ 0 h 1367693"/>
              <a:gd name="connsiteX2" fmla="*/ 312616 w 312616"/>
              <a:gd name="connsiteY2" fmla="*/ 1016000 h 1367693"/>
              <a:gd name="connsiteX3" fmla="*/ 117231 w 312616"/>
              <a:gd name="connsiteY3" fmla="*/ 1367693 h 1367693"/>
              <a:gd name="connsiteX4" fmla="*/ 0 w 312616"/>
              <a:gd name="connsiteY4" fmla="*/ 644770 h 1367693"/>
              <a:gd name="connsiteX0" fmla="*/ 0 w 199855"/>
              <a:gd name="connsiteY0" fmla="*/ 733787 h 1367693"/>
              <a:gd name="connsiteX1" fmla="*/ 199855 w 199855"/>
              <a:gd name="connsiteY1" fmla="*/ 0 h 1367693"/>
              <a:gd name="connsiteX2" fmla="*/ 199855 w 199855"/>
              <a:gd name="connsiteY2" fmla="*/ 1016000 h 1367693"/>
              <a:gd name="connsiteX3" fmla="*/ 4470 w 199855"/>
              <a:gd name="connsiteY3" fmla="*/ 1367693 h 1367693"/>
              <a:gd name="connsiteX4" fmla="*/ 0 w 199855"/>
              <a:gd name="connsiteY4" fmla="*/ 733787 h 1367693"/>
              <a:gd name="connsiteX0" fmla="*/ 25203 w 225058"/>
              <a:gd name="connsiteY0" fmla="*/ 733787 h 1361758"/>
              <a:gd name="connsiteX1" fmla="*/ 225058 w 225058"/>
              <a:gd name="connsiteY1" fmla="*/ 0 h 1361758"/>
              <a:gd name="connsiteX2" fmla="*/ 225058 w 225058"/>
              <a:gd name="connsiteY2" fmla="*/ 1016000 h 1361758"/>
              <a:gd name="connsiteX3" fmla="*/ 0 w 225058"/>
              <a:gd name="connsiteY3" fmla="*/ 1361758 h 1361758"/>
              <a:gd name="connsiteX4" fmla="*/ 25203 w 225058"/>
              <a:gd name="connsiteY4" fmla="*/ 733787 h 1361758"/>
              <a:gd name="connsiteX0" fmla="*/ 25203 w 230992"/>
              <a:gd name="connsiteY0" fmla="*/ 787197 h 1415168"/>
              <a:gd name="connsiteX1" fmla="*/ 230992 w 230992"/>
              <a:gd name="connsiteY1" fmla="*/ 0 h 1415168"/>
              <a:gd name="connsiteX2" fmla="*/ 225058 w 230992"/>
              <a:gd name="connsiteY2" fmla="*/ 1069410 h 1415168"/>
              <a:gd name="connsiteX3" fmla="*/ 0 w 230992"/>
              <a:gd name="connsiteY3" fmla="*/ 1415168 h 1415168"/>
              <a:gd name="connsiteX4" fmla="*/ 25203 w 230992"/>
              <a:gd name="connsiteY4" fmla="*/ 787197 h 1415168"/>
              <a:gd name="connsiteX0" fmla="*/ 0 w 205789"/>
              <a:gd name="connsiteY0" fmla="*/ 787197 h 1427037"/>
              <a:gd name="connsiteX1" fmla="*/ 205789 w 205789"/>
              <a:gd name="connsiteY1" fmla="*/ 0 h 1427037"/>
              <a:gd name="connsiteX2" fmla="*/ 199855 w 205789"/>
              <a:gd name="connsiteY2" fmla="*/ 1069410 h 1427037"/>
              <a:gd name="connsiteX3" fmla="*/ 4471 w 205789"/>
              <a:gd name="connsiteY3" fmla="*/ 1427037 h 1427037"/>
              <a:gd name="connsiteX4" fmla="*/ 0 w 205789"/>
              <a:gd name="connsiteY4" fmla="*/ 787197 h 1427037"/>
              <a:gd name="connsiteX0" fmla="*/ 0 w 199855"/>
              <a:gd name="connsiteY0" fmla="*/ 745656 h 1385496"/>
              <a:gd name="connsiteX1" fmla="*/ 193920 w 199855"/>
              <a:gd name="connsiteY1" fmla="*/ 0 h 1385496"/>
              <a:gd name="connsiteX2" fmla="*/ 199855 w 199855"/>
              <a:gd name="connsiteY2" fmla="*/ 1027869 h 1385496"/>
              <a:gd name="connsiteX3" fmla="*/ 4471 w 199855"/>
              <a:gd name="connsiteY3" fmla="*/ 1385496 h 1385496"/>
              <a:gd name="connsiteX4" fmla="*/ 0 w 199855"/>
              <a:gd name="connsiteY4" fmla="*/ 745656 h 1385496"/>
              <a:gd name="connsiteX0" fmla="*/ 20385 w 220240"/>
              <a:gd name="connsiteY0" fmla="*/ 745656 h 1058154"/>
              <a:gd name="connsiteX1" fmla="*/ 214305 w 220240"/>
              <a:gd name="connsiteY1" fmla="*/ 0 h 1058154"/>
              <a:gd name="connsiteX2" fmla="*/ 220240 w 220240"/>
              <a:gd name="connsiteY2" fmla="*/ 1027869 h 1058154"/>
              <a:gd name="connsiteX3" fmla="*/ 68 w 220240"/>
              <a:gd name="connsiteY3" fmla="*/ 986902 h 1058154"/>
              <a:gd name="connsiteX4" fmla="*/ 20385 w 220240"/>
              <a:gd name="connsiteY4" fmla="*/ 745656 h 1058154"/>
              <a:gd name="connsiteX0" fmla="*/ 20385 w 220240"/>
              <a:gd name="connsiteY0" fmla="*/ 745656 h 1068836"/>
              <a:gd name="connsiteX1" fmla="*/ 214305 w 220240"/>
              <a:gd name="connsiteY1" fmla="*/ 0 h 1068836"/>
              <a:gd name="connsiteX2" fmla="*/ 220240 w 220240"/>
              <a:gd name="connsiteY2" fmla="*/ 1027869 h 1068836"/>
              <a:gd name="connsiteX3" fmla="*/ 68 w 220240"/>
              <a:gd name="connsiteY3" fmla="*/ 986902 h 1068836"/>
              <a:gd name="connsiteX4" fmla="*/ 20385 w 220240"/>
              <a:gd name="connsiteY4" fmla="*/ 745656 h 1068836"/>
              <a:gd name="connsiteX0" fmla="*/ 15446 w 215301"/>
              <a:gd name="connsiteY0" fmla="*/ 745656 h 1057581"/>
              <a:gd name="connsiteX1" fmla="*/ 209366 w 215301"/>
              <a:gd name="connsiteY1" fmla="*/ 0 h 1057581"/>
              <a:gd name="connsiteX2" fmla="*/ 215301 w 215301"/>
              <a:gd name="connsiteY2" fmla="*/ 1027869 h 1057581"/>
              <a:gd name="connsiteX3" fmla="*/ 87 w 215301"/>
              <a:gd name="connsiteY3" fmla="*/ 888484 h 1057581"/>
              <a:gd name="connsiteX4" fmla="*/ 15446 w 215301"/>
              <a:gd name="connsiteY4" fmla="*/ 745656 h 1057581"/>
              <a:gd name="connsiteX0" fmla="*/ 15446 w 215301"/>
              <a:gd name="connsiteY0" fmla="*/ 745656 h 1063397"/>
              <a:gd name="connsiteX1" fmla="*/ 209366 w 215301"/>
              <a:gd name="connsiteY1" fmla="*/ 0 h 1063397"/>
              <a:gd name="connsiteX2" fmla="*/ 215301 w 215301"/>
              <a:gd name="connsiteY2" fmla="*/ 1027869 h 1063397"/>
              <a:gd name="connsiteX3" fmla="*/ 87 w 215301"/>
              <a:gd name="connsiteY3" fmla="*/ 888484 h 1063397"/>
              <a:gd name="connsiteX4" fmla="*/ 15446 w 215301"/>
              <a:gd name="connsiteY4" fmla="*/ 745656 h 1063397"/>
              <a:gd name="connsiteX0" fmla="*/ 15446 w 215301"/>
              <a:gd name="connsiteY0" fmla="*/ 745656 h 1027869"/>
              <a:gd name="connsiteX1" fmla="*/ 209366 w 215301"/>
              <a:gd name="connsiteY1" fmla="*/ 0 h 1027869"/>
              <a:gd name="connsiteX2" fmla="*/ 215301 w 215301"/>
              <a:gd name="connsiteY2" fmla="*/ 1027869 h 1027869"/>
              <a:gd name="connsiteX3" fmla="*/ 87 w 215301"/>
              <a:gd name="connsiteY3" fmla="*/ 888484 h 1027869"/>
              <a:gd name="connsiteX4" fmla="*/ 15446 w 215301"/>
              <a:gd name="connsiteY4" fmla="*/ 745656 h 1027869"/>
              <a:gd name="connsiteX0" fmla="*/ 2945 w 215465"/>
              <a:gd name="connsiteY0" fmla="*/ 0 h 1166325"/>
              <a:gd name="connsiteX1" fmla="*/ 209530 w 215465"/>
              <a:gd name="connsiteY1" fmla="*/ 138456 h 1166325"/>
              <a:gd name="connsiteX2" fmla="*/ 215465 w 215465"/>
              <a:gd name="connsiteY2" fmla="*/ 1166325 h 1166325"/>
              <a:gd name="connsiteX3" fmla="*/ 251 w 215465"/>
              <a:gd name="connsiteY3" fmla="*/ 1026940 h 1166325"/>
              <a:gd name="connsiteX4" fmla="*/ 2945 w 215465"/>
              <a:gd name="connsiteY4" fmla="*/ 0 h 1166325"/>
              <a:gd name="connsiteX0" fmla="*/ 11247 w 223767"/>
              <a:gd name="connsiteY0" fmla="*/ 0 h 1166325"/>
              <a:gd name="connsiteX1" fmla="*/ 217832 w 223767"/>
              <a:gd name="connsiteY1" fmla="*/ 138456 h 1166325"/>
              <a:gd name="connsiteX2" fmla="*/ 223767 w 223767"/>
              <a:gd name="connsiteY2" fmla="*/ 1166325 h 1166325"/>
              <a:gd name="connsiteX3" fmla="*/ 110 w 223767"/>
              <a:gd name="connsiteY3" fmla="*/ 226631 h 1166325"/>
              <a:gd name="connsiteX4" fmla="*/ 11247 w 223767"/>
              <a:gd name="connsiteY4" fmla="*/ 0 h 1166325"/>
              <a:gd name="connsiteX0" fmla="*/ 11247 w 223767"/>
              <a:gd name="connsiteY0" fmla="*/ 0 h 1166325"/>
              <a:gd name="connsiteX1" fmla="*/ 217832 w 223767"/>
              <a:gd name="connsiteY1" fmla="*/ 138456 h 1166325"/>
              <a:gd name="connsiteX2" fmla="*/ 223767 w 223767"/>
              <a:gd name="connsiteY2" fmla="*/ 1166325 h 1166325"/>
              <a:gd name="connsiteX3" fmla="*/ 110 w 223767"/>
              <a:gd name="connsiteY3" fmla="*/ 226631 h 1166325"/>
              <a:gd name="connsiteX4" fmla="*/ 11247 w 223767"/>
              <a:gd name="connsiteY4" fmla="*/ 0 h 1166325"/>
              <a:gd name="connsiteX0" fmla="*/ 11247 w 223767"/>
              <a:gd name="connsiteY0" fmla="*/ 0 h 1166325"/>
              <a:gd name="connsiteX1" fmla="*/ 217832 w 223767"/>
              <a:gd name="connsiteY1" fmla="*/ 138456 h 1166325"/>
              <a:gd name="connsiteX2" fmla="*/ 223767 w 223767"/>
              <a:gd name="connsiteY2" fmla="*/ 1166325 h 1166325"/>
              <a:gd name="connsiteX3" fmla="*/ 110 w 223767"/>
              <a:gd name="connsiteY3" fmla="*/ 226631 h 1166325"/>
              <a:gd name="connsiteX4" fmla="*/ 11247 w 223767"/>
              <a:gd name="connsiteY4" fmla="*/ 0 h 11663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3767" h="1166325">
                <a:moveTo>
                  <a:pt x="11247" y="0"/>
                </a:moveTo>
                <a:lnTo>
                  <a:pt x="217832" y="138456"/>
                </a:lnTo>
                <a:cubicBezTo>
                  <a:pt x="219810" y="481079"/>
                  <a:pt x="221789" y="823702"/>
                  <a:pt x="223767" y="1166325"/>
                </a:cubicBezTo>
                <a:cubicBezTo>
                  <a:pt x="98607" y="641817"/>
                  <a:pt x="99941" y="672062"/>
                  <a:pt x="110" y="226631"/>
                </a:cubicBezTo>
                <a:cubicBezTo>
                  <a:pt x="-1380" y="13351"/>
                  <a:pt x="12737" y="213280"/>
                  <a:pt x="11247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95000"/>
                </a:schemeClr>
              </a:gs>
              <a:gs pos="100000">
                <a:schemeClr val="accent6">
                  <a:lumMod val="20000"/>
                  <a:lumOff val="80000"/>
                </a:schemeClr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grpSp>
        <p:nvGrpSpPr>
          <p:cNvPr id="224" name="Group 950"/>
          <p:cNvGrpSpPr>
            <a:grpSpLocks/>
          </p:cNvGrpSpPr>
          <p:nvPr/>
        </p:nvGrpSpPr>
        <p:grpSpPr bwMode="auto">
          <a:xfrm>
            <a:off x="7763077" y="5170004"/>
            <a:ext cx="251561" cy="564103"/>
            <a:chOff x="4140" y="429"/>
            <a:chExt cx="1425" cy="2396"/>
          </a:xfrm>
        </p:grpSpPr>
        <p:sp>
          <p:nvSpPr>
            <p:cNvPr id="226" name="Freeform 951"/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3 w 354"/>
                <a:gd name="T1" fmla="*/ 0 h 2742"/>
                <a:gd name="T2" fmla="*/ 15 w 354"/>
                <a:gd name="T3" fmla="*/ 27 h 2742"/>
                <a:gd name="T4" fmla="*/ 15 w 354"/>
                <a:gd name="T5" fmla="*/ 205 h 2742"/>
                <a:gd name="T6" fmla="*/ 0 w 354"/>
                <a:gd name="T7" fmla="*/ 215 h 2742"/>
                <a:gd name="T8" fmla="*/ 3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7" name="Rectangle 952"/>
            <p:cNvSpPr>
              <a:spLocks noChangeArrowheads="1"/>
            </p:cNvSpPr>
            <p:nvPr/>
          </p:nvSpPr>
          <p:spPr bwMode="auto">
            <a:xfrm>
              <a:off x="4210" y="429"/>
              <a:ext cx="1046" cy="2285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8" name="Freeform 953"/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9 w 211"/>
                <a:gd name="T3" fmla="*/ 18 h 2537"/>
                <a:gd name="T4" fmla="*/ 2 w 211"/>
                <a:gd name="T5" fmla="*/ 196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" name="Freeform 954"/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4 w 328"/>
                <a:gd name="T3" fmla="*/ 11 h 226"/>
                <a:gd name="T4" fmla="*/ 14 w 328"/>
                <a:gd name="T5" fmla="*/ 19 h 226"/>
                <a:gd name="T6" fmla="*/ 0 w 328"/>
                <a:gd name="T7" fmla="*/ 8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0" name="Rectangle 955"/>
            <p:cNvSpPr>
              <a:spLocks noChangeArrowheads="1"/>
            </p:cNvSpPr>
            <p:nvPr/>
          </p:nvSpPr>
          <p:spPr bwMode="auto">
            <a:xfrm>
              <a:off x="4210" y="690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231" name="Group 956"/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256" name="AutoShape 957"/>
              <p:cNvSpPr>
                <a:spLocks noChangeArrowheads="1"/>
              </p:cNvSpPr>
              <p:nvPr/>
            </p:nvSpPr>
            <p:spPr bwMode="auto">
              <a:xfrm>
                <a:off x="613" y="2566"/>
                <a:ext cx="721" cy="14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57" name="AutoShape 958"/>
              <p:cNvSpPr>
                <a:spLocks noChangeArrowheads="1"/>
              </p:cNvSpPr>
              <p:nvPr/>
            </p:nvSpPr>
            <p:spPr bwMode="auto">
              <a:xfrm>
                <a:off x="625" y="2581"/>
                <a:ext cx="696" cy="11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232" name="Rectangle 959"/>
            <p:cNvSpPr>
              <a:spLocks noChangeArrowheads="1"/>
            </p:cNvSpPr>
            <p:nvPr/>
          </p:nvSpPr>
          <p:spPr bwMode="auto">
            <a:xfrm>
              <a:off x="4220" y="1022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233" name="Group 960"/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254" name="AutoShape 961"/>
              <p:cNvSpPr>
                <a:spLocks noChangeArrowheads="1"/>
              </p:cNvSpPr>
              <p:nvPr/>
            </p:nvSpPr>
            <p:spPr bwMode="auto">
              <a:xfrm>
                <a:off x="615" y="2564"/>
                <a:ext cx="721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55" name="AutoShape 962"/>
              <p:cNvSpPr>
                <a:spLocks noChangeArrowheads="1"/>
              </p:cNvSpPr>
              <p:nvPr/>
            </p:nvSpPr>
            <p:spPr bwMode="auto">
              <a:xfrm>
                <a:off x="628" y="2581"/>
                <a:ext cx="696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234" name="Rectangle 963"/>
            <p:cNvSpPr>
              <a:spLocks noChangeArrowheads="1"/>
            </p:cNvSpPr>
            <p:nvPr/>
          </p:nvSpPr>
          <p:spPr bwMode="auto">
            <a:xfrm>
              <a:off x="4220" y="1354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" name="Rectangle 964"/>
            <p:cNvSpPr>
              <a:spLocks noChangeArrowheads="1"/>
            </p:cNvSpPr>
            <p:nvPr/>
          </p:nvSpPr>
          <p:spPr bwMode="auto">
            <a:xfrm>
              <a:off x="4230" y="1655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236" name="Group 965"/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252" name="AutoShape 966"/>
              <p:cNvSpPr>
                <a:spLocks noChangeArrowheads="1"/>
              </p:cNvSpPr>
              <p:nvPr/>
            </p:nvSpPr>
            <p:spPr bwMode="auto">
              <a:xfrm>
                <a:off x="618" y="2586"/>
                <a:ext cx="720" cy="12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53" name="AutoShape 967"/>
              <p:cNvSpPr>
                <a:spLocks noChangeArrowheads="1"/>
              </p:cNvSpPr>
              <p:nvPr/>
            </p:nvSpPr>
            <p:spPr bwMode="auto">
              <a:xfrm>
                <a:off x="630" y="2586"/>
                <a:ext cx="695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237" name="Freeform 968"/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4 w 328"/>
                <a:gd name="T3" fmla="*/ 10 h 226"/>
                <a:gd name="T4" fmla="*/ 14 w 328"/>
                <a:gd name="T5" fmla="*/ 17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238" name="Group 969"/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250" name="AutoShape 970"/>
              <p:cNvSpPr>
                <a:spLocks noChangeArrowheads="1"/>
              </p:cNvSpPr>
              <p:nvPr/>
            </p:nvSpPr>
            <p:spPr bwMode="auto">
              <a:xfrm>
                <a:off x="613" y="2571"/>
                <a:ext cx="732" cy="13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51" name="AutoShape 971"/>
              <p:cNvSpPr>
                <a:spLocks noChangeArrowheads="1"/>
              </p:cNvSpPr>
              <p:nvPr/>
            </p:nvSpPr>
            <p:spPr bwMode="auto">
              <a:xfrm>
                <a:off x="625" y="2587"/>
                <a:ext cx="720" cy="10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239" name="Rectangle 972"/>
            <p:cNvSpPr>
              <a:spLocks noChangeArrowheads="1"/>
            </p:cNvSpPr>
            <p:nvPr/>
          </p:nvSpPr>
          <p:spPr bwMode="auto">
            <a:xfrm>
              <a:off x="5246" y="429"/>
              <a:ext cx="70" cy="2285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0" name="Freeform 973"/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4 w 296"/>
                <a:gd name="T3" fmla="*/ 10 h 256"/>
                <a:gd name="T4" fmla="*/ 14 w 296"/>
                <a:gd name="T5" fmla="*/ 19 h 256"/>
                <a:gd name="T6" fmla="*/ 0 w 296"/>
                <a:gd name="T7" fmla="*/ 7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1" name="Freeform 974"/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4 w 304"/>
                <a:gd name="T3" fmla="*/ 13 h 288"/>
                <a:gd name="T4" fmla="*/ 13 w 304"/>
                <a:gd name="T5" fmla="*/ 23 h 288"/>
                <a:gd name="T6" fmla="*/ 2 w 304"/>
                <a:gd name="T7" fmla="*/ 1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2" name="Oval 975"/>
            <p:cNvSpPr>
              <a:spLocks noChangeArrowheads="1"/>
            </p:cNvSpPr>
            <p:nvPr/>
          </p:nvSpPr>
          <p:spPr bwMode="auto">
            <a:xfrm>
              <a:off x="5515" y="2611"/>
              <a:ext cx="50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3" name="Freeform 976"/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9 h 240"/>
                <a:gd name="T2" fmla="*/ 2 w 306"/>
                <a:gd name="T3" fmla="*/ 19 h 240"/>
                <a:gd name="T4" fmla="*/ 14 w 306"/>
                <a:gd name="T5" fmla="*/ 9 h 240"/>
                <a:gd name="T6" fmla="*/ 14 w 306"/>
                <a:gd name="T7" fmla="*/ 0 h 240"/>
                <a:gd name="T8" fmla="*/ 0 w 306"/>
                <a:gd name="T9" fmla="*/ 9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4" name="AutoShape 977"/>
            <p:cNvSpPr>
              <a:spLocks noChangeArrowheads="1"/>
            </p:cNvSpPr>
            <p:nvPr/>
          </p:nvSpPr>
          <p:spPr bwMode="auto">
            <a:xfrm>
              <a:off x="4140" y="2675"/>
              <a:ext cx="1196" cy="150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5" name="AutoShape 978"/>
            <p:cNvSpPr>
              <a:spLocks noChangeArrowheads="1"/>
            </p:cNvSpPr>
            <p:nvPr/>
          </p:nvSpPr>
          <p:spPr bwMode="auto">
            <a:xfrm>
              <a:off x="4210" y="2714"/>
              <a:ext cx="1066" cy="7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6" name="Oval 979"/>
            <p:cNvSpPr>
              <a:spLocks noChangeArrowheads="1"/>
            </p:cNvSpPr>
            <p:nvPr/>
          </p:nvSpPr>
          <p:spPr bwMode="auto">
            <a:xfrm>
              <a:off x="4309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7" name="Oval 980"/>
            <p:cNvSpPr>
              <a:spLocks noChangeArrowheads="1"/>
            </p:cNvSpPr>
            <p:nvPr/>
          </p:nvSpPr>
          <p:spPr bwMode="auto">
            <a:xfrm>
              <a:off x="4489" y="2382"/>
              <a:ext cx="159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 eaLnBrk="1" hangingPunct="1"/>
              <a:endParaRPr lang="en-US">
                <a:solidFill>
                  <a:srgbClr val="FF0000"/>
                </a:solidFill>
              </a:endParaRPr>
            </a:p>
          </p:txBody>
        </p:sp>
        <p:sp>
          <p:nvSpPr>
            <p:cNvPr id="248" name="Oval 981"/>
            <p:cNvSpPr>
              <a:spLocks noChangeArrowheads="1"/>
            </p:cNvSpPr>
            <p:nvPr/>
          </p:nvSpPr>
          <p:spPr bwMode="auto">
            <a:xfrm>
              <a:off x="4658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9" name="Rectangle 982"/>
            <p:cNvSpPr>
              <a:spLocks noChangeArrowheads="1"/>
            </p:cNvSpPr>
            <p:nvPr/>
          </p:nvSpPr>
          <p:spPr bwMode="auto">
            <a:xfrm>
              <a:off x="5067" y="1837"/>
              <a:ext cx="80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76" name="Text Box 167"/>
          <p:cNvSpPr txBox="1">
            <a:spLocks noChangeArrowheads="1"/>
          </p:cNvSpPr>
          <p:nvPr/>
        </p:nvSpPr>
        <p:spPr bwMode="auto">
          <a:xfrm>
            <a:off x="542925" y="236538"/>
            <a:ext cx="6168952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3600" dirty="0">
                <a:solidFill>
                  <a:srgbClr val="000099"/>
                </a:solidFill>
                <a:latin typeface="Gill Sans MT" charset="0"/>
              </a:rPr>
              <a:t>Components of SDN controller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229508" y="4804221"/>
            <a:ext cx="1989074" cy="13434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i="1" dirty="0">
                <a:solidFill>
                  <a:srgbClr val="CC0000"/>
                </a:solidFill>
                <a:latin typeface="+mn-lt"/>
              </a:rPr>
              <a:t>communication layer</a:t>
            </a:r>
            <a:r>
              <a:rPr lang="en-US" dirty="0">
                <a:latin typeface="+mn-lt"/>
              </a:rPr>
              <a:t>: communicate between SDN controller and controlled switches</a:t>
            </a:r>
          </a:p>
        </p:txBody>
      </p:sp>
      <p:sp>
        <p:nvSpPr>
          <p:cNvPr id="219" name="TextBox 218"/>
          <p:cNvSpPr txBox="1"/>
          <p:nvPr/>
        </p:nvSpPr>
        <p:spPr>
          <a:xfrm>
            <a:off x="213602" y="3120682"/>
            <a:ext cx="2127384" cy="15927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dirty="0">
                <a:solidFill>
                  <a:srgbClr val="CC0000"/>
                </a:solidFill>
                <a:latin typeface="+mn-lt"/>
              </a:rPr>
              <a:t>Network-wide state management layer</a:t>
            </a:r>
            <a:r>
              <a:rPr lang="en-US" dirty="0">
                <a:latin typeface="+mn-lt"/>
              </a:rPr>
              <a:t>: state of networks links, switches, services: a </a:t>
            </a:r>
            <a:r>
              <a:rPr lang="en-US" i="1" dirty="0">
                <a:solidFill>
                  <a:srgbClr val="000099"/>
                </a:solidFill>
                <a:latin typeface="+mn-lt"/>
              </a:rPr>
              <a:t>distributed database</a:t>
            </a:r>
          </a:p>
        </p:txBody>
      </p:sp>
      <p:sp>
        <p:nvSpPr>
          <p:cNvPr id="220" name="TextBox 219"/>
          <p:cNvSpPr txBox="1"/>
          <p:nvPr/>
        </p:nvSpPr>
        <p:spPr>
          <a:xfrm>
            <a:off x="267459" y="1957325"/>
            <a:ext cx="2127384" cy="10941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dirty="0">
                <a:solidFill>
                  <a:srgbClr val="CC0000"/>
                </a:solidFill>
                <a:latin typeface="+mn-lt"/>
              </a:rPr>
              <a:t>Interface layer to network control apps:  </a:t>
            </a:r>
            <a:r>
              <a:rPr lang="en-US" dirty="0">
                <a:latin typeface="+mn-lt"/>
              </a:rPr>
              <a:t>abstractions API</a:t>
            </a:r>
            <a:endParaRPr lang="en-US" i="1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630723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19" grpId="0"/>
      <p:bldP spid="220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Rounded Rectangle 374"/>
          <p:cNvSpPr/>
          <p:nvPr/>
        </p:nvSpPr>
        <p:spPr>
          <a:xfrm>
            <a:off x="441168" y="2793983"/>
            <a:ext cx="4211052" cy="1062452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 w="12700">
            <a:noFill/>
            <a:tailEnd type="arrow"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80" name="Rounded Rectangle 379"/>
          <p:cNvSpPr/>
          <p:nvPr/>
        </p:nvSpPr>
        <p:spPr>
          <a:xfrm>
            <a:off x="467904" y="3990524"/>
            <a:ext cx="4184316" cy="545543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 w="12700">
            <a:noFill/>
            <a:tailEnd type="arrow"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386" name="Straight Connector 385"/>
          <p:cNvCxnSpPr/>
          <p:nvPr/>
        </p:nvCxnSpPr>
        <p:spPr bwMode="auto">
          <a:xfrm>
            <a:off x="508006" y="4638847"/>
            <a:ext cx="4104106" cy="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401" name="Group 400"/>
          <p:cNvGrpSpPr/>
          <p:nvPr/>
        </p:nvGrpSpPr>
        <p:grpSpPr>
          <a:xfrm>
            <a:off x="590136" y="3368823"/>
            <a:ext cx="1244650" cy="411995"/>
            <a:chOff x="3128876" y="457817"/>
            <a:chExt cx="1432326" cy="459826"/>
          </a:xfrm>
        </p:grpSpPr>
        <p:sp>
          <p:nvSpPr>
            <p:cNvPr id="402" name="Rounded Rectangle 401"/>
            <p:cNvSpPr/>
            <p:nvPr/>
          </p:nvSpPr>
          <p:spPr>
            <a:xfrm>
              <a:off x="3128876" y="457817"/>
              <a:ext cx="1432326" cy="459826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>
              <a:solidFill>
                <a:schemeClr val="accent1">
                  <a:lumMod val="20000"/>
                  <a:lumOff val="80000"/>
                </a:schemeClr>
              </a:solidFill>
            </a:ln>
            <a:effectLst>
              <a:outerShdw blurRad="50800" dist="38100" dir="2700000" algn="tl" rotWithShape="0">
                <a:schemeClr val="accent1">
                  <a:lumMod val="75000"/>
                  <a:alpha val="99000"/>
                </a:schemeClr>
              </a:outerShdw>
            </a:effectLst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403" name="TextBox 402"/>
            <p:cNvSpPr txBox="1"/>
            <p:nvPr/>
          </p:nvSpPr>
          <p:spPr>
            <a:xfrm>
              <a:off x="3178769" y="541671"/>
              <a:ext cx="1302385" cy="2992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ts val="1600"/>
                </a:lnSpc>
              </a:pPr>
              <a:r>
                <a:rPr lang="en-US" sz="1400" dirty="0">
                  <a:latin typeface="Arial"/>
                  <a:cs typeface="Arial"/>
                </a:rPr>
                <a:t>Link-state info</a:t>
              </a:r>
            </a:p>
          </p:txBody>
        </p:sp>
      </p:grpSp>
      <p:grpSp>
        <p:nvGrpSpPr>
          <p:cNvPr id="404" name="Group 403"/>
          <p:cNvGrpSpPr/>
          <p:nvPr/>
        </p:nvGrpSpPr>
        <p:grpSpPr>
          <a:xfrm>
            <a:off x="3459852" y="3382192"/>
            <a:ext cx="1165638" cy="398626"/>
            <a:chOff x="3034354" y="534843"/>
            <a:chExt cx="1525489" cy="382800"/>
          </a:xfrm>
        </p:grpSpPr>
        <p:sp>
          <p:nvSpPr>
            <p:cNvPr id="405" name="Rounded Rectangle 404"/>
            <p:cNvSpPr/>
            <p:nvPr/>
          </p:nvSpPr>
          <p:spPr>
            <a:xfrm>
              <a:off x="3128876" y="534843"/>
              <a:ext cx="1325987" cy="382800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>
              <a:solidFill>
                <a:schemeClr val="accent1">
                  <a:lumMod val="20000"/>
                  <a:lumOff val="80000"/>
                </a:schemeClr>
              </a:solidFill>
            </a:ln>
            <a:effectLst>
              <a:outerShdw blurRad="50800" dist="38100" dir="2700000" algn="tl" rotWithShape="0">
                <a:schemeClr val="accent1">
                  <a:lumMod val="75000"/>
                  <a:alpha val="99000"/>
                </a:schemeClr>
              </a:outerShdw>
            </a:effectLst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406" name="TextBox 405"/>
            <p:cNvSpPr txBox="1"/>
            <p:nvPr/>
          </p:nvSpPr>
          <p:spPr>
            <a:xfrm>
              <a:off x="3034354" y="593020"/>
              <a:ext cx="1525489" cy="2992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ts val="1600"/>
                </a:lnSpc>
              </a:pPr>
              <a:r>
                <a:rPr lang="en-US" sz="1400" dirty="0">
                  <a:latin typeface="Arial"/>
                  <a:cs typeface="Arial"/>
                </a:rPr>
                <a:t>switch info</a:t>
              </a:r>
            </a:p>
          </p:txBody>
        </p:sp>
      </p:grpSp>
      <p:grpSp>
        <p:nvGrpSpPr>
          <p:cNvPr id="407" name="Group 406"/>
          <p:cNvGrpSpPr/>
          <p:nvPr/>
        </p:nvGrpSpPr>
        <p:grpSpPr>
          <a:xfrm>
            <a:off x="1982268" y="3368823"/>
            <a:ext cx="960359" cy="411995"/>
            <a:chOff x="3128876" y="457817"/>
            <a:chExt cx="1432326" cy="459826"/>
          </a:xfrm>
        </p:grpSpPr>
        <p:sp>
          <p:nvSpPr>
            <p:cNvPr id="408" name="Rounded Rectangle 407"/>
            <p:cNvSpPr/>
            <p:nvPr/>
          </p:nvSpPr>
          <p:spPr>
            <a:xfrm>
              <a:off x="3128876" y="457817"/>
              <a:ext cx="1432326" cy="459826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>
              <a:solidFill>
                <a:schemeClr val="accent1">
                  <a:lumMod val="20000"/>
                  <a:lumOff val="80000"/>
                </a:schemeClr>
              </a:solidFill>
            </a:ln>
            <a:effectLst>
              <a:outerShdw blurRad="50800" dist="38100" dir="2700000" algn="tl" rotWithShape="0">
                <a:schemeClr val="accent1">
                  <a:lumMod val="75000"/>
                  <a:alpha val="99000"/>
                </a:schemeClr>
              </a:outerShdw>
            </a:effectLst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409" name="TextBox 408"/>
            <p:cNvSpPr txBox="1"/>
            <p:nvPr/>
          </p:nvSpPr>
          <p:spPr>
            <a:xfrm>
              <a:off x="3205754" y="541671"/>
              <a:ext cx="1287660" cy="2992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ts val="1600"/>
                </a:lnSpc>
              </a:pPr>
              <a:r>
                <a:rPr lang="en-US" sz="1400" dirty="0">
                  <a:latin typeface="Arial"/>
                  <a:cs typeface="Arial"/>
                </a:rPr>
                <a:t>host info</a:t>
              </a:r>
            </a:p>
          </p:txBody>
        </p:sp>
      </p:grpSp>
      <p:grpSp>
        <p:nvGrpSpPr>
          <p:cNvPr id="410" name="Group 409"/>
          <p:cNvGrpSpPr/>
          <p:nvPr/>
        </p:nvGrpSpPr>
        <p:grpSpPr>
          <a:xfrm>
            <a:off x="521932" y="2874191"/>
            <a:ext cx="889706" cy="382826"/>
            <a:chOff x="3128876" y="457817"/>
            <a:chExt cx="1432326" cy="459826"/>
          </a:xfrm>
        </p:grpSpPr>
        <p:sp>
          <p:nvSpPr>
            <p:cNvPr id="411" name="Rounded Rectangle 410"/>
            <p:cNvSpPr/>
            <p:nvPr/>
          </p:nvSpPr>
          <p:spPr>
            <a:xfrm>
              <a:off x="3128876" y="457817"/>
              <a:ext cx="1432326" cy="459826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>
              <a:solidFill>
                <a:schemeClr val="accent1">
                  <a:lumMod val="20000"/>
                  <a:lumOff val="80000"/>
                </a:schemeClr>
              </a:solidFill>
            </a:ln>
            <a:effectLst>
              <a:outerShdw blurRad="50800" dist="38100" dir="2700000" algn="tl" rotWithShape="0">
                <a:schemeClr val="accent1">
                  <a:lumMod val="75000"/>
                  <a:alpha val="99000"/>
                </a:schemeClr>
              </a:outerShdw>
            </a:effectLst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412" name="TextBox 411"/>
            <p:cNvSpPr txBox="1"/>
            <p:nvPr/>
          </p:nvSpPr>
          <p:spPr>
            <a:xfrm>
              <a:off x="3198565" y="509557"/>
              <a:ext cx="1302043" cy="2992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ts val="1600"/>
                </a:lnSpc>
              </a:pPr>
              <a:r>
                <a:rPr lang="en-US" sz="1400" dirty="0">
                  <a:latin typeface="Arial"/>
                  <a:cs typeface="Arial"/>
                </a:rPr>
                <a:t>statistics</a:t>
              </a:r>
            </a:p>
          </p:txBody>
        </p:sp>
      </p:grpSp>
      <p:grpSp>
        <p:nvGrpSpPr>
          <p:cNvPr id="413" name="Group 412"/>
          <p:cNvGrpSpPr/>
          <p:nvPr/>
        </p:nvGrpSpPr>
        <p:grpSpPr>
          <a:xfrm>
            <a:off x="3249716" y="2860821"/>
            <a:ext cx="1032905" cy="404965"/>
            <a:chOff x="3099264" y="457817"/>
            <a:chExt cx="1540525" cy="459826"/>
          </a:xfrm>
        </p:grpSpPr>
        <p:sp>
          <p:nvSpPr>
            <p:cNvPr id="414" name="Rounded Rectangle 413"/>
            <p:cNvSpPr/>
            <p:nvPr/>
          </p:nvSpPr>
          <p:spPr>
            <a:xfrm>
              <a:off x="3128876" y="457817"/>
              <a:ext cx="1432326" cy="459826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>
              <a:solidFill>
                <a:schemeClr val="accent1">
                  <a:lumMod val="20000"/>
                  <a:lumOff val="80000"/>
                </a:schemeClr>
              </a:solidFill>
            </a:ln>
            <a:effectLst>
              <a:outerShdw blurRad="50800" dist="38100" dir="2700000" algn="tl" rotWithShape="0">
                <a:schemeClr val="accent1">
                  <a:lumMod val="75000"/>
                  <a:alpha val="99000"/>
                </a:schemeClr>
              </a:outerShdw>
            </a:effectLst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415" name="TextBox 414"/>
            <p:cNvSpPr txBox="1"/>
            <p:nvPr/>
          </p:nvSpPr>
          <p:spPr>
            <a:xfrm>
              <a:off x="3099264" y="526493"/>
              <a:ext cx="1540525" cy="2992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ts val="1600"/>
                </a:lnSpc>
              </a:pPr>
              <a:r>
                <a:rPr lang="en-US" sz="1400" dirty="0">
                  <a:latin typeface="Arial"/>
                  <a:cs typeface="Arial"/>
                </a:rPr>
                <a:t>flow tables</a:t>
              </a:r>
            </a:p>
          </p:txBody>
        </p:sp>
      </p:grpSp>
      <p:sp>
        <p:nvSpPr>
          <p:cNvPr id="416" name="TextBox 415"/>
          <p:cNvSpPr txBox="1"/>
          <p:nvPr/>
        </p:nvSpPr>
        <p:spPr>
          <a:xfrm>
            <a:off x="2458723" y="2496236"/>
            <a:ext cx="57023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…  </a:t>
            </a:r>
          </a:p>
        </p:txBody>
      </p:sp>
      <p:sp>
        <p:nvSpPr>
          <p:cNvPr id="417" name="TextBox 416"/>
          <p:cNvSpPr txBox="1"/>
          <p:nvPr/>
        </p:nvSpPr>
        <p:spPr>
          <a:xfrm>
            <a:off x="3005244" y="3133033"/>
            <a:ext cx="595035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…  </a:t>
            </a:r>
          </a:p>
        </p:txBody>
      </p:sp>
      <p:grpSp>
        <p:nvGrpSpPr>
          <p:cNvPr id="418" name="Group 417"/>
          <p:cNvGrpSpPr/>
          <p:nvPr/>
        </p:nvGrpSpPr>
        <p:grpSpPr>
          <a:xfrm>
            <a:off x="1076595" y="4121691"/>
            <a:ext cx="1257452" cy="286824"/>
            <a:chOff x="3128876" y="457775"/>
            <a:chExt cx="1432326" cy="459868"/>
          </a:xfrm>
        </p:grpSpPr>
        <p:sp>
          <p:nvSpPr>
            <p:cNvPr id="419" name="Rounded Rectangle 418"/>
            <p:cNvSpPr/>
            <p:nvPr/>
          </p:nvSpPr>
          <p:spPr>
            <a:xfrm>
              <a:off x="3128876" y="457817"/>
              <a:ext cx="1432326" cy="459826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>
              <a:solidFill>
                <a:schemeClr val="accent1">
                  <a:lumMod val="20000"/>
                  <a:lumOff val="80000"/>
                </a:schemeClr>
              </a:solidFill>
            </a:ln>
            <a:effectLst>
              <a:outerShdw blurRad="50800" dist="38100" dir="2700000" algn="tl" rotWithShape="0">
                <a:schemeClr val="accent1">
                  <a:lumMod val="75000"/>
                  <a:alpha val="99000"/>
                </a:schemeClr>
              </a:outerShdw>
            </a:effectLst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420" name="TextBox 419"/>
            <p:cNvSpPr txBox="1"/>
            <p:nvPr/>
          </p:nvSpPr>
          <p:spPr>
            <a:xfrm>
              <a:off x="3278378" y="457775"/>
              <a:ext cx="1142401" cy="2992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ts val="1600"/>
                </a:lnSpc>
              </a:pPr>
              <a:r>
                <a:rPr lang="en-US" sz="1400" dirty="0">
                  <a:latin typeface="Arial"/>
                  <a:cs typeface="Arial"/>
                </a:rPr>
                <a:t>OpenFlow</a:t>
              </a:r>
            </a:p>
          </p:txBody>
        </p:sp>
      </p:grpSp>
      <p:grpSp>
        <p:nvGrpSpPr>
          <p:cNvPr id="421" name="Group 420"/>
          <p:cNvGrpSpPr/>
          <p:nvPr/>
        </p:nvGrpSpPr>
        <p:grpSpPr>
          <a:xfrm>
            <a:off x="2945827" y="4126474"/>
            <a:ext cx="1244650" cy="307410"/>
            <a:chOff x="3128876" y="457817"/>
            <a:chExt cx="1432326" cy="459826"/>
          </a:xfrm>
        </p:grpSpPr>
        <p:sp>
          <p:nvSpPr>
            <p:cNvPr id="422" name="Rounded Rectangle 421"/>
            <p:cNvSpPr/>
            <p:nvPr/>
          </p:nvSpPr>
          <p:spPr>
            <a:xfrm>
              <a:off x="3128876" y="457817"/>
              <a:ext cx="1432326" cy="459826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>
              <a:solidFill>
                <a:schemeClr val="accent1">
                  <a:lumMod val="20000"/>
                  <a:lumOff val="80000"/>
                </a:schemeClr>
              </a:solidFill>
            </a:ln>
            <a:effectLst>
              <a:outerShdw blurRad="50800" dist="38100" dir="2700000" algn="tl" rotWithShape="0">
                <a:schemeClr val="accent1">
                  <a:lumMod val="75000"/>
                  <a:alpha val="99000"/>
                </a:schemeClr>
              </a:outerShdw>
            </a:effectLst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423" name="TextBox 422"/>
            <p:cNvSpPr txBox="1"/>
            <p:nvPr/>
          </p:nvSpPr>
          <p:spPr>
            <a:xfrm>
              <a:off x="3446730" y="484746"/>
              <a:ext cx="805702" cy="2992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ts val="1600"/>
                </a:lnSpc>
              </a:pPr>
              <a:r>
                <a:rPr lang="en-US" sz="1400" dirty="0">
                  <a:latin typeface="Arial"/>
                  <a:cs typeface="Arial"/>
                </a:rPr>
                <a:t>SNMP</a:t>
              </a:r>
            </a:p>
          </p:txBody>
        </p:sp>
      </p:grpSp>
      <p:sp>
        <p:nvSpPr>
          <p:cNvPr id="424" name="TextBox 423"/>
          <p:cNvSpPr txBox="1"/>
          <p:nvPr/>
        </p:nvSpPr>
        <p:spPr>
          <a:xfrm>
            <a:off x="2328584" y="3796493"/>
            <a:ext cx="595035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…  </a:t>
            </a:r>
          </a:p>
        </p:txBody>
      </p:sp>
      <p:sp>
        <p:nvSpPr>
          <p:cNvPr id="146" name="Rounded Rectangle 145"/>
          <p:cNvSpPr/>
          <p:nvPr/>
        </p:nvSpPr>
        <p:spPr>
          <a:xfrm>
            <a:off x="441167" y="2098823"/>
            <a:ext cx="4211053" cy="574748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 w="12700">
            <a:noFill/>
            <a:tailEnd type="arrow"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grpSp>
        <p:nvGrpSpPr>
          <p:cNvPr id="425" name="Group 424"/>
          <p:cNvGrpSpPr/>
          <p:nvPr/>
        </p:nvGrpSpPr>
        <p:grpSpPr>
          <a:xfrm>
            <a:off x="535393" y="2131433"/>
            <a:ext cx="1033900" cy="504412"/>
            <a:chOff x="3103238" y="432317"/>
            <a:chExt cx="1461287" cy="504412"/>
          </a:xfrm>
        </p:grpSpPr>
        <p:sp>
          <p:nvSpPr>
            <p:cNvPr id="426" name="Rounded Rectangle 425"/>
            <p:cNvSpPr/>
            <p:nvPr/>
          </p:nvSpPr>
          <p:spPr>
            <a:xfrm>
              <a:off x="3128876" y="457817"/>
              <a:ext cx="1432326" cy="459826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>
              <a:solidFill>
                <a:schemeClr val="accent1">
                  <a:lumMod val="20000"/>
                  <a:lumOff val="80000"/>
                </a:schemeClr>
              </a:solidFill>
            </a:ln>
            <a:effectLst>
              <a:outerShdw blurRad="50800" dist="38100" dir="2700000" algn="tl" rotWithShape="0">
                <a:schemeClr val="accent1">
                  <a:lumMod val="75000"/>
                  <a:alpha val="99000"/>
                </a:schemeClr>
              </a:outerShdw>
            </a:effectLst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427" name="TextBox 426"/>
            <p:cNvSpPr txBox="1"/>
            <p:nvPr/>
          </p:nvSpPr>
          <p:spPr>
            <a:xfrm>
              <a:off x="3103238" y="432317"/>
              <a:ext cx="1461287" cy="50441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1600"/>
                </a:lnSpc>
              </a:pPr>
              <a:r>
                <a:rPr lang="en-US" sz="1400" dirty="0">
                  <a:latin typeface="Arial"/>
                  <a:cs typeface="Arial"/>
                </a:rPr>
                <a:t>network graph</a:t>
              </a:r>
            </a:p>
          </p:txBody>
        </p:sp>
      </p:grpSp>
      <p:grpSp>
        <p:nvGrpSpPr>
          <p:cNvPr id="428" name="Group 427"/>
          <p:cNvGrpSpPr/>
          <p:nvPr/>
        </p:nvGrpSpPr>
        <p:grpSpPr>
          <a:xfrm>
            <a:off x="3508898" y="2156720"/>
            <a:ext cx="1033900" cy="459826"/>
            <a:chOff x="3103238" y="457817"/>
            <a:chExt cx="1461287" cy="459826"/>
          </a:xfrm>
        </p:grpSpPr>
        <p:sp>
          <p:nvSpPr>
            <p:cNvPr id="429" name="Rounded Rectangle 428"/>
            <p:cNvSpPr/>
            <p:nvPr/>
          </p:nvSpPr>
          <p:spPr>
            <a:xfrm>
              <a:off x="3128876" y="457817"/>
              <a:ext cx="1432326" cy="459826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>
              <a:solidFill>
                <a:schemeClr val="accent1">
                  <a:lumMod val="20000"/>
                  <a:lumOff val="80000"/>
                </a:schemeClr>
              </a:solidFill>
            </a:ln>
            <a:effectLst>
              <a:outerShdw blurRad="50800" dist="38100" dir="2700000" algn="tl" rotWithShape="0">
                <a:schemeClr val="accent1">
                  <a:lumMod val="75000"/>
                  <a:alpha val="99000"/>
                </a:schemeClr>
              </a:outerShdw>
            </a:effectLst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430" name="TextBox 429"/>
            <p:cNvSpPr txBox="1"/>
            <p:nvPr/>
          </p:nvSpPr>
          <p:spPr>
            <a:xfrm>
              <a:off x="3103238" y="553253"/>
              <a:ext cx="1461287" cy="2992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1600"/>
                </a:lnSpc>
              </a:pPr>
              <a:r>
                <a:rPr lang="en-US" sz="1400" dirty="0">
                  <a:latin typeface="Arial"/>
                  <a:cs typeface="Arial"/>
                </a:rPr>
                <a:t>intent</a:t>
              </a:r>
            </a:p>
          </p:txBody>
        </p:sp>
      </p:grpSp>
      <p:grpSp>
        <p:nvGrpSpPr>
          <p:cNvPr id="431" name="Group 430"/>
          <p:cNvGrpSpPr/>
          <p:nvPr/>
        </p:nvGrpSpPr>
        <p:grpSpPr>
          <a:xfrm>
            <a:off x="1952059" y="2129889"/>
            <a:ext cx="1033900" cy="504412"/>
            <a:chOff x="3103238" y="432317"/>
            <a:chExt cx="1461287" cy="504412"/>
          </a:xfrm>
        </p:grpSpPr>
        <p:sp>
          <p:nvSpPr>
            <p:cNvPr id="432" name="Rounded Rectangle 431"/>
            <p:cNvSpPr/>
            <p:nvPr/>
          </p:nvSpPr>
          <p:spPr>
            <a:xfrm>
              <a:off x="3128876" y="457817"/>
              <a:ext cx="1432326" cy="459826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>
              <a:solidFill>
                <a:schemeClr val="accent1">
                  <a:lumMod val="20000"/>
                  <a:lumOff val="80000"/>
                </a:schemeClr>
              </a:solidFill>
            </a:ln>
            <a:effectLst>
              <a:outerShdw blurRad="50800" dist="38100" dir="2700000" algn="tl" rotWithShape="0">
                <a:schemeClr val="accent1">
                  <a:lumMod val="75000"/>
                  <a:alpha val="99000"/>
                </a:schemeClr>
              </a:outerShdw>
            </a:effectLst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433" name="TextBox 432"/>
            <p:cNvSpPr txBox="1"/>
            <p:nvPr/>
          </p:nvSpPr>
          <p:spPr>
            <a:xfrm>
              <a:off x="3103238" y="432317"/>
              <a:ext cx="1461287" cy="50441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1600"/>
                </a:lnSpc>
              </a:pPr>
              <a:r>
                <a:rPr lang="en-US" sz="1400" dirty="0" err="1">
                  <a:latin typeface="Arial"/>
                  <a:cs typeface="Arial"/>
                </a:rPr>
                <a:t>RESTful</a:t>
              </a:r>
              <a:endParaRPr lang="en-US" sz="1400" dirty="0">
                <a:latin typeface="Arial"/>
                <a:cs typeface="Arial"/>
              </a:endParaRPr>
            </a:p>
            <a:p>
              <a:pPr algn="ctr">
                <a:lnSpc>
                  <a:spcPts val="1600"/>
                </a:lnSpc>
              </a:pPr>
              <a:r>
                <a:rPr lang="en-US" sz="1400" dirty="0">
                  <a:latin typeface="Arial"/>
                  <a:cs typeface="Arial"/>
                </a:rPr>
                <a:t>API</a:t>
              </a:r>
            </a:p>
          </p:txBody>
        </p:sp>
      </p:grpSp>
      <p:sp>
        <p:nvSpPr>
          <p:cNvPr id="434" name="TextBox 433"/>
          <p:cNvSpPr txBox="1"/>
          <p:nvPr/>
        </p:nvSpPr>
        <p:spPr>
          <a:xfrm>
            <a:off x="3007181" y="1957959"/>
            <a:ext cx="627904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…  </a:t>
            </a:r>
          </a:p>
        </p:txBody>
      </p:sp>
      <p:cxnSp>
        <p:nvCxnSpPr>
          <p:cNvPr id="154" name="Straight Connector 153"/>
          <p:cNvCxnSpPr/>
          <p:nvPr/>
        </p:nvCxnSpPr>
        <p:spPr bwMode="auto">
          <a:xfrm flipV="1">
            <a:off x="521378" y="1925056"/>
            <a:ext cx="4117474" cy="1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57" name="Freeform 2"/>
          <p:cNvSpPr>
            <a:spLocks/>
          </p:cNvSpPr>
          <p:nvPr/>
        </p:nvSpPr>
        <p:spPr bwMode="auto">
          <a:xfrm>
            <a:off x="509074" y="5069969"/>
            <a:ext cx="4057421" cy="1393030"/>
          </a:xfrm>
          <a:custGeom>
            <a:avLst/>
            <a:gdLst>
              <a:gd name="T0" fmla="*/ 6 w 1794"/>
              <a:gd name="T1" fmla="*/ 483 h 933"/>
              <a:gd name="T2" fmla="*/ 108 w 1794"/>
              <a:gd name="T3" fmla="*/ 125 h 933"/>
              <a:gd name="T4" fmla="*/ 559 w 1794"/>
              <a:gd name="T5" fmla="*/ 100 h 933"/>
              <a:gd name="T6" fmla="*/ 1128 w 1794"/>
              <a:gd name="T7" fmla="*/ 29 h 933"/>
              <a:gd name="T8" fmla="*/ 1716 w 1794"/>
              <a:gd name="T9" fmla="*/ 275 h 933"/>
              <a:gd name="T10" fmla="*/ 1596 w 1794"/>
              <a:gd name="T11" fmla="*/ 827 h 933"/>
              <a:gd name="T12" fmla="*/ 1380 w 1794"/>
              <a:gd name="T13" fmla="*/ 911 h 933"/>
              <a:gd name="T14" fmla="*/ 840 w 1794"/>
              <a:gd name="T15" fmla="*/ 929 h 933"/>
              <a:gd name="T16" fmla="*/ 414 w 1794"/>
              <a:gd name="T17" fmla="*/ 911 h 933"/>
              <a:gd name="T18" fmla="*/ 143 w 1794"/>
              <a:gd name="T19" fmla="*/ 832 h 933"/>
              <a:gd name="T20" fmla="*/ 6 w 1794"/>
              <a:gd name="T21" fmla="*/ 483 h 933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1794"/>
              <a:gd name="T34" fmla="*/ 0 h 933"/>
              <a:gd name="T35" fmla="*/ 1794 w 1794"/>
              <a:gd name="T36" fmla="*/ 933 h 933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1794" h="933">
                <a:moveTo>
                  <a:pt x="6" y="483"/>
                </a:moveTo>
                <a:cubicBezTo>
                  <a:pt x="0" y="365"/>
                  <a:pt x="16" y="189"/>
                  <a:pt x="108" y="125"/>
                </a:cubicBezTo>
                <a:cubicBezTo>
                  <a:pt x="200" y="61"/>
                  <a:pt x="389" y="116"/>
                  <a:pt x="559" y="100"/>
                </a:cubicBezTo>
                <a:cubicBezTo>
                  <a:pt x="729" y="84"/>
                  <a:pt x="935" y="0"/>
                  <a:pt x="1128" y="29"/>
                </a:cubicBezTo>
                <a:cubicBezTo>
                  <a:pt x="1321" y="58"/>
                  <a:pt x="1638" y="142"/>
                  <a:pt x="1716" y="275"/>
                </a:cubicBezTo>
                <a:cubicBezTo>
                  <a:pt x="1794" y="408"/>
                  <a:pt x="1652" y="721"/>
                  <a:pt x="1596" y="827"/>
                </a:cubicBezTo>
                <a:cubicBezTo>
                  <a:pt x="1540" y="933"/>
                  <a:pt x="1506" y="894"/>
                  <a:pt x="1380" y="911"/>
                </a:cubicBezTo>
                <a:cubicBezTo>
                  <a:pt x="1254" y="928"/>
                  <a:pt x="1001" y="929"/>
                  <a:pt x="840" y="929"/>
                </a:cubicBezTo>
                <a:cubicBezTo>
                  <a:pt x="679" y="929"/>
                  <a:pt x="530" y="927"/>
                  <a:pt x="414" y="911"/>
                </a:cubicBezTo>
                <a:cubicBezTo>
                  <a:pt x="298" y="895"/>
                  <a:pt x="211" y="903"/>
                  <a:pt x="143" y="832"/>
                </a:cubicBezTo>
                <a:cubicBezTo>
                  <a:pt x="75" y="761"/>
                  <a:pt x="4" y="624"/>
                  <a:pt x="6" y="483"/>
                </a:cubicBezTo>
                <a:close/>
              </a:path>
            </a:pathLst>
          </a:custGeom>
          <a:solidFill>
            <a:srgbClr val="66CCF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cxnSp>
        <p:nvCxnSpPr>
          <p:cNvPr id="166" name="Straight Connector 165"/>
          <p:cNvCxnSpPr/>
          <p:nvPr/>
        </p:nvCxnSpPr>
        <p:spPr bwMode="auto">
          <a:xfrm flipV="1">
            <a:off x="1592143" y="5453530"/>
            <a:ext cx="615520" cy="282224"/>
          </a:xfrm>
          <a:prstGeom prst="line">
            <a:avLst/>
          </a:prstGeom>
          <a:solidFill>
            <a:schemeClr val="accent1"/>
          </a:solidFill>
          <a:ln w="349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67" name="Straight Connector 166"/>
          <p:cNvCxnSpPr/>
          <p:nvPr/>
        </p:nvCxnSpPr>
        <p:spPr bwMode="auto">
          <a:xfrm>
            <a:off x="1581927" y="5759398"/>
            <a:ext cx="1651340" cy="138604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68" name="Straight Connector 167"/>
          <p:cNvCxnSpPr>
            <a:endCxn id="353" idx="1"/>
          </p:cNvCxnSpPr>
          <p:nvPr/>
        </p:nvCxnSpPr>
        <p:spPr bwMode="auto">
          <a:xfrm>
            <a:off x="1592143" y="5816064"/>
            <a:ext cx="318002" cy="387552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69" name="Straight Connector 168"/>
          <p:cNvCxnSpPr>
            <a:stCxn id="339" idx="3"/>
          </p:cNvCxnSpPr>
          <p:nvPr/>
        </p:nvCxnSpPr>
        <p:spPr bwMode="auto">
          <a:xfrm>
            <a:off x="2893995" y="5449380"/>
            <a:ext cx="333142" cy="421301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0" name="Straight Connector 169"/>
          <p:cNvCxnSpPr/>
          <p:nvPr/>
        </p:nvCxnSpPr>
        <p:spPr bwMode="auto">
          <a:xfrm flipV="1">
            <a:off x="2371572" y="5956693"/>
            <a:ext cx="861695" cy="275422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24" name="Freeform 223"/>
          <p:cNvSpPr/>
          <p:nvPr/>
        </p:nvSpPr>
        <p:spPr>
          <a:xfrm>
            <a:off x="1449442" y="1774754"/>
            <a:ext cx="710887" cy="3730652"/>
          </a:xfrm>
          <a:custGeom>
            <a:avLst/>
            <a:gdLst>
              <a:gd name="connsiteX0" fmla="*/ 3902322 w 3902322"/>
              <a:gd name="connsiteY0" fmla="*/ 0 h 449814"/>
              <a:gd name="connsiteX1" fmla="*/ 3452563 w 3902322"/>
              <a:gd name="connsiteY1" fmla="*/ 449814 h 449814"/>
              <a:gd name="connsiteX2" fmla="*/ 343934 w 3902322"/>
              <a:gd name="connsiteY2" fmla="*/ 423354 h 449814"/>
              <a:gd name="connsiteX3" fmla="*/ 0 w 3902322"/>
              <a:gd name="connsiteY3" fmla="*/ 39690 h 449814"/>
              <a:gd name="connsiteX0" fmla="*/ 3902322 w 3902322"/>
              <a:gd name="connsiteY0" fmla="*/ 0 h 423354"/>
              <a:gd name="connsiteX1" fmla="*/ 3565324 w 3902322"/>
              <a:gd name="connsiteY1" fmla="*/ 402338 h 423354"/>
              <a:gd name="connsiteX2" fmla="*/ 343934 w 3902322"/>
              <a:gd name="connsiteY2" fmla="*/ 423354 h 423354"/>
              <a:gd name="connsiteX3" fmla="*/ 0 w 3902322"/>
              <a:gd name="connsiteY3" fmla="*/ 39690 h 423354"/>
              <a:gd name="connsiteX0" fmla="*/ 3902322 w 3902322"/>
              <a:gd name="connsiteY0" fmla="*/ 0 h 423354"/>
              <a:gd name="connsiteX1" fmla="*/ 3600933 w 3902322"/>
              <a:gd name="connsiteY1" fmla="*/ 384535 h 423354"/>
              <a:gd name="connsiteX2" fmla="*/ 343934 w 3902322"/>
              <a:gd name="connsiteY2" fmla="*/ 423354 h 423354"/>
              <a:gd name="connsiteX3" fmla="*/ 0 w 3902322"/>
              <a:gd name="connsiteY3" fmla="*/ 39690 h 423354"/>
              <a:gd name="connsiteX0" fmla="*/ 3943865 w 3943865"/>
              <a:gd name="connsiteY0" fmla="*/ 1851 h 383664"/>
              <a:gd name="connsiteX1" fmla="*/ 3600933 w 3943865"/>
              <a:gd name="connsiteY1" fmla="*/ 344845 h 383664"/>
              <a:gd name="connsiteX2" fmla="*/ 343934 w 3943865"/>
              <a:gd name="connsiteY2" fmla="*/ 383664 h 383664"/>
              <a:gd name="connsiteX3" fmla="*/ 0 w 3943865"/>
              <a:gd name="connsiteY3" fmla="*/ 0 h 383664"/>
              <a:gd name="connsiteX0" fmla="*/ 4015082 w 4015082"/>
              <a:gd name="connsiteY0" fmla="*/ 29941 h 383664"/>
              <a:gd name="connsiteX1" fmla="*/ 3600933 w 4015082"/>
              <a:gd name="connsiteY1" fmla="*/ 344845 h 383664"/>
              <a:gd name="connsiteX2" fmla="*/ 343934 w 4015082"/>
              <a:gd name="connsiteY2" fmla="*/ 383664 h 383664"/>
              <a:gd name="connsiteX3" fmla="*/ 0 w 4015082"/>
              <a:gd name="connsiteY3" fmla="*/ 0 h 383664"/>
              <a:gd name="connsiteX0" fmla="*/ 4187190 w 4187190"/>
              <a:gd name="connsiteY0" fmla="*/ 15896 h 369619"/>
              <a:gd name="connsiteX1" fmla="*/ 3773041 w 4187190"/>
              <a:gd name="connsiteY1" fmla="*/ 330800 h 369619"/>
              <a:gd name="connsiteX2" fmla="*/ 516042 w 4187190"/>
              <a:gd name="connsiteY2" fmla="*/ 369619 h 369619"/>
              <a:gd name="connsiteX3" fmla="*/ 0 w 4187190"/>
              <a:gd name="connsiteY3" fmla="*/ 0 h 369619"/>
              <a:gd name="connsiteX0" fmla="*/ 4187190 w 4187190"/>
              <a:gd name="connsiteY0" fmla="*/ 15896 h 369619"/>
              <a:gd name="connsiteX1" fmla="*/ 3749302 w 4187190"/>
              <a:gd name="connsiteY1" fmla="*/ 349527 h 369619"/>
              <a:gd name="connsiteX2" fmla="*/ 516042 w 4187190"/>
              <a:gd name="connsiteY2" fmla="*/ 369619 h 369619"/>
              <a:gd name="connsiteX3" fmla="*/ 0 w 4187190"/>
              <a:gd name="connsiteY3" fmla="*/ 0 h 369619"/>
              <a:gd name="connsiteX0" fmla="*/ 0 w 6265284"/>
              <a:gd name="connsiteY0" fmla="*/ 0 h 1092877"/>
              <a:gd name="connsiteX1" fmla="*/ 6265284 w 6265284"/>
              <a:gd name="connsiteY1" fmla="*/ 1072785 h 1092877"/>
              <a:gd name="connsiteX2" fmla="*/ 3032024 w 6265284"/>
              <a:gd name="connsiteY2" fmla="*/ 1092877 h 1092877"/>
              <a:gd name="connsiteX3" fmla="*/ 2515982 w 6265284"/>
              <a:gd name="connsiteY3" fmla="*/ 723258 h 1092877"/>
              <a:gd name="connsiteX0" fmla="*/ 0 w 3032024"/>
              <a:gd name="connsiteY0" fmla="*/ 1193950 h 2286827"/>
              <a:gd name="connsiteX1" fmla="*/ 1581391 w 3032024"/>
              <a:gd name="connsiteY1" fmla="*/ 0 h 2286827"/>
              <a:gd name="connsiteX2" fmla="*/ 3032024 w 3032024"/>
              <a:gd name="connsiteY2" fmla="*/ 2286827 h 2286827"/>
              <a:gd name="connsiteX3" fmla="*/ 2515982 w 3032024"/>
              <a:gd name="connsiteY3" fmla="*/ 1917208 h 2286827"/>
              <a:gd name="connsiteX0" fmla="*/ 0 w 2515982"/>
              <a:gd name="connsiteY0" fmla="*/ 1896586 h 2619844"/>
              <a:gd name="connsiteX1" fmla="*/ 1581391 w 2515982"/>
              <a:gd name="connsiteY1" fmla="*/ 702636 h 2619844"/>
              <a:gd name="connsiteX2" fmla="*/ 1241736 w 2515982"/>
              <a:gd name="connsiteY2" fmla="*/ 0 h 2619844"/>
              <a:gd name="connsiteX3" fmla="*/ 2515982 w 2515982"/>
              <a:gd name="connsiteY3" fmla="*/ 2619844 h 2619844"/>
              <a:gd name="connsiteX0" fmla="*/ 0 w 1581391"/>
              <a:gd name="connsiteY0" fmla="*/ 2890379 h 2890379"/>
              <a:gd name="connsiteX1" fmla="*/ 1581391 w 1581391"/>
              <a:gd name="connsiteY1" fmla="*/ 1696429 h 2890379"/>
              <a:gd name="connsiteX2" fmla="*/ 1241736 w 1581391"/>
              <a:gd name="connsiteY2" fmla="*/ 993793 h 2890379"/>
              <a:gd name="connsiteX3" fmla="*/ 1579203 w 1581391"/>
              <a:gd name="connsiteY3" fmla="*/ 0 h 2890379"/>
              <a:gd name="connsiteX0" fmla="*/ 0 w 1581391"/>
              <a:gd name="connsiteY0" fmla="*/ 2973211 h 2973211"/>
              <a:gd name="connsiteX1" fmla="*/ 1581391 w 1581391"/>
              <a:gd name="connsiteY1" fmla="*/ 1779261 h 2973211"/>
              <a:gd name="connsiteX2" fmla="*/ 1241736 w 1581391"/>
              <a:gd name="connsiteY2" fmla="*/ 1076625 h 2973211"/>
              <a:gd name="connsiteX3" fmla="*/ 1229193 w 1581391"/>
              <a:gd name="connsiteY3" fmla="*/ 0 h 2973211"/>
              <a:gd name="connsiteX0" fmla="*/ 0 w 1581391"/>
              <a:gd name="connsiteY0" fmla="*/ 3276927 h 3276927"/>
              <a:gd name="connsiteX1" fmla="*/ 1581391 w 1581391"/>
              <a:gd name="connsiteY1" fmla="*/ 2082977 h 3276927"/>
              <a:gd name="connsiteX2" fmla="*/ 1241736 w 1581391"/>
              <a:gd name="connsiteY2" fmla="*/ 1380341 h 3276927"/>
              <a:gd name="connsiteX3" fmla="*/ 1249193 w 1581391"/>
              <a:gd name="connsiteY3" fmla="*/ 0 h 3276927"/>
              <a:gd name="connsiteX0" fmla="*/ 0 w 1581391"/>
              <a:gd name="connsiteY0" fmla="*/ 2973211 h 2973211"/>
              <a:gd name="connsiteX1" fmla="*/ 1581391 w 1581391"/>
              <a:gd name="connsiteY1" fmla="*/ 1779261 h 2973211"/>
              <a:gd name="connsiteX2" fmla="*/ 1241736 w 1581391"/>
              <a:gd name="connsiteY2" fmla="*/ 1076625 h 2973211"/>
              <a:gd name="connsiteX3" fmla="*/ 1234193 w 1581391"/>
              <a:gd name="connsiteY3" fmla="*/ 0 h 2973211"/>
              <a:gd name="connsiteX0" fmla="*/ 0 w 1581391"/>
              <a:gd name="connsiteY0" fmla="*/ 3008710 h 3008710"/>
              <a:gd name="connsiteX1" fmla="*/ 1581391 w 1581391"/>
              <a:gd name="connsiteY1" fmla="*/ 1814760 h 3008710"/>
              <a:gd name="connsiteX2" fmla="*/ 1241736 w 1581391"/>
              <a:gd name="connsiteY2" fmla="*/ 1112124 h 3008710"/>
              <a:gd name="connsiteX3" fmla="*/ 1239193 w 1581391"/>
              <a:gd name="connsiteY3" fmla="*/ 0 h 3008710"/>
              <a:gd name="connsiteX0" fmla="*/ 0 w 1581391"/>
              <a:gd name="connsiteY0" fmla="*/ 3008710 h 3008710"/>
              <a:gd name="connsiteX1" fmla="*/ 1581391 w 1581391"/>
              <a:gd name="connsiteY1" fmla="*/ 1814760 h 3008710"/>
              <a:gd name="connsiteX2" fmla="*/ 1320792 w 1581391"/>
              <a:gd name="connsiteY2" fmla="*/ 1270181 h 3008710"/>
              <a:gd name="connsiteX3" fmla="*/ 1241736 w 1581391"/>
              <a:gd name="connsiteY3" fmla="*/ 1112124 h 3008710"/>
              <a:gd name="connsiteX4" fmla="*/ 1239193 w 1581391"/>
              <a:gd name="connsiteY4" fmla="*/ 0 h 3008710"/>
              <a:gd name="connsiteX0" fmla="*/ 0 w 1581391"/>
              <a:gd name="connsiteY0" fmla="*/ 3008710 h 3008710"/>
              <a:gd name="connsiteX1" fmla="*/ 1581391 w 1581391"/>
              <a:gd name="connsiteY1" fmla="*/ 1814760 h 3008710"/>
              <a:gd name="connsiteX2" fmla="*/ 1565798 w 1581391"/>
              <a:gd name="connsiteY2" fmla="*/ 1270181 h 3008710"/>
              <a:gd name="connsiteX3" fmla="*/ 1241736 w 1581391"/>
              <a:gd name="connsiteY3" fmla="*/ 1112124 h 3008710"/>
              <a:gd name="connsiteX4" fmla="*/ 1239193 w 1581391"/>
              <a:gd name="connsiteY4" fmla="*/ 0 h 3008710"/>
              <a:gd name="connsiteX0" fmla="*/ 0 w 1581391"/>
              <a:gd name="connsiteY0" fmla="*/ 3008710 h 3008710"/>
              <a:gd name="connsiteX1" fmla="*/ 1581391 w 1581391"/>
              <a:gd name="connsiteY1" fmla="*/ 1747705 h 3008710"/>
              <a:gd name="connsiteX2" fmla="*/ 1565798 w 1581391"/>
              <a:gd name="connsiteY2" fmla="*/ 1270181 h 3008710"/>
              <a:gd name="connsiteX3" fmla="*/ 1241736 w 1581391"/>
              <a:gd name="connsiteY3" fmla="*/ 1112124 h 3008710"/>
              <a:gd name="connsiteX4" fmla="*/ 1239193 w 1581391"/>
              <a:gd name="connsiteY4" fmla="*/ 0 h 3008710"/>
              <a:gd name="connsiteX0" fmla="*/ 0 w 1566390"/>
              <a:gd name="connsiteY0" fmla="*/ 3008710 h 3008710"/>
              <a:gd name="connsiteX1" fmla="*/ 1566390 w 1566390"/>
              <a:gd name="connsiteY1" fmla="*/ 1747705 h 3008710"/>
              <a:gd name="connsiteX2" fmla="*/ 1565798 w 1566390"/>
              <a:gd name="connsiteY2" fmla="*/ 1270181 h 3008710"/>
              <a:gd name="connsiteX3" fmla="*/ 1241736 w 1566390"/>
              <a:gd name="connsiteY3" fmla="*/ 1112124 h 3008710"/>
              <a:gd name="connsiteX4" fmla="*/ 1239193 w 1566390"/>
              <a:gd name="connsiteY4" fmla="*/ 0 h 3008710"/>
              <a:gd name="connsiteX0" fmla="*/ 0 w 1766395"/>
              <a:gd name="connsiteY0" fmla="*/ 2988988 h 2988988"/>
              <a:gd name="connsiteX1" fmla="*/ 1766395 w 1766395"/>
              <a:gd name="connsiteY1" fmla="*/ 1747705 h 2988988"/>
              <a:gd name="connsiteX2" fmla="*/ 1765803 w 1766395"/>
              <a:gd name="connsiteY2" fmla="*/ 1270181 h 2988988"/>
              <a:gd name="connsiteX3" fmla="*/ 1441741 w 1766395"/>
              <a:gd name="connsiteY3" fmla="*/ 1112124 h 2988988"/>
              <a:gd name="connsiteX4" fmla="*/ 1439198 w 1766395"/>
              <a:gd name="connsiteY4" fmla="*/ 0 h 2988988"/>
              <a:gd name="connsiteX0" fmla="*/ 0 w 725529"/>
              <a:gd name="connsiteY0" fmla="*/ 2874009 h 2874009"/>
              <a:gd name="connsiteX1" fmla="*/ 725529 w 725529"/>
              <a:gd name="connsiteY1" fmla="*/ 1747705 h 2874009"/>
              <a:gd name="connsiteX2" fmla="*/ 724937 w 725529"/>
              <a:gd name="connsiteY2" fmla="*/ 1270181 h 2874009"/>
              <a:gd name="connsiteX3" fmla="*/ 400875 w 725529"/>
              <a:gd name="connsiteY3" fmla="*/ 1112124 h 2874009"/>
              <a:gd name="connsiteX4" fmla="*/ 398332 w 725529"/>
              <a:gd name="connsiteY4" fmla="*/ 0 h 2874009"/>
              <a:gd name="connsiteX0" fmla="*/ 0 w 725529"/>
              <a:gd name="connsiteY0" fmla="*/ 2854234 h 2854234"/>
              <a:gd name="connsiteX1" fmla="*/ 725529 w 725529"/>
              <a:gd name="connsiteY1" fmla="*/ 1727930 h 2854234"/>
              <a:gd name="connsiteX2" fmla="*/ 724937 w 725529"/>
              <a:gd name="connsiteY2" fmla="*/ 1250406 h 2854234"/>
              <a:gd name="connsiteX3" fmla="*/ 400875 w 725529"/>
              <a:gd name="connsiteY3" fmla="*/ 1092349 h 2854234"/>
              <a:gd name="connsiteX4" fmla="*/ 181090 w 725529"/>
              <a:gd name="connsiteY4" fmla="*/ 0 h 2854234"/>
              <a:gd name="connsiteX0" fmla="*/ 0 w 725529"/>
              <a:gd name="connsiteY0" fmla="*/ 2854234 h 2854234"/>
              <a:gd name="connsiteX1" fmla="*/ 725529 w 725529"/>
              <a:gd name="connsiteY1" fmla="*/ 1727930 h 2854234"/>
              <a:gd name="connsiteX2" fmla="*/ 724937 w 725529"/>
              <a:gd name="connsiteY2" fmla="*/ 1250406 h 2854234"/>
              <a:gd name="connsiteX3" fmla="*/ 242121 w 725529"/>
              <a:gd name="connsiteY3" fmla="*/ 1079165 h 2854234"/>
              <a:gd name="connsiteX4" fmla="*/ 181090 w 725529"/>
              <a:gd name="connsiteY4" fmla="*/ 0 h 2854234"/>
              <a:gd name="connsiteX0" fmla="*/ 0 w 725529"/>
              <a:gd name="connsiteY0" fmla="*/ 2854234 h 2854234"/>
              <a:gd name="connsiteX1" fmla="*/ 725529 w 725529"/>
              <a:gd name="connsiteY1" fmla="*/ 1727930 h 2854234"/>
              <a:gd name="connsiteX2" fmla="*/ 724937 w 725529"/>
              <a:gd name="connsiteY2" fmla="*/ 1250406 h 2854234"/>
              <a:gd name="connsiteX3" fmla="*/ 208699 w 725529"/>
              <a:gd name="connsiteY3" fmla="*/ 1105532 h 2854234"/>
              <a:gd name="connsiteX4" fmla="*/ 181090 w 725529"/>
              <a:gd name="connsiteY4" fmla="*/ 0 h 2854234"/>
              <a:gd name="connsiteX0" fmla="*/ 0 w 725529"/>
              <a:gd name="connsiteY0" fmla="*/ 2854234 h 2854234"/>
              <a:gd name="connsiteX1" fmla="*/ 725529 w 725529"/>
              <a:gd name="connsiteY1" fmla="*/ 1727930 h 2854234"/>
              <a:gd name="connsiteX2" fmla="*/ 724937 w 725529"/>
              <a:gd name="connsiteY2" fmla="*/ 1250406 h 2854234"/>
              <a:gd name="connsiteX3" fmla="*/ 208699 w 725529"/>
              <a:gd name="connsiteY3" fmla="*/ 1105532 h 2854234"/>
              <a:gd name="connsiteX4" fmla="*/ 181090 w 725529"/>
              <a:gd name="connsiteY4" fmla="*/ 0 h 2854234"/>
              <a:gd name="connsiteX0" fmla="*/ 0 w 725529"/>
              <a:gd name="connsiteY0" fmla="*/ 2854234 h 2854234"/>
              <a:gd name="connsiteX1" fmla="*/ 725529 w 725529"/>
              <a:gd name="connsiteY1" fmla="*/ 1727930 h 2854234"/>
              <a:gd name="connsiteX2" fmla="*/ 724937 w 725529"/>
              <a:gd name="connsiteY2" fmla="*/ 1250406 h 2854234"/>
              <a:gd name="connsiteX3" fmla="*/ 233766 w 725529"/>
              <a:gd name="connsiteY3" fmla="*/ 1105532 h 2854234"/>
              <a:gd name="connsiteX4" fmla="*/ 181090 w 725529"/>
              <a:gd name="connsiteY4" fmla="*/ 0 h 2854234"/>
              <a:gd name="connsiteX0" fmla="*/ 0 w 725529"/>
              <a:gd name="connsiteY0" fmla="*/ 2854234 h 2854234"/>
              <a:gd name="connsiteX1" fmla="*/ 725529 w 725529"/>
              <a:gd name="connsiteY1" fmla="*/ 1727930 h 2854234"/>
              <a:gd name="connsiteX2" fmla="*/ 724937 w 725529"/>
              <a:gd name="connsiteY2" fmla="*/ 1250406 h 2854234"/>
              <a:gd name="connsiteX3" fmla="*/ 200344 w 725529"/>
              <a:gd name="connsiteY3" fmla="*/ 1118716 h 2854234"/>
              <a:gd name="connsiteX4" fmla="*/ 181090 w 725529"/>
              <a:gd name="connsiteY4" fmla="*/ 0 h 2854234"/>
              <a:gd name="connsiteX0" fmla="*/ 0 w 725529"/>
              <a:gd name="connsiteY0" fmla="*/ 2854234 h 2854234"/>
              <a:gd name="connsiteX1" fmla="*/ 725529 w 725529"/>
              <a:gd name="connsiteY1" fmla="*/ 1727930 h 2854234"/>
              <a:gd name="connsiteX2" fmla="*/ 724937 w 725529"/>
              <a:gd name="connsiteY2" fmla="*/ 1250406 h 2854234"/>
              <a:gd name="connsiteX3" fmla="*/ 175278 w 725529"/>
              <a:gd name="connsiteY3" fmla="*/ 1105533 h 2854234"/>
              <a:gd name="connsiteX4" fmla="*/ 181090 w 725529"/>
              <a:gd name="connsiteY4" fmla="*/ 0 h 2854234"/>
              <a:gd name="connsiteX0" fmla="*/ 0 w 725529"/>
              <a:gd name="connsiteY0" fmla="*/ 2854234 h 2854234"/>
              <a:gd name="connsiteX1" fmla="*/ 725529 w 725529"/>
              <a:gd name="connsiteY1" fmla="*/ 1727930 h 2854234"/>
              <a:gd name="connsiteX2" fmla="*/ 724937 w 725529"/>
              <a:gd name="connsiteY2" fmla="*/ 1250406 h 2854234"/>
              <a:gd name="connsiteX3" fmla="*/ 275543 w 725529"/>
              <a:gd name="connsiteY3" fmla="*/ 1112125 h 2854234"/>
              <a:gd name="connsiteX4" fmla="*/ 181090 w 725529"/>
              <a:gd name="connsiteY4" fmla="*/ 0 h 2854234"/>
              <a:gd name="connsiteX0" fmla="*/ 0 w 725529"/>
              <a:gd name="connsiteY0" fmla="*/ 2854234 h 2854234"/>
              <a:gd name="connsiteX1" fmla="*/ 725529 w 725529"/>
              <a:gd name="connsiteY1" fmla="*/ 1727930 h 2854234"/>
              <a:gd name="connsiteX2" fmla="*/ 724937 w 725529"/>
              <a:gd name="connsiteY2" fmla="*/ 1250406 h 2854234"/>
              <a:gd name="connsiteX3" fmla="*/ 275543 w 725529"/>
              <a:gd name="connsiteY3" fmla="*/ 1112125 h 2854234"/>
              <a:gd name="connsiteX4" fmla="*/ 264644 w 725529"/>
              <a:gd name="connsiteY4" fmla="*/ 0 h 2854234"/>
              <a:gd name="connsiteX0" fmla="*/ 0 w 725529"/>
              <a:gd name="connsiteY0" fmla="*/ 2854234 h 2854234"/>
              <a:gd name="connsiteX1" fmla="*/ 725529 w 725529"/>
              <a:gd name="connsiteY1" fmla="*/ 1727930 h 2854234"/>
              <a:gd name="connsiteX2" fmla="*/ 724937 w 725529"/>
              <a:gd name="connsiteY2" fmla="*/ 1250406 h 2854234"/>
              <a:gd name="connsiteX3" fmla="*/ 292254 w 725529"/>
              <a:gd name="connsiteY3" fmla="*/ 1125309 h 2854234"/>
              <a:gd name="connsiteX4" fmla="*/ 264644 w 725529"/>
              <a:gd name="connsiteY4" fmla="*/ 0 h 2854234"/>
              <a:gd name="connsiteX0" fmla="*/ 0 w 725529"/>
              <a:gd name="connsiteY0" fmla="*/ 2854234 h 2854234"/>
              <a:gd name="connsiteX1" fmla="*/ 725529 w 725529"/>
              <a:gd name="connsiteY1" fmla="*/ 1727930 h 2854234"/>
              <a:gd name="connsiteX2" fmla="*/ 724937 w 725529"/>
              <a:gd name="connsiteY2" fmla="*/ 1250406 h 2854234"/>
              <a:gd name="connsiteX3" fmla="*/ 22889 w 725529"/>
              <a:gd name="connsiteY3" fmla="*/ 1125309 h 2854234"/>
              <a:gd name="connsiteX4" fmla="*/ 264644 w 725529"/>
              <a:gd name="connsiteY4" fmla="*/ 0 h 2854234"/>
              <a:gd name="connsiteX0" fmla="*/ 43202 w 768731"/>
              <a:gd name="connsiteY0" fmla="*/ 2975683 h 2975683"/>
              <a:gd name="connsiteX1" fmla="*/ 768731 w 768731"/>
              <a:gd name="connsiteY1" fmla="*/ 1849379 h 2975683"/>
              <a:gd name="connsiteX2" fmla="*/ 768139 w 768731"/>
              <a:gd name="connsiteY2" fmla="*/ 1371855 h 2975683"/>
              <a:gd name="connsiteX3" fmla="*/ 66091 w 768731"/>
              <a:gd name="connsiteY3" fmla="*/ 1246758 h 2975683"/>
              <a:gd name="connsiteX4" fmla="*/ 0 w 768731"/>
              <a:gd name="connsiteY4" fmla="*/ 0 h 2975683"/>
              <a:gd name="connsiteX0" fmla="*/ 54072 w 779601"/>
              <a:gd name="connsiteY0" fmla="*/ 2975683 h 2975683"/>
              <a:gd name="connsiteX1" fmla="*/ 779601 w 779601"/>
              <a:gd name="connsiteY1" fmla="*/ 1849379 h 2975683"/>
              <a:gd name="connsiteX2" fmla="*/ 779009 w 779601"/>
              <a:gd name="connsiteY2" fmla="*/ 1371855 h 2975683"/>
              <a:gd name="connsiteX3" fmla="*/ 0 w 779601"/>
              <a:gd name="connsiteY3" fmla="*/ 1277120 h 2975683"/>
              <a:gd name="connsiteX4" fmla="*/ 10870 w 779601"/>
              <a:gd name="connsiteY4" fmla="*/ 0 h 2975683"/>
              <a:gd name="connsiteX0" fmla="*/ 62442 w 787971"/>
              <a:gd name="connsiteY0" fmla="*/ 2763147 h 2763147"/>
              <a:gd name="connsiteX1" fmla="*/ 787971 w 787971"/>
              <a:gd name="connsiteY1" fmla="*/ 1636843 h 2763147"/>
              <a:gd name="connsiteX2" fmla="*/ 787379 w 787971"/>
              <a:gd name="connsiteY2" fmla="*/ 1159319 h 2763147"/>
              <a:gd name="connsiteX3" fmla="*/ 8370 w 787971"/>
              <a:gd name="connsiteY3" fmla="*/ 1064584 h 2763147"/>
              <a:gd name="connsiteX4" fmla="*/ 0 w 787971"/>
              <a:gd name="connsiteY4" fmla="*/ 0 h 2763147"/>
              <a:gd name="connsiteX0" fmla="*/ 54072 w 779601"/>
              <a:gd name="connsiteY0" fmla="*/ 2808691 h 2808691"/>
              <a:gd name="connsiteX1" fmla="*/ 779601 w 779601"/>
              <a:gd name="connsiteY1" fmla="*/ 1682387 h 2808691"/>
              <a:gd name="connsiteX2" fmla="*/ 779009 w 779601"/>
              <a:gd name="connsiteY2" fmla="*/ 1204863 h 2808691"/>
              <a:gd name="connsiteX3" fmla="*/ 0 w 779601"/>
              <a:gd name="connsiteY3" fmla="*/ 1110128 h 2808691"/>
              <a:gd name="connsiteX4" fmla="*/ 30111 w 779601"/>
              <a:gd name="connsiteY4" fmla="*/ 0 h 2808691"/>
              <a:gd name="connsiteX0" fmla="*/ 62830 w 788359"/>
              <a:gd name="connsiteY0" fmla="*/ 2896348 h 2896348"/>
              <a:gd name="connsiteX1" fmla="*/ 788359 w 788359"/>
              <a:gd name="connsiteY1" fmla="*/ 1770044 h 2896348"/>
              <a:gd name="connsiteX2" fmla="*/ 787767 w 788359"/>
              <a:gd name="connsiteY2" fmla="*/ 1292520 h 2896348"/>
              <a:gd name="connsiteX3" fmla="*/ 8758 w 788359"/>
              <a:gd name="connsiteY3" fmla="*/ 1197785 h 2896348"/>
              <a:gd name="connsiteX4" fmla="*/ 38869 w 788359"/>
              <a:gd name="connsiteY4" fmla="*/ 87657 h 2896348"/>
              <a:gd name="connsiteX5" fmla="*/ 0 w 788359"/>
              <a:gd name="connsiteY5" fmla="*/ 69436 h 2896348"/>
              <a:gd name="connsiteX0" fmla="*/ 54072 w 818640"/>
              <a:gd name="connsiteY0" fmla="*/ 3100173 h 3100173"/>
              <a:gd name="connsiteX1" fmla="*/ 779601 w 818640"/>
              <a:gd name="connsiteY1" fmla="*/ 1973869 h 3100173"/>
              <a:gd name="connsiteX2" fmla="*/ 779009 w 818640"/>
              <a:gd name="connsiteY2" fmla="*/ 1496345 h 3100173"/>
              <a:gd name="connsiteX3" fmla="*/ 0 w 818640"/>
              <a:gd name="connsiteY3" fmla="*/ 1401610 h 3100173"/>
              <a:gd name="connsiteX4" fmla="*/ 30111 w 818640"/>
              <a:gd name="connsiteY4" fmla="*/ 291482 h 3100173"/>
              <a:gd name="connsiteX5" fmla="*/ 818579 w 818640"/>
              <a:gd name="connsiteY5" fmla="*/ 0 h 3100173"/>
              <a:gd name="connsiteX0" fmla="*/ 54072 w 818579"/>
              <a:gd name="connsiteY0" fmla="*/ 3100173 h 3100173"/>
              <a:gd name="connsiteX1" fmla="*/ 779601 w 818579"/>
              <a:gd name="connsiteY1" fmla="*/ 1973869 h 3100173"/>
              <a:gd name="connsiteX2" fmla="*/ 779009 w 818579"/>
              <a:gd name="connsiteY2" fmla="*/ 1496345 h 3100173"/>
              <a:gd name="connsiteX3" fmla="*/ 0 w 818579"/>
              <a:gd name="connsiteY3" fmla="*/ 1401610 h 3100173"/>
              <a:gd name="connsiteX4" fmla="*/ 30111 w 818579"/>
              <a:gd name="connsiteY4" fmla="*/ 291482 h 3100173"/>
              <a:gd name="connsiteX5" fmla="*/ 510732 w 818579"/>
              <a:gd name="connsiteY5" fmla="*/ 60725 h 3100173"/>
              <a:gd name="connsiteX6" fmla="*/ 818579 w 818579"/>
              <a:gd name="connsiteY6" fmla="*/ 0 h 3100173"/>
              <a:gd name="connsiteX0" fmla="*/ 54072 w 779601"/>
              <a:gd name="connsiteY0" fmla="*/ 3510065 h 3510065"/>
              <a:gd name="connsiteX1" fmla="*/ 779601 w 779601"/>
              <a:gd name="connsiteY1" fmla="*/ 2383761 h 3510065"/>
              <a:gd name="connsiteX2" fmla="*/ 779009 w 779601"/>
              <a:gd name="connsiteY2" fmla="*/ 1906237 h 3510065"/>
              <a:gd name="connsiteX3" fmla="*/ 0 w 779601"/>
              <a:gd name="connsiteY3" fmla="*/ 1811502 h 3510065"/>
              <a:gd name="connsiteX4" fmla="*/ 30111 w 779601"/>
              <a:gd name="connsiteY4" fmla="*/ 701374 h 3510065"/>
              <a:gd name="connsiteX5" fmla="*/ 510732 w 779601"/>
              <a:gd name="connsiteY5" fmla="*/ 470617 h 3510065"/>
              <a:gd name="connsiteX6" fmla="*/ 760858 w 779601"/>
              <a:gd name="connsiteY6" fmla="*/ 0 h 3510065"/>
              <a:gd name="connsiteX0" fmla="*/ 54072 w 809403"/>
              <a:gd name="connsiteY0" fmla="*/ 3510065 h 3510065"/>
              <a:gd name="connsiteX1" fmla="*/ 779601 w 809403"/>
              <a:gd name="connsiteY1" fmla="*/ 2383761 h 3510065"/>
              <a:gd name="connsiteX2" fmla="*/ 779009 w 809403"/>
              <a:gd name="connsiteY2" fmla="*/ 1906237 h 3510065"/>
              <a:gd name="connsiteX3" fmla="*/ 0 w 809403"/>
              <a:gd name="connsiteY3" fmla="*/ 1811502 h 3510065"/>
              <a:gd name="connsiteX4" fmla="*/ 30111 w 809403"/>
              <a:gd name="connsiteY4" fmla="*/ 701374 h 3510065"/>
              <a:gd name="connsiteX5" fmla="*/ 760857 w 809403"/>
              <a:gd name="connsiteY5" fmla="*/ 440254 h 3510065"/>
              <a:gd name="connsiteX6" fmla="*/ 760858 w 809403"/>
              <a:gd name="connsiteY6" fmla="*/ 0 h 3510065"/>
              <a:gd name="connsiteX0" fmla="*/ 54072 w 809403"/>
              <a:gd name="connsiteY0" fmla="*/ 3510065 h 3510065"/>
              <a:gd name="connsiteX1" fmla="*/ 779601 w 809403"/>
              <a:gd name="connsiteY1" fmla="*/ 2383761 h 3510065"/>
              <a:gd name="connsiteX2" fmla="*/ 779009 w 809403"/>
              <a:gd name="connsiteY2" fmla="*/ 1906237 h 3510065"/>
              <a:gd name="connsiteX3" fmla="*/ 0 w 809403"/>
              <a:gd name="connsiteY3" fmla="*/ 1811502 h 3510065"/>
              <a:gd name="connsiteX4" fmla="*/ 30111 w 809403"/>
              <a:gd name="connsiteY4" fmla="*/ 701374 h 3510065"/>
              <a:gd name="connsiteX5" fmla="*/ 760857 w 809403"/>
              <a:gd name="connsiteY5" fmla="*/ 440254 h 3510065"/>
              <a:gd name="connsiteX6" fmla="*/ 760858 w 809403"/>
              <a:gd name="connsiteY6" fmla="*/ 0 h 3510065"/>
              <a:gd name="connsiteX0" fmla="*/ 54072 w 779601"/>
              <a:gd name="connsiteY0" fmla="*/ 3510065 h 3510065"/>
              <a:gd name="connsiteX1" fmla="*/ 779601 w 779601"/>
              <a:gd name="connsiteY1" fmla="*/ 2383761 h 3510065"/>
              <a:gd name="connsiteX2" fmla="*/ 779009 w 779601"/>
              <a:gd name="connsiteY2" fmla="*/ 1906237 h 3510065"/>
              <a:gd name="connsiteX3" fmla="*/ 0 w 779601"/>
              <a:gd name="connsiteY3" fmla="*/ 1811502 h 3510065"/>
              <a:gd name="connsiteX4" fmla="*/ 30111 w 779601"/>
              <a:gd name="connsiteY4" fmla="*/ 701374 h 3510065"/>
              <a:gd name="connsiteX5" fmla="*/ 760857 w 779601"/>
              <a:gd name="connsiteY5" fmla="*/ 440254 h 3510065"/>
              <a:gd name="connsiteX6" fmla="*/ 760858 w 779601"/>
              <a:gd name="connsiteY6" fmla="*/ 0 h 3510065"/>
              <a:gd name="connsiteX0" fmla="*/ 54072 w 779601"/>
              <a:gd name="connsiteY0" fmla="*/ 3579994 h 3579994"/>
              <a:gd name="connsiteX1" fmla="*/ 779601 w 779601"/>
              <a:gd name="connsiteY1" fmla="*/ 2453690 h 3579994"/>
              <a:gd name="connsiteX2" fmla="*/ 779009 w 779601"/>
              <a:gd name="connsiteY2" fmla="*/ 1976166 h 3579994"/>
              <a:gd name="connsiteX3" fmla="*/ 0 w 779601"/>
              <a:gd name="connsiteY3" fmla="*/ 1881431 h 3579994"/>
              <a:gd name="connsiteX4" fmla="*/ 30111 w 779601"/>
              <a:gd name="connsiteY4" fmla="*/ 771303 h 3579994"/>
              <a:gd name="connsiteX5" fmla="*/ 760857 w 779601"/>
              <a:gd name="connsiteY5" fmla="*/ 510183 h 3579994"/>
              <a:gd name="connsiteX6" fmla="*/ 760858 w 779601"/>
              <a:gd name="connsiteY6" fmla="*/ 69929 h 3579994"/>
              <a:gd name="connsiteX0" fmla="*/ 54072 w 779601"/>
              <a:gd name="connsiteY0" fmla="*/ 3707204 h 3707204"/>
              <a:gd name="connsiteX1" fmla="*/ 779601 w 779601"/>
              <a:gd name="connsiteY1" fmla="*/ 2580900 h 3707204"/>
              <a:gd name="connsiteX2" fmla="*/ 779009 w 779601"/>
              <a:gd name="connsiteY2" fmla="*/ 2103376 h 3707204"/>
              <a:gd name="connsiteX3" fmla="*/ 0 w 779601"/>
              <a:gd name="connsiteY3" fmla="*/ 2008641 h 3707204"/>
              <a:gd name="connsiteX4" fmla="*/ 30111 w 779601"/>
              <a:gd name="connsiteY4" fmla="*/ 898513 h 3707204"/>
              <a:gd name="connsiteX5" fmla="*/ 760857 w 779601"/>
              <a:gd name="connsiteY5" fmla="*/ 637393 h 3707204"/>
              <a:gd name="connsiteX6" fmla="*/ 739550 w 779601"/>
              <a:gd name="connsiteY6" fmla="*/ 59300 h 3707204"/>
              <a:gd name="connsiteX0" fmla="*/ 54072 w 779601"/>
              <a:gd name="connsiteY0" fmla="*/ 3647904 h 3647904"/>
              <a:gd name="connsiteX1" fmla="*/ 779601 w 779601"/>
              <a:gd name="connsiteY1" fmla="*/ 2521600 h 3647904"/>
              <a:gd name="connsiteX2" fmla="*/ 779009 w 779601"/>
              <a:gd name="connsiteY2" fmla="*/ 2044076 h 3647904"/>
              <a:gd name="connsiteX3" fmla="*/ 0 w 779601"/>
              <a:gd name="connsiteY3" fmla="*/ 1949341 h 3647904"/>
              <a:gd name="connsiteX4" fmla="*/ 30111 w 779601"/>
              <a:gd name="connsiteY4" fmla="*/ 839213 h 3647904"/>
              <a:gd name="connsiteX5" fmla="*/ 760857 w 779601"/>
              <a:gd name="connsiteY5" fmla="*/ 578093 h 3647904"/>
              <a:gd name="connsiteX6" fmla="*/ 739550 w 779601"/>
              <a:gd name="connsiteY6" fmla="*/ 0 h 3647904"/>
              <a:gd name="connsiteX0" fmla="*/ 54072 w 779601"/>
              <a:gd name="connsiteY0" fmla="*/ 3557132 h 3557132"/>
              <a:gd name="connsiteX1" fmla="*/ 779601 w 779601"/>
              <a:gd name="connsiteY1" fmla="*/ 2430828 h 3557132"/>
              <a:gd name="connsiteX2" fmla="*/ 779009 w 779601"/>
              <a:gd name="connsiteY2" fmla="*/ 1953304 h 3557132"/>
              <a:gd name="connsiteX3" fmla="*/ 0 w 779601"/>
              <a:gd name="connsiteY3" fmla="*/ 1858569 h 3557132"/>
              <a:gd name="connsiteX4" fmla="*/ 30111 w 779601"/>
              <a:gd name="connsiteY4" fmla="*/ 748441 h 3557132"/>
              <a:gd name="connsiteX5" fmla="*/ 760857 w 779601"/>
              <a:gd name="connsiteY5" fmla="*/ 487321 h 3557132"/>
              <a:gd name="connsiteX6" fmla="*/ 739550 w 779601"/>
              <a:gd name="connsiteY6" fmla="*/ 0 h 3557132"/>
              <a:gd name="connsiteX0" fmla="*/ 54072 w 779601"/>
              <a:gd name="connsiteY0" fmla="*/ 3557132 h 3557132"/>
              <a:gd name="connsiteX1" fmla="*/ 779601 w 779601"/>
              <a:gd name="connsiteY1" fmla="*/ 2430828 h 3557132"/>
              <a:gd name="connsiteX2" fmla="*/ 779009 w 779601"/>
              <a:gd name="connsiteY2" fmla="*/ 1953304 h 3557132"/>
              <a:gd name="connsiteX3" fmla="*/ 0 w 779601"/>
              <a:gd name="connsiteY3" fmla="*/ 1858569 h 3557132"/>
              <a:gd name="connsiteX4" fmla="*/ 30111 w 779601"/>
              <a:gd name="connsiteY4" fmla="*/ 748441 h 3557132"/>
              <a:gd name="connsiteX5" fmla="*/ 760857 w 779601"/>
              <a:gd name="connsiteY5" fmla="*/ 487321 h 3557132"/>
              <a:gd name="connsiteX6" fmla="*/ 739550 w 779601"/>
              <a:gd name="connsiteY6" fmla="*/ 0 h 3557132"/>
              <a:gd name="connsiteX0" fmla="*/ 54072 w 779601"/>
              <a:gd name="connsiteY0" fmla="*/ 3580665 h 3580665"/>
              <a:gd name="connsiteX1" fmla="*/ 779601 w 779601"/>
              <a:gd name="connsiteY1" fmla="*/ 2454361 h 3580665"/>
              <a:gd name="connsiteX2" fmla="*/ 779009 w 779601"/>
              <a:gd name="connsiteY2" fmla="*/ 1976837 h 3580665"/>
              <a:gd name="connsiteX3" fmla="*/ 0 w 779601"/>
              <a:gd name="connsiteY3" fmla="*/ 1882102 h 3580665"/>
              <a:gd name="connsiteX4" fmla="*/ 30111 w 779601"/>
              <a:gd name="connsiteY4" fmla="*/ 771974 h 3580665"/>
              <a:gd name="connsiteX5" fmla="*/ 760857 w 779601"/>
              <a:gd name="connsiteY5" fmla="*/ 510854 h 3580665"/>
              <a:gd name="connsiteX6" fmla="*/ 735288 w 779601"/>
              <a:gd name="connsiteY6" fmla="*/ 0 h 3580665"/>
              <a:gd name="connsiteX0" fmla="*/ 54072 w 779601"/>
              <a:gd name="connsiteY0" fmla="*/ 3580665 h 3580665"/>
              <a:gd name="connsiteX1" fmla="*/ 779601 w 779601"/>
              <a:gd name="connsiteY1" fmla="*/ 2454361 h 3580665"/>
              <a:gd name="connsiteX2" fmla="*/ 779009 w 779601"/>
              <a:gd name="connsiteY2" fmla="*/ 1976837 h 3580665"/>
              <a:gd name="connsiteX3" fmla="*/ 0 w 779601"/>
              <a:gd name="connsiteY3" fmla="*/ 1882102 h 3580665"/>
              <a:gd name="connsiteX4" fmla="*/ 30111 w 779601"/>
              <a:gd name="connsiteY4" fmla="*/ 771974 h 3580665"/>
              <a:gd name="connsiteX5" fmla="*/ 760857 w 779601"/>
              <a:gd name="connsiteY5" fmla="*/ 510854 h 3580665"/>
              <a:gd name="connsiteX6" fmla="*/ 735288 w 779601"/>
              <a:gd name="connsiteY6" fmla="*/ 0 h 3580665"/>
              <a:gd name="connsiteX0" fmla="*/ 23961 w 749490"/>
              <a:gd name="connsiteY0" fmla="*/ 3580665 h 3580665"/>
              <a:gd name="connsiteX1" fmla="*/ 749490 w 749490"/>
              <a:gd name="connsiteY1" fmla="*/ 2454361 h 3580665"/>
              <a:gd name="connsiteX2" fmla="*/ 748898 w 749490"/>
              <a:gd name="connsiteY2" fmla="*/ 1976837 h 3580665"/>
              <a:gd name="connsiteX3" fmla="*/ 46599 w 749490"/>
              <a:gd name="connsiteY3" fmla="*/ 1835036 h 3580665"/>
              <a:gd name="connsiteX4" fmla="*/ 0 w 749490"/>
              <a:gd name="connsiteY4" fmla="*/ 771974 h 3580665"/>
              <a:gd name="connsiteX5" fmla="*/ 730746 w 749490"/>
              <a:gd name="connsiteY5" fmla="*/ 510854 h 3580665"/>
              <a:gd name="connsiteX6" fmla="*/ 705177 w 749490"/>
              <a:gd name="connsiteY6" fmla="*/ 0 h 3580665"/>
              <a:gd name="connsiteX0" fmla="*/ 23961 w 749490"/>
              <a:gd name="connsiteY0" fmla="*/ 3580665 h 3580665"/>
              <a:gd name="connsiteX1" fmla="*/ 749490 w 749490"/>
              <a:gd name="connsiteY1" fmla="*/ 2454361 h 3580665"/>
              <a:gd name="connsiteX2" fmla="*/ 748898 w 749490"/>
              <a:gd name="connsiteY2" fmla="*/ 1976837 h 3580665"/>
              <a:gd name="connsiteX3" fmla="*/ 46599 w 749490"/>
              <a:gd name="connsiteY3" fmla="*/ 1835036 h 3580665"/>
              <a:gd name="connsiteX4" fmla="*/ 0 w 749490"/>
              <a:gd name="connsiteY4" fmla="*/ 771974 h 3580665"/>
              <a:gd name="connsiteX5" fmla="*/ 730746 w 749490"/>
              <a:gd name="connsiteY5" fmla="*/ 510854 h 3580665"/>
              <a:gd name="connsiteX6" fmla="*/ 705177 w 749490"/>
              <a:gd name="connsiteY6" fmla="*/ 0 h 3580665"/>
              <a:gd name="connsiteX0" fmla="*/ 23961 w 749490"/>
              <a:gd name="connsiteY0" fmla="*/ 3580665 h 3580665"/>
              <a:gd name="connsiteX1" fmla="*/ 749490 w 749490"/>
              <a:gd name="connsiteY1" fmla="*/ 2454361 h 3580665"/>
              <a:gd name="connsiteX2" fmla="*/ 748898 w 749490"/>
              <a:gd name="connsiteY2" fmla="*/ 1976837 h 3580665"/>
              <a:gd name="connsiteX3" fmla="*/ 46599 w 749490"/>
              <a:gd name="connsiteY3" fmla="*/ 1835036 h 3580665"/>
              <a:gd name="connsiteX4" fmla="*/ 0 w 749490"/>
              <a:gd name="connsiteY4" fmla="*/ 771974 h 3580665"/>
              <a:gd name="connsiteX5" fmla="*/ 730746 w 749490"/>
              <a:gd name="connsiteY5" fmla="*/ 510854 h 3580665"/>
              <a:gd name="connsiteX6" fmla="*/ 705177 w 749490"/>
              <a:gd name="connsiteY6" fmla="*/ 0 h 3580665"/>
              <a:gd name="connsiteX0" fmla="*/ 23961 w 749490"/>
              <a:gd name="connsiteY0" fmla="*/ 3580665 h 3580665"/>
              <a:gd name="connsiteX1" fmla="*/ 749490 w 749490"/>
              <a:gd name="connsiteY1" fmla="*/ 2454361 h 3580665"/>
              <a:gd name="connsiteX2" fmla="*/ 748898 w 749490"/>
              <a:gd name="connsiteY2" fmla="*/ 1976837 h 3580665"/>
              <a:gd name="connsiteX3" fmla="*/ 67907 w 749490"/>
              <a:gd name="connsiteY3" fmla="*/ 1835036 h 3580665"/>
              <a:gd name="connsiteX4" fmla="*/ 0 w 749490"/>
              <a:gd name="connsiteY4" fmla="*/ 771974 h 3580665"/>
              <a:gd name="connsiteX5" fmla="*/ 730746 w 749490"/>
              <a:gd name="connsiteY5" fmla="*/ 510854 h 3580665"/>
              <a:gd name="connsiteX6" fmla="*/ 705177 w 749490"/>
              <a:gd name="connsiteY6" fmla="*/ 0 h 3580665"/>
              <a:gd name="connsiteX0" fmla="*/ 23961 w 749490"/>
              <a:gd name="connsiteY0" fmla="*/ 3580665 h 3580665"/>
              <a:gd name="connsiteX1" fmla="*/ 749490 w 749490"/>
              <a:gd name="connsiteY1" fmla="*/ 2454361 h 3580665"/>
              <a:gd name="connsiteX2" fmla="*/ 748898 w 749490"/>
              <a:gd name="connsiteY2" fmla="*/ 1976837 h 3580665"/>
              <a:gd name="connsiteX3" fmla="*/ 12505 w 749490"/>
              <a:gd name="connsiteY3" fmla="*/ 1835036 h 3580665"/>
              <a:gd name="connsiteX4" fmla="*/ 0 w 749490"/>
              <a:gd name="connsiteY4" fmla="*/ 771974 h 3580665"/>
              <a:gd name="connsiteX5" fmla="*/ 730746 w 749490"/>
              <a:gd name="connsiteY5" fmla="*/ 510854 h 3580665"/>
              <a:gd name="connsiteX6" fmla="*/ 705177 w 749490"/>
              <a:gd name="connsiteY6" fmla="*/ 0 h 3580665"/>
              <a:gd name="connsiteX0" fmla="*/ 23961 w 749490"/>
              <a:gd name="connsiteY0" fmla="*/ 3580665 h 3580665"/>
              <a:gd name="connsiteX1" fmla="*/ 749490 w 749490"/>
              <a:gd name="connsiteY1" fmla="*/ 2454361 h 3580665"/>
              <a:gd name="connsiteX2" fmla="*/ 748898 w 749490"/>
              <a:gd name="connsiteY2" fmla="*/ 1976837 h 3580665"/>
              <a:gd name="connsiteX3" fmla="*/ 12505 w 749490"/>
              <a:gd name="connsiteY3" fmla="*/ 1835036 h 3580665"/>
              <a:gd name="connsiteX4" fmla="*/ 0 w 749490"/>
              <a:gd name="connsiteY4" fmla="*/ 771974 h 3580665"/>
              <a:gd name="connsiteX5" fmla="*/ 730746 w 749490"/>
              <a:gd name="connsiteY5" fmla="*/ 510854 h 3580665"/>
              <a:gd name="connsiteX6" fmla="*/ 705177 w 749490"/>
              <a:gd name="connsiteY6" fmla="*/ 0 h 3580665"/>
              <a:gd name="connsiteX0" fmla="*/ 23961 w 749490"/>
              <a:gd name="connsiteY0" fmla="*/ 3580665 h 3580665"/>
              <a:gd name="connsiteX1" fmla="*/ 749490 w 749490"/>
              <a:gd name="connsiteY1" fmla="*/ 2454361 h 3580665"/>
              <a:gd name="connsiteX2" fmla="*/ 748898 w 749490"/>
              <a:gd name="connsiteY2" fmla="*/ 1976837 h 3580665"/>
              <a:gd name="connsiteX3" fmla="*/ 42337 w 749490"/>
              <a:gd name="connsiteY3" fmla="*/ 1835036 h 3580665"/>
              <a:gd name="connsiteX4" fmla="*/ 0 w 749490"/>
              <a:gd name="connsiteY4" fmla="*/ 771974 h 3580665"/>
              <a:gd name="connsiteX5" fmla="*/ 730746 w 749490"/>
              <a:gd name="connsiteY5" fmla="*/ 510854 h 3580665"/>
              <a:gd name="connsiteX6" fmla="*/ 705177 w 749490"/>
              <a:gd name="connsiteY6" fmla="*/ 0 h 3580665"/>
              <a:gd name="connsiteX0" fmla="*/ 49532 w 775061"/>
              <a:gd name="connsiteY0" fmla="*/ 3580665 h 3580665"/>
              <a:gd name="connsiteX1" fmla="*/ 775061 w 775061"/>
              <a:gd name="connsiteY1" fmla="*/ 2454361 h 3580665"/>
              <a:gd name="connsiteX2" fmla="*/ 774469 w 775061"/>
              <a:gd name="connsiteY2" fmla="*/ 1976837 h 3580665"/>
              <a:gd name="connsiteX3" fmla="*/ 67908 w 775061"/>
              <a:gd name="connsiteY3" fmla="*/ 1835036 h 3580665"/>
              <a:gd name="connsiteX4" fmla="*/ 0 w 775061"/>
              <a:gd name="connsiteY4" fmla="*/ 775336 h 3580665"/>
              <a:gd name="connsiteX5" fmla="*/ 756317 w 775061"/>
              <a:gd name="connsiteY5" fmla="*/ 510854 h 3580665"/>
              <a:gd name="connsiteX6" fmla="*/ 730748 w 775061"/>
              <a:gd name="connsiteY6" fmla="*/ 0 h 3580665"/>
              <a:gd name="connsiteX0" fmla="*/ 49532 w 775061"/>
              <a:gd name="connsiteY0" fmla="*/ 3580665 h 3580665"/>
              <a:gd name="connsiteX1" fmla="*/ 775061 w 775061"/>
              <a:gd name="connsiteY1" fmla="*/ 2454361 h 3580665"/>
              <a:gd name="connsiteX2" fmla="*/ 774469 w 775061"/>
              <a:gd name="connsiteY2" fmla="*/ 1976837 h 3580665"/>
              <a:gd name="connsiteX3" fmla="*/ 67908 w 775061"/>
              <a:gd name="connsiteY3" fmla="*/ 1835036 h 3580665"/>
              <a:gd name="connsiteX4" fmla="*/ 0 w 775061"/>
              <a:gd name="connsiteY4" fmla="*/ 775336 h 3580665"/>
              <a:gd name="connsiteX5" fmla="*/ 756317 w 775061"/>
              <a:gd name="connsiteY5" fmla="*/ 510854 h 3580665"/>
              <a:gd name="connsiteX6" fmla="*/ 730748 w 775061"/>
              <a:gd name="connsiteY6" fmla="*/ 0 h 3580665"/>
              <a:gd name="connsiteX0" fmla="*/ 49532 w 775061"/>
              <a:gd name="connsiteY0" fmla="*/ 3580665 h 3580665"/>
              <a:gd name="connsiteX1" fmla="*/ 775061 w 775061"/>
              <a:gd name="connsiteY1" fmla="*/ 2454361 h 3580665"/>
              <a:gd name="connsiteX2" fmla="*/ 774469 w 775061"/>
              <a:gd name="connsiteY2" fmla="*/ 1976837 h 3580665"/>
              <a:gd name="connsiteX3" fmla="*/ 67908 w 775061"/>
              <a:gd name="connsiteY3" fmla="*/ 1835036 h 3580665"/>
              <a:gd name="connsiteX4" fmla="*/ 0 w 775061"/>
              <a:gd name="connsiteY4" fmla="*/ 775336 h 3580665"/>
              <a:gd name="connsiteX5" fmla="*/ 756317 w 775061"/>
              <a:gd name="connsiteY5" fmla="*/ 510854 h 3580665"/>
              <a:gd name="connsiteX6" fmla="*/ 730748 w 775061"/>
              <a:gd name="connsiteY6" fmla="*/ 0 h 3580665"/>
              <a:gd name="connsiteX0" fmla="*/ 49532 w 775061"/>
              <a:gd name="connsiteY0" fmla="*/ 3580665 h 3580665"/>
              <a:gd name="connsiteX1" fmla="*/ 775061 w 775061"/>
              <a:gd name="connsiteY1" fmla="*/ 2454361 h 3580665"/>
              <a:gd name="connsiteX2" fmla="*/ 774469 w 775061"/>
              <a:gd name="connsiteY2" fmla="*/ 1976837 h 3580665"/>
              <a:gd name="connsiteX3" fmla="*/ 38076 w 775061"/>
              <a:gd name="connsiteY3" fmla="*/ 1835036 h 3580665"/>
              <a:gd name="connsiteX4" fmla="*/ 0 w 775061"/>
              <a:gd name="connsiteY4" fmla="*/ 775336 h 3580665"/>
              <a:gd name="connsiteX5" fmla="*/ 756317 w 775061"/>
              <a:gd name="connsiteY5" fmla="*/ 510854 h 3580665"/>
              <a:gd name="connsiteX6" fmla="*/ 730748 w 775061"/>
              <a:gd name="connsiteY6" fmla="*/ 0 h 3580665"/>
              <a:gd name="connsiteX0" fmla="*/ 49532 w 775061"/>
              <a:gd name="connsiteY0" fmla="*/ 3580665 h 3580665"/>
              <a:gd name="connsiteX1" fmla="*/ 775061 w 775061"/>
              <a:gd name="connsiteY1" fmla="*/ 2454361 h 3580665"/>
              <a:gd name="connsiteX2" fmla="*/ 774469 w 775061"/>
              <a:gd name="connsiteY2" fmla="*/ 1976837 h 3580665"/>
              <a:gd name="connsiteX3" fmla="*/ 38076 w 775061"/>
              <a:gd name="connsiteY3" fmla="*/ 1835036 h 3580665"/>
              <a:gd name="connsiteX4" fmla="*/ 0 w 775061"/>
              <a:gd name="connsiteY4" fmla="*/ 775336 h 3580665"/>
              <a:gd name="connsiteX5" fmla="*/ 756317 w 775061"/>
              <a:gd name="connsiteY5" fmla="*/ 510854 h 3580665"/>
              <a:gd name="connsiteX6" fmla="*/ 730748 w 775061"/>
              <a:gd name="connsiteY6" fmla="*/ 0 h 3580665"/>
              <a:gd name="connsiteX0" fmla="*/ 49532 w 872488"/>
              <a:gd name="connsiteY0" fmla="*/ 3580665 h 3580665"/>
              <a:gd name="connsiteX1" fmla="*/ 775061 w 872488"/>
              <a:gd name="connsiteY1" fmla="*/ 2454361 h 3580665"/>
              <a:gd name="connsiteX2" fmla="*/ 872488 w 872488"/>
              <a:gd name="connsiteY2" fmla="*/ 2054161 h 3580665"/>
              <a:gd name="connsiteX3" fmla="*/ 38076 w 872488"/>
              <a:gd name="connsiteY3" fmla="*/ 1835036 h 3580665"/>
              <a:gd name="connsiteX4" fmla="*/ 0 w 872488"/>
              <a:gd name="connsiteY4" fmla="*/ 775336 h 3580665"/>
              <a:gd name="connsiteX5" fmla="*/ 756317 w 872488"/>
              <a:gd name="connsiteY5" fmla="*/ 510854 h 3580665"/>
              <a:gd name="connsiteX6" fmla="*/ 730748 w 872488"/>
              <a:gd name="connsiteY6" fmla="*/ 0 h 3580665"/>
              <a:gd name="connsiteX0" fmla="*/ 49532 w 873080"/>
              <a:gd name="connsiteY0" fmla="*/ 3580665 h 3580665"/>
              <a:gd name="connsiteX1" fmla="*/ 873080 w 873080"/>
              <a:gd name="connsiteY1" fmla="*/ 2414018 h 3580665"/>
              <a:gd name="connsiteX2" fmla="*/ 872488 w 873080"/>
              <a:gd name="connsiteY2" fmla="*/ 2054161 h 3580665"/>
              <a:gd name="connsiteX3" fmla="*/ 38076 w 873080"/>
              <a:gd name="connsiteY3" fmla="*/ 1835036 h 3580665"/>
              <a:gd name="connsiteX4" fmla="*/ 0 w 873080"/>
              <a:gd name="connsiteY4" fmla="*/ 775336 h 3580665"/>
              <a:gd name="connsiteX5" fmla="*/ 756317 w 873080"/>
              <a:gd name="connsiteY5" fmla="*/ 510854 h 3580665"/>
              <a:gd name="connsiteX6" fmla="*/ 730748 w 873080"/>
              <a:gd name="connsiteY6" fmla="*/ 0 h 3580665"/>
              <a:gd name="connsiteX0" fmla="*/ 49532 w 873080"/>
              <a:gd name="connsiteY0" fmla="*/ 3580665 h 3580665"/>
              <a:gd name="connsiteX1" fmla="*/ 873080 w 873080"/>
              <a:gd name="connsiteY1" fmla="*/ 2414018 h 3580665"/>
              <a:gd name="connsiteX2" fmla="*/ 872488 w 873080"/>
              <a:gd name="connsiteY2" fmla="*/ 2054161 h 3580665"/>
              <a:gd name="connsiteX3" fmla="*/ 38076 w 873080"/>
              <a:gd name="connsiteY3" fmla="*/ 1835036 h 3580665"/>
              <a:gd name="connsiteX4" fmla="*/ 0 w 873080"/>
              <a:gd name="connsiteY4" fmla="*/ 775336 h 3580665"/>
              <a:gd name="connsiteX5" fmla="*/ 730748 w 873080"/>
              <a:gd name="connsiteY5" fmla="*/ 0 h 3580665"/>
              <a:gd name="connsiteX0" fmla="*/ 12167 w 835715"/>
              <a:gd name="connsiteY0" fmla="*/ 3580665 h 3580665"/>
              <a:gd name="connsiteX1" fmla="*/ 835715 w 835715"/>
              <a:gd name="connsiteY1" fmla="*/ 2414018 h 3580665"/>
              <a:gd name="connsiteX2" fmla="*/ 835123 w 835715"/>
              <a:gd name="connsiteY2" fmla="*/ 2054161 h 3580665"/>
              <a:gd name="connsiteX3" fmla="*/ 711 w 835715"/>
              <a:gd name="connsiteY3" fmla="*/ 1835036 h 3580665"/>
              <a:gd name="connsiteX4" fmla="*/ 693383 w 835715"/>
              <a:gd name="connsiteY4" fmla="*/ 0 h 3580665"/>
              <a:gd name="connsiteX0" fmla="*/ 0 w 823548"/>
              <a:gd name="connsiteY0" fmla="*/ 3580665 h 3580665"/>
              <a:gd name="connsiteX1" fmla="*/ 823548 w 823548"/>
              <a:gd name="connsiteY1" fmla="*/ 2414018 h 3580665"/>
              <a:gd name="connsiteX2" fmla="*/ 822956 w 823548"/>
              <a:gd name="connsiteY2" fmla="*/ 2054161 h 3580665"/>
              <a:gd name="connsiteX3" fmla="*/ 287809 w 823548"/>
              <a:gd name="connsiteY3" fmla="*/ 1835036 h 3580665"/>
              <a:gd name="connsiteX4" fmla="*/ 681216 w 823548"/>
              <a:gd name="connsiteY4" fmla="*/ 0 h 3580665"/>
              <a:gd name="connsiteX0" fmla="*/ 0 w 823548"/>
              <a:gd name="connsiteY0" fmla="*/ 3569150 h 3569150"/>
              <a:gd name="connsiteX1" fmla="*/ 823548 w 823548"/>
              <a:gd name="connsiteY1" fmla="*/ 2402503 h 3569150"/>
              <a:gd name="connsiteX2" fmla="*/ 822956 w 823548"/>
              <a:gd name="connsiteY2" fmla="*/ 2042646 h 3569150"/>
              <a:gd name="connsiteX3" fmla="*/ 287809 w 823548"/>
              <a:gd name="connsiteY3" fmla="*/ 1823521 h 3569150"/>
              <a:gd name="connsiteX4" fmla="*/ 206772 w 823548"/>
              <a:gd name="connsiteY4" fmla="*/ 0 h 3569150"/>
              <a:gd name="connsiteX0" fmla="*/ 0 w 823548"/>
              <a:gd name="connsiteY0" fmla="*/ 3569150 h 3569150"/>
              <a:gd name="connsiteX1" fmla="*/ 823548 w 823548"/>
              <a:gd name="connsiteY1" fmla="*/ 2402503 h 3569150"/>
              <a:gd name="connsiteX2" fmla="*/ 822956 w 823548"/>
              <a:gd name="connsiteY2" fmla="*/ 2042646 h 3569150"/>
              <a:gd name="connsiteX3" fmla="*/ 287809 w 823548"/>
              <a:gd name="connsiteY3" fmla="*/ 1823521 h 3569150"/>
              <a:gd name="connsiteX4" fmla="*/ 206772 w 823548"/>
              <a:gd name="connsiteY4" fmla="*/ 0 h 3569150"/>
              <a:gd name="connsiteX0" fmla="*/ 0 w 823548"/>
              <a:gd name="connsiteY0" fmla="*/ 3569150 h 3569150"/>
              <a:gd name="connsiteX1" fmla="*/ 823548 w 823548"/>
              <a:gd name="connsiteY1" fmla="*/ 2402503 h 3569150"/>
              <a:gd name="connsiteX2" fmla="*/ 822956 w 823548"/>
              <a:gd name="connsiteY2" fmla="*/ 2042646 h 3569150"/>
              <a:gd name="connsiteX3" fmla="*/ 287809 w 823548"/>
              <a:gd name="connsiteY3" fmla="*/ 1823521 h 3569150"/>
              <a:gd name="connsiteX4" fmla="*/ 126482 w 823548"/>
              <a:gd name="connsiteY4" fmla="*/ 0 h 3569150"/>
              <a:gd name="connsiteX0" fmla="*/ 0 w 823548"/>
              <a:gd name="connsiteY0" fmla="*/ 3569150 h 3569150"/>
              <a:gd name="connsiteX1" fmla="*/ 823548 w 823548"/>
              <a:gd name="connsiteY1" fmla="*/ 2402503 h 3569150"/>
              <a:gd name="connsiteX2" fmla="*/ 822956 w 823548"/>
              <a:gd name="connsiteY2" fmla="*/ 2042646 h 3569150"/>
              <a:gd name="connsiteX3" fmla="*/ 229416 w 823548"/>
              <a:gd name="connsiteY3" fmla="*/ 1817763 h 3569150"/>
              <a:gd name="connsiteX4" fmla="*/ 126482 w 823548"/>
              <a:gd name="connsiteY4" fmla="*/ 0 h 3569150"/>
              <a:gd name="connsiteX0" fmla="*/ 0 w 823548"/>
              <a:gd name="connsiteY0" fmla="*/ 3569150 h 3569150"/>
              <a:gd name="connsiteX1" fmla="*/ 823548 w 823548"/>
              <a:gd name="connsiteY1" fmla="*/ 2402503 h 3569150"/>
              <a:gd name="connsiteX2" fmla="*/ 822956 w 823548"/>
              <a:gd name="connsiteY2" fmla="*/ 2042646 h 3569150"/>
              <a:gd name="connsiteX3" fmla="*/ 178322 w 823548"/>
              <a:gd name="connsiteY3" fmla="*/ 1806247 h 3569150"/>
              <a:gd name="connsiteX4" fmla="*/ 126482 w 823548"/>
              <a:gd name="connsiteY4" fmla="*/ 0 h 3569150"/>
              <a:gd name="connsiteX0" fmla="*/ 0 w 823548"/>
              <a:gd name="connsiteY0" fmla="*/ 3569150 h 3569150"/>
              <a:gd name="connsiteX1" fmla="*/ 823548 w 823548"/>
              <a:gd name="connsiteY1" fmla="*/ 2402503 h 3569150"/>
              <a:gd name="connsiteX2" fmla="*/ 822956 w 823548"/>
              <a:gd name="connsiteY2" fmla="*/ 2042646 h 3569150"/>
              <a:gd name="connsiteX3" fmla="*/ 149125 w 823548"/>
              <a:gd name="connsiteY3" fmla="*/ 1806247 h 3569150"/>
              <a:gd name="connsiteX4" fmla="*/ 126482 w 823548"/>
              <a:gd name="connsiteY4" fmla="*/ 0 h 3569150"/>
              <a:gd name="connsiteX0" fmla="*/ 0 w 823548"/>
              <a:gd name="connsiteY0" fmla="*/ 3569150 h 3569150"/>
              <a:gd name="connsiteX1" fmla="*/ 823548 w 823548"/>
              <a:gd name="connsiteY1" fmla="*/ 2402503 h 3569150"/>
              <a:gd name="connsiteX2" fmla="*/ 822956 w 823548"/>
              <a:gd name="connsiteY2" fmla="*/ 2042646 h 3569150"/>
              <a:gd name="connsiteX3" fmla="*/ 149125 w 823548"/>
              <a:gd name="connsiteY3" fmla="*/ 1829278 h 3569150"/>
              <a:gd name="connsiteX4" fmla="*/ 126482 w 823548"/>
              <a:gd name="connsiteY4" fmla="*/ 0 h 3569150"/>
              <a:gd name="connsiteX0" fmla="*/ 0 w 823548"/>
              <a:gd name="connsiteY0" fmla="*/ 3569150 h 3569150"/>
              <a:gd name="connsiteX1" fmla="*/ 823548 w 823548"/>
              <a:gd name="connsiteY1" fmla="*/ 2402503 h 3569150"/>
              <a:gd name="connsiteX2" fmla="*/ 822956 w 823548"/>
              <a:gd name="connsiteY2" fmla="*/ 2042646 h 3569150"/>
              <a:gd name="connsiteX3" fmla="*/ 149125 w 823548"/>
              <a:gd name="connsiteY3" fmla="*/ 1829278 h 3569150"/>
              <a:gd name="connsiteX4" fmla="*/ 126482 w 823548"/>
              <a:gd name="connsiteY4" fmla="*/ 0 h 3569150"/>
              <a:gd name="connsiteX0" fmla="*/ 0 w 823548"/>
              <a:gd name="connsiteY0" fmla="*/ 3574908 h 3574908"/>
              <a:gd name="connsiteX1" fmla="*/ 823548 w 823548"/>
              <a:gd name="connsiteY1" fmla="*/ 2408261 h 3574908"/>
              <a:gd name="connsiteX2" fmla="*/ 822956 w 823548"/>
              <a:gd name="connsiteY2" fmla="*/ 2048404 h 3574908"/>
              <a:gd name="connsiteX3" fmla="*/ 149125 w 823548"/>
              <a:gd name="connsiteY3" fmla="*/ 1835036 h 3574908"/>
              <a:gd name="connsiteX4" fmla="*/ 68088 w 823548"/>
              <a:gd name="connsiteY4" fmla="*/ 0 h 3574908"/>
              <a:gd name="connsiteX0" fmla="*/ 0 w 823548"/>
              <a:gd name="connsiteY0" fmla="*/ 3574908 h 3574908"/>
              <a:gd name="connsiteX1" fmla="*/ 823548 w 823548"/>
              <a:gd name="connsiteY1" fmla="*/ 2408261 h 3574908"/>
              <a:gd name="connsiteX2" fmla="*/ 822956 w 823548"/>
              <a:gd name="connsiteY2" fmla="*/ 2048404 h 3574908"/>
              <a:gd name="connsiteX3" fmla="*/ 134526 w 823548"/>
              <a:gd name="connsiteY3" fmla="*/ 1858067 h 3574908"/>
              <a:gd name="connsiteX4" fmla="*/ 68088 w 823548"/>
              <a:gd name="connsiteY4" fmla="*/ 0 h 3574908"/>
              <a:gd name="connsiteX0" fmla="*/ 0 w 823548"/>
              <a:gd name="connsiteY0" fmla="*/ 3580665 h 3580665"/>
              <a:gd name="connsiteX1" fmla="*/ 823548 w 823548"/>
              <a:gd name="connsiteY1" fmla="*/ 2414018 h 3580665"/>
              <a:gd name="connsiteX2" fmla="*/ 822956 w 823548"/>
              <a:gd name="connsiteY2" fmla="*/ 2054161 h 3580665"/>
              <a:gd name="connsiteX3" fmla="*/ 134526 w 823548"/>
              <a:gd name="connsiteY3" fmla="*/ 1863824 h 3580665"/>
              <a:gd name="connsiteX4" fmla="*/ 104584 w 823548"/>
              <a:gd name="connsiteY4" fmla="*/ 0 h 3580665"/>
              <a:gd name="connsiteX0" fmla="*/ 29101 w 718964"/>
              <a:gd name="connsiteY0" fmla="*/ 3359195 h 3359195"/>
              <a:gd name="connsiteX1" fmla="*/ 718964 w 718964"/>
              <a:gd name="connsiteY1" fmla="*/ 2414018 h 3359195"/>
              <a:gd name="connsiteX2" fmla="*/ 718372 w 718964"/>
              <a:gd name="connsiteY2" fmla="*/ 2054161 h 3359195"/>
              <a:gd name="connsiteX3" fmla="*/ 29942 w 718964"/>
              <a:gd name="connsiteY3" fmla="*/ 1863824 h 3359195"/>
              <a:gd name="connsiteX4" fmla="*/ 0 w 718964"/>
              <a:gd name="connsiteY4" fmla="*/ 0 h 3359195"/>
              <a:gd name="connsiteX0" fmla="*/ 15733 w 705596"/>
              <a:gd name="connsiteY0" fmla="*/ 2968987 h 2968987"/>
              <a:gd name="connsiteX1" fmla="*/ 705596 w 705596"/>
              <a:gd name="connsiteY1" fmla="*/ 2023810 h 2968987"/>
              <a:gd name="connsiteX2" fmla="*/ 705004 w 705596"/>
              <a:gd name="connsiteY2" fmla="*/ 1663953 h 2968987"/>
              <a:gd name="connsiteX3" fmla="*/ 16574 w 705596"/>
              <a:gd name="connsiteY3" fmla="*/ 1473616 h 2968987"/>
              <a:gd name="connsiteX4" fmla="*/ 0 w 705596"/>
              <a:gd name="connsiteY4" fmla="*/ 0 h 2968987"/>
              <a:gd name="connsiteX0" fmla="*/ 21024 w 710887"/>
              <a:gd name="connsiteY0" fmla="*/ 3027431 h 3027431"/>
              <a:gd name="connsiteX1" fmla="*/ 710887 w 710887"/>
              <a:gd name="connsiteY1" fmla="*/ 2082254 h 3027431"/>
              <a:gd name="connsiteX2" fmla="*/ 710295 w 710887"/>
              <a:gd name="connsiteY2" fmla="*/ 1722397 h 3027431"/>
              <a:gd name="connsiteX3" fmla="*/ 21865 w 710887"/>
              <a:gd name="connsiteY3" fmla="*/ 1532060 h 3027431"/>
              <a:gd name="connsiteX4" fmla="*/ 0 w 710887"/>
              <a:gd name="connsiteY4" fmla="*/ 0 h 3027431"/>
              <a:gd name="connsiteX0" fmla="*/ 34392 w 710887"/>
              <a:gd name="connsiteY0" fmla="*/ 2943061 h 2943061"/>
              <a:gd name="connsiteX1" fmla="*/ 710887 w 710887"/>
              <a:gd name="connsiteY1" fmla="*/ 2082254 h 2943061"/>
              <a:gd name="connsiteX2" fmla="*/ 710295 w 710887"/>
              <a:gd name="connsiteY2" fmla="*/ 1722397 h 2943061"/>
              <a:gd name="connsiteX3" fmla="*/ 21865 w 710887"/>
              <a:gd name="connsiteY3" fmla="*/ 1532060 h 2943061"/>
              <a:gd name="connsiteX4" fmla="*/ 0 w 710887"/>
              <a:gd name="connsiteY4" fmla="*/ 0 h 2943061"/>
              <a:gd name="connsiteX0" fmla="*/ 34392 w 710887"/>
              <a:gd name="connsiteY0" fmla="*/ 2943061 h 2943061"/>
              <a:gd name="connsiteX1" fmla="*/ 710887 w 710887"/>
              <a:gd name="connsiteY1" fmla="*/ 2082254 h 2943061"/>
              <a:gd name="connsiteX2" fmla="*/ 710295 w 710887"/>
              <a:gd name="connsiteY2" fmla="*/ 1722397 h 2943061"/>
              <a:gd name="connsiteX3" fmla="*/ 21865 w 710887"/>
              <a:gd name="connsiteY3" fmla="*/ 1532060 h 2943061"/>
              <a:gd name="connsiteX4" fmla="*/ 0 w 710887"/>
              <a:gd name="connsiteY4" fmla="*/ 0 h 2943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10887" h="2943061">
                <a:moveTo>
                  <a:pt x="34392" y="2943061"/>
                </a:moveTo>
                <a:cubicBezTo>
                  <a:pt x="643118" y="2216702"/>
                  <a:pt x="436371" y="2471136"/>
                  <a:pt x="710887" y="2082254"/>
                </a:cubicBezTo>
                <a:cubicBezTo>
                  <a:pt x="710690" y="1923079"/>
                  <a:pt x="710492" y="1881572"/>
                  <a:pt x="710295" y="1722397"/>
                </a:cubicBezTo>
                <a:cubicBezTo>
                  <a:pt x="566067" y="1680698"/>
                  <a:pt x="166093" y="1573759"/>
                  <a:pt x="21865" y="1532060"/>
                </a:cubicBezTo>
                <a:cubicBezTo>
                  <a:pt x="5542" y="849989"/>
                  <a:pt x="1676" y="727768"/>
                  <a:pt x="0" y="0"/>
                </a:cubicBezTo>
              </a:path>
            </a:pathLst>
          </a:custGeom>
          <a:ln w="12700">
            <a:solidFill>
              <a:schemeClr val="tx1"/>
            </a:solidFill>
            <a:tailEnd type="triangle"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grpSp>
        <p:nvGrpSpPr>
          <p:cNvPr id="225" name="Group 224"/>
          <p:cNvGrpSpPr/>
          <p:nvPr/>
        </p:nvGrpSpPr>
        <p:grpSpPr>
          <a:xfrm>
            <a:off x="1672399" y="4825035"/>
            <a:ext cx="313044" cy="369332"/>
            <a:chOff x="418816" y="1964112"/>
            <a:chExt cx="313044" cy="369332"/>
          </a:xfrm>
        </p:grpSpPr>
        <p:sp>
          <p:nvSpPr>
            <p:cNvPr id="226" name="Oval 225"/>
            <p:cNvSpPr/>
            <p:nvPr/>
          </p:nvSpPr>
          <p:spPr>
            <a:xfrm>
              <a:off x="448041" y="2026177"/>
              <a:ext cx="251755" cy="263122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/>
                <a:cs typeface="Arial"/>
              </a:endParaRPr>
            </a:p>
          </p:txBody>
        </p:sp>
        <p:sp>
          <p:nvSpPr>
            <p:cNvPr id="227" name="TextBox 226"/>
            <p:cNvSpPr txBox="1"/>
            <p:nvPr/>
          </p:nvSpPr>
          <p:spPr>
            <a:xfrm>
              <a:off x="418816" y="1964112"/>
              <a:ext cx="31304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rial"/>
                  <a:cs typeface="Arial"/>
                </a:rPr>
                <a:t>1</a:t>
              </a:r>
            </a:p>
          </p:txBody>
        </p:sp>
      </p:grpSp>
      <p:grpSp>
        <p:nvGrpSpPr>
          <p:cNvPr id="228" name="Group 227"/>
          <p:cNvGrpSpPr/>
          <p:nvPr/>
        </p:nvGrpSpPr>
        <p:grpSpPr>
          <a:xfrm>
            <a:off x="1765227" y="3717809"/>
            <a:ext cx="313044" cy="369332"/>
            <a:chOff x="418816" y="1964112"/>
            <a:chExt cx="313044" cy="369332"/>
          </a:xfrm>
        </p:grpSpPr>
        <p:sp>
          <p:nvSpPr>
            <p:cNvPr id="229" name="Oval 228"/>
            <p:cNvSpPr/>
            <p:nvPr/>
          </p:nvSpPr>
          <p:spPr>
            <a:xfrm>
              <a:off x="448041" y="2026177"/>
              <a:ext cx="251755" cy="263122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/>
                <a:cs typeface="Arial"/>
              </a:endParaRPr>
            </a:p>
          </p:txBody>
        </p:sp>
        <p:sp>
          <p:nvSpPr>
            <p:cNvPr id="230" name="TextBox 229"/>
            <p:cNvSpPr txBox="1"/>
            <p:nvPr/>
          </p:nvSpPr>
          <p:spPr>
            <a:xfrm>
              <a:off x="418816" y="1964112"/>
              <a:ext cx="31304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rial"/>
                  <a:cs typeface="Arial"/>
                </a:rPr>
                <a:t>2</a:t>
              </a:r>
            </a:p>
          </p:txBody>
        </p:sp>
      </p:grpSp>
      <p:grpSp>
        <p:nvGrpSpPr>
          <p:cNvPr id="231" name="Group 230"/>
          <p:cNvGrpSpPr/>
          <p:nvPr/>
        </p:nvGrpSpPr>
        <p:grpSpPr>
          <a:xfrm>
            <a:off x="1285507" y="2532088"/>
            <a:ext cx="313044" cy="369332"/>
            <a:chOff x="418816" y="1964112"/>
            <a:chExt cx="313044" cy="369332"/>
          </a:xfrm>
        </p:grpSpPr>
        <p:sp>
          <p:nvSpPr>
            <p:cNvPr id="232" name="Oval 231"/>
            <p:cNvSpPr/>
            <p:nvPr/>
          </p:nvSpPr>
          <p:spPr>
            <a:xfrm>
              <a:off x="448041" y="2026177"/>
              <a:ext cx="251755" cy="263122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/>
                <a:cs typeface="Arial"/>
              </a:endParaRPr>
            </a:p>
          </p:txBody>
        </p:sp>
        <p:sp>
          <p:nvSpPr>
            <p:cNvPr id="233" name="TextBox 232"/>
            <p:cNvSpPr txBox="1"/>
            <p:nvPr/>
          </p:nvSpPr>
          <p:spPr>
            <a:xfrm>
              <a:off x="418816" y="1964112"/>
              <a:ext cx="31304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rial"/>
                  <a:cs typeface="Arial"/>
                </a:rPr>
                <a:t>3</a:t>
              </a:r>
            </a:p>
          </p:txBody>
        </p:sp>
      </p:grpSp>
      <p:cxnSp>
        <p:nvCxnSpPr>
          <p:cNvPr id="4" name="Straight Arrow Connector 3"/>
          <p:cNvCxnSpPr/>
          <p:nvPr/>
        </p:nvCxnSpPr>
        <p:spPr bwMode="auto">
          <a:xfrm>
            <a:off x="1635543" y="1382172"/>
            <a:ext cx="36856" cy="1995939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triangle"/>
            <a:tailEnd type="triangle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35" name="Group 234"/>
          <p:cNvGrpSpPr/>
          <p:nvPr/>
        </p:nvGrpSpPr>
        <p:grpSpPr>
          <a:xfrm>
            <a:off x="1506590" y="1883932"/>
            <a:ext cx="313044" cy="369332"/>
            <a:chOff x="418816" y="1964112"/>
            <a:chExt cx="313044" cy="369332"/>
          </a:xfrm>
        </p:grpSpPr>
        <p:sp>
          <p:nvSpPr>
            <p:cNvPr id="236" name="Oval 235"/>
            <p:cNvSpPr/>
            <p:nvPr/>
          </p:nvSpPr>
          <p:spPr>
            <a:xfrm>
              <a:off x="448041" y="2026177"/>
              <a:ext cx="251755" cy="263122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/>
                <a:cs typeface="Arial"/>
              </a:endParaRPr>
            </a:p>
          </p:txBody>
        </p:sp>
        <p:sp>
          <p:nvSpPr>
            <p:cNvPr id="237" name="TextBox 236"/>
            <p:cNvSpPr txBox="1"/>
            <p:nvPr/>
          </p:nvSpPr>
          <p:spPr>
            <a:xfrm>
              <a:off x="418816" y="1964112"/>
              <a:ext cx="31304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rial"/>
                  <a:cs typeface="Arial"/>
                </a:rPr>
                <a:t>4</a:t>
              </a:r>
            </a:p>
          </p:txBody>
        </p:sp>
      </p:grpSp>
      <p:sp>
        <p:nvSpPr>
          <p:cNvPr id="238" name="Freeform 237"/>
          <p:cNvSpPr/>
          <p:nvPr/>
        </p:nvSpPr>
        <p:spPr>
          <a:xfrm>
            <a:off x="2295799" y="1680415"/>
            <a:ext cx="1029459" cy="3309980"/>
          </a:xfrm>
          <a:custGeom>
            <a:avLst/>
            <a:gdLst>
              <a:gd name="connsiteX0" fmla="*/ 3902322 w 3902322"/>
              <a:gd name="connsiteY0" fmla="*/ 0 h 449814"/>
              <a:gd name="connsiteX1" fmla="*/ 3452563 w 3902322"/>
              <a:gd name="connsiteY1" fmla="*/ 449814 h 449814"/>
              <a:gd name="connsiteX2" fmla="*/ 343934 w 3902322"/>
              <a:gd name="connsiteY2" fmla="*/ 423354 h 449814"/>
              <a:gd name="connsiteX3" fmla="*/ 0 w 3902322"/>
              <a:gd name="connsiteY3" fmla="*/ 39690 h 449814"/>
              <a:gd name="connsiteX0" fmla="*/ 3902322 w 3902322"/>
              <a:gd name="connsiteY0" fmla="*/ 0 h 423354"/>
              <a:gd name="connsiteX1" fmla="*/ 3565324 w 3902322"/>
              <a:gd name="connsiteY1" fmla="*/ 402338 h 423354"/>
              <a:gd name="connsiteX2" fmla="*/ 343934 w 3902322"/>
              <a:gd name="connsiteY2" fmla="*/ 423354 h 423354"/>
              <a:gd name="connsiteX3" fmla="*/ 0 w 3902322"/>
              <a:gd name="connsiteY3" fmla="*/ 39690 h 423354"/>
              <a:gd name="connsiteX0" fmla="*/ 3902322 w 3902322"/>
              <a:gd name="connsiteY0" fmla="*/ 0 h 423354"/>
              <a:gd name="connsiteX1" fmla="*/ 3600933 w 3902322"/>
              <a:gd name="connsiteY1" fmla="*/ 384535 h 423354"/>
              <a:gd name="connsiteX2" fmla="*/ 343934 w 3902322"/>
              <a:gd name="connsiteY2" fmla="*/ 423354 h 423354"/>
              <a:gd name="connsiteX3" fmla="*/ 0 w 3902322"/>
              <a:gd name="connsiteY3" fmla="*/ 39690 h 423354"/>
              <a:gd name="connsiteX0" fmla="*/ 3943865 w 3943865"/>
              <a:gd name="connsiteY0" fmla="*/ 1851 h 383664"/>
              <a:gd name="connsiteX1" fmla="*/ 3600933 w 3943865"/>
              <a:gd name="connsiteY1" fmla="*/ 344845 h 383664"/>
              <a:gd name="connsiteX2" fmla="*/ 343934 w 3943865"/>
              <a:gd name="connsiteY2" fmla="*/ 383664 h 383664"/>
              <a:gd name="connsiteX3" fmla="*/ 0 w 3943865"/>
              <a:gd name="connsiteY3" fmla="*/ 0 h 383664"/>
              <a:gd name="connsiteX0" fmla="*/ 4015082 w 4015082"/>
              <a:gd name="connsiteY0" fmla="*/ 29941 h 383664"/>
              <a:gd name="connsiteX1" fmla="*/ 3600933 w 4015082"/>
              <a:gd name="connsiteY1" fmla="*/ 344845 h 383664"/>
              <a:gd name="connsiteX2" fmla="*/ 343934 w 4015082"/>
              <a:gd name="connsiteY2" fmla="*/ 383664 h 383664"/>
              <a:gd name="connsiteX3" fmla="*/ 0 w 4015082"/>
              <a:gd name="connsiteY3" fmla="*/ 0 h 383664"/>
              <a:gd name="connsiteX0" fmla="*/ 4187190 w 4187190"/>
              <a:gd name="connsiteY0" fmla="*/ 15896 h 369619"/>
              <a:gd name="connsiteX1" fmla="*/ 3773041 w 4187190"/>
              <a:gd name="connsiteY1" fmla="*/ 330800 h 369619"/>
              <a:gd name="connsiteX2" fmla="*/ 516042 w 4187190"/>
              <a:gd name="connsiteY2" fmla="*/ 369619 h 369619"/>
              <a:gd name="connsiteX3" fmla="*/ 0 w 4187190"/>
              <a:gd name="connsiteY3" fmla="*/ 0 h 369619"/>
              <a:gd name="connsiteX0" fmla="*/ 4187190 w 4187190"/>
              <a:gd name="connsiteY0" fmla="*/ 15896 h 369619"/>
              <a:gd name="connsiteX1" fmla="*/ 3749302 w 4187190"/>
              <a:gd name="connsiteY1" fmla="*/ 349527 h 369619"/>
              <a:gd name="connsiteX2" fmla="*/ 516042 w 4187190"/>
              <a:gd name="connsiteY2" fmla="*/ 369619 h 369619"/>
              <a:gd name="connsiteX3" fmla="*/ 0 w 4187190"/>
              <a:gd name="connsiteY3" fmla="*/ 0 h 369619"/>
              <a:gd name="connsiteX0" fmla="*/ 0 w 6265284"/>
              <a:gd name="connsiteY0" fmla="*/ 0 h 1092877"/>
              <a:gd name="connsiteX1" fmla="*/ 6265284 w 6265284"/>
              <a:gd name="connsiteY1" fmla="*/ 1072785 h 1092877"/>
              <a:gd name="connsiteX2" fmla="*/ 3032024 w 6265284"/>
              <a:gd name="connsiteY2" fmla="*/ 1092877 h 1092877"/>
              <a:gd name="connsiteX3" fmla="*/ 2515982 w 6265284"/>
              <a:gd name="connsiteY3" fmla="*/ 723258 h 1092877"/>
              <a:gd name="connsiteX0" fmla="*/ 0 w 3032024"/>
              <a:gd name="connsiteY0" fmla="*/ 1193950 h 2286827"/>
              <a:gd name="connsiteX1" fmla="*/ 1581391 w 3032024"/>
              <a:gd name="connsiteY1" fmla="*/ 0 h 2286827"/>
              <a:gd name="connsiteX2" fmla="*/ 3032024 w 3032024"/>
              <a:gd name="connsiteY2" fmla="*/ 2286827 h 2286827"/>
              <a:gd name="connsiteX3" fmla="*/ 2515982 w 3032024"/>
              <a:gd name="connsiteY3" fmla="*/ 1917208 h 2286827"/>
              <a:gd name="connsiteX0" fmla="*/ 0 w 2515982"/>
              <a:gd name="connsiteY0" fmla="*/ 1896586 h 2619844"/>
              <a:gd name="connsiteX1" fmla="*/ 1581391 w 2515982"/>
              <a:gd name="connsiteY1" fmla="*/ 702636 h 2619844"/>
              <a:gd name="connsiteX2" fmla="*/ 1241736 w 2515982"/>
              <a:gd name="connsiteY2" fmla="*/ 0 h 2619844"/>
              <a:gd name="connsiteX3" fmla="*/ 2515982 w 2515982"/>
              <a:gd name="connsiteY3" fmla="*/ 2619844 h 2619844"/>
              <a:gd name="connsiteX0" fmla="*/ 0 w 1581391"/>
              <a:gd name="connsiteY0" fmla="*/ 2890379 h 2890379"/>
              <a:gd name="connsiteX1" fmla="*/ 1581391 w 1581391"/>
              <a:gd name="connsiteY1" fmla="*/ 1696429 h 2890379"/>
              <a:gd name="connsiteX2" fmla="*/ 1241736 w 1581391"/>
              <a:gd name="connsiteY2" fmla="*/ 993793 h 2890379"/>
              <a:gd name="connsiteX3" fmla="*/ 1579203 w 1581391"/>
              <a:gd name="connsiteY3" fmla="*/ 0 h 2890379"/>
              <a:gd name="connsiteX0" fmla="*/ 0 w 1581391"/>
              <a:gd name="connsiteY0" fmla="*/ 2973211 h 2973211"/>
              <a:gd name="connsiteX1" fmla="*/ 1581391 w 1581391"/>
              <a:gd name="connsiteY1" fmla="*/ 1779261 h 2973211"/>
              <a:gd name="connsiteX2" fmla="*/ 1241736 w 1581391"/>
              <a:gd name="connsiteY2" fmla="*/ 1076625 h 2973211"/>
              <a:gd name="connsiteX3" fmla="*/ 1229193 w 1581391"/>
              <a:gd name="connsiteY3" fmla="*/ 0 h 2973211"/>
              <a:gd name="connsiteX0" fmla="*/ 0 w 1581391"/>
              <a:gd name="connsiteY0" fmla="*/ 3276927 h 3276927"/>
              <a:gd name="connsiteX1" fmla="*/ 1581391 w 1581391"/>
              <a:gd name="connsiteY1" fmla="*/ 2082977 h 3276927"/>
              <a:gd name="connsiteX2" fmla="*/ 1241736 w 1581391"/>
              <a:gd name="connsiteY2" fmla="*/ 1380341 h 3276927"/>
              <a:gd name="connsiteX3" fmla="*/ 1249193 w 1581391"/>
              <a:gd name="connsiteY3" fmla="*/ 0 h 3276927"/>
              <a:gd name="connsiteX0" fmla="*/ 0 w 1581391"/>
              <a:gd name="connsiteY0" fmla="*/ 2973211 h 2973211"/>
              <a:gd name="connsiteX1" fmla="*/ 1581391 w 1581391"/>
              <a:gd name="connsiteY1" fmla="*/ 1779261 h 2973211"/>
              <a:gd name="connsiteX2" fmla="*/ 1241736 w 1581391"/>
              <a:gd name="connsiteY2" fmla="*/ 1076625 h 2973211"/>
              <a:gd name="connsiteX3" fmla="*/ 1234193 w 1581391"/>
              <a:gd name="connsiteY3" fmla="*/ 0 h 2973211"/>
              <a:gd name="connsiteX0" fmla="*/ 0 w 1581391"/>
              <a:gd name="connsiteY0" fmla="*/ 3008710 h 3008710"/>
              <a:gd name="connsiteX1" fmla="*/ 1581391 w 1581391"/>
              <a:gd name="connsiteY1" fmla="*/ 1814760 h 3008710"/>
              <a:gd name="connsiteX2" fmla="*/ 1241736 w 1581391"/>
              <a:gd name="connsiteY2" fmla="*/ 1112124 h 3008710"/>
              <a:gd name="connsiteX3" fmla="*/ 1239193 w 1581391"/>
              <a:gd name="connsiteY3" fmla="*/ 0 h 3008710"/>
              <a:gd name="connsiteX0" fmla="*/ 0 w 1581391"/>
              <a:gd name="connsiteY0" fmla="*/ 3008710 h 3008710"/>
              <a:gd name="connsiteX1" fmla="*/ 1581391 w 1581391"/>
              <a:gd name="connsiteY1" fmla="*/ 1814760 h 3008710"/>
              <a:gd name="connsiteX2" fmla="*/ 1320792 w 1581391"/>
              <a:gd name="connsiteY2" fmla="*/ 1270181 h 3008710"/>
              <a:gd name="connsiteX3" fmla="*/ 1241736 w 1581391"/>
              <a:gd name="connsiteY3" fmla="*/ 1112124 h 3008710"/>
              <a:gd name="connsiteX4" fmla="*/ 1239193 w 1581391"/>
              <a:gd name="connsiteY4" fmla="*/ 0 h 3008710"/>
              <a:gd name="connsiteX0" fmla="*/ 0 w 1581391"/>
              <a:gd name="connsiteY0" fmla="*/ 3008710 h 3008710"/>
              <a:gd name="connsiteX1" fmla="*/ 1581391 w 1581391"/>
              <a:gd name="connsiteY1" fmla="*/ 1814760 h 3008710"/>
              <a:gd name="connsiteX2" fmla="*/ 1565798 w 1581391"/>
              <a:gd name="connsiteY2" fmla="*/ 1270181 h 3008710"/>
              <a:gd name="connsiteX3" fmla="*/ 1241736 w 1581391"/>
              <a:gd name="connsiteY3" fmla="*/ 1112124 h 3008710"/>
              <a:gd name="connsiteX4" fmla="*/ 1239193 w 1581391"/>
              <a:gd name="connsiteY4" fmla="*/ 0 h 3008710"/>
              <a:gd name="connsiteX0" fmla="*/ 0 w 1581391"/>
              <a:gd name="connsiteY0" fmla="*/ 3008710 h 3008710"/>
              <a:gd name="connsiteX1" fmla="*/ 1581391 w 1581391"/>
              <a:gd name="connsiteY1" fmla="*/ 1747705 h 3008710"/>
              <a:gd name="connsiteX2" fmla="*/ 1565798 w 1581391"/>
              <a:gd name="connsiteY2" fmla="*/ 1270181 h 3008710"/>
              <a:gd name="connsiteX3" fmla="*/ 1241736 w 1581391"/>
              <a:gd name="connsiteY3" fmla="*/ 1112124 h 3008710"/>
              <a:gd name="connsiteX4" fmla="*/ 1239193 w 1581391"/>
              <a:gd name="connsiteY4" fmla="*/ 0 h 3008710"/>
              <a:gd name="connsiteX0" fmla="*/ 0 w 1566390"/>
              <a:gd name="connsiteY0" fmla="*/ 3008710 h 3008710"/>
              <a:gd name="connsiteX1" fmla="*/ 1566390 w 1566390"/>
              <a:gd name="connsiteY1" fmla="*/ 1747705 h 3008710"/>
              <a:gd name="connsiteX2" fmla="*/ 1565798 w 1566390"/>
              <a:gd name="connsiteY2" fmla="*/ 1270181 h 3008710"/>
              <a:gd name="connsiteX3" fmla="*/ 1241736 w 1566390"/>
              <a:gd name="connsiteY3" fmla="*/ 1112124 h 3008710"/>
              <a:gd name="connsiteX4" fmla="*/ 1239193 w 1566390"/>
              <a:gd name="connsiteY4" fmla="*/ 0 h 3008710"/>
              <a:gd name="connsiteX0" fmla="*/ 0 w 1766395"/>
              <a:gd name="connsiteY0" fmla="*/ 2988988 h 2988988"/>
              <a:gd name="connsiteX1" fmla="*/ 1766395 w 1766395"/>
              <a:gd name="connsiteY1" fmla="*/ 1747705 h 2988988"/>
              <a:gd name="connsiteX2" fmla="*/ 1765803 w 1766395"/>
              <a:gd name="connsiteY2" fmla="*/ 1270181 h 2988988"/>
              <a:gd name="connsiteX3" fmla="*/ 1441741 w 1766395"/>
              <a:gd name="connsiteY3" fmla="*/ 1112124 h 2988988"/>
              <a:gd name="connsiteX4" fmla="*/ 1439198 w 1766395"/>
              <a:gd name="connsiteY4" fmla="*/ 0 h 2988988"/>
              <a:gd name="connsiteX0" fmla="*/ 0 w 1766395"/>
              <a:gd name="connsiteY0" fmla="*/ 2988988 h 2988988"/>
              <a:gd name="connsiteX1" fmla="*/ 1766395 w 1766395"/>
              <a:gd name="connsiteY1" fmla="*/ 1747705 h 2988988"/>
              <a:gd name="connsiteX2" fmla="*/ 579217 w 1766395"/>
              <a:gd name="connsiteY2" fmla="*/ 1319458 h 2988988"/>
              <a:gd name="connsiteX3" fmla="*/ 1441741 w 1766395"/>
              <a:gd name="connsiteY3" fmla="*/ 1112124 h 2988988"/>
              <a:gd name="connsiteX4" fmla="*/ 1439198 w 1766395"/>
              <a:gd name="connsiteY4" fmla="*/ 0 h 2988988"/>
              <a:gd name="connsiteX0" fmla="*/ 0 w 1442252"/>
              <a:gd name="connsiteY0" fmla="*/ 2988988 h 2988988"/>
              <a:gd name="connsiteX1" fmla="*/ 621443 w 1442252"/>
              <a:gd name="connsiteY1" fmla="*/ 1829833 h 2988988"/>
              <a:gd name="connsiteX2" fmla="*/ 579217 w 1442252"/>
              <a:gd name="connsiteY2" fmla="*/ 1319458 h 2988988"/>
              <a:gd name="connsiteX3" fmla="*/ 1441741 w 1442252"/>
              <a:gd name="connsiteY3" fmla="*/ 1112124 h 2988988"/>
              <a:gd name="connsiteX4" fmla="*/ 1439198 w 1442252"/>
              <a:gd name="connsiteY4" fmla="*/ 0 h 2988988"/>
              <a:gd name="connsiteX0" fmla="*/ 0 w 1442252"/>
              <a:gd name="connsiteY0" fmla="*/ 2988988 h 2988988"/>
              <a:gd name="connsiteX1" fmla="*/ 621443 w 1442252"/>
              <a:gd name="connsiteY1" fmla="*/ 1829833 h 2988988"/>
              <a:gd name="connsiteX2" fmla="*/ 579217 w 1442252"/>
              <a:gd name="connsiteY2" fmla="*/ 1319458 h 2988988"/>
              <a:gd name="connsiteX3" fmla="*/ 1441741 w 1442252"/>
              <a:gd name="connsiteY3" fmla="*/ 1112124 h 2988988"/>
              <a:gd name="connsiteX4" fmla="*/ 1439198 w 1442252"/>
              <a:gd name="connsiteY4" fmla="*/ 0 h 2988988"/>
              <a:gd name="connsiteX0" fmla="*/ 0 w 1442252"/>
              <a:gd name="connsiteY0" fmla="*/ 2988988 h 2988988"/>
              <a:gd name="connsiteX1" fmla="*/ 608074 w 1442252"/>
              <a:gd name="connsiteY1" fmla="*/ 1780618 h 2988988"/>
              <a:gd name="connsiteX2" fmla="*/ 579217 w 1442252"/>
              <a:gd name="connsiteY2" fmla="*/ 1319458 h 2988988"/>
              <a:gd name="connsiteX3" fmla="*/ 1441741 w 1442252"/>
              <a:gd name="connsiteY3" fmla="*/ 1112124 h 2988988"/>
              <a:gd name="connsiteX4" fmla="*/ 1439198 w 1442252"/>
              <a:gd name="connsiteY4" fmla="*/ 0 h 2988988"/>
              <a:gd name="connsiteX0" fmla="*/ 0 w 1442252"/>
              <a:gd name="connsiteY0" fmla="*/ 2988988 h 2988988"/>
              <a:gd name="connsiteX1" fmla="*/ 608074 w 1442252"/>
              <a:gd name="connsiteY1" fmla="*/ 1780618 h 2988988"/>
              <a:gd name="connsiteX2" fmla="*/ 579217 w 1442252"/>
              <a:gd name="connsiteY2" fmla="*/ 1319458 h 2988988"/>
              <a:gd name="connsiteX3" fmla="*/ 1441741 w 1442252"/>
              <a:gd name="connsiteY3" fmla="*/ 1112124 h 2988988"/>
              <a:gd name="connsiteX4" fmla="*/ 1439198 w 1442252"/>
              <a:gd name="connsiteY4" fmla="*/ 0 h 2988988"/>
              <a:gd name="connsiteX0" fmla="*/ 0 w 1442252"/>
              <a:gd name="connsiteY0" fmla="*/ 2988988 h 2988988"/>
              <a:gd name="connsiteX1" fmla="*/ 585794 w 1442252"/>
              <a:gd name="connsiteY1" fmla="*/ 1780618 h 2988988"/>
              <a:gd name="connsiteX2" fmla="*/ 579217 w 1442252"/>
              <a:gd name="connsiteY2" fmla="*/ 1319458 h 2988988"/>
              <a:gd name="connsiteX3" fmla="*/ 1441741 w 1442252"/>
              <a:gd name="connsiteY3" fmla="*/ 1112124 h 2988988"/>
              <a:gd name="connsiteX4" fmla="*/ 1439198 w 1442252"/>
              <a:gd name="connsiteY4" fmla="*/ 0 h 2988988"/>
              <a:gd name="connsiteX0" fmla="*/ 0 w 1442252"/>
              <a:gd name="connsiteY0" fmla="*/ 2988988 h 2988988"/>
              <a:gd name="connsiteX1" fmla="*/ 585794 w 1442252"/>
              <a:gd name="connsiteY1" fmla="*/ 1714700 h 2988988"/>
              <a:gd name="connsiteX2" fmla="*/ 579217 w 1442252"/>
              <a:gd name="connsiteY2" fmla="*/ 1319458 h 2988988"/>
              <a:gd name="connsiteX3" fmla="*/ 1441741 w 1442252"/>
              <a:gd name="connsiteY3" fmla="*/ 1112124 h 2988988"/>
              <a:gd name="connsiteX4" fmla="*/ 1439198 w 1442252"/>
              <a:gd name="connsiteY4" fmla="*/ 0 h 2988988"/>
              <a:gd name="connsiteX0" fmla="*/ 0 w 2035489"/>
              <a:gd name="connsiteY0" fmla="*/ 2876928 h 2876928"/>
              <a:gd name="connsiteX1" fmla="*/ 1179031 w 2035489"/>
              <a:gd name="connsiteY1" fmla="*/ 1714700 h 2876928"/>
              <a:gd name="connsiteX2" fmla="*/ 1172454 w 2035489"/>
              <a:gd name="connsiteY2" fmla="*/ 1319458 h 2876928"/>
              <a:gd name="connsiteX3" fmla="*/ 2034978 w 2035489"/>
              <a:gd name="connsiteY3" fmla="*/ 1112124 h 2876928"/>
              <a:gd name="connsiteX4" fmla="*/ 2032435 w 2035489"/>
              <a:gd name="connsiteY4" fmla="*/ 0 h 2876928"/>
              <a:gd name="connsiteX0" fmla="*/ 0 w 2095517"/>
              <a:gd name="connsiteY0" fmla="*/ 2876928 h 2876928"/>
              <a:gd name="connsiteX1" fmla="*/ 1179031 w 2095517"/>
              <a:gd name="connsiteY1" fmla="*/ 1714700 h 2876928"/>
              <a:gd name="connsiteX2" fmla="*/ 1172454 w 2095517"/>
              <a:gd name="connsiteY2" fmla="*/ 1319458 h 2876928"/>
              <a:gd name="connsiteX3" fmla="*/ 2095451 w 2095517"/>
              <a:gd name="connsiteY3" fmla="*/ 1525541 h 2876928"/>
              <a:gd name="connsiteX4" fmla="*/ 2032435 w 2095517"/>
              <a:gd name="connsiteY4" fmla="*/ 0 h 2876928"/>
              <a:gd name="connsiteX0" fmla="*/ 0 w 2095517"/>
              <a:gd name="connsiteY0" fmla="*/ 2876928 h 2876928"/>
              <a:gd name="connsiteX1" fmla="*/ 1179031 w 2095517"/>
              <a:gd name="connsiteY1" fmla="*/ 1714700 h 2876928"/>
              <a:gd name="connsiteX2" fmla="*/ 1757025 w 2095517"/>
              <a:gd name="connsiteY2" fmla="*/ 2019085 h 2876928"/>
              <a:gd name="connsiteX3" fmla="*/ 2095451 w 2095517"/>
              <a:gd name="connsiteY3" fmla="*/ 1525541 h 2876928"/>
              <a:gd name="connsiteX4" fmla="*/ 2032435 w 2095517"/>
              <a:gd name="connsiteY4" fmla="*/ 0 h 2876928"/>
              <a:gd name="connsiteX0" fmla="*/ 0 w 2095517"/>
              <a:gd name="connsiteY0" fmla="*/ 2876928 h 2876928"/>
              <a:gd name="connsiteX1" fmla="*/ 1058086 w 2095517"/>
              <a:gd name="connsiteY1" fmla="*/ 2128116 h 2876928"/>
              <a:gd name="connsiteX2" fmla="*/ 1757025 w 2095517"/>
              <a:gd name="connsiteY2" fmla="*/ 2019085 h 2876928"/>
              <a:gd name="connsiteX3" fmla="*/ 2095451 w 2095517"/>
              <a:gd name="connsiteY3" fmla="*/ 1525541 h 2876928"/>
              <a:gd name="connsiteX4" fmla="*/ 2032435 w 2095517"/>
              <a:gd name="connsiteY4" fmla="*/ 0 h 2876928"/>
              <a:gd name="connsiteX0" fmla="*/ 0 w 1732679"/>
              <a:gd name="connsiteY0" fmla="*/ 3528853 h 3528853"/>
              <a:gd name="connsiteX1" fmla="*/ 695248 w 1732679"/>
              <a:gd name="connsiteY1" fmla="*/ 2128116 h 3528853"/>
              <a:gd name="connsiteX2" fmla="*/ 1394187 w 1732679"/>
              <a:gd name="connsiteY2" fmla="*/ 2019085 h 3528853"/>
              <a:gd name="connsiteX3" fmla="*/ 1732613 w 1732679"/>
              <a:gd name="connsiteY3" fmla="*/ 1525541 h 3528853"/>
              <a:gd name="connsiteX4" fmla="*/ 1669597 w 1732679"/>
              <a:gd name="connsiteY4" fmla="*/ 0 h 3528853"/>
              <a:gd name="connsiteX0" fmla="*/ 0 w 1732679"/>
              <a:gd name="connsiteY0" fmla="*/ 3528853 h 3528853"/>
              <a:gd name="connsiteX1" fmla="*/ 695248 w 1732679"/>
              <a:gd name="connsiteY1" fmla="*/ 2128116 h 3528853"/>
              <a:gd name="connsiteX2" fmla="*/ 1394187 w 1732679"/>
              <a:gd name="connsiteY2" fmla="*/ 2019085 h 3528853"/>
              <a:gd name="connsiteX3" fmla="*/ 1732613 w 1732679"/>
              <a:gd name="connsiteY3" fmla="*/ 1525541 h 3528853"/>
              <a:gd name="connsiteX4" fmla="*/ 1669597 w 1732679"/>
              <a:gd name="connsiteY4" fmla="*/ 0 h 3528853"/>
              <a:gd name="connsiteX0" fmla="*/ 0 w 1732679"/>
              <a:gd name="connsiteY0" fmla="*/ 3528853 h 3528853"/>
              <a:gd name="connsiteX1" fmla="*/ 695248 w 1732679"/>
              <a:gd name="connsiteY1" fmla="*/ 2128116 h 3528853"/>
              <a:gd name="connsiteX2" fmla="*/ 1394187 w 1732679"/>
              <a:gd name="connsiteY2" fmla="*/ 2019085 h 3528853"/>
              <a:gd name="connsiteX3" fmla="*/ 1732613 w 1732679"/>
              <a:gd name="connsiteY3" fmla="*/ 1525541 h 3528853"/>
              <a:gd name="connsiteX4" fmla="*/ 1669597 w 1732679"/>
              <a:gd name="connsiteY4" fmla="*/ 0 h 3528853"/>
              <a:gd name="connsiteX0" fmla="*/ 0 w 1732679"/>
              <a:gd name="connsiteY0" fmla="*/ 3528853 h 3528853"/>
              <a:gd name="connsiteX1" fmla="*/ 695248 w 1732679"/>
              <a:gd name="connsiteY1" fmla="*/ 2128116 h 3528853"/>
              <a:gd name="connsiteX2" fmla="*/ 1394187 w 1732679"/>
              <a:gd name="connsiteY2" fmla="*/ 2064629 h 3528853"/>
              <a:gd name="connsiteX3" fmla="*/ 1732613 w 1732679"/>
              <a:gd name="connsiteY3" fmla="*/ 1525541 h 3528853"/>
              <a:gd name="connsiteX4" fmla="*/ 1669597 w 1732679"/>
              <a:gd name="connsiteY4" fmla="*/ 0 h 3528853"/>
              <a:gd name="connsiteX0" fmla="*/ 0 w 1732679"/>
              <a:gd name="connsiteY0" fmla="*/ 3528853 h 3528853"/>
              <a:gd name="connsiteX1" fmla="*/ 695248 w 1732679"/>
              <a:gd name="connsiteY1" fmla="*/ 2128116 h 3528853"/>
              <a:gd name="connsiteX2" fmla="*/ 1394187 w 1732679"/>
              <a:gd name="connsiteY2" fmla="*/ 2064629 h 3528853"/>
              <a:gd name="connsiteX3" fmla="*/ 1732613 w 1732679"/>
              <a:gd name="connsiteY3" fmla="*/ 1525541 h 3528853"/>
              <a:gd name="connsiteX4" fmla="*/ 1669597 w 1732679"/>
              <a:gd name="connsiteY4" fmla="*/ 0 h 3528853"/>
              <a:gd name="connsiteX0" fmla="*/ 0 w 1732679"/>
              <a:gd name="connsiteY0" fmla="*/ 3528853 h 3528853"/>
              <a:gd name="connsiteX1" fmla="*/ 703415 w 1732679"/>
              <a:gd name="connsiteY1" fmla="*/ 2070128 h 3528853"/>
              <a:gd name="connsiteX2" fmla="*/ 1394187 w 1732679"/>
              <a:gd name="connsiteY2" fmla="*/ 2064629 h 3528853"/>
              <a:gd name="connsiteX3" fmla="*/ 1732613 w 1732679"/>
              <a:gd name="connsiteY3" fmla="*/ 1525541 h 3528853"/>
              <a:gd name="connsiteX4" fmla="*/ 1669597 w 1732679"/>
              <a:gd name="connsiteY4" fmla="*/ 0 h 3528853"/>
              <a:gd name="connsiteX0" fmla="*/ 0 w 1732679"/>
              <a:gd name="connsiteY0" fmla="*/ 3528853 h 3528853"/>
              <a:gd name="connsiteX1" fmla="*/ 703415 w 1732679"/>
              <a:gd name="connsiteY1" fmla="*/ 2070128 h 3528853"/>
              <a:gd name="connsiteX2" fmla="*/ 1394187 w 1732679"/>
              <a:gd name="connsiteY2" fmla="*/ 2064629 h 3528853"/>
              <a:gd name="connsiteX3" fmla="*/ 1732613 w 1732679"/>
              <a:gd name="connsiteY3" fmla="*/ 1525541 h 3528853"/>
              <a:gd name="connsiteX4" fmla="*/ 1669597 w 1732679"/>
              <a:gd name="connsiteY4" fmla="*/ 0 h 3528853"/>
              <a:gd name="connsiteX0" fmla="*/ 0 w 1732679"/>
              <a:gd name="connsiteY0" fmla="*/ 3528853 h 3528853"/>
              <a:gd name="connsiteX1" fmla="*/ 703415 w 1732679"/>
              <a:gd name="connsiteY1" fmla="*/ 2070128 h 3528853"/>
              <a:gd name="connsiteX2" fmla="*/ 1394187 w 1732679"/>
              <a:gd name="connsiteY2" fmla="*/ 2064629 h 3528853"/>
              <a:gd name="connsiteX3" fmla="*/ 1732613 w 1732679"/>
              <a:gd name="connsiteY3" fmla="*/ 1525541 h 3528853"/>
              <a:gd name="connsiteX4" fmla="*/ 1669597 w 1732679"/>
              <a:gd name="connsiteY4" fmla="*/ 0 h 3528853"/>
              <a:gd name="connsiteX0" fmla="*/ 19366 w 1029264"/>
              <a:gd name="connsiteY0" fmla="*/ 2961861 h 2961861"/>
              <a:gd name="connsiteX1" fmla="*/ 0 w 1029264"/>
              <a:gd name="connsiteY1" fmla="*/ 2070128 h 2961861"/>
              <a:gd name="connsiteX2" fmla="*/ 690772 w 1029264"/>
              <a:gd name="connsiteY2" fmla="*/ 2064629 h 2961861"/>
              <a:gd name="connsiteX3" fmla="*/ 1029198 w 1029264"/>
              <a:gd name="connsiteY3" fmla="*/ 1525541 h 2961861"/>
              <a:gd name="connsiteX4" fmla="*/ 966182 w 1029264"/>
              <a:gd name="connsiteY4" fmla="*/ 0 h 2961861"/>
              <a:gd name="connsiteX0" fmla="*/ 19366 w 1029276"/>
              <a:gd name="connsiteY0" fmla="*/ 2611201 h 2611201"/>
              <a:gd name="connsiteX1" fmla="*/ 0 w 1029276"/>
              <a:gd name="connsiteY1" fmla="*/ 1719468 h 2611201"/>
              <a:gd name="connsiteX2" fmla="*/ 690772 w 1029276"/>
              <a:gd name="connsiteY2" fmla="*/ 1713969 h 2611201"/>
              <a:gd name="connsiteX3" fmla="*/ 1029198 w 1029276"/>
              <a:gd name="connsiteY3" fmla="*/ 1174881 h 2611201"/>
              <a:gd name="connsiteX4" fmla="*/ 976765 w 1029276"/>
              <a:gd name="connsiteY4" fmla="*/ 0 h 2611201"/>
              <a:gd name="connsiteX0" fmla="*/ 19366 w 1029459"/>
              <a:gd name="connsiteY0" fmla="*/ 2611201 h 2611201"/>
              <a:gd name="connsiteX1" fmla="*/ 0 w 1029459"/>
              <a:gd name="connsiteY1" fmla="*/ 1719468 h 2611201"/>
              <a:gd name="connsiteX2" fmla="*/ 690772 w 1029459"/>
              <a:gd name="connsiteY2" fmla="*/ 1713969 h 2611201"/>
              <a:gd name="connsiteX3" fmla="*/ 1029198 w 1029459"/>
              <a:gd name="connsiteY3" fmla="*/ 1174881 h 2611201"/>
              <a:gd name="connsiteX4" fmla="*/ 976765 w 1029459"/>
              <a:gd name="connsiteY4" fmla="*/ 0 h 26112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29459" h="2611201">
                <a:moveTo>
                  <a:pt x="19366" y="2611201"/>
                </a:moveTo>
                <a:lnTo>
                  <a:pt x="0" y="1719468"/>
                </a:lnTo>
                <a:lnTo>
                  <a:pt x="690772" y="1713969"/>
                </a:lnTo>
                <a:cubicBezTo>
                  <a:pt x="953779" y="1301650"/>
                  <a:pt x="837892" y="1502072"/>
                  <a:pt x="1029198" y="1174881"/>
                </a:cubicBezTo>
                <a:cubicBezTo>
                  <a:pt x="1031684" y="714767"/>
                  <a:pt x="1016613" y="902614"/>
                  <a:pt x="976765" y="0"/>
                </a:cubicBezTo>
              </a:path>
            </a:pathLst>
          </a:custGeom>
          <a:ln w="12700">
            <a:solidFill>
              <a:schemeClr val="tx1"/>
            </a:solidFill>
            <a:headEnd type="triangle"/>
            <a:tailEnd type="none"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239" name="Straight Arrow Connector 238"/>
          <p:cNvCxnSpPr/>
          <p:nvPr/>
        </p:nvCxnSpPr>
        <p:spPr bwMode="auto">
          <a:xfrm>
            <a:off x="2334047" y="4796373"/>
            <a:ext cx="165857" cy="444033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/>
            <a:tailEnd type="triangle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3" name="Straight Arrow Connector 242"/>
          <p:cNvCxnSpPr/>
          <p:nvPr/>
        </p:nvCxnSpPr>
        <p:spPr bwMode="auto">
          <a:xfrm flipH="1">
            <a:off x="1630957" y="4825035"/>
            <a:ext cx="697629" cy="76295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/>
            <a:tailEnd type="triangle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46" name="Group 245"/>
          <p:cNvGrpSpPr/>
          <p:nvPr/>
        </p:nvGrpSpPr>
        <p:grpSpPr>
          <a:xfrm rot="21446362">
            <a:off x="2189794" y="4667337"/>
            <a:ext cx="313044" cy="369332"/>
            <a:chOff x="418816" y="1964112"/>
            <a:chExt cx="313044" cy="369332"/>
          </a:xfrm>
        </p:grpSpPr>
        <p:sp>
          <p:nvSpPr>
            <p:cNvPr id="247" name="Oval 246"/>
            <p:cNvSpPr/>
            <p:nvPr/>
          </p:nvSpPr>
          <p:spPr>
            <a:xfrm>
              <a:off x="448041" y="2026177"/>
              <a:ext cx="251755" cy="263122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/>
                <a:cs typeface="Arial"/>
              </a:endParaRPr>
            </a:p>
          </p:txBody>
        </p:sp>
        <p:sp>
          <p:nvSpPr>
            <p:cNvPr id="248" name="TextBox 247"/>
            <p:cNvSpPr txBox="1"/>
            <p:nvPr/>
          </p:nvSpPr>
          <p:spPr>
            <a:xfrm>
              <a:off x="418816" y="1964112"/>
              <a:ext cx="31304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rial"/>
                  <a:cs typeface="Arial"/>
                </a:rPr>
                <a:t>6</a:t>
              </a:r>
            </a:p>
          </p:txBody>
        </p:sp>
      </p:grpSp>
      <p:grpSp>
        <p:nvGrpSpPr>
          <p:cNvPr id="249" name="Group 248"/>
          <p:cNvGrpSpPr/>
          <p:nvPr/>
        </p:nvGrpSpPr>
        <p:grpSpPr>
          <a:xfrm>
            <a:off x="3130061" y="1900424"/>
            <a:ext cx="313044" cy="369332"/>
            <a:chOff x="418816" y="1964112"/>
            <a:chExt cx="313044" cy="369332"/>
          </a:xfrm>
        </p:grpSpPr>
        <p:sp>
          <p:nvSpPr>
            <p:cNvPr id="250" name="Oval 249"/>
            <p:cNvSpPr/>
            <p:nvPr/>
          </p:nvSpPr>
          <p:spPr>
            <a:xfrm>
              <a:off x="448041" y="2026177"/>
              <a:ext cx="251755" cy="263122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/>
                <a:cs typeface="Arial"/>
              </a:endParaRPr>
            </a:p>
          </p:txBody>
        </p:sp>
        <p:sp>
          <p:nvSpPr>
            <p:cNvPr id="251" name="TextBox 250"/>
            <p:cNvSpPr txBox="1"/>
            <p:nvPr/>
          </p:nvSpPr>
          <p:spPr>
            <a:xfrm>
              <a:off x="418816" y="1964112"/>
              <a:ext cx="31304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rial"/>
                  <a:cs typeface="Arial"/>
                </a:rPr>
                <a:t>5</a:t>
              </a:r>
            </a:p>
          </p:txBody>
        </p:sp>
      </p:grpSp>
      <p:sp>
        <p:nvSpPr>
          <p:cNvPr id="253" name="Oval 252"/>
          <p:cNvSpPr/>
          <p:nvPr/>
        </p:nvSpPr>
        <p:spPr>
          <a:xfrm rot="5400000">
            <a:off x="1970416" y="419579"/>
            <a:ext cx="631007" cy="2235263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12700">
            <a:noFill/>
            <a:tailEnd type="arrow"/>
          </a:ln>
          <a:effectLst>
            <a:outerShdw blurRad="50800" dist="38100" dir="2700000" algn="tl" rotWithShape="0">
              <a:schemeClr val="accent1">
                <a:lumMod val="75000"/>
                <a:alpha val="43000"/>
              </a:schemeClr>
            </a:outerShdw>
          </a:effectLst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53" name="TextBox 152"/>
          <p:cNvSpPr txBox="1"/>
          <p:nvPr/>
        </p:nvSpPr>
        <p:spPr>
          <a:xfrm>
            <a:off x="1336780" y="1336100"/>
            <a:ext cx="1891162" cy="5095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1600"/>
              </a:lnSpc>
            </a:pPr>
            <a:r>
              <a:rPr lang="en-US" sz="1600" dirty="0">
                <a:latin typeface="Arial"/>
                <a:cs typeface="Arial"/>
              </a:rPr>
              <a:t>Dijkstra’s link-state </a:t>
            </a:r>
          </a:p>
          <a:p>
            <a:pPr algn="ctr">
              <a:lnSpc>
                <a:spcPts val="1600"/>
              </a:lnSpc>
            </a:pPr>
            <a:r>
              <a:rPr lang="en-US" sz="1600" dirty="0">
                <a:latin typeface="Arial"/>
                <a:cs typeface="Arial"/>
              </a:rPr>
              <a:t>Routing</a:t>
            </a:r>
          </a:p>
        </p:txBody>
      </p:sp>
      <p:grpSp>
        <p:nvGrpSpPr>
          <p:cNvPr id="319" name="Group 318"/>
          <p:cNvGrpSpPr/>
          <p:nvPr/>
        </p:nvGrpSpPr>
        <p:grpSpPr>
          <a:xfrm>
            <a:off x="921872" y="5536490"/>
            <a:ext cx="687402" cy="470408"/>
            <a:chOff x="1736090" y="2893762"/>
            <a:chExt cx="565150" cy="340093"/>
          </a:xfrm>
        </p:grpSpPr>
        <p:grpSp>
          <p:nvGrpSpPr>
            <p:cNvPr id="320" name="Group 327"/>
            <p:cNvGrpSpPr>
              <a:grpSpLocks/>
            </p:cNvGrpSpPr>
            <p:nvPr/>
          </p:nvGrpSpPr>
          <p:grpSpPr bwMode="auto">
            <a:xfrm>
              <a:off x="1736090" y="2893762"/>
              <a:ext cx="565150" cy="292100"/>
              <a:chOff x="1871277" y="1576300"/>
              <a:chExt cx="1128371" cy="437861"/>
            </a:xfrm>
          </p:grpSpPr>
          <p:sp>
            <p:nvSpPr>
              <p:cNvPr id="324" name="Oval 323"/>
              <p:cNvSpPr/>
              <p:nvPr/>
            </p:nvSpPr>
            <p:spPr bwMode="auto">
              <a:xfrm flipV="1">
                <a:off x="1874446" y="1692905"/>
                <a:ext cx="1125202" cy="321256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2">
                      <a:lumMod val="75000"/>
                    </a:schemeClr>
                  </a:gs>
                  <a:gs pos="5300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accent2">
                      <a:lumMod val="75000"/>
                    </a:schemeClr>
                  </a:gs>
                </a:gsLst>
                <a:lin ang="0" scaled="1"/>
                <a:tileRect/>
              </a:gradFill>
              <a:ln w="6350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>
                  <a:ln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325" name="Rectangle 324"/>
              <p:cNvSpPr/>
              <p:nvPr/>
            </p:nvSpPr>
            <p:spPr bwMode="auto">
              <a:xfrm>
                <a:off x="1871277" y="1740499"/>
                <a:ext cx="1128371" cy="114225"/>
              </a:xfrm>
              <a:prstGeom prst="rect">
                <a:avLst/>
              </a:prstGeom>
              <a:gradFill>
                <a:gsLst>
                  <a:gs pos="0">
                    <a:schemeClr val="accent2">
                      <a:lumMod val="75000"/>
                    </a:schemeClr>
                  </a:gs>
                  <a:gs pos="5300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accent2">
                      <a:lumMod val="75000"/>
                    </a:schemeClr>
                  </a:gs>
                </a:gsLst>
                <a:lin ang="10800000" scaled="0"/>
              </a:gradFill>
              <a:ln w="25400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326" name="Oval 325"/>
              <p:cNvSpPr/>
              <p:nvPr/>
            </p:nvSpPr>
            <p:spPr bwMode="auto">
              <a:xfrm flipV="1">
                <a:off x="1871277" y="1576300"/>
                <a:ext cx="1125200" cy="321257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 w="6350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>
                  <a:ln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327" name="Freeform 326"/>
              <p:cNvSpPr/>
              <p:nvPr/>
            </p:nvSpPr>
            <p:spPr bwMode="auto">
              <a:xfrm>
                <a:off x="2159708" y="1673868"/>
                <a:ext cx="548339" cy="159438"/>
              </a:xfrm>
              <a:custGeom>
                <a:avLst/>
                <a:gdLst>
                  <a:gd name="connsiteX0" fmla="*/ 1486231 w 2944854"/>
                  <a:gd name="connsiteY0" fmla="*/ 727041 h 1302232"/>
                  <a:gd name="connsiteX1" fmla="*/ 257675 w 2944854"/>
                  <a:gd name="connsiteY1" fmla="*/ 1302232 h 1302232"/>
                  <a:gd name="connsiteX2" fmla="*/ 0 w 2944854"/>
                  <a:gd name="connsiteY2" fmla="*/ 1228607 h 1302232"/>
                  <a:gd name="connsiteX3" fmla="*/ 911064 w 2944854"/>
                  <a:gd name="connsiteY3" fmla="*/ 837478 h 1302232"/>
                  <a:gd name="connsiteX4" fmla="*/ 883456 w 2944854"/>
                  <a:gd name="connsiteY4" fmla="*/ 450949 h 1302232"/>
                  <a:gd name="connsiteX5" fmla="*/ 161047 w 2944854"/>
                  <a:gd name="connsiteY5" fmla="*/ 119640 h 1302232"/>
                  <a:gd name="connsiteX6" fmla="*/ 404917 w 2944854"/>
                  <a:gd name="connsiteY6" fmla="*/ 50617 h 1302232"/>
                  <a:gd name="connsiteX7" fmla="*/ 1477028 w 2944854"/>
                  <a:gd name="connsiteY7" fmla="*/ 501566 h 1302232"/>
                  <a:gd name="connsiteX8" fmla="*/ 2572146 w 2944854"/>
                  <a:gd name="connsiteY8" fmla="*/ 0 h 1302232"/>
                  <a:gd name="connsiteX9" fmla="*/ 2875834 w 2944854"/>
                  <a:gd name="connsiteY9" fmla="*/ 96632 h 1302232"/>
                  <a:gd name="connsiteX10" fmla="*/ 2079803 w 2944854"/>
                  <a:gd name="connsiteY10" fmla="*/ 432543 h 1302232"/>
                  <a:gd name="connsiteX11" fmla="*/ 2240850 w 2944854"/>
                  <a:gd name="connsiteY11" fmla="*/ 920305 h 1302232"/>
                  <a:gd name="connsiteX12" fmla="*/ 2944854 w 2944854"/>
                  <a:gd name="connsiteY12" fmla="*/ 1228607 h 1302232"/>
                  <a:gd name="connsiteX13" fmla="*/ 2733192 w 2944854"/>
                  <a:gd name="connsiteY13" fmla="*/ 1297630 h 1302232"/>
                  <a:gd name="connsiteX14" fmla="*/ 1486231 w 2944854"/>
                  <a:gd name="connsiteY14" fmla="*/ 727041 h 1302232"/>
                  <a:gd name="connsiteX0" fmla="*/ 1486231 w 2944854"/>
                  <a:gd name="connsiteY0" fmla="*/ 727041 h 1316375"/>
                  <a:gd name="connsiteX1" fmla="*/ 257675 w 2944854"/>
                  <a:gd name="connsiteY1" fmla="*/ 1302232 h 1316375"/>
                  <a:gd name="connsiteX2" fmla="*/ 0 w 2944854"/>
                  <a:gd name="connsiteY2" fmla="*/ 1228607 h 1316375"/>
                  <a:gd name="connsiteX3" fmla="*/ 911064 w 2944854"/>
                  <a:gd name="connsiteY3" fmla="*/ 837478 h 1316375"/>
                  <a:gd name="connsiteX4" fmla="*/ 883456 w 2944854"/>
                  <a:gd name="connsiteY4" fmla="*/ 450949 h 1316375"/>
                  <a:gd name="connsiteX5" fmla="*/ 161047 w 2944854"/>
                  <a:gd name="connsiteY5" fmla="*/ 119640 h 1316375"/>
                  <a:gd name="connsiteX6" fmla="*/ 404917 w 2944854"/>
                  <a:gd name="connsiteY6" fmla="*/ 50617 h 1316375"/>
                  <a:gd name="connsiteX7" fmla="*/ 1477028 w 2944854"/>
                  <a:gd name="connsiteY7" fmla="*/ 501566 h 1316375"/>
                  <a:gd name="connsiteX8" fmla="*/ 2572146 w 2944854"/>
                  <a:gd name="connsiteY8" fmla="*/ 0 h 1316375"/>
                  <a:gd name="connsiteX9" fmla="*/ 2875834 w 2944854"/>
                  <a:gd name="connsiteY9" fmla="*/ 96632 h 1316375"/>
                  <a:gd name="connsiteX10" fmla="*/ 2079803 w 2944854"/>
                  <a:gd name="connsiteY10" fmla="*/ 432543 h 1316375"/>
                  <a:gd name="connsiteX11" fmla="*/ 2240850 w 2944854"/>
                  <a:gd name="connsiteY11" fmla="*/ 920305 h 1316375"/>
                  <a:gd name="connsiteX12" fmla="*/ 2944854 w 2944854"/>
                  <a:gd name="connsiteY12" fmla="*/ 1228607 h 1316375"/>
                  <a:gd name="connsiteX13" fmla="*/ 2756623 w 2944854"/>
                  <a:gd name="connsiteY13" fmla="*/ 1316375 h 1316375"/>
                  <a:gd name="connsiteX14" fmla="*/ 1486231 w 2944854"/>
                  <a:gd name="connsiteY14" fmla="*/ 727041 h 1316375"/>
                  <a:gd name="connsiteX0" fmla="*/ 1486231 w 3024520"/>
                  <a:gd name="connsiteY0" fmla="*/ 727041 h 1316375"/>
                  <a:gd name="connsiteX1" fmla="*/ 257675 w 3024520"/>
                  <a:gd name="connsiteY1" fmla="*/ 1302232 h 1316375"/>
                  <a:gd name="connsiteX2" fmla="*/ 0 w 3024520"/>
                  <a:gd name="connsiteY2" fmla="*/ 1228607 h 1316375"/>
                  <a:gd name="connsiteX3" fmla="*/ 911064 w 3024520"/>
                  <a:gd name="connsiteY3" fmla="*/ 837478 h 1316375"/>
                  <a:gd name="connsiteX4" fmla="*/ 883456 w 3024520"/>
                  <a:gd name="connsiteY4" fmla="*/ 450949 h 1316375"/>
                  <a:gd name="connsiteX5" fmla="*/ 161047 w 3024520"/>
                  <a:gd name="connsiteY5" fmla="*/ 119640 h 1316375"/>
                  <a:gd name="connsiteX6" fmla="*/ 404917 w 3024520"/>
                  <a:gd name="connsiteY6" fmla="*/ 50617 h 1316375"/>
                  <a:gd name="connsiteX7" fmla="*/ 1477028 w 3024520"/>
                  <a:gd name="connsiteY7" fmla="*/ 501566 h 1316375"/>
                  <a:gd name="connsiteX8" fmla="*/ 2572146 w 3024520"/>
                  <a:gd name="connsiteY8" fmla="*/ 0 h 1316375"/>
                  <a:gd name="connsiteX9" fmla="*/ 2875834 w 3024520"/>
                  <a:gd name="connsiteY9" fmla="*/ 96632 h 1316375"/>
                  <a:gd name="connsiteX10" fmla="*/ 2079803 w 3024520"/>
                  <a:gd name="connsiteY10" fmla="*/ 432543 h 1316375"/>
                  <a:gd name="connsiteX11" fmla="*/ 2240850 w 3024520"/>
                  <a:gd name="connsiteY11" fmla="*/ 920305 h 1316375"/>
                  <a:gd name="connsiteX12" fmla="*/ 3024520 w 3024520"/>
                  <a:gd name="connsiteY12" fmla="*/ 1228607 h 1316375"/>
                  <a:gd name="connsiteX13" fmla="*/ 2756623 w 3024520"/>
                  <a:gd name="connsiteY13" fmla="*/ 1316375 h 1316375"/>
                  <a:gd name="connsiteX14" fmla="*/ 1486231 w 3024520"/>
                  <a:gd name="connsiteY14" fmla="*/ 727041 h 1316375"/>
                  <a:gd name="connsiteX0" fmla="*/ 1537780 w 3076069"/>
                  <a:gd name="connsiteY0" fmla="*/ 727041 h 1316375"/>
                  <a:gd name="connsiteX1" fmla="*/ 309224 w 3076069"/>
                  <a:gd name="connsiteY1" fmla="*/ 1302232 h 1316375"/>
                  <a:gd name="connsiteX2" fmla="*/ 0 w 3076069"/>
                  <a:gd name="connsiteY2" fmla="*/ 1228607 h 1316375"/>
                  <a:gd name="connsiteX3" fmla="*/ 962613 w 3076069"/>
                  <a:gd name="connsiteY3" fmla="*/ 837478 h 1316375"/>
                  <a:gd name="connsiteX4" fmla="*/ 935005 w 3076069"/>
                  <a:gd name="connsiteY4" fmla="*/ 450949 h 1316375"/>
                  <a:gd name="connsiteX5" fmla="*/ 212596 w 3076069"/>
                  <a:gd name="connsiteY5" fmla="*/ 119640 h 1316375"/>
                  <a:gd name="connsiteX6" fmla="*/ 456466 w 3076069"/>
                  <a:gd name="connsiteY6" fmla="*/ 50617 h 1316375"/>
                  <a:gd name="connsiteX7" fmla="*/ 1528577 w 3076069"/>
                  <a:gd name="connsiteY7" fmla="*/ 501566 h 1316375"/>
                  <a:gd name="connsiteX8" fmla="*/ 2623695 w 3076069"/>
                  <a:gd name="connsiteY8" fmla="*/ 0 h 1316375"/>
                  <a:gd name="connsiteX9" fmla="*/ 2927383 w 3076069"/>
                  <a:gd name="connsiteY9" fmla="*/ 96632 h 1316375"/>
                  <a:gd name="connsiteX10" fmla="*/ 2131352 w 3076069"/>
                  <a:gd name="connsiteY10" fmla="*/ 432543 h 1316375"/>
                  <a:gd name="connsiteX11" fmla="*/ 2292399 w 3076069"/>
                  <a:gd name="connsiteY11" fmla="*/ 920305 h 1316375"/>
                  <a:gd name="connsiteX12" fmla="*/ 3076069 w 3076069"/>
                  <a:gd name="connsiteY12" fmla="*/ 1228607 h 1316375"/>
                  <a:gd name="connsiteX13" fmla="*/ 2808172 w 3076069"/>
                  <a:gd name="connsiteY13" fmla="*/ 1316375 h 1316375"/>
                  <a:gd name="connsiteX14" fmla="*/ 1537780 w 3076069"/>
                  <a:gd name="connsiteY14" fmla="*/ 727041 h 1316375"/>
                  <a:gd name="connsiteX0" fmla="*/ 1537780 w 3076069"/>
                  <a:gd name="connsiteY0" fmla="*/ 727041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27041 h 1321259"/>
                  <a:gd name="connsiteX0" fmla="*/ 1537780 w 3076069"/>
                  <a:gd name="connsiteY0" fmla="*/ 750825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50825 h 13212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3076069" h="132125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328" name="Freeform 327"/>
              <p:cNvSpPr/>
              <p:nvPr/>
            </p:nvSpPr>
            <p:spPr bwMode="auto">
              <a:xfrm>
                <a:off x="2102655" y="1633412"/>
                <a:ext cx="662444" cy="111846"/>
              </a:xfrm>
              <a:custGeom>
                <a:avLst/>
                <a:gdLst>
                  <a:gd name="connsiteX0" fmla="*/ 0 w 3645229"/>
                  <a:gd name="connsiteY0" fmla="*/ 214441 h 923747"/>
                  <a:gd name="connsiteX1" fmla="*/ 659770 w 3645229"/>
                  <a:gd name="connsiteY1" fmla="*/ 16495 h 923747"/>
                  <a:gd name="connsiteX2" fmla="*/ 1814367 w 3645229"/>
                  <a:gd name="connsiteY2" fmla="*/ 511360 h 923747"/>
                  <a:gd name="connsiteX3" fmla="*/ 2968965 w 3645229"/>
                  <a:gd name="connsiteY3" fmla="*/ 0 h 923747"/>
                  <a:gd name="connsiteX4" fmla="*/ 3645229 w 3645229"/>
                  <a:gd name="connsiteY4" fmla="*/ 197946 h 923747"/>
                  <a:gd name="connsiteX5" fmla="*/ 3199884 w 3645229"/>
                  <a:gd name="connsiteY5" fmla="*/ 461874 h 923747"/>
                  <a:gd name="connsiteX6" fmla="*/ 2985459 w 3645229"/>
                  <a:gd name="connsiteY6" fmla="*/ 379396 h 923747"/>
                  <a:gd name="connsiteX7" fmla="*/ 1830861 w 3645229"/>
                  <a:gd name="connsiteY7" fmla="*/ 923747 h 923747"/>
                  <a:gd name="connsiteX8" fmla="*/ 676264 w 3645229"/>
                  <a:gd name="connsiteY8" fmla="*/ 412387 h 923747"/>
                  <a:gd name="connsiteX9" fmla="*/ 527816 w 3645229"/>
                  <a:gd name="connsiteY9" fmla="*/ 478369 h 923747"/>
                  <a:gd name="connsiteX10" fmla="*/ 0 w 3645229"/>
                  <a:gd name="connsiteY10" fmla="*/ 21444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71662 w 3640627"/>
                  <a:gd name="connsiteY8" fmla="*/ 412387 h 923747"/>
                  <a:gd name="connsiteX9" fmla="*/ 523214 w 3640627"/>
                  <a:gd name="connsiteY9" fmla="*/ 478369 h 923747"/>
                  <a:gd name="connsiteX10" fmla="*/ 0 w 3640627"/>
                  <a:gd name="connsiteY10" fmla="*/ 24205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71662 w 3640627"/>
                  <a:gd name="connsiteY8" fmla="*/ 412387 h 923747"/>
                  <a:gd name="connsiteX9" fmla="*/ 523214 w 3640627"/>
                  <a:gd name="connsiteY9" fmla="*/ 482971 h 923747"/>
                  <a:gd name="connsiteX10" fmla="*/ 0 w 3640627"/>
                  <a:gd name="connsiteY10" fmla="*/ 24205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90067 w 3640627"/>
                  <a:gd name="connsiteY8" fmla="*/ 412387 h 923747"/>
                  <a:gd name="connsiteX9" fmla="*/ 523214 w 3640627"/>
                  <a:gd name="connsiteY9" fmla="*/ 482971 h 923747"/>
                  <a:gd name="connsiteX10" fmla="*/ 0 w 3640627"/>
                  <a:gd name="connsiteY10" fmla="*/ 242051 h 923747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09765 w 3640627"/>
                  <a:gd name="connsiteY2" fmla="*/ 511360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2980857 w 3640627"/>
                  <a:gd name="connsiteY6" fmla="*/ 379396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55778 w 3640627"/>
                  <a:gd name="connsiteY2" fmla="*/ 534367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2980857 w 3640627"/>
                  <a:gd name="connsiteY6" fmla="*/ 379396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55778 w 3640627"/>
                  <a:gd name="connsiteY2" fmla="*/ 534367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3008465 w 3640627"/>
                  <a:gd name="connsiteY6" fmla="*/ 402404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723451"/>
                  <a:gd name="connsiteY0" fmla="*/ 242051 h 946755"/>
                  <a:gd name="connsiteX1" fmla="*/ 655168 w 3723451"/>
                  <a:gd name="connsiteY1" fmla="*/ 16495 h 946755"/>
                  <a:gd name="connsiteX2" fmla="*/ 1855778 w 3723451"/>
                  <a:gd name="connsiteY2" fmla="*/ 534367 h 946755"/>
                  <a:gd name="connsiteX3" fmla="*/ 2964363 w 3723451"/>
                  <a:gd name="connsiteY3" fmla="*/ 0 h 946755"/>
                  <a:gd name="connsiteX4" fmla="*/ 3723451 w 3723451"/>
                  <a:gd name="connsiteY4" fmla="*/ 220954 h 946755"/>
                  <a:gd name="connsiteX5" fmla="*/ 3195282 w 3723451"/>
                  <a:gd name="connsiteY5" fmla="*/ 461874 h 946755"/>
                  <a:gd name="connsiteX6" fmla="*/ 3008465 w 3723451"/>
                  <a:gd name="connsiteY6" fmla="*/ 402404 h 946755"/>
                  <a:gd name="connsiteX7" fmla="*/ 1876873 w 3723451"/>
                  <a:gd name="connsiteY7" fmla="*/ 946755 h 946755"/>
                  <a:gd name="connsiteX8" fmla="*/ 690067 w 3723451"/>
                  <a:gd name="connsiteY8" fmla="*/ 412387 h 946755"/>
                  <a:gd name="connsiteX9" fmla="*/ 523214 w 3723451"/>
                  <a:gd name="connsiteY9" fmla="*/ 482971 h 946755"/>
                  <a:gd name="connsiteX10" fmla="*/ 0 w 3723451"/>
                  <a:gd name="connsiteY10" fmla="*/ 242051 h 946755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95282 w 3723451"/>
                  <a:gd name="connsiteY5" fmla="*/ 448069 h 932950"/>
                  <a:gd name="connsiteX6" fmla="*/ 3008465 w 3723451"/>
                  <a:gd name="connsiteY6" fmla="*/ 388599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95282 w 3723451"/>
                  <a:gd name="connsiteY5" fmla="*/ 448069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86079 w 3723451"/>
                  <a:gd name="connsiteY5" fmla="*/ 461874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86079 w 3723451"/>
                  <a:gd name="connsiteY5" fmla="*/ 461874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711613 w 3723451"/>
                  <a:gd name="connsiteY8" fmla="*/ 413055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723451" h="932950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329" name="Freeform 328"/>
              <p:cNvSpPr/>
              <p:nvPr/>
            </p:nvSpPr>
            <p:spPr bwMode="auto">
              <a:xfrm>
                <a:off x="2536889" y="1728599"/>
                <a:ext cx="244057" cy="97568"/>
              </a:xfrm>
              <a:custGeom>
                <a:avLst/>
                <a:gdLst>
                  <a:gd name="connsiteX0" fmla="*/ 55216 w 1421812"/>
                  <a:gd name="connsiteY0" fmla="*/ 0 h 800665"/>
                  <a:gd name="connsiteX1" fmla="*/ 1421812 w 1421812"/>
                  <a:gd name="connsiteY1" fmla="*/ 625807 h 800665"/>
                  <a:gd name="connsiteX2" fmla="*/ 947874 w 1421812"/>
                  <a:gd name="connsiteY2" fmla="*/ 800665 h 800665"/>
                  <a:gd name="connsiteX3" fmla="*/ 50614 w 1421812"/>
                  <a:gd name="connsiteY3" fmla="*/ 404934 h 800665"/>
                  <a:gd name="connsiteX4" fmla="*/ 0 w 1421812"/>
                  <a:gd name="connsiteY4" fmla="*/ 404934 h 800665"/>
                  <a:gd name="connsiteX5" fmla="*/ 55216 w 1421812"/>
                  <a:gd name="connsiteY5" fmla="*/ 0 h 800665"/>
                  <a:gd name="connsiteX0" fmla="*/ 4602 w 1371198"/>
                  <a:gd name="connsiteY0" fmla="*/ 0 h 800665"/>
                  <a:gd name="connsiteX1" fmla="*/ 1371198 w 1371198"/>
                  <a:gd name="connsiteY1" fmla="*/ 625807 h 800665"/>
                  <a:gd name="connsiteX2" fmla="*/ 897260 w 1371198"/>
                  <a:gd name="connsiteY2" fmla="*/ 800665 h 800665"/>
                  <a:gd name="connsiteX3" fmla="*/ 0 w 1371198"/>
                  <a:gd name="connsiteY3" fmla="*/ 404934 h 800665"/>
                  <a:gd name="connsiteX4" fmla="*/ 4602 w 1371198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9868"/>
                  <a:gd name="connsiteX1" fmla="*/ 1366596 w 1366596"/>
                  <a:gd name="connsiteY1" fmla="*/ 625807 h 809868"/>
                  <a:gd name="connsiteX2" fmla="*/ 865050 w 1366596"/>
                  <a:gd name="connsiteY2" fmla="*/ 809868 h 809868"/>
                  <a:gd name="connsiteX3" fmla="*/ 4601 w 1366596"/>
                  <a:gd name="connsiteY3" fmla="*/ 427942 h 809868"/>
                  <a:gd name="connsiteX4" fmla="*/ 0 w 1366596"/>
                  <a:gd name="connsiteY4" fmla="*/ 0 h 8098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6596" h="809868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330" name="Freeform 329"/>
              <p:cNvSpPr/>
              <p:nvPr/>
            </p:nvSpPr>
            <p:spPr bwMode="auto">
              <a:xfrm>
                <a:off x="2089977" y="1730980"/>
                <a:ext cx="240888" cy="95187"/>
              </a:xfrm>
              <a:custGeom>
                <a:avLst/>
                <a:gdLst>
                  <a:gd name="connsiteX0" fmla="*/ 1329786 w 1348191"/>
                  <a:gd name="connsiteY0" fmla="*/ 0 h 809869"/>
                  <a:gd name="connsiteX1" fmla="*/ 1348191 w 1348191"/>
                  <a:gd name="connsiteY1" fmla="*/ 400333 h 809869"/>
                  <a:gd name="connsiteX2" fmla="*/ 487742 w 1348191"/>
                  <a:gd name="connsiteY2" fmla="*/ 809869 h 809869"/>
                  <a:gd name="connsiteX3" fmla="*/ 0 w 1348191"/>
                  <a:gd name="connsiteY3" fmla="*/ 630409 h 809869"/>
                  <a:gd name="connsiteX4" fmla="*/ 1329786 w 1348191"/>
                  <a:gd name="connsiteY4" fmla="*/ 0 h 809869"/>
                  <a:gd name="connsiteX0" fmla="*/ 1329786 w 1348191"/>
                  <a:gd name="connsiteY0" fmla="*/ 0 h 791462"/>
                  <a:gd name="connsiteX1" fmla="*/ 1348191 w 1348191"/>
                  <a:gd name="connsiteY1" fmla="*/ 381926 h 791462"/>
                  <a:gd name="connsiteX2" fmla="*/ 487742 w 1348191"/>
                  <a:gd name="connsiteY2" fmla="*/ 791462 h 791462"/>
                  <a:gd name="connsiteX3" fmla="*/ 0 w 1348191"/>
                  <a:gd name="connsiteY3" fmla="*/ 612002 h 791462"/>
                  <a:gd name="connsiteX4" fmla="*/ 1329786 w 1348191"/>
                  <a:gd name="connsiteY4" fmla="*/ 0 h 7914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48191" h="791462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cxnSp>
            <p:nvCxnSpPr>
              <p:cNvPr id="331" name="Straight Connector 330"/>
              <p:cNvCxnSpPr>
                <a:endCxn id="326" idx="2"/>
              </p:cNvCxnSpPr>
              <p:nvPr/>
            </p:nvCxnSpPr>
            <p:spPr bwMode="auto">
              <a:xfrm flipH="1" flipV="1">
                <a:off x="1871277" y="1735739"/>
                <a:ext cx="3169" cy="123743"/>
              </a:xfrm>
              <a:prstGeom prst="line">
                <a:avLst/>
              </a:prstGeom>
              <a:ln w="6350" cmpd="sng">
                <a:solidFill>
                  <a:schemeClr val="tx1"/>
                </a:solidFill>
              </a:ln>
              <a:effectLst>
                <a:outerShdw blurRad="40005" dist="19939" dir="5400000" algn="tl" rotWithShape="0">
                  <a:srgbClr val="000000">
                    <a:alpha val="38000"/>
                  </a:srgbClr>
                </a:outerShdw>
              </a:effectLst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2" name="Straight Connector 331"/>
              <p:cNvCxnSpPr/>
              <p:nvPr/>
            </p:nvCxnSpPr>
            <p:spPr bwMode="auto">
              <a:xfrm flipH="1" flipV="1">
                <a:off x="2996477" y="1733359"/>
                <a:ext cx="3171" cy="123743"/>
              </a:xfrm>
              <a:prstGeom prst="line">
                <a:avLst/>
              </a:prstGeom>
              <a:ln w="6350" cmpd="sng">
                <a:solidFill>
                  <a:schemeClr val="tx1"/>
                </a:solidFill>
              </a:ln>
              <a:effectLst>
                <a:outerShdw blurRad="40005" dist="19939" dir="5400000" algn="tl" rotWithShape="0">
                  <a:srgbClr val="000000">
                    <a:alpha val="38000"/>
                  </a:srgbClr>
                </a:outerShdw>
              </a:effectLst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21" name="Group 320"/>
            <p:cNvGrpSpPr/>
            <p:nvPr/>
          </p:nvGrpSpPr>
          <p:grpSpPr>
            <a:xfrm>
              <a:off x="1828502" y="2944584"/>
              <a:ext cx="374530" cy="289271"/>
              <a:chOff x="725185" y="1779875"/>
              <a:chExt cx="374530" cy="289271"/>
            </a:xfrm>
          </p:grpSpPr>
          <p:sp>
            <p:nvSpPr>
              <p:cNvPr id="322" name="Oval 321"/>
              <p:cNvSpPr/>
              <p:nvPr/>
            </p:nvSpPr>
            <p:spPr bwMode="auto">
              <a:xfrm>
                <a:off x="741398" y="1850752"/>
                <a:ext cx="356365" cy="168450"/>
              </a:xfrm>
              <a:prstGeom prst="ellipse">
                <a:avLst/>
              </a:prstGeom>
              <a:solidFill>
                <a:schemeClr val="bg1">
                  <a:alpha val="76000"/>
                </a:scheme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23" name="TextBox 322"/>
              <p:cNvSpPr txBox="1"/>
              <p:nvPr/>
            </p:nvSpPr>
            <p:spPr>
              <a:xfrm>
                <a:off x="725185" y="1779875"/>
                <a:ext cx="374530" cy="28927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/>
                  <a:t>s1</a:t>
                </a:r>
              </a:p>
            </p:txBody>
          </p:sp>
        </p:grpSp>
      </p:grpSp>
      <p:grpSp>
        <p:nvGrpSpPr>
          <p:cNvPr id="333" name="Group 332"/>
          <p:cNvGrpSpPr/>
          <p:nvPr/>
        </p:nvGrpSpPr>
        <p:grpSpPr>
          <a:xfrm>
            <a:off x="2206593" y="5245170"/>
            <a:ext cx="687402" cy="470406"/>
            <a:chOff x="1736090" y="2893762"/>
            <a:chExt cx="565150" cy="340091"/>
          </a:xfrm>
        </p:grpSpPr>
        <p:grpSp>
          <p:nvGrpSpPr>
            <p:cNvPr id="334" name="Group 327"/>
            <p:cNvGrpSpPr>
              <a:grpSpLocks/>
            </p:cNvGrpSpPr>
            <p:nvPr/>
          </p:nvGrpSpPr>
          <p:grpSpPr bwMode="auto">
            <a:xfrm>
              <a:off x="1736090" y="2893762"/>
              <a:ext cx="565150" cy="292100"/>
              <a:chOff x="1871277" y="1576300"/>
              <a:chExt cx="1128371" cy="437861"/>
            </a:xfrm>
          </p:grpSpPr>
          <p:sp>
            <p:nvSpPr>
              <p:cNvPr id="338" name="Oval 337"/>
              <p:cNvSpPr/>
              <p:nvPr/>
            </p:nvSpPr>
            <p:spPr bwMode="auto">
              <a:xfrm flipV="1">
                <a:off x="1874446" y="1692905"/>
                <a:ext cx="1125202" cy="321256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2">
                      <a:lumMod val="75000"/>
                    </a:schemeClr>
                  </a:gs>
                  <a:gs pos="5300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accent2">
                      <a:lumMod val="75000"/>
                    </a:schemeClr>
                  </a:gs>
                </a:gsLst>
                <a:lin ang="0" scaled="1"/>
                <a:tileRect/>
              </a:gradFill>
              <a:ln w="6350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>
                  <a:ln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339" name="Rectangle 338"/>
              <p:cNvSpPr/>
              <p:nvPr/>
            </p:nvSpPr>
            <p:spPr bwMode="auto">
              <a:xfrm>
                <a:off x="1871277" y="1740499"/>
                <a:ext cx="1128371" cy="114225"/>
              </a:xfrm>
              <a:prstGeom prst="rect">
                <a:avLst/>
              </a:prstGeom>
              <a:gradFill>
                <a:gsLst>
                  <a:gs pos="0">
                    <a:schemeClr val="accent2">
                      <a:lumMod val="75000"/>
                    </a:schemeClr>
                  </a:gs>
                  <a:gs pos="5300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accent2">
                      <a:lumMod val="75000"/>
                    </a:schemeClr>
                  </a:gs>
                </a:gsLst>
                <a:lin ang="10800000" scaled="0"/>
              </a:gradFill>
              <a:ln w="25400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340" name="Oval 339"/>
              <p:cNvSpPr/>
              <p:nvPr/>
            </p:nvSpPr>
            <p:spPr bwMode="auto">
              <a:xfrm flipV="1">
                <a:off x="1871277" y="1576300"/>
                <a:ext cx="1125200" cy="321257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 w="6350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>
                  <a:ln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341" name="Freeform 340"/>
              <p:cNvSpPr/>
              <p:nvPr/>
            </p:nvSpPr>
            <p:spPr bwMode="auto">
              <a:xfrm>
                <a:off x="2159708" y="1673868"/>
                <a:ext cx="548339" cy="159438"/>
              </a:xfrm>
              <a:custGeom>
                <a:avLst/>
                <a:gdLst>
                  <a:gd name="connsiteX0" fmla="*/ 1486231 w 2944854"/>
                  <a:gd name="connsiteY0" fmla="*/ 727041 h 1302232"/>
                  <a:gd name="connsiteX1" fmla="*/ 257675 w 2944854"/>
                  <a:gd name="connsiteY1" fmla="*/ 1302232 h 1302232"/>
                  <a:gd name="connsiteX2" fmla="*/ 0 w 2944854"/>
                  <a:gd name="connsiteY2" fmla="*/ 1228607 h 1302232"/>
                  <a:gd name="connsiteX3" fmla="*/ 911064 w 2944854"/>
                  <a:gd name="connsiteY3" fmla="*/ 837478 h 1302232"/>
                  <a:gd name="connsiteX4" fmla="*/ 883456 w 2944854"/>
                  <a:gd name="connsiteY4" fmla="*/ 450949 h 1302232"/>
                  <a:gd name="connsiteX5" fmla="*/ 161047 w 2944854"/>
                  <a:gd name="connsiteY5" fmla="*/ 119640 h 1302232"/>
                  <a:gd name="connsiteX6" fmla="*/ 404917 w 2944854"/>
                  <a:gd name="connsiteY6" fmla="*/ 50617 h 1302232"/>
                  <a:gd name="connsiteX7" fmla="*/ 1477028 w 2944854"/>
                  <a:gd name="connsiteY7" fmla="*/ 501566 h 1302232"/>
                  <a:gd name="connsiteX8" fmla="*/ 2572146 w 2944854"/>
                  <a:gd name="connsiteY8" fmla="*/ 0 h 1302232"/>
                  <a:gd name="connsiteX9" fmla="*/ 2875834 w 2944854"/>
                  <a:gd name="connsiteY9" fmla="*/ 96632 h 1302232"/>
                  <a:gd name="connsiteX10" fmla="*/ 2079803 w 2944854"/>
                  <a:gd name="connsiteY10" fmla="*/ 432543 h 1302232"/>
                  <a:gd name="connsiteX11" fmla="*/ 2240850 w 2944854"/>
                  <a:gd name="connsiteY11" fmla="*/ 920305 h 1302232"/>
                  <a:gd name="connsiteX12" fmla="*/ 2944854 w 2944854"/>
                  <a:gd name="connsiteY12" fmla="*/ 1228607 h 1302232"/>
                  <a:gd name="connsiteX13" fmla="*/ 2733192 w 2944854"/>
                  <a:gd name="connsiteY13" fmla="*/ 1297630 h 1302232"/>
                  <a:gd name="connsiteX14" fmla="*/ 1486231 w 2944854"/>
                  <a:gd name="connsiteY14" fmla="*/ 727041 h 1302232"/>
                  <a:gd name="connsiteX0" fmla="*/ 1486231 w 2944854"/>
                  <a:gd name="connsiteY0" fmla="*/ 727041 h 1316375"/>
                  <a:gd name="connsiteX1" fmla="*/ 257675 w 2944854"/>
                  <a:gd name="connsiteY1" fmla="*/ 1302232 h 1316375"/>
                  <a:gd name="connsiteX2" fmla="*/ 0 w 2944854"/>
                  <a:gd name="connsiteY2" fmla="*/ 1228607 h 1316375"/>
                  <a:gd name="connsiteX3" fmla="*/ 911064 w 2944854"/>
                  <a:gd name="connsiteY3" fmla="*/ 837478 h 1316375"/>
                  <a:gd name="connsiteX4" fmla="*/ 883456 w 2944854"/>
                  <a:gd name="connsiteY4" fmla="*/ 450949 h 1316375"/>
                  <a:gd name="connsiteX5" fmla="*/ 161047 w 2944854"/>
                  <a:gd name="connsiteY5" fmla="*/ 119640 h 1316375"/>
                  <a:gd name="connsiteX6" fmla="*/ 404917 w 2944854"/>
                  <a:gd name="connsiteY6" fmla="*/ 50617 h 1316375"/>
                  <a:gd name="connsiteX7" fmla="*/ 1477028 w 2944854"/>
                  <a:gd name="connsiteY7" fmla="*/ 501566 h 1316375"/>
                  <a:gd name="connsiteX8" fmla="*/ 2572146 w 2944854"/>
                  <a:gd name="connsiteY8" fmla="*/ 0 h 1316375"/>
                  <a:gd name="connsiteX9" fmla="*/ 2875834 w 2944854"/>
                  <a:gd name="connsiteY9" fmla="*/ 96632 h 1316375"/>
                  <a:gd name="connsiteX10" fmla="*/ 2079803 w 2944854"/>
                  <a:gd name="connsiteY10" fmla="*/ 432543 h 1316375"/>
                  <a:gd name="connsiteX11" fmla="*/ 2240850 w 2944854"/>
                  <a:gd name="connsiteY11" fmla="*/ 920305 h 1316375"/>
                  <a:gd name="connsiteX12" fmla="*/ 2944854 w 2944854"/>
                  <a:gd name="connsiteY12" fmla="*/ 1228607 h 1316375"/>
                  <a:gd name="connsiteX13" fmla="*/ 2756623 w 2944854"/>
                  <a:gd name="connsiteY13" fmla="*/ 1316375 h 1316375"/>
                  <a:gd name="connsiteX14" fmla="*/ 1486231 w 2944854"/>
                  <a:gd name="connsiteY14" fmla="*/ 727041 h 1316375"/>
                  <a:gd name="connsiteX0" fmla="*/ 1486231 w 3024520"/>
                  <a:gd name="connsiteY0" fmla="*/ 727041 h 1316375"/>
                  <a:gd name="connsiteX1" fmla="*/ 257675 w 3024520"/>
                  <a:gd name="connsiteY1" fmla="*/ 1302232 h 1316375"/>
                  <a:gd name="connsiteX2" fmla="*/ 0 w 3024520"/>
                  <a:gd name="connsiteY2" fmla="*/ 1228607 h 1316375"/>
                  <a:gd name="connsiteX3" fmla="*/ 911064 w 3024520"/>
                  <a:gd name="connsiteY3" fmla="*/ 837478 h 1316375"/>
                  <a:gd name="connsiteX4" fmla="*/ 883456 w 3024520"/>
                  <a:gd name="connsiteY4" fmla="*/ 450949 h 1316375"/>
                  <a:gd name="connsiteX5" fmla="*/ 161047 w 3024520"/>
                  <a:gd name="connsiteY5" fmla="*/ 119640 h 1316375"/>
                  <a:gd name="connsiteX6" fmla="*/ 404917 w 3024520"/>
                  <a:gd name="connsiteY6" fmla="*/ 50617 h 1316375"/>
                  <a:gd name="connsiteX7" fmla="*/ 1477028 w 3024520"/>
                  <a:gd name="connsiteY7" fmla="*/ 501566 h 1316375"/>
                  <a:gd name="connsiteX8" fmla="*/ 2572146 w 3024520"/>
                  <a:gd name="connsiteY8" fmla="*/ 0 h 1316375"/>
                  <a:gd name="connsiteX9" fmla="*/ 2875834 w 3024520"/>
                  <a:gd name="connsiteY9" fmla="*/ 96632 h 1316375"/>
                  <a:gd name="connsiteX10" fmla="*/ 2079803 w 3024520"/>
                  <a:gd name="connsiteY10" fmla="*/ 432543 h 1316375"/>
                  <a:gd name="connsiteX11" fmla="*/ 2240850 w 3024520"/>
                  <a:gd name="connsiteY11" fmla="*/ 920305 h 1316375"/>
                  <a:gd name="connsiteX12" fmla="*/ 3024520 w 3024520"/>
                  <a:gd name="connsiteY12" fmla="*/ 1228607 h 1316375"/>
                  <a:gd name="connsiteX13" fmla="*/ 2756623 w 3024520"/>
                  <a:gd name="connsiteY13" fmla="*/ 1316375 h 1316375"/>
                  <a:gd name="connsiteX14" fmla="*/ 1486231 w 3024520"/>
                  <a:gd name="connsiteY14" fmla="*/ 727041 h 1316375"/>
                  <a:gd name="connsiteX0" fmla="*/ 1537780 w 3076069"/>
                  <a:gd name="connsiteY0" fmla="*/ 727041 h 1316375"/>
                  <a:gd name="connsiteX1" fmla="*/ 309224 w 3076069"/>
                  <a:gd name="connsiteY1" fmla="*/ 1302232 h 1316375"/>
                  <a:gd name="connsiteX2" fmla="*/ 0 w 3076069"/>
                  <a:gd name="connsiteY2" fmla="*/ 1228607 h 1316375"/>
                  <a:gd name="connsiteX3" fmla="*/ 962613 w 3076069"/>
                  <a:gd name="connsiteY3" fmla="*/ 837478 h 1316375"/>
                  <a:gd name="connsiteX4" fmla="*/ 935005 w 3076069"/>
                  <a:gd name="connsiteY4" fmla="*/ 450949 h 1316375"/>
                  <a:gd name="connsiteX5" fmla="*/ 212596 w 3076069"/>
                  <a:gd name="connsiteY5" fmla="*/ 119640 h 1316375"/>
                  <a:gd name="connsiteX6" fmla="*/ 456466 w 3076069"/>
                  <a:gd name="connsiteY6" fmla="*/ 50617 h 1316375"/>
                  <a:gd name="connsiteX7" fmla="*/ 1528577 w 3076069"/>
                  <a:gd name="connsiteY7" fmla="*/ 501566 h 1316375"/>
                  <a:gd name="connsiteX8" fmla="*/ 2623695 w 3076069"/>
                  <a:gd name="connsiteY8" fmla="*/ 0 h 1316375"/>
                  <a:gd name="connsiteX9" fmla="*/ 2927383 w 3076069"/>
                  <a:gd name="connsiteY9" fmla="*/ 96632 h 1316375"/>
                  <a:gd name="connsiteX10" fmla="*/ 2131352 w 3076069"/>
                  <a:gd name="connsiteY10" fmla="*/ 432543 h 1316375"/>
                  <a:gd name="connsiteX11" fmla="*/ 2292399 w 3076069"/>
                  <a:gd name="connsiteY11" fmla="*/ 920305 h 1316375"/>
                  <a:gd name="connsiteX12" fmla="*/ 3076069 w 3076069"/>
                  <a:gd name="connsiteY12" fmla="*/ 1228607 h 1316375"/>
                  <a:gd name="connsiteX13" fmla="*/ 2808172 w 3076069"/>
                  <a:gd name="connsiteY13" fmla="*/ 1316375 h 1316375"/>
                  <a:gd name="connsiteX14" fmla="*/ 1537780 w 3076069"/>
                  <a:gd name="connsiteY14" fmla="*/ 727041 h 1316375"/>
                  <a:gd name="connsiteX0" fmla="*/ 1537780 w 3076069"/>
                  <a:gd name="connsiteY0" fmla="*/ 727041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27041 h 1321259"/>
                  <a:gd name="connsiteX0" fmla="*/ 1537780 w 3076069"/>
                  <a:gd name="connsiteY0" fmla="*/ 750825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50825 h 13212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3076069" h="132125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342" name="Freeform 341"/>
              <p:cNvSpPr/>
              <p:nvPr/>
            </p:nvSpPr>
            <p:spPr bwMode="auto">
              <a:xfrm>
                <a:off x="2102655" y="1633412"/>
                <a:ext cx="662444" cy="111846"/>
              </a:xfrm>
              <a:custGeom>
                <a:avLst/>
                <a:gdLst>
                  <a:gd name="connsiteX0" fmla="*/ 0 w 3645229"/>
                  <a:gd name="connsiteY0" fmla="*/ 214441 h 923747"/>
                  <a:gd name="connsiteX1" fmla="*/ 659770 w 3645229"/>
                  <a:gd name="connsiteY1" fmla="*/ 16495 h 923747"/>
                  <a:gd name="connsiteX2" fmla="*/ 1814367 w 3645229"/>
                  <a:gd name="connsiteY2" fmla="*/ 511360 h 923747"/>
                  <a:gd name="connsiteX3" fmla="*/ 2968965 w 3645229"/>
                  <a:gd name="connsiteY3" fmla="*/ 0 h 923747"/>
                  <a:gd name="connsiteX4" fmla="*/ 3645229 w 3645229"/>
                  <a:gd name="connsiteY4" fmla="*/ 197946 h 923747"/>
                  <a:gd name="connsiteX5" fmla="*/ 3199884 w 3645229"/>
                  <a:gd name="connsiteY5" fmla="*/ 461874 h 923747"/>
                  <a:gd name="connsiteX6" fmla="*/ 2985459 w 3645229"/>
                  <a:gd name="connsiteY6" fmla="*/ 379396 h 923747"/>
                  <a:gd name="connsiteX7" fmla="*/ 1830861 w 3645229"/>
                  <a:gd name="connsiteY7" fmla="*/ 923747 h 923747"/>
                  <a:gd name="connsiteX8" fmla="*/ 676264 w 3645229"/>
                  <a:gd name="connsiteY8" fmla="*/ 412387 h 923747"/>
                  <a:gd name="connsiteX9" fmla="*/ 527816 w 3645229"/>
                  <a:gd name="connsiteY9" fmla="*/ 478369 h 923747"/>
                  <a:gd name="connsiteX10" fmla="*/ 0 w 3645229"/>
                  <a:gd name="connsiteY10" fmla="*/ 21444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71662 w 3640627"/>
                  <a:gd name="connsiteY8" fmla="*/ 412387 h 923747"/>
                  <a:gd name="connsiteX9" fmla="*/ 523214 w 3640627"/>
                  <a:gd name="connsiteY9" fmla="*/ 478369 h 923747"/>
                  <a:gd name="connsiteX10" fmla="*/ 0 w 3640627"/>
                  <a:gd name="connsiteY10" fmla="*/ 24205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71662 w 3640627"/>
                  <a:gd name="connsiteY8" fmla="*/ 412387 h 923747"/>
                  <a:gd name="connsiteX9" fmla="*/ 523214 w 3640627"/>
                  <a:gd name="connsiteY9" fmla="*/ 482971 h 923747"/>
                  <a:gd name="connsiteX10" fmla="*/ 0 w 3640627"/>
                  <a:gd name="connsiteY10" fmla="*/ 24205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90067 w 3640627"/>
                  <a:gd name="connsiteY8" fmla="*/ 412387 h 923747"/>
                  <a:gd name="connsiteX9" fmla="*/ 523214 w 3640627"/>
                  <a:gd name="connsiteY9" fmla="*/ 482971 h 923747"/>
                  <a:gd name="connsiteX10" fmla="*/ 0 w 3640627"/>
                  <a:gd name="connsiteY10" fmla="*/ 242051 h 923747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09765 w 3640627"/>
                  <a:gd name="connsiteY2" fmla="*/ 511360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2980857 w 3640627"/>
                  <a:gd name="connsiteY6" fmla="*/ 379396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55778 w 3640627"/>
                  <a:gd name="connsiteY2" fmla="*/ 534367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2980857 w 3640627"/>
                  <a:gd name="connsiteY6" fmla="*/ 379396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55778 w 3640627"/>
                  <a:gd name="connsiteY2" fmla="*/ 534367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3008465 w 3640627"/>
                  <a:gd name="connsiteY6" fmla="*/ 402404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723451"/>
                  <a:gd name="connsiteY0" fmla="*/ 242051 h 946755"/>
                  <a:gd name="connsiteX1" fmla="*/ 655168 w 3723451"/>
                  <a:gd name="connsiteY1" fmla="*/ 16495 h 946755"/>
                  <a:gd name="connsiteX2" fmla="*/ 1855778 w 3723451"/>
                  <a:gd name="connsiteY2" fmla="*/ 534367 h 946755"/>
                  <a:gd name="connsiteX3" fmla="*/ 2964363 w 3723451"/>
                  <a:gd name="connsiteY3" fmla="*/ 0 h 946755"/>
                  <a:gd name="connsiteX4" fmla="*/ 3723451 w 3723451"/>
                  <a:gd name="connsiteY4" fmla="*/ 220954 h 946755"/>
                  <a:gd name="connsiteX5" fmla="*/ 3195282 w 3723451"/>
                  <a:gd name="connsiteY5" fmla="*/ 461874 h 946755"/>
                  <a:gd name="connsiteX6" fmla="*/ 3008465 w 3723451"/>
                  <a:gd name="connsiteY6" fmla="*/ 402404 h 946755"/>
                  <a:gd name="connsiteX7" fmla="*/ 1876873 w 3723451"/>
                  <a:gd name="connsiteY7" fmla="*/ 946755 h 946755"/>
                  <a:gd name="connsiteX8" fmla="*/ 690067 w 3723451"/>
                  <a:gd name="connsiteY8" fmla="*/ 412387 h 946755"/>
                  <a:gd name="connsiteX9" fmla="*/ 523214 w 3723451"/>
                  <a:gd name="connsiteY9" fmla="*/ 482971 h 946755"/>
                  <a:gd name="connsiteX10" fmla="*/ 0 w 3723451"/>
                  <a:gd name="connsiteY10" fmla="*/ 242051 h 946755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95282 w 3723451"/>
                  <a:gd name="connsiteY5" fmla="*/ 448069 h 932950"/>
                  <a:gd name="connsiteX6" fmla="*/ 3008465 w 3723451"/>
                  <a:gd name="connsiteY6" fmla="*/ 388599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95282 w 3723451"/>
                  <a:gd name="connsiteY5" fmla="*/ 448069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86079 w 3723451"/>
                  <a:gd name="connsiteY5" fmla="*/ 461874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86079 w 3723451"/>
                  <a:gd name="connsiteY5" fmla="*/ 461874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711613 w 3723451"/>
                  <a:gd name="connsiteY8" fmla="*/ 413055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723451" h="932950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343" name="Freeform 342"/>
              <p:cNvSpPr/>
              <p:nvPr/>
            </p:nvSpPr>
            <p:spPr bwMode="auto">
              <a:xfrm>
                <a:off x="2536889" y="1728599"/>
                <a:ext cx="244057" cy="97568"/>
              </a:xfrm>
              <a:custGeom>
                <a:avLst/>
                <a:gdLst>
                  <a:gd name="connsiteX0" fmla="*/ 55216 w 1421812"/>
                  <a:gd name="connsiteY0" fmla="*/ 0 h 800665"/>
                  <a:gd name="connsiteX1" fmla="*/ 1421812 w 1421812"/>
                  <a:gd name="connsiteY1" fmla="*/ 625807 h 800665"/>
                  <a:gd name="connsiteX2" fmla="*/ 947874 w 1421812"/>
                  <a:gd name="connsiteY2" fmla="*/ 800665 h 800665"/>
                  <a:gd name="connsiteX3" fmla="*/ 50614 w 1421812"/>
                  <a:gd name="connsiteY3" fmla="*/ 404934 h 800665"/>
                  <a:gd name="connsiteX4" fmla="*/ 0 w 1421812"/>
                  <a:gd name="connsiteY4" fmla="*/ 404934 h 800665"/>
                  <a:gd name="connsiteX5" fmla="*/ 55216 w 1421812"/>
                  <a:gd name="connsiteY5" fmla="*/ 0 h 800665"/>
                  <a:gd name="connsiteX0" fmla="*/ 4602 w 1371198"/>
                  <a:gd name="connsiteY0" fmla="*/ 0 h 800665"/>
                  <a:gd name="connsiteX1" fmla="*/ 1371198 w 1371198"/>
                  <a:gd name="connsiteY1" fmla="*/ 625807 h 800665"/>
                  <a:gd name="connsiteX2" fmla="*/ 897260 w 1371198"/>
                  <a:gd name="connsiteY2" fmla="*/ 800665 h 800665"/>
                  <a:gd name="connsiteX3" fmla="*/ 0 w 1371198"/>
                  <a:gd name="connsiteY3" fmla="*/ 404934 h 800665"/>
                  <a:gd name="connsiteX4" fmla="*/ 4602 w 1371198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9868"/>
                  <a:gd name="connsiteX1" fmla="*/ 1366596 w 1366596"/>
                  <a:gd name="connsiteY1" fmla="*/ 625807 h 809868"/>
                  <a:gd name="connsiteX2" fmla="*/ 865050 w 1366596"/>
                  <a:gd name="connsiteY2" fmla="*/ 809868 h 809868"/>
                  <a:gd name="connsiteX3" fmla="*/ 4601 w 1366596"/>
                  <a:gd name="connsiteY3" fmla="*/ 427942 h 809868"/>
                  <a:gd name="connsiteX4" fmla="*/ 0 w 1366596"/>
                  <a:gd name="connsiteY4" fmla="*/ 0 h 8098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6596" h="809868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344" name="Freeform 343"/>
              <p:cNvSpPr/>
              <p:nvPr/>
            </p:nvSpPr>
            <p:spPr bwMode="auto">
              <a:xfrm>
                <a:off x="2089977" y="1730980"/>
                <a:ext cx="240888" cy="95187"/>
              </a:xfrm>
              <a:custGeom>
                <a:avLst/>
                <a:gdLst>
                  <a:gd name="connsiteX0" fmla="*/ 1329786 w 1348191"/>
                  <a:gd name="connsiteY0" fmla="*/ 0 h 809869"/>
                  <a:gd name="connsiteX1" fmla="*/ 1348191 w 1348191"/>
                  <a:gd name="connsiteY1" fmla="*/ 400333 h 809869"/>
                  <a:gd name="connsiteX2" fmla="*/ 487742 w 1348191"/>
                  <a:gd name="connsiteY2" fmla="*/ 809869 h 809869"/>
                  <a:gd name="connsiteX3" fmla="*/ 0 w 1348191"/>
                  <a:gd name="connsiteY3" fmla="*/ 630409 h 809869"/>
                  <a:gd name="connsiteX4" fmla="*/ 1329786 w 1348191"/>
                  <a:gd name="connsiteY4" fmla="*/ 0 h 809869"/>
                  <a:gd name="connsiteX0" fmla="*/ 1329786 w 1348191"/>
                  <a:gd name="connsiteY0" fmla="*/ 0 h 791462"/>
                  <a:gd name="connsiteX1" fmla="*/ 1348191 w 1348191"/>
                  <a:gd name="connsiteY1" fmla="*/ 381926 h 791462"/>
                  <a:gd name="connsiteX2" fmla="*/ 487742 w 1348191"/>
                  <a:gd name="connsiteY2" fmla="*/ 791462 h 791462"/>
                  <a:gd name="connsiteX3" fmla="*/ 0 w 1348191"/>
                  <a:gd name="connsiteY3" fmla="*/ 612002 h 791462"/>
                  <a:gd name="connsiteX4" fmla="*/ 1329786 w 1348191"/>
                  <a:gd name="connsiteY4" fmla="*/ 0 h 7914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48191" h="791462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cxnSp>
            <p:nvCxnSpPr>
              <p:cNvPr id="345" name="Straight Connector 344"/>
              <p:cNvCxnSpPr>
                <a:endCxn id="340" idx="2"/>
              </p:cNvCxnSpPr>
              <p:nvPr/>
            </p:nvCxnSpPr>
            <p:spPr bwMode="auto">
              <a:xfrm flipH="1" flipV="1">
                <a:off x="1871277" y="1735739"/>
                <a:ext cx="3169" cy="123743"/>
              </a:xfrm>
              <a:prstGeom prst="line">
                <a:avLst/>
              </a:prstGeom>
              <a:ln w="6350" cmpd="sng">
                <a:solidFill>
                  <a:schemeClr val="tx1"/>
                </a:solidFill>
              </a:ln>
              <a:effectLst>
                <a:outerShdw blurRad="40005" dist="19939" dir="5400000" algn="tl" rotWithShape="0">
                  <a:srgbClr val="000000">
                    <a:alpha val="38000"/>
                  </a:srgbClr>
                </a:outerShdw>
              </a:effectLst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6" name="Straight Connector 345"/>
              <p:cNvCxnSpPr/>
              <p:nvPr/>
            </p:nvCxnSpPr>
            <p:spPr bwMode="auto">
              <a:xfrm flipH="1" flipV="1">
                <a:off x="2996477" y="1733359"/>
                <a:ext cx="3171" cy="123743"/>
              </a:xfrm>
              <a:prstGeom prst="line">
                <a:avLst/>
              </a:prstGeom>
              <a:ln w="6350" cmpd="sng">
                <a:solidFill>
                  <a:schemeClr val="tx1"/>
                </a:solidFill>
              </a:ln>
              <a:effectLst>
                <a:outerShdw blurRad="40005" dist="19939" dir="5400000" algn="tl" rotWithShape="0">
                  <a:srgbClr val="000000">
                    <a:alpha val="38000"/>
                  </a:srgbClr>
                </a:outerShdw>
              </a:effectLst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35" name="Group 334"/>
            <p:cNvGrpSpPr/>
            <p:nvPr/>
          </p:nvGrpSpPr>
          <p:grpSpPr>
            <a:xfrm>
              <a:off x="1828502" y="2944584"/>
              <a:ext cx="374531" cy="289269"/>
              <a:chOff x="725185" y="1779875"/>
              <a:chExt cx="374531" cy="289269"/>
            </a:xfrm>
          </p:grpSpPr>
          <p:sp>
            <p:nvSpPr>
              <p:cNvPr id="336" name="Oval 335"/>
              <p:cNvSpPr/>
              <p:nvPr/>
            </p:nvSpPr>
            <p:spPr bwMode="auto">
              <a:xfrm>
                <a:off x="741398" y="1850752"/>
                <a:ext cx="356365" cy="168450"/>
              </a:xfrm>
              <a:prstGeom prst="ellipse">
                <a:avLst/>
              </a:prstGeom>
              <a:solidFill>
                <a:schemeClr val="bg1">
                  <a:alpha val="76000"/>
                </a:scheme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37" name="TextBox 336"/>
              <p:cNvSpPr txBox="1"/>
              <p:nvPr/>
            </p:nvSpPr>
            <p:spPr>
              <a:xfrm>
                <a:off x="725185" y="1779875"/>
                <a:ext cx="374531" cy="28926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/>
                  <a:t>s2</a:t>
                </a:r>
              </a:p>
            </p:txBody>
          </p:sp>
        </p:grpSp>
      </p:grpSp>
      <p:grpSp>
        <p:nvGrpSpPr>
          <p:cNvPr id="347" name="Group 346"/>
          <p:cNvGrpSpPr/>
          <p:nvPr/>
        </p:nvGrpSpPr>
        <p:grpSpPr>
          <a:xfrm>
            <a:off x="1910145" y="5999406"/>
            <a:ext cx="687402" cy="470406"/>
            <a:chOff x="1736090" y="2893762"/>
            <a:chExt cx="565150" cy="340091"/>
          </a:xfrm>
        </p:grpSpPr>
        <p:grpSp>
          <p:nvGrpSpPr>
            <p:cNvPr id="348" name="Group 327"/>
            <p:cNvGrpSpPr>
              <a:grpSpLocks/>
            </p:cNvGrpSpPr>
            <p:nvPr/>
          </p:nvGrpSpPr>
          <p:grpSpPr bwMode="auto">
            <a:xfrm>
              <a:off x="1736090" y="2893762"/>
              <a:ext cx="565150" cy="292100"/>
              <a:chOff x="1871277" y="1576300"/>
              <a:chExt cx="1128371" cy="437861"/>
            </a:xfrm>
          </p:grpSpPr>
          <p:sp>
            <p:nvSpPr>
              <p:cNvPr id="352" name="Oval 351"/>
              <p:cNvSpPr/>
              <p:nvPr/>
            </p:nvSpPr>
            <p:spPr bwMode="auto">
              <a:xfrm flipV="1">
                <a:off x="1874446" y="1692905"/>
                <a:ext cx="1125202" cy="321256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2">
                      <a:lumMod val="75000"/>
                    </a:schemeClr>
                  </a:gs>
                  <a:gs pos="5300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accent2">
                      <a:lumMod val="75000"/>
                    </a:schemeClr>
                  </a:gs>
                </a:gsLst>
                <a:lin ang="0" scaled="1"/>
                <a:tileRect/>
              </a:gradFill>
              <a:ln w="6350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>
                  <a:ln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353" name="Rectangle 352"/>
              <p:cNvSpPr/>
              <p:nvPr/>
            </p:nvSpPr>
            <p:spPr bwMode="auto">
              <a:xfrm>
                <a:off x="1871277" y="1740499"/>
                <a:ext cx="1128371" cy="114225"/>
              </a:xfrm>
              <a:prstGeom prst="rect">
                <a:avLst/>
              </a:prstGeom>
              <a:gradFill>
                <a:gsLst>
                  <a:gs pos="0">
                    <a:schemeClr val="accent2">
                      <a:lumMod val="75000"/>
                    </a:schemeClr>
                  </a:gs>
                  <a:gs pos="5300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accent2">
                      <a:lumMod val="75000"/>
                    </a:schemeClr>
                  </a:gs>
                </a:gsLst>
                <a:lin ang="10800000" scaled="0"/>
              </a:gradFill>
              <a:ln w="25400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354" name="Oval 353"/>
              <p:cNvSpPr/>
              <p:nvPr/>
            </p:nvSpPr>
            <p:spPr bwMode="auto">
              <a:xfrm flipV="1">
                <a:off x="1871277" y="1576300"/>
                <a:ext cx="1125200" cy="321257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 w="6350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>
                  <a:ln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355" name="Freeform 354"/>
              <p:cNvSpPr/>
              <p:nvPr/>
            </p:nvSpPr>
            <p:spPr bwMode="auto">
              <a:xfrm>
                <a:off x="2159708" y="1673868"/>
                <a:ext cx="548339" cy="159438"/>
              </a:xfrm>
              <a:custGeom>
                <a:avLst/>
                <a:gdLst>
                  <a:gd name="connsiteX0" fmla="*/ 1486231 w 2944854"/>
                  <a:gd name="connsiteY0" fmla="*/ 727041 h 1302232"/>
                  <a:gd name="connsiteX1" fmla="*/ 257675 w 2944854"/>
                  <a:gd name="connsiteY1" fmla="*/ 1302232 h 1302232"/>
                  <a:gd name="connsiteX2" fmla="*/ 0 w 2944854"/>
                  <a:gd name="connsiteY2" fmla="*/ 1228607 h 1302232"/>
                  <a:gd name="connsiteX3" fmla="*/ 911064 w 2944854"/>
                  <a:gd name="connsiteY3" fmla="*/ 837478 h 1302232"/>
                  <a:gd name="connsiteX4" fmla="*/ 883456 w 2944854"/>
                  <a:gd name="connsiteY4" fmla="*/ 450949 h 1302232"/>
                  <a:gd name="connsiteX5" fmla="*/ 161047 w 2944854"/>
                  <a:gd name="connsiteY5" fmla="*/ 119640 h 1302232"/>
                  <a:gd name="connsiteX6" fmla="*/ 404917 w 2944854"/>
                  <a:gd name="connsiteY6" fmla="*/ 50617 h 1302232"/>
                  <a:gd name="connsiteX7" fmla="*/ 1477028 w 2944854"/>
                  <a:gd name="connsiteY7" fmla="*/ 501566 h 1302232"/>
                  <a:gd name="connsiteX8" fmla="*/ 2572146 w 2944854"/>
                  <a:gd name="connsiteY8" fmla="*/ 0 h 1302232"/>
                  <a:gd name="connsiteX9" fmla="*/ 2875834 w 2944854"/>
                  <a:gd name="connsiteY9" fmla="*/ 96632 h 1302232"/>
                  <a:gd name="connsiteX10" fmla="*/ 2079803 w 2944854"/>
                  <a:gd name="connsiteY10" fmla="*/ 432543 h 1302232"/>
                  <a:gd name="connsiteX11" fmla="*/ 2240850 w 2944854"/>
                  <a:gd name="connsiteY11" fmla="*/ 920305 h 1302232"/>
                  <a:gd name="connsiteX12" fmla="*/ 2944854 w 2944854"/>
                  <a:gd name="connsiteY12" fmla="*/ 1228607 h 1302232"/>
                  <a:gd name="connsiteX13" fmla="*/ 2733192 w 2944854"/>
                  <a:gd name="connsiteY13" fmla="*/ 1297630 h 1302232"/>
                  <a:gd name="connsiteX14" fmla="*/ 1486231 w 2944854"/>
                  <a:gd name="connsiteY14" fmla="*/ 727041 h 1302232"/>
                  <a:gd name="connsiteX0" fmla="*/ 1486231 w 2944854"/>
                  <a:gd name="connsiteY0" fmla="*/ 727041 h 1316375"/>
                  <a:gd name="connsiteX1" fmla="*/ 257675 w 2944854"/>
                  <a:gd name="connsiteY1" fmla="*/ 1302232 h 1316375"/>
                  <a:gd name="connsiteX2" fmla="*/ 0 w 2944854"/>
                  <a:gd name="connsiteY2" fmla="*/ 1228607 h 1316375"/>
                  <a:gd name="connsiteX3" fmla="*/ 911064 w 2944854"/>
                  <a:gd name="connsiteY3" fmla="*/ 837478 h 1316375"/>
                  <a:gd name="connsiteX4" fmla="*/ 883456 w 2944854"/>
                  <a:gd name="connsiteY4" fmla="*/ 450949 h 1316375"/>
                  <a:gd name="connsiteX5" fmla="*/ 161047 w 2944854"/>
                  <a:gd name="connsiteY5" fmla="*/ 119640 h 1316375"/>
                  <a:gd name="connsiteX6" fmla="*/ 404917 w 2944854"/>
                  <a:gd name="connsiteY6" fmla="*/ 50617 h 1316375"/>
                  <a:gd name="connsiteX7" fmla="*/ 1477028 w 2944854"/>
                  <a:gd name="connsiteY7" fmla="*/ 501566 h 1316375"/>
                  <a:gd name="connsiteX8" fmla="*/ 2572146 w 2944854"/>
                  <a:gd name="connsiteY8" fmla="*/ 0 h 1316375"/>
                  <a:gd name="connsiteX9" fmla="*/ 2875834 w 2944854"/>
                  <a:gd name="connsiteY9" fmla="*/ 96632 h 1316375"/>
                  <a:gd name="connsiteX10" fmla="*/ 2079803 w 2944854"/>
                  <a:gd name="connsiteY10" fmla="*/ 432543 h 1316375"/>
                  <a:gd name="connsiteX11" fmla="*/ 2240850 w 2944854"/>
                  <a:gd name="connsiteY11" fmla="*/ 920305 h 1316375"/>
                  <a:gd name="connsiteX12" fmla="*/ 2944854 w 2944854"/>
                  <a:gd name="connsiteY12" fmla="*/ 1228607 h 1316375"/>
                  <a:gd name="connsiteX13" fmla="*/ 2756623 w 2944854"/>
                  <a:gd name="connsiteY13" fmla="*/ 1316375 h 1316375"/>
                  <a:gd name="connsiteX14" fmla="*/ 1486231 w 2944854"/>
                  <a:gd name="connsiteY14" fmla="*/ 727041 h 1316375"/>
                  <a:gd name="connsiteX0" fmla="*/ 1486231 w 3024520"/>
                  <a:gd name="connsiteY0" fmla="*/ 727041 h 1316375"/>
                  <a:gd name="connsiteX1" fmla="*/ 257675 w 3024520"/>
                  <a:gd name="connsiteY1" fmla="*/ 1302232 h 1316375"/>
                  <a:gd name="connsiteX2" fmla="*/ 0 w 3024520"/>
                  <a:gd name="connsiteY2" fmla="*/ 1228607 h 1316375"/>
                  <a:gd name="connsiteX3" fmla="*/ 911064 w 3024520"/>
                  <a:gd name="connsiteY3" fmla="*/ 837478 h 1316375"/>
                  <a:gd name="connsiteX4" fmla="*/ 883456 w 3024520"/>
                  <a:gd name="connsiteY4" fmla="*/ 450949 h 1316375"/>
                  <a:gd name="connsiteX5" fmla="*/ 161047 w 3024520"/>
                  <a:gd name="connsiteY5" fmla="*/ 119640 h 1316375"/>
                  <a:gd name="connsiteX6" fmla="*/ 404917 w 3024520"/>
                  <a:gd name="connsiteY6" fmla="*/ 50617 h 1316375"/>
                  <a:gd name="connsiteX7" fmla="*/ 1477028 w 3024520"/>
                  <a:gd name="connsiteY7" fmla="*/ 501566 h 1316375"/>
                  <a:gd name="connsiteX8" fmla="*/ 2572146 w 3024520"/>
                  <a:gd name="connsiteY8" fmla="*/ 0 h 1316375"/>
                  <a:gd name="connsiteX9" fmla="*/ 2875834 w 3024520"/>
                  <a:gd name="connsiteY9" fmla="*/ 96632 h 1316375"/>
                  <a:gd name="connsiteX10" fmla="*/ 2079803 w 3024520"/>
                  <a:gd name="connsiteY10" fmla="*/ 432543 h 1316375"/>
                  <a:gd name="connsiteX11" fmla="*/ 2240850 w 3024520"/>
                  <a:gd name="connsiteY11" fmla="*/ 920305 h 1316375"/>
                  <a:gd name="connsiteX12" fmla="*/ 3024520 w 3024520"/>
                  <a:gd name="connsiteY12" fmla="*/ 1228607 h 1316375"/>
                  <a:gd name="connsiteX13" fmla="*/ 2756623 w 3024520"/>
                  <a:gd name="connsiteY13" fmla="*/ 1316375 h 1316375"/>
                  <a:gd name="connsiteX14" fmla="*/ 1486231 w 3024520"/>
                  <a:gd name="connsiteY14" fmla="*/ 727041 h 1316375"/>
                  <a:gd name="connsiteX0" fmla="*/ 1537780 w 3076069"/>
                  <a:gd name="connsiteY0" fmla="*/ 727041 h 1316375"/>
                  <a:gd name="connsiteX1" fmla="*/ 309224 w 3076069"/>
                  <a:gd name="connsiteY1" fmla="*/ 1302232 h 1316375"/>
                  <a:gd name="connsiteX2" fmla="*/ 0 w 3076069"/>
                  <a:gd name="connsiteY2" fmla="*/ 1228607 h 1316375"/>
                  <a:gd name="connsiteX3" fmla="*/ 962613 w 3076069"/>
                  <a:gd name="connsiteY3" fmla="*/ 837478 h 1316375"/>
                  <a:gd name="connsiteX4" fmla="*/ 935005 w 3076069"/>
                  <a:gd name="connsiteY4" fmla="*/ 450949 h 1316375"/>
                  <a:gd name="connsiteX5" fmla="*/ 212596 w 3076069"/>
                  <a:gd name="connsiteY5" fmla="*/ 119640 h 1316375"/>
                  <a:gd name="connsiteX6" fmla="*/ 456466 w 3076069"/>
                  <a:gd name="connsiteY6" fmla="*/ 50617 h 1316375"/>
                  <a:gd name="connsiteX7" fmla="*/ 1528577 w 3076069"/>
                  <a:gd name="connsiteY7" fmla="*/ 501566 h 1316375"/>
                  <a:gd name="connsiteX8" fmla="*/ 2623695 w 3076069"/>
                  <a:gd name="connsiteY8" fmla="*/ 0 h 1316375"/>
                  <a:gd name="connsiteX9" fmla="*/ 2927383 w 3076069"/>
                  <a:gd name="connsiteY9" fmla="*/ 96632 h 1316375"/>
                  <a:gd name="connsiteX10" fmla="*/ 2131352 w 3076069"/>
                  <a:gd name="connsiteY10" fmla="*/ 432543 h 1316375"/>
                  <a:gd name="connsiteX11" fmla="*/ 2292399 w 3076069"/>
                  <a:gd name="connsiteY11" fmla="*/ 920305 h 1316375"/>
                  <a:gd name="connsiteX12" fmla="*/ 3076069 w 3076069"/>
                  <a:gd name="connsiteY12" fmla="*/ 1228607 h 1316375"/>
                  <a:gd name="connsiteX13" fmla="*/ 2808172 w 3076069"/>
                  <a:gd name="connsiteY13" fmla="*/ 1316375 h 1316375"/>
                  <a:gd name="connsiteX14" fmla="*/ 1537780 w 3076069"/>
                  <a:gd name="connsiteY14" fmla="*/ 727041 h 1316375"/>
                  <a:gd name="connsiteX0" fmla="*/ 1537780 w 3076069"/>
                  <a:gd name="connsiteY0" fmla="*/ 727041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27041 h 1321259"/>
                  <a:gd name="connsiteX0" fmla="*/ 1537780 w 3076069"/>
                  <a:gd name="connsiteY0" fmla="*/ 750825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50825 h 13212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3076069" h="132125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356" name="Freeform 355"/>
              <p:cNvSpPr/>
              <p:nvPr/>
            </p:nvSpPr>
            <p:spPr bwMode="auto">
              <a:xfrm>
                <a:off x="2102655" y="1633412"/>
                <a:ext cx="662444" cy="111846"/>
              </a:xfrm>
              <a:custGeom>
                <a:avLst/>
                <a:gdLst>
                  <a:gd name="connsiteX0" fmla="*/ 0 w 3645229"/>
                  <a:gd name="connsiteY0" fmla="*/ 214441 h 923747"/>
                  <a:gd name="connsiteX1" fmla="*/ 659770 w 3645229"/>
                  <a:gd name="connsiteY1" fmla="*/ 16495 h 923747"/>
                  <a:gd name="connsiteX2" fmla="*/ 1814367 w 3645229"/>
                  <a:gd name="connsiteY2" fmla="*/ 511360 h 923747"/>
                  <a:gd name="connsiteX3" fmla="*/ 2968965 w 3645229"/>
                  <a:gd name="connsiteY3" fmla="*/ 0 h 923747"/>
                  <a:gd name="connsiteX4" fmla="*/ 3645229 w 3645229"/>
                  <a:gd name="connsiteY4" fmla="*/ 197946 h 923747"/>
                  <a:gd name="connsiteX5" fmla="*/ 3199884 w 3645229"/>
                  <a:gd name="connsiteY5" fmla="*/ 461874 h 923747"/>
                  <a:gd name="connsiteX6" fmla="*/ 2985459 w 3645229"/>
                  <a:gd name="connsiteY6" fmla="*/ 379396 h 923747"/>
                  <a:gd name="connsiteX7" fmla="*/ 1830861 w 3645229"/>
                  <a:gd name="connsiteY7" fmla="*/ 923747 h 923747"/>
                  <a:gd name="connsiteX8" fmla="*/ 676264 w 3645229"/>
                  <a:gd name="connsiteY8" fmla="*/ 412387 h 923747"/>
                  <a:gd name="connsiteX9" fmla="*/ 527816 w 3645229"/>
                  <a:gd name="connsiteY9" fmla="*/ 478369 h 923747"/>
                  <a:gd name="connsiteX10" fmla="*/ 0 w 3645229"/>
                  <a:gd name="connsiteY10" fmla="*/ 21444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71662 w 3640627"/>
                  <a:gd name="connsiteY8" fmla="*/ 412387 h 923747"/>
                  <a:gd name="connsiteX9" fmla="*/ 523214 w 3640627"/>
                  <a:gd name="connsiteY9" fmla="*/ 478369 h 923747"/>
                  <a:gd name="connsiteX10" fmla="*/ 0 w 3640627"/>
                  <a:gd name="connsiteY10" fmla="*/ 24205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71662 w 3640627"/>
                  <a:gd name="connsiteY8" fmla="*/ 412387 h 923747"/>
                  <a:gd name="connsiteX9" fmla="*/ 523214 w 3640627"/>
                  <a:gd name="connsiteY9" fmla="*/ 482971 h 923747"/>
                  <a:gd name="connsiteX10" fmla="*/ 0 w 3640627"/>
                  <a:gd name="connsiteY10" fmla="*/ 24205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90067 w 3640627"/>
                  <a:gd name="connsiteY8" fmla="*/ 412387 h 923747"/>
                  <a:gd name="connsiteX9" fmla="*/ 523214 w 3640627"/>
                  <a:gd name="connsiteY9" fmla="*/ 482971 h 923747"/>
                  <a:gd name="connsiteX10" fmla="*/ 0 w 3640627"/>
                  <a:gd name="connsiteY10" fmla="*/ 242051 h 923747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09765 w 3640627"/>
                  <a:gd name="connsiteY2" fmla="*/ 511360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2980857 w 3640627"/>
                  <a:gd name="connsiteY6" fmla="*/ 379396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55778 w 3640627"/>
                  <a:gd name="connsiteY2" fmla="*/ 534367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2980857 w 3640627"/>
                  <a:gd name="connsiteY6" fmla="*/ 379396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55778 w 3640627"/>
                  <a:gd name="connsiteY2" fmla="*/ 534367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3008465 w 3640627"/>
                  <a:gd name="connsiteY6" fmla="*/ 402404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723451"/>
                  <a:gd name="connsiteY0" fmla="*/ 242051 h 946755"/>
                  <a:gd name="connsiteX1" fmla="*/ 655168 w 3723451"/>
                  <a:gd name="connsiteY1" fmla="*/ 16495 h 946755"/>
                  <a:gd name="connsiteX2" fmla="*/ 1855778 w 3723451"/>
                  <a:gd name="connsiteY2" fmla="*/ 534367 h 946755"/>
                  <a:gd name="connsiteX3" fmla="*/ 2964363 w 3723451"/>
                  <a:gd name="connsiteY3" fmla="*/ 0 h 946755"/>
                  <a:gd name="connsiteX4" fmla="*/ 3723451 w 3723451"/>
                  <a:gd name="connsiteY4" fmla="*/ 220954 h 946755"/>
                  <a:gd name="connsiteX5" fmla="*/ 3195282 w 3723451"/>
                  <a:gd name="connsiteY5" fmla="*/ 461874 h 946755"/>
                  <a:gd name="connsiteX6" fmla="*/ 3008465 w 3723451"/>
                  <a:gd name="connsiteY6" fmla="*/ 402404 h 946755"/>
                  <a:gd name="connsiteX7" fmla="*/ 1876873 w 3723451"/>
                  <a:gd name="connsiteY7" fmla="*/ 946755 h 946755"/>
                  <a:gd name="connsiteX8" fmla="*/ 690067 w 3723451"/>
                  <a:gd name="connsiteY8" fmla="*/ 412387 h 946755"/>
                  <a:gd name="connsiteX9" fmla="*/ 523214 w 3723451"/>
                  <a:gd name="connsiteY9" fmla="*/ 482971 h 946755"/>
                  <a:gd name="connsiteX10" fmla="*/ 0 w 3723451"/>
                  <a:gd name="connsiteY10" fmla="*/ 242051 h 946755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95282 w 3723451"/>
                  <a:gd name="connsiteY5" fmla="*/ 448069 h 932950"/>
                  <a:gd name="connsiteX6" fmla="*/ 3008465 w 3723451"/>
                  <a:gd name="connsiteY6" fmla="*/ 388599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95282 w 3723451"/>
                  <a:gd name="connsiteY5" fmla="*/ 448069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86079 w 3723451"/>
                  <a:gd name="connsiteY5" fmla="*/ 461874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86079 w 3723451"/>
                  <a:gd name="connsiteY5" fmla="*/ 461874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711613 w 3723451"/>
                  <a:gd name="connsiteY8" fmla="*/ 413055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723451" h="932950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357" name="Freeform 356"/>
              <p:cNvSpPr/>
              <p:nvPr/>
            </p:nvSpPr>
            <p:spPr bwMode="auto">
              <a:xfrm>
                <a:off x="2536889" y="1728599"/>
                <a:ext cx="244057" cy="97568"/>
              </a:xfrm>
              <a:custGeom>
                <a:avLst/>
                <a:gdLst>
                  <a:gd name="connsiteX0" fmla="*/ 55216 w 1421812"/>
                  <a:gd name="connsiteY0" fmla="*/ 0 h 800665"/>
                  <a:gd name="connsiteX1" fmla="*/ 1421812 w 1421812"/>
                  <a:gd name="connsiteY1" fmla="*/ 625807 h 800665"/>
                  <a:gd name="connsiteX2" fmla="*/ 947874 w 1421812"/>
                  <a:gd name="connsiteY2" fmla="*/ 800665 h 800665"/>
                  <a:gd name="connsiteX3" fmla="*/ 50614 w 1421812"/>
                  <a:gd name="connsiteY3" fmla="*/ 404934 h 800665"/>
                  <a:gd name="connsiteX4" fmla="*/ 0 w 1421812"/>
                  <a:gd name="connsiteY4" fmla="*/ 404934 h 800665"/>
                  <a:gd name="connsiteX5" fmla="*/ 55216 w 1421812"/>
                  <a:gd name="connsiteY5" fmla="*/ 0 h 800665"/>
                  <a:gd name="connsiteX0" fmla="*/ 4602 w 1371198"/>
                  <a:gd name="connsiteY0" fmla="*/ 0 h 800665"/>
                  <a:gd name="connsiteX1" fmla="*/ 1371198 w 1371198"/>
                  <a:gd name="connsiteY1" fmla="*/ 625807 h 800665"/>
                  <a:gd name="connsiteX2" fmla="*/ 897260 w 1371198"/>
                  <a:gd name="connsiteY2" fmla="*/ 800665 h 800665"/>
                  <a:gd name="connsiteX3" fmla="*/ 0 w 1371198"/>
                  <a:gd name="connsiteY3" fmla="*/ 404934 h 800665"/>
                  <a:gd name="connsiteX4" fmla="*/ 4602 w 1371198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9868"/>
                  <a:gd name="connsiteX1" fmla="*/ 1366596 w 1366596"/>
                  <a:gd name="connsiteY1" fmla="*/ 625807 h 809868"/>
                  <a:gd name="connsiteX2" fmla="*/ 865050 w 1366596"/>
                  <a:gd name="connsiteY2" fmla="*/ 809868 h 809868"/>
                  <a:gd name="connsiteX3" fmla="*/ 4601 w 1366596"/>
                  <a:gd name="connsiteY3" fmla="*/ 427942 h 809868"/>
                  <a:gd name="connsiteX4" fmla="*/ 0 w 1366596"/>
                  <a:gd name="connsiteY4" fmla="*/ 0 h 8098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6596" h="809868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358" name="Freeform 357"/>
              <p:cNvSpPr/>
              <p:nvPr/>
            </p:nvSpPr>
            <p:spPr bwMode="auto">
              <a:xfrm>
                <a:off x="2089977" y="1730980"/>
                <a:ext cx="240888" cy="95187"/>
              </a:xfrm>
              <a:custGeom>
                <a:avLst/>
                <a:gdLst>
                  <a:gd name="connsiteX0" fmla="*/ 1329786 w 1348191"/>
                  <a:gd name="connsiteY0" fmla="*/ 0 h 809869"/>
                  <a:gd name="connsiteX1" fmla="*/ 1348191 w 1348191"/>
                  <a:gd name="connsiteY1" fmla="*/ 400333 h 809869"/>
                  <a:gd name="connsiteX2" fmla="*/ 487742 w 1348191"/>
                  <a:gd name="connsiteY2" fmla="*/ 809869 h 809869"/>
                  <a:gd name="connsiteX3" fmla="*/ 0 w 1348191"/>
                  <a:gd name="connsiteY3" fmla="*/ 630409 h 809869"/>
                  <a:gd name="connsiteX4" fmla="*/ 1329786 w 1348191"/>
                  <a:gd name="connsiteY4" fmla="*/ 0 h 809869"/>
                  <a:gd name="connsiteX0" fmla="*/ 1329786 w 1348191"/>
                  <a:gd name="connsiteY0" fmla="*/ 0 h 791462"/>
                  <a:gd name="connsiteX1" fmla="*/ 1348191 w 1348191"/>
                  <a:gd name="connsiteY1" fmla="*/ 381926 h 791462"/>
                  <a:gd name="connsiteX2" fmla="*/ 487742 w 1348191"/>
                  <a:gd name="connsiteY2" fmla="*/ 791462 h 791462"/>
                  <a:gd name="connsiteX3" fmla="*/ 0 w 1348191"/>
                  <a:gd name="connsiteY3" fmla="*/ 612002 h 791462"/>
                  <a:gd name="connsiteX4" fmla="*/ 1329786 w 1348191"/>
                  <a:gd name="connsiteY4" fmla="*/ 0 h 7914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48191" h="791462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cxnSp>
            <p:nvCxnSpPr>
              <p:cNvPr id="359" name="Straight Connector 358"/>
              <p:cNvCxnSpPr>
                <a:endCxn id="354" idx="2"/>
              </p:cNvCxnSpPr>
              <p:nvPr/>
            </p:nvCxnSpPr>
            <p:spPr bwMode="auto">
              <a:xfrm flipH="1" flipV="1">
                <a:off x="1871277" y="1735739"/>
                <a:ext cx="3169" cy="123743"/>
              </a:xfrm>
              <a:prstGeom prst="line">
                <a:avLst/>
              </a:prstGeom>
              <a:ln w="6350" cmpd="sng">
                <a:solidFill>
                  <a:schemeClr val="tx1"/>
                </a:solidFill>
              </a:ln>
              <a:effectLst>
                <a:outerShdw blurRad="40005" dist="19939" dir="5400000" algn="tl" rotWithShape="0">
                  <a:srgbClr val="000000">
                    <a:alpha val="38000"/>
                  </a:srgbClr>
                </a:outerShdw>
              </a:effectLst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0" name="Straight Connector 359"/>
              <p:cNvCxnSpPr/>
              <p:nvPr/>
            </p:nvCxnSpPr>
            <p:spPr bwMode="auto">
              <a:xfrm flipH="1" flipV="1">
                <a:off x="2996477" y="1733359"/>
                <a:ext cx="3171" cy="123743"/>
              </a:xfrm>
              <a:prstGeom prst="line">
                <a:avLst/>
              </a:prstGeom>
              <a:ln w="6350" cmpd="sng">
                <a:solidFill>
                  <a:schemeClr val="tx1"/>
                </a:solidFill>
              </a:ln>
              <a:effectLst>
                <a:outerShdw blurRad="40005" dist="19939" dir="5400000" algn="tl" rotWithShape="0">
                  <a:srgbClr val="000000">
                    <a:alpha val="38000"/>
                  </a:srgbClr>
                </a:outerShdw>
              </a:effectLst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49" name="Group 348"/>
            <p:cNvGrpSpPr/>
            <p:nvPr/>
          </p:nvGrpSpPr>
          <p:grpSpPr>
            <a:xfrm>
              <a:off x="1828502" y="2944584"/>
              <a:ext cx="374531" cy="289269"/>
              <a:chOff x="725185" y="1779875"/>
              <a:chExt cx="374531" cy="289269"/>
            </a:xfrm>
          </p:grpSpPr>
          <p:sp>
            <p:nvSpPr>
              <p:cNvPr id="350" name="Oval 349"/>
              <p:cNvSpPr/>
              <p:nvPr/>
            </p:nvSpPr>
            <p:spPr bwMode="auto">
              <a:xfrm>
                <a:off x="741398" y="1850752"/>
                <a:ext cx="356365" cy="168450"/>
              </a:xfrm>
              <a:prstGeom prst="ellipse">
                <a:avLst/>
              </a:prstGeom>
              <a:solidFill>
                <a:schemeClr val="bg1">
                  <a:alpha val="76000"/>
                </a:scheme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51" name="TextBox 350"/>
              <p:cNvSpPr txBox="1"/>
              <p:nvPr/>
            </p:nvSpPr>
            <p:spPr>
              <a:xfrm>
                <a:off x="725185" y="1779875"/>
                <a:ext cx="374531" cy="28926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/>
                  <a:t>s3</a:t>
                </a:r>
              </a:p>
            </p:txBody>
          </p:sp>
        </p:grpSp>
      </p:grpSp>
      <p:grpSp>
        <p:nvGrpSpPr>
          <p:cNvPr id="361" name="Group 360"/>
          <p:cNvGrpSpPr/>
          <p:nvPr/>
        </p:nvGrpSpPr>
        <p:grpSpPr>
          <a:xfrm>
            <a:off x="3077553" y="5718280"/>
            <a:ext cx="687402" cy="470406"/>
            <a:chOff x="1736090" y="2893762"/>
            <a:chExt cx="565150" cy="340091"/>
          </a:xfrm>
        </p:grpSpPr>
        <p:grpSp>
          <p:nvGrpSpPr>
            <p:cNvPr id="362" name="Group 327"/>
            <p:cNvGrpSpPr>
              <a:grpSpLocks/>
            </p:cNvGrpSpPr>
            <p:nvPr/>
          </p:nvGrpSpPr>
          <p:grpSpPr bwMode="auto">
            <a:xfrm>
              <a:off x="1736090" y="2893762"/>
              <a:ext cx="565150" cy="292100"/>
              <a:chOff x="1871277" y="1576300"/>
              <a:chExt cx="1128371" cy="437861"/>
            </a:xfrm>
          </p:grpSpPr>
          <p:sp>
            <p:nvSpPr>
              <p:cNvPr id="366" name="Oval 365"/>
              <p:cNvSpPr/>
              <p:nvPr/>
            </p:nvSpPr>
            <p:spPr bwMode="auto">
              <a:xfrm flipV="1">
                <a:off x="1874446" y="1692905"/>
                <a:ext cx="1125202" cy="321256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2">
                      <a:lumMod val="75000"/>
                    </a:schemeClr>
                  </a:gs>
                  <a:gs pos="5300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accent2">
                      <a:lumMod val="75000"/>
                    </a:schemeClr>
                  </a:gs>
                </a:gsLst>
                <a:lin ang="0" scaled="1"/>
                <a:tileRect/>
              </a:gradFill>
              <a:ln w="6350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>
                  <a:ln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367" name="Rectangle 366"/>
              <p:cNvSpPr/>
              <p:nvPr/>
            </p:nvSpPr>
            <p:spPr bwMode="auto">
              <a:xfrm>
                <a:off x="1871277" y="1740499"/>
                <a:ext cx="1128371" cy="114225"/>
              </a:xfrm>
              <a:prstGeom prst="rect">
                <a:avLst/>
              </a:prstGeom>
              <a:gradFill>
                <a:gsLst>
                  <a:gs pos="0">
                    <a:schemeClr val="accent2">
                      <a:lumMod val="75000"/>
                    </a:schemeClr>
                  </a:gs>
                  <a:gs pos="5300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accent2">
                      <a:lumMod val="75000"/>
                    </a:schemeClr>
                  </a:gs>
                </a:gsLst>
                <a:lin ang="10800000" scaled="0"/>
              </a:gradFill>
              <a:ln w="25400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368" name="Oval 367"/>
              <p:cNvSpPr/>
              <p:nvPr/>
            </p:nvSpPr>
            <p:spPr bwMode="auto">
              <a:xfrm flipV="1">
                <a:off x="1871277" y="1576300"/>
                <a:ext cx="1125200" cy="321257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 w="6350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>
                  <a:ln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369" name="Freeform 368"/>
              <p:cNvSpPr/>
              <p:nvPr/>
            </p:nvSpPr>
            <p:spPr bwMode="auto">
              <a:xfrm>
                <a:off x="2159708" y="1673868"/>
                <a:ext cx="548339" cy="159438"/>
              </a:xfrm>
              <a:custGeom>
                <a:avLst/>
                <a:gdLst>
                  <a:gd name="connsiteX0" fmla="*/ 1486231 w 2944854"/>
                  <a:gd name="connsiteY0" fmla="*/ 727041 h 1302232"/>
                  <a:gd name="connsiteX1" fmla="*/ 257675 w 2944854"/>
                  <a:gd name="connsiteY1" fmla="*/ 1302232 h 1302232"/>
                  <a:gd name="connsiteX2" fmla="*/ 0 w 2944854"/>
                  <a:gd name="connsiteY2" fmla="*/ 1228607 h 1302232"/>
                  <a:gd name="connsiteX3" fmla="*/ 911064 w 2944854"/>
                  <a:gd name="connsiteY3" fmla="*/ 837478 h 1302232"/>
                  <a:gd name="connsiteX4" fmla="*/ 883456 w 2944854"/>
                  <a:gd name="connsiteY4" fmla="*/ 450949 h 1302232"/>
                  <a:gd name="connsiteX5" fmla="*/ 161047 w 2944854"/>
                  <a:gd name="connsiteY5" fmla="*/ 119640 h 1302232"/>
                  <a:gd name="connsiteX6" fmla="*/ 404917 w 2944854"/>
                  <a:gd name="connsiteY6" fmla="*/ 50617 h 1302232"/>
                  <a:gd name="connsiteX7" fmla="*/ 1477028 w 2944854"/>
                  <a:gd name="connsiteY7" fmla="*/ 501566 h 1302232"/>
                  <a:gd name="connsiteX8" fmla="*/ 2572146 w 2944854"/>
                  <a:gd name="connsiteY8" fmla="*/ 0 h 1302232"/>
                  <a:gd name="connsiteX9" fmla="*/ 2875834 w 2944854"/>
                  <a:gd name="connsiteY9" fmla="*/ 96632 h 1302232"/>
                  <a:gd name="connsiteX10" fmla="*/ 2079803 w 2944854"/>
                  <a:gd name="connsiteY10" fmla="*/ 432543 h 1302232"/>
                  <a:gd name="connsiteX11" fmla="*/ 2240850 w 2944854"/>
                  <a:gd name="connsiteY11" fmla="*/ 920305 h 1302232"/>
                  <a:gd name="connsiteX12" fmla="*/ 2944854 w 2944854"/>
                  <a:gd name="connsiteY12" fmla="*/ 1228607 h 1302232"/>
                  <a:gd name="connsiteX13" fmla="*/ 2733192 w 2944854"/>
                  <a:gd name="connsiteY13" fmla="*/ 1297630 h 1302232"/>
                  <a:gd name="connsiteX14" fmla="*/ 1486231 w 2944854"/>
                  <a:gd name="connsiteY14" fmla="*/ 727041 h 1302232"/>
                  <a:gd name="connsiteX0" fmla="*/ 1486231 w 2944854"/>
                  <a:gd name="connsiteY0" fmla="*/ 727041 h 1316375"/>
                  <a:gd name="connsiteX1" fmla="*/ 257675 w 2944854"/>
                  <a:gd name="connsiteY1" fmla="*/ 1302232 h 1316375"/>
                  <a:gd name="connsiteX2" fmla="*/ 0 w 2944854"/>
                  <a:gd name="connsiteY2" fmla="*/ 1228607 h 1316375"/>
                  <a:gd name="connsiteX3" fmla="*/ 911064 w 2944854"/>
                  <a:gd name="connsiteY3" fmla="*/ 837478 h 1316375"/>
                  <a:gd name="connsiteX4" fmla="*/ 883456 w 2944854"/>
                  <a:gd name="connsiteY4" fmla="*/ 450949 h 1316375"/>
                  <a:gd name="connsiteX5" fmla="*/ 161047 w 2944854"/>
                  <a:gd name="connsiteY5" fmla="*/ 119640 h 1316375"/>
                  <a:gd name="connsiteX6" fmla="*/ 404917 w 2944854"/>
                  <a:gd name="connsiteY6" fmla="*/ 50617 h 1316375"/>
                  <a:gd name="connsiteX7" fmla="*/ 1477028 w 2944854"/>
                  <a:gd name="connsiteY7" fmla="*/ 501566 h 1316375"/>
                  <a:gd name="connsiteX8" fmla="*/ 2572146 w 2944854"/>
                  <a:gd name="connsiteY8" fmla="*/ 0 h 1316375"/>
                  <a:gd name="connsiteX9" fmla="*/ 2875834 w 2944854"/>
                  <a:gd name="connsiteY9" fmla="*/ 96632 h 1316375"/>
                  <a:gd name="connsiteX10" fmla="*/ 2079803 w 2944854"/>
                  <a:gd name="connsiteY10" fmla="*/ 432543 h 1316375"/>
                  <a:gd name="connsiteX11" fmla="*/ 2240850 w 2944854"/>
                  <a:gd name="connsiteY11" fmla="*/ 920305 h 1316375"/>
                  <a:gd name="connsiteX12" fmla="*/ 2944854 w 2944854"/>
                  <a:gd name="connsiteY12" fmla="*/ 1228607 h 1316375"/>
                  <a:gd name="connsiteX13" fmla="*/ 2756623 w 2944854"/>
                  <a:gd name="connsiteY13" fmla="*/ 1316375 h 1316375"/>
                  <a:gd name="connsiteX14" fmla="*/ 1486231 w 2944854"/>
                  <a:gd name="connsiteY14" fmla="*/ 727041 h 1316375"/>
                  <a:gd name="connsiteX0" fmla="*/ 1486231 w 3024520"/>
                  <a:gd name="connsiteY0" fmla="*/ 727041 h 1316375"/>
                  <a:gd name="connsiteX1" fmla="*/ 257675 w 3024520"/>
                  <a:gd name="connsiteY1" fmla="*/ 1302232 h 1316375"/>
                  <a:gd name="connsiteX2" fmla="*/ 0 w 3024520"/>
                  <a:gd name="connsiteY2" fmla="*/ 1228607 h 1316375"/>
                  <a:gd name="connsiteX3" fmla="*/ 911064 w 3024520"/>
                  <a:gd name="connsiteY3" fmla="*/ 837478 h 1316375"/>
                  <a:gd name="connsiteX4" fmla="*/ 883456 w 3024520"/>
                  <a:gd name="connsiteY4" fmla="*/ 450949 h 1316375"/>
                  <a:gd name="connsiteX5" fmla="*/ 161047 w 3024520"/>
                  <a:gd name="connsiteY5" fmla="*/ 119640 h 1316375"/>
                  <a:gd name="connsiteX6" fmla="*/ 404917 w 3024520"/>
                  <a:gd name="connsiteY6" fmla="*/ 50617 h 1316375"/>
                  <a:gd name="connsiteX7" fmla="*/ 1477028 w 3024520"/>
                  <a:gd name="connsiteY7" fmla="*/ 501566 h 1316375"/>
                  <a:gd name="connsiteX8" fmla="*/ 2572146 w 3024520"/>
                  <a:gd name="connsiteY8" fmla="*/ 0 h 1316375"/>
                  <a:gd name="connsiteX9" fmla="*/ 2875834 w 3024520"/>
                  <a:gd name="connsiteY9" fmla="*/ 96632 h 1316375"/>
                  <a:gd name="connsiteX10" fmla="*/ 2079803 w 3024520"/>
                  <a:gd name="connsiteY10" fmla="*/ 432543 h 1316375"/>
                  <a:gd name="connsiteX11" fmla="*/ 2240850 w 3024520"/>
                  <a:gd name="connsiteY11" fmla="*/ 920305 h 1316375"/>
                  <a:gd name="connsiteX12" fmla="*/ 3024520 w 3024520"/>
                  <a:gd name="connsiteY12" fmla="*/ 1228607 h 1316375"/>
                  <a:gd name="connsiteX13" fmla="*/ 2756623 w 3024520"/>
                  <a:gd name="connsiteY13" fmla="*/ 1316375 h 1316375"/>
                  <a:gd name="connsiteX14" fmla="*/ 1486231 w 3024520"/>
                  <a:gd name="connsiteY14" fmla="*/ 727041 h 1316375"/>
                  <a:gd name="connsiteX0" fmla="*/ 1537780 w 3076069"/>
                  <a:gd name="connsiteY0" fmla="*/ 727041 h 1316375"/>
                  <a:gd name="connsiteX1" fmla="*/ 309224 w 3076069"/>
                  <a:gd name="connsiteY1" fmla="*/ 1302232 h 1316375"/>
                  <a:gd name="connsiteX2" fmla="*/ 0 w 3076069"/>
                  <a:gd name="connsiteY2" fmla="*/ 1228607 h 1316375"/>
                  <a:gd name="connsiteX3" fmla="*/ 962613 w 3076069"/>
                  <a:gd name="connsiteY3" fmla="*/ 837478 h 1316375"/>
                  <a:gd name="connsiteX4" fmla="*/ 935005 w 3076069"/>
                  <a:gd name="connsiteY4" fmla="*/ 450949 h 1316375"/>
                  <a:gd name="connsiteX5" fmla="*/ 212596 w 3076069"/>
                  <a:gd name="connsiteY5" fmla="*/ 119640 h 1316375"/>
                  <a:gd name="connsiteX6" fmla="*/ 456466 w 3076069"/>
                  <a:gd name="connsiteY6" fmla="*/ 50617 h 1316375"/>
                  <a:gd name="connsiteX7" fmla="*/ 1528577 w 3076069"/>
                  <a:gd name="connsiteY7" fmla="*/ 501566 h 1316375"/>
                  <a:gd name="connsiteX8" fmla="*/ 2623695 w 3076069"/>
                  <a:gd name="connsiteY8" fmla="*/ 0 h 1316375"/>
                  <a:gd name="connsiteX9" fmla="*/ 2927383 w 3076069"/>
                  <a:gd name="connsiteY9" fmla="*/ 96632 h 1316375"/>
                  <a:gd name="connsiteX10" fmla="*/ 2131352 w 3076069"/>
                  <a:gd name="connsiteY10" fmla="*/ 432543 h 1316375"/>
                  <a:gd name="connsiteX11" fmla="*/ 2292399 w 3076069"/>
                  <a:gd name="connsiteY11" fmla="*/ 920305 h 1316375"/>
                  <a:gd name="connsiteX12" fmla="*/ 3076069 w 3076069"/>
                  <a:gd name="connsiteY12" fmla="*/ 1228607 h 1316375"/>
                  <a:gd name="connsiteX13" fmla="*/ 2808172 w 3076069"/>
                  <a:gd name="connsiteY13" fmla="*/ 1316375 h 1316375"/>
                  <a:gd name="connsiteX14" fmla="*/ 1537780 w 3076069"/>
                  <a:gd name="connsiteY14" fmla="*/ 727041 h 1316375"/>
                  <a:gd name="connsiteX0" fmla="*/ 1537780 w 3076069"/>
                  <a:gd name="connsiteY0" fmla="*/ 727041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27041 h 1321259"/>
                  <a:gd name="connsiteX0" fmla="*/ 1537780 w 3076069"/>
                  <a:gd name="connsiteY0" fmla="*/ 750825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50825 h 13212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3076069" h="132125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370" name="Freeform 369"/>
              <p:cNvSpPr/>
              <p:nvPr/>
            </p:nvSpPr>
            <p:spPr bwMode="auto">
              <a:xfrm>
                <a:off x="2102655" y="1633412"/>
                <a:ext cx="662444" cy="111846"/>
              </a:xfrm>
              <a:custGeom>
                <a:avLst/>
                <a:gdLst>
                  <a:gd name="connsiteX0" fmla="*/ 0 w 3645229"/>
                  <a:gd name="connsiteY0" fmla="*/ 214441 h 923747"/>
                  <a:gd name="connsiteX1" fmla="*/ 659770 w 3645229"/>
                  <a:gd name="connsiteY1" fmla="*/ 16495 h 923747"/>
                  <a:gd name="connsiteX2" fmla="*/ 1814367 w 3645229"/>
                  <a:gd name="connsiteY2" fmla="*/ 511360 h 923747"/>
                  <a:gd name="connsiteX3" fmla="*/ 2968965 w 3645229"/>
                  <a:gd name="connsiteY3" fmla="*/ 0 h 923747"/>
                  <a:gd name="connsiteX4" fmla="*/ 3645229 w 3645229"/>
                  <a:gd name="connsiteY4" fmla="*/ 197946 h 923747"/>
                  <a:gd name="connsiteX5" fmla="*/ 3199884 w 3645229"/>
                  <a:gd name="connsiteY5" fmla="*/ 461874 h 923747"/>
                  <a:gd name="connsiteX6" fmla="*/ 2985459 w 3645229"/>
                  <a:gd name="connsiteY6" fmla="*/ 379396 h 923747"/>
                  <a:gd name="connsiteX7" fmla="*/ 1830861 w 3645229"/>
                  <a:gd name="connsiteY7" fmla="*/ 923747 h 923747"/>
                  <a:gd name="connsiteX8" fmla="*/ 676264 w 3645229"/>
                  <a:gd name="connsiteY8" fmla="*/ 412387 h 923747"/>
                  <a:gd name="connsiteX9" fmla="*/ 527816 w 3645229"/>
                  <a:gd name="connsiteY9" fmla="*/ 478369 h 923747"/>
                  <a:gd name="connsiteX10" fmla="*/ 0 w 3645229"/>
                  <a:gd name="connsiteY10" fmla="*/ 21444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71662 w 3640627"/>
                  <a:gd name="connsiteY8" fmla="*/ 412387 h 923747"/>
                  <a:gd name="connsiteX9" fmla="*/ 523214 w 3640627"/>
                  <a:gd name="connsiteY9" fmla="*/ 478369 h 923747"/>
                  <a:gd name="connsiteX10" fmla="*/ 0 w 3640627"/>
                  <a:gd name="connsiteY10" fmla="*/ 24205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71662 w 3640627"/>
                  <a:gd name="connsiteY8" fmla="*/ 412387 h 923747"/>
                  <a:gd name="connsiteX9" fmla="*/ 523214 w 3640627"/>
                  <a:gd name="connsiteY9" fmla="*/ 482971 h 923747"/>
                  <a:gd name="connsiteX10" fmla="*/ 0 w 3640627"/>
                  <a:gd name="connsiteY10" fmla="*/ 24205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90067 w 3640627"/>
                  <a:gd name="connsiteY8" fmla="*/ 412387 h 923747"/>
                  <a:gd name="connsiteX9" fmla="*/ 523214 w 3640627"/>
                  <a:gd name="connsiteY9" fmla="*/ 482971 h 923747"/>
                  <a:gd name="connsiteX10" fmla="*/ 0 w 3640627"/>
                  <a:gd name="connsiteY10" fmla="*/ 242051 h 923747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09765 w 3640627"/>
                  <a:gd name="connsiteY2" fmla="*/ 511360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2980857 w 3640627"/>
                  <a:gd name="connsiteY6" fmla="*/ 379396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55778 w 3640627"/>
                  <a:gd name="connsiteY2" fmla="*/ 534367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2980857 w 3640627"/>
                  <a:gd name="connsiteY6" fmla="*/ 379396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55778 w 3640627"/>
                  <a:gd name="connsiteY2" fmla="*/ 534367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3008465 w 3640627"/>
                  <a:gd name="connsiteY6" fmla="*/ 402404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723451"/>
                  <a:gd name="connsiteY0" fmla="*/ 242051 h 946755"/>
                  <a:gd name="connsiteX1" fmla="*/ 655168 w 3723451"/>
                  <a:gd name="connsiteY1" fmla="*/ 16495 h 946755"/>
                  <a:gd name="connsiteX2" fmla="*/ 1855778 w 3723451"/>
                  <a:gd name="connsiteY2" fmla="*/ 534367 h 946755"/>
                  <a:gd name="connsiteX3" fmla="*/ 2964363 w 3723451"/>
                  <a:gd name="connsiteY3" fmla="*/ 0 h 946755"/>
                  <a:gd name="connsiteX4" fmla="*/ 3723451 w 3723451"/>
                  <a:gd name="connsiteY4" fmla="*/ 220954 h 946755"/>
                  <a:gd name="connsiteX5" fmla="*/ 3195282 w 3723451"/>
                  <a:gd name="connsiteY5" fmla="*/ 461874 h 946755"/>
                  <a:gd name="connsiteX6" fmla="*/ 3008465 w 3723451"/>
                  <a:gd name="connsiteY6" fmla="*/ 402404 h 946755"/>
                  <a:gd name="connsiteX7" fmla="*/ 1876873 w 3723451"/>
                  <a:gd name="connsiteY7" fmla="*/ 946755 h 946755"/>
                  <a:gd name="connsiteX8" fmla="*/ 690067 w 3723451"/>
                  <a:gd name="connsiteY8" fmla="*/ 412387 h 946755"/>
                  <a:gd name="connsiteX9" fmla="*/ 523214 w 3723451"/>
                  <a:gd name="connsiteY9" fmla="*/ 482971 h 946755"/>
                  <a:gd name="connsiteX10" fmla="*/ 0 w 3723451"/>
                  <a:gd name="connsiteY10" fmla="*/ 242051 h 946755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95282 w 3723451"/>
                  <a:gd name="connsiteY5" fmla="*/ 448069 h 932950"/>
                  <a:gd name="connsiteX6" fmla="*/ 3008465 w 3723451"/>
                  <a:gd name="connsiteY6" fmla="*/ 388599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95282 w 3723451"/>
                  <a:gd name="connsiteY5" fmla="*/ 448069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86079 w 3723451"/>
                  <a:gd name="connsiteY5" fmla="*/ 461874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86079 w 3723451"/>
                  <a:gd name="connsiteY5" fmla="*/ 461874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711613 w 3723451"/>
                  <a:gd name="connsiteY8" fmla="*/ 413055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723451" h="932950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371" name="Freeform 370"/>
              <p:cNvSpPr/>
              <p:nvPr/>
            </p:nvSpPr>
            <p:spPr bwMode="auto">
              <a:xfrm>
                <a:off x="2536889" y="1728599"/>
                <a:ext cx="244057" cy="97568"/>
              </a:xfrm>
              <a:custGeom>
                <a:avLst/>
                <a:gdLst>
                  <a:gd name="connsiteX0" fmla="*/ 55216 w 1421812"/>
                  <a:gd name="connsiteY0" fmla="*/ 0 h 800665"/>
                  <a:gd name="connsiteX1" fmla="*/ 1421812 w 1421812"/>
                  <a:gd name="connsiteY1" fmla="*/ 625807 h 800665"/>
                  <a:gd name="connsiteX2" fmla="*/ 947874 w 1421812"/>
                  <a:gd name="connsiteY2" fmla="*/ 800665 h 800665"/>
                  <a:gd name="connsiteX3" fmla="*/ 50614 w 1421812"/>
                  <a:gd name="connsiteY3" fmla="*/ 404934 h 800665"/>
                  <a:gd name="connsiteX4" fmla="*/ 0 w 1421812"/>
                  <a:gd name="connsiteY4" fmla="*/ 404934 h 800665"/>
                  <a:gd name="connsiteX5" fmla="*/ 55216 w 1421812"/>
                  <a:gd name="connsiteY5" fmla="*/ 0 h 800665"/>
                  <a:gd name="connsiteX0" fmla="*/ 4602 w 1371198"/>
                  <a:gd name="connsiteY0" fmla="*/ 0 h 800665"/>
                  <a:gd name="connsiteX1" fmla="*/ 1371198 w 1371198"/>
                  <a:gd name="connsiteY1" fmla="*/ 625807 h 800665"/>
                  <a:gd name="connsiteX2" fmla="*/ 897260 w 1371198"/>
                  <a:gd name="connsiteY2" fmla="*/ 800665 h 800665"/>
                  <a:gd name="connsiteX3" fmla="*/ 0 w 1371198"/>
                  <a:gd name="connsiteY3" fmla="*/ 404934 h 800665"/>
                  <a:gd name="connsiteX4" fmla="*/ 4602 w 1371198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9868"/>
                  <a:gd name="connsiteX1" fmla="*/ 1366596 w 1366596"/>
                  <a:gd name="connsiteY1" fmla="*/ 625807 h 809868"/>
                  <a:gd name="connsiteX2" fmla="*/ 865050 w 1366596"/>
                  <a:gd name="connsiteY2" fmla="*/ 809868 h 809868"/>
                  <a:gd name="connsiteX3" fmla="*/ 4601 w 1366596"/>
                  <a:gd name="connsiteY3" fmla="*/ 427942 h 809868"/>
                  <a:gd name="connsiteX4" fmla="*/ 0 w 1366596"/>
                  <a:gd name="connsiteY4" fmla="*/ 0 h 8098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6596" h="809868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372" name="Freeform 371"/>
              <p:cNvSpPr/>
              <p:nvPr/>
            </p:nvSpPr>
            <p:spPr bwMode="auto">
              <a:xfrm>
                <a:off x="2089977" y="1730980"/>
                <a:ext cx="240888" cy="95187"/>
              </a:xfrm>
              <a:custGeom>
                <a:avLst/>
                <a:gdLst>
                  <a:gd name="connsiteX0" fmla="*/ 1329786 w 1348191"/>
                  <a:gd name="connsiteY0" fmla="*/ 0 h 809869"/>
                  <a:gd name="connsiteX1" fmla="*/ 1348191 w 1348191"/>
                  <a:gd name="connsiteY1" fmla="*/ 400333 h 809869"/>
                  <a:gd name="connsiteX2" fmla="*/ 487742 w 1348191"/>
                  <a:gd name="connsiteY2" fmla="*/ 809869 h 809869"/>
                  <a:gd name="connsiteX3" fmla="*/ 0 w 1348191"/>
                  <a:gd name="connsiteY3" fmla="*/ 630409 h 809869"/>
                  <a:gd name="connsiteX4" fmla="*/ 1329786 w 1348191"/>
                  <a:gd name="connsiteY4" fmla="*/ 0 h 809869"/>
                  <a:gd name="connsiteX0" fmla="*/ 1329786 w 1348191"/>
                  <a:gd name="connsiteY0" fmla="*/ 0 h 791462"/>
                  <a:gd name="connsiteX1" fmla="*/ 1348191 w 1348191"/>
                  <a:gd name="connsiteY1" fmla="*/ 381926 h 791462"/>
                  <a:gd name="connsiteX2" fmla="*/ 487742 w 1348191"/>
                  <a:gd name="connsiteY2" fmla="*/ 791462 h 791462"/>
                  <a:gd name="connsiteX3" fmla="*/ 0 w 1348191"/>
                  <a:gd name="connsiteY3" fmla="*/ 612002 h 791462"/>
                  <a:gd name="connsiteX4" fmla="*/ 1329786 w 1348191"/>
                  <a:gd name="connsiteY4" fmla="*/ 0 h 7914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48191" h="791462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cxnSp>
            <p:nvCxnSpPr>
              <p:cNvPr id="373" name="Straight Connector 372"/>
              <p:cNvCxnSpPr>
                <a:endCxn id="368" idx="2"/>
              </p:cNvCxnSpPr>
              <p:nvPr/>
            </p:nvCxnSpPr>
            <p:spPr bwMode="auto">
              <a:xfrm flipH="1" flipV="1">
                <a:off x="1871277" y="1735739"/>
                <a:ext cx="3169" cy="123743"/>
              </a:xfrm>
              <a:prstGeom prst="line">
                <a:avLst/>
              </a:prstGeom>
              <a:ln w="6350" cmpd="sng">
                <a:solidFill>
                  <a:schemeClr val="tx1"/>
                </a:solidFill>
              </a:ln>
              <a:effectLst>
                <a:outerShdw blurRad="40005" dist="19939" dir="5400000" algn="tl" rotWithShape="0">
                  <a:srgbClr val="000000">
                    <a:alpha val="38000"/>
                  </a:srgbClr>
                </a:outerShdw>
              </a:effectLst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4" name="Straight Connector 373"/>
              <p:cNvCxnSpPr/>
              <p:nvPr/>
            </p:nvCxnSpPr>
            <p:spPr bwMode="auto">
              <a:xfrm flipH="1" flipV="1">
                <a:off x="2996477" y="1733359"/>
                <a:ext cx="3171" cy="123743"/>
              </a:xfrm>
              <a:prstGeom prst="line">
                <a:avLst/>
              </a:prstGeom>
              <a:ln w="6350" cmpd="sng">
                <a:solidFill>
                  <a:schemeClr val="tx1"/>
                </a:solidFill>
              </a:ln>
              <a:effectLst>
                <a:outerShdw blurRad="40005" dist="19939" dir="5400000" algn="tl" rotWithShape="0">
                  <a:srgbClr val="000000">
                    <a:alpha val="38000"/>
                  </a:srgbClr>
                </a:outerShdw>
              </a:effectLst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63" name="Group 362"/>
            <p:cNvGrpSpPr/>
            <p:nvPr/>
          </p:nvGrpSpPr>
          <p:grpSpPr>
            <a:xfrm>
              <a:off x="1828502" y="2944584"/>
              <a:ext cx="374531" cy="289269"/>
              <a:chOff x="725185" y="1779875"/>
              <a:chExt cx="374531" cy="289269"/>
            </a:xfrm>
          </p:grpSpPr>
          <p:sp>
            <p:nvSpPr>
              <p:cNvPr id="364" name="Oval 363"/>
              <p:cNvSpPr/>
              <p:nvPr/>
            </p:nvSpPr>
            <p:spPr bwMode="auto">
              <a:xfrm>
                <a:off x="741398" y="1850752"/>
                <a:ext cx="356365" cy="168450"/>
              </a:xfrm>
              <a:prstGeom prst="ellipse">
                <a:avLst/>
              </a:prstGeom>
              <a:solidFill>
                <a:schemeClr val="bg1">
                  <a:alpha val="76000"/>
                </a:scheme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65" name="TextBox 364"/>
              <p:cNvSpPr txBox="1"/>
              <p:nvPr/>
            </p:nvSpPr>
            <p:spPr>
              <a:xfrm>
                <a:off x="725185" y="1779875"/>
                <a:ext cx="374531" cy="28926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/>
                  <a:t>s4</a:t>
                </a:r>
              </a:p>
            </p:txBody>
          </p:sp>
        </p:grpSp>
      </p:grpSp>
      <p:cxnSp>
        <p:nvCxnSpPr>
          <p:cNvPr id="240" name="Straight Arrow Connector 239"/>
          <p:cNvCxnSpPr/>
          <p:nvPr/>
        </p:nvCxnSpPr>
        <p:spPr bwMode="auto">
          <a:xfrm>
            <a:off x="2475946" y="4898482"/>
            <a:ext cx="906274" cy="769733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/>
            <a:tailEnd type="triangle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77" name="Title 1"/>
          <p:cNvSpPr txBox="1">
            <a:spLocks/>
          </p:cNvSpPr>
          <p:nvPr/>
        </p:nvSpPr>
        <p:spPr>
          <a:xfrm>
            <a:off x="354145" y="177332"/>
            <a:ext cx="8642801" cy="114300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+mj-lt"/>
                <a:ea typeface="ＭＳ Ｐゴシック" charset="0"/>
                <a:cs typeface="ＭＳ Ｐゴシック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  <a:ea typeface="ＭＳ Ｐゴシック" charset="0"/>
                <a:cs typeface="ＭＳ Ｐゴシック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  <a:ea typeface="ＭＳ Ｐゴシック" charset="0"/>
                <a:cs typeface="ＭＳ Ｐゴシック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  <a:ea typeface="ＭＳ Ｐゴシック" charset="0"/>
                <a:cs typeface="ＭＳ Ｐゴシック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  <a:ea typeface="ＭＳ Ｐゴシック" charset="0"/>
                <a:cs typeface="ＭＳ Ｐゴシック" charset="0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</a:defRPr>
            </a:lvl9pPr>
          </a:lstStyle>
          <a:p>
            <a:r>
              <a:rPr lang="en-US" sz="3600" dirty="0"/>
              <a:t>SDN: control/data plane interaction example</a:t>
            </a:r>
          </a:p>
        </p:txBody>
      </p:sp>
      <p:grpSp>
        <p:nvGrpSpPr>
          <p:cNvPr id="22" name="Group 21"/>
          <p:cNvGrpSpPr/>
          <p:nvPr/>
        </p:nvGrpSpPr>
        <p:grpSpPr>
          <a:xfrm>
            <a:off x="5313965" y="1234279"/>
            <a:ext cx="3388878" cy="858751"/>
            <a:chOff x="5313965" y="1301119"/>
            <a:chExt cx="3388878" cy="858751"/>
          </a:xfrm>
        </p:grpSpPr>
        <p:sp>
          <p:nvSpPr>
            <p:cNvPr id="9" name="TextBox 8"/>
            <p:cNvSpPr txBox="1"/>
            <p:nvPr/>
          </p:nvSpPr>
          <p:spPr>
            <a:xfrm>
              <a:off x="5654651" y="1315023"/>
              <a:ext cx="3048192" cy="84484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dirty="0">
                  <a:solidFill>
                    <a:srgbClr val="000000"/>
                  </a:solidFill>
                  <a:latin typeface="+mn-lt"/>
                </a:rPr>
                <a:t>S1, experiencing link failure using OpenFlow port status message to notify controller</a:t>
              </a:r>
            </a:p>
          </p:txBody>
        </p:sp>
        <p:grpSp>
          <p:nvGrpSpPr>
            <p:cNvPr id="378" name="Group 377"/>
            <p:cNvGrpSpPr/>
            <p:nvPr/>
          </p:nvGrpSpPr>
          <p:grpSpPr>
            <a:xfrm>
              <a:off x="5313965" y="1301119"/>
              <a:ext cx="338263" cy="369332"/>
              <a:chOff x="418816" y="1964112"/>
              <a:chExt cx="313044" cy="369332"/>
            </a:xfrm>
          </p:grpSpPr>
          <p:sp>
            <p:nvSpPr>
              <p:cNvPr id="379" name="Oval 378"/>
              <p:cNvSpPr/>
              <p:nvPr/>
            </p:nvSpPr>
            <p:spPr>
              <a:xfrm>
                <a:off x="448041" y="2026177"/>
                <a:ext cx="251755" cy="263122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txBody>
              <a:bodyPr vert="horz" wrap="non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/>
                  <a:cs typeface="Arial"/>
                </a:endParaRPr>
              </a:p>
            </p:txBody>
          </p:sp>
          <p:sp>
            <p:nvSpPr>
              <p:cNvPr id="381" name="TextBox 380"/>
              <p:cNvSpPr txBox="1"/>
              <p:nvPr/>
            </p:nvSpPr>
            <p:spPr>
              <a:xfrm>
                <a:off x="418816" y="1964112"/>
                <a:ext cx="31304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Arial"/>
                    <a:cs typeface="Arial"/>
                  </a:rPr>
                  <a:t>1</a:t>
                </a:r>
              </a:p>
            </p:txBody>
          </p:sp>
        </p:grpSp>
      </p:grpSp>
      <p:grpSp>
        <p:nvGrpSpPr>
          <p:cNvPr id="382" name="Group 381"/>
          <p:cNvGrpSpPr/>
          <p:nvPr/>
        </p:nvGrpSpPr>
        <p:grpSpPr>
          <a:xfrm>
            <a:off x="5359418" y="2228890"/>
            <a:ext cx="3388878" cy="858751"/>
            <a:chOff x="5313965" y="1301119"/>
            <a:chExt cx="3388878" cy="858751"/>
          </a:xfrm>
        </p:grpSpPr>
        <p:sp>
          <p:nvSpPr>
            <p:cNvPr id="383" name="TextBox 382"/>
            <p:cNvSpPr txBox="1"/>
            <p:nvPr/>
          </p:nvSpPr>
          <p:spPr>
            <a:xfrm>
              <a:off x="5654651" y="1315023"/>
              <a:ext cx="3048192" cy="84484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dirty="0">
                  <a:solidFill>
                    <a:srgbClr val="000000"/>
                  </a:solidFill>
                  <a:latin typeface="+mn-lt"/>
                </a:rPr>
                <a:t>SDN controller receives OpenFlow message, updates link status info</a:t>
              </a:r>
            </a:p>
          </p:txBody>
        </p:sp>
        <p:grpSp>
          <p:nvGrpSpPr>
            <p:cNvPr id="384" name="Group 383"/>
            <p:cNvGrpSpPr/>
            <p:nvPr/>
          </p:nvGrpSpPr>
          <p:grpSpPr>
            <a:xfrm>
              <a:off x="5313965" y="1301119"/>
              <a:ext cx="313044" cy="369332"/>
              <a:chOff x="418816" y="1964112"/>
              <a:chExt cx="289705" cy="369332"/>
            </a:xfrm>
          </p:grpSpPr>
          <p:sp>
            <p:nvSpPr>
              <p:cNvPr id="385" name="Oval 384"/>
              <p:cNvSpPr/>
              <p:nvPr/>
            </p:nvSpPr>
            <p:spPr>
              <a:xfrm>
                <a:off x="448041" y="2026177"/>
                <a:ext cx="251755" cy="263122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txBody>
              <a:bodyPr vert="horz" wrap="non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/>
                  <a:cs typeface="Arial"/>
                </a:endParaRPr>
              </a:p>
            </p:txBody>
          </p:sp>
          <p:sp>
            <p:nvSpPr>
              <p:cNvPr id="387" name="TextBox 386"/>
              <p:cNvSpPr txBox="1"/>
              <p:nvPr/>
            </p:nvSpPr>
            <p:spPr>
              <a:xfrm>
                <a:off x="418816" y="1964112"/>
                <a:ext cx="2897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Arial"/>
                    <a:cs typeface="Arial"/>
                  </a:rPr>
                  <a:t>2</a:t>
                </a:r>
              </a:p>
            </p:txBody>
          </p:sp>
        </p:grpSp>
      </p:grpSp>
      <p:grpSp>
        <p:nvGrpSpPr>
          <p:cNvPr id="388" name="Group 387"/>
          <p:cNvGrpSpPr/>
          <p:nvPr/>
        </p:nvGrpSpPr>
        <p:grpSpPr>
          <a:xfrm>
            <a:off x="5364768" y="3156658"/>
            <a:ext cx="3388878" cy="1357349"/>
            <a:chOff x="5313965" y="1301119"/>
            <a:chExt cx="3388878" cy="1357349"/>
          </a:xfrm>
        </p:grpSpPr>
        <p:sp>
          <p:nvSpPr>
            <p:cNvPr id="389" name="TextBox 388"/>
            <p:cNvSpPr txBox="1"/>
            <p:nvPr/>
          </p:nvSpPr>
          <p:spPr>
            <a:xfrm>
              <a:off x="5654651" y="1315023"/>
              <a:ext cx="3048192" cy="13434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dirty="0">
                  <a:solidFill>
                    <a:srgbClr val="000000"/>
                  </a:solidFill>
                  <a:latin typeface="+mn-lt"/>
                </a:rPr>
                <a:t>Dijkstra’s routing algorithm application has previously registered to be called when ever link status changes.  It is called.</a:t>
              </a:r>
            </a:p>
          </p:txBody>
        </p:sp>
        <p:grpSp>
          <p:nvGrpSpPr>
            <p:cNvPr id="390" name="Group 389"/>
            <p:cNvGrpSpPr/>
            <p:nvPr/>
          </p:nvGrpSpPr>
          <p:grpSpPr>
            <a:xfrm>
              <a:off x="5313965" y="1301119"/>
              <a:ext cx="313044" cy="369332"/>
              <a:chOff x="418816" y="1964112"/>
              <a:chExt cx="289705" cy="369332"/>
            </a:xfrm>
          </p:grpSpPr>
          <p:sp>
            <p:nvSpPr>
              <p:cNvPr id="391" name="Oval 390"/>
              <p:cNvSpPr/>
              <p:nvPr/>
            </p:nvSpPr>
            <p:spPr>
              <a:xfrm>
                <a:off x="448041" y="2026177"/>
                <a:ext cx="251755" cy="263122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txBody>
              <a:bodyPr vert="horz" wrap="non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/>
                  <a:cs typeface="Arial"/>
                </a:endParaRPr>
              </a:p>
            </p:txBody>
          </p:sp>
          <p:sp>
            <p:nvSpPr>
              <p:cNvPr id="392" name="TextBox 391"/>
              <p:cNvSpPr txBox="1"/>
              <p:nvPr/>
            </p:nvSpPr>
            <p:spPr>
              <a:xfrm>
                <a:off x="418816" y="1964112"/>
                <a:ext cx="2897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Arial"/>
                    <a:cs typeface="Arial"/>
                  </a:rPr>
                  <a:t>3</a:t>
                </a:r>
              </a:p>
            </p:txBody>
          </p:sp>
        </p:grpSp>
      </p:grpSp>
      <p:grpSp>
        <p:nvGrpSpPr>
          <p:cNvPr id="393" name="Group 392"/>
          <p:cNvGrpSpPr/>
          <p:nvPr/>
        </p:nvGrpSpPr>
        <p:grpSpPr>
          <a:xfrm>
            <a:off x="5356749" y="4538949"/>
            <a:ext cx="3388878" cy="1108050"/>
            <a:chOff x="5313965" y="1301119"/>
            <a:chExt cx="3388878" cy="1108050"/>
          </a:xfrm>
        </p:grpSpPr>
        <p:sp>
          <p:nvSpPr>
            <p:cNvPr id="394" name="TextBox 393"/>
            <p:cNvSpPr txBox="1"/>
            <p:nvPr/>
          </p:nvSpPr>
          <p:spPr>
            <a:xfrm>
              <a:off x="5654651" y="1315023"/>
              <a:ext cx="3048192" cy="109414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dirty="0">
                  <a:solidFill>
                    <a:srgbClr val="000000"/>
                  </a:solidFill>
                  <a:latin typeface="+mn-lt"/>
                </a:rPr>
                <a:t>Dijkstra’s routing algorithm access network graph info, link state info in controller,  computes new routes</a:t>
              </a:r>
            </a:p>
          </p:txBody>
        </p:sp>
        <p:grpSp>
          <p:nvGrpSpPr>
            <p:cNvPr id="395" name="Group 394"/>
            <p:cNvGrpSpPr/>
            <p:nvPr/>
          </p:nvGrpSpPr>
          <p:grpSpPr>
            <a:xfrm>
              <a:off x="5313965" y="1301119"/>
              <a:ext cx="313044" cy="369332"/>
              <a:chOff x="418816" y="1964112"/>
              <a:chExt cx="289705" cy="369332"/>
            </a:xfrm>
          </p:grpSpPr>
          <p:sp>
            <p:nvSpPr>
              <p:cNvPr id="396" name="Oval 395"/>
              <p:cNvSpPr/>
              <p:nvPr/>
            </p:nvSpPr>
            <p:spPr>
              <a:xfrm>
                <a:off x="448041" y="2026177"/>
                <a:ext cx="251755" cy="263122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txBody>
              <a:bodyPr vert="horz" wrap="non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/>
                  <a:cs typeface="Arial"/>
                </a:endParaRPr>
              </a:p>
            </p:txBody>
          </p:sp>
          <p:sp>
            <p:nvSpPr>
              <p:cNvPr id="397" name="TextBox 396"/>
              <p:cNvSpPr txBox="1"/>
              <p:nvPr/>
            </p:nvSpPr>
            <p:spPr>
              <a:xfrm>
                <a:off x="418816" y="1964112"/>
                <a:ext cx="2897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Arial"/>
                    <a:cs typeface="Arial"/>
                  </a:rPr>
                  <a:t>4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8700783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Rounded Rectangle 374"/>
          <p:cNvSpPr/>
          <p:nvPr/>
        </p:nvSpPr>
        <p:spPr>
          <a:xfrm>
            <a:off x="441168" y="2793983"/>
            <a:ext cx="4211052" cy="1062452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 w="12700">
            <a:noFill/>
            <a:tailEnd type="arrow"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80" name="Rounded Rectangle 379"/>
          <p:cNvSpPr/>
          <p:nvPr/>
        </p:nvSpPr>
        <p:spPr>
          <a:xfrm>
            <a:off x="467904" y="3990524"/>
            <a:ext cx="4184316" cy="545543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 w="12700">
            <a:noFill/>
            <a:tailEnd type="arrow"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386" name="Straight Connector 385"/>
          <p:cNvCxnSpPr/>
          <p:nvPr/>
        </p:nvCxnSpPr>
        <p:spPr bwMode="auto">
          <a:xfrm>
            <a:off x="508006" y="4638847"/>
            <a:ext cx="4104106" cy="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401" name="Group 400"/>
          <p:cNvGrpSpPr/>
          <p:nvPr/>
        </p:nvGrpSpPr>
        <p:grpSpPr>
          <a:xfrm>
            <a:off x="590136" y="3368823"/>
            <a:ext cx="1244650" cy="411995"/>
            <a:chOff x="3128876" y="457817"/>
            <a:chExt cx="1432326" cy="459826"/>
          </a:xfrm>
        </p:grpSpPr>
        <p:sp>
          <p:nvSpPr>
            <p:cNvPr id="402" name="Rounded Rectangle 401"/>
            <p:cNvSpPr/>
            <p:nvPr/>
          </p:nvSpPr>
          <p:spPr>
            <a:xfrm>
              <a:off x="3128876" y="457817"/>
              <a:ext cx="1432326" cy="459826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>
              <a:solidFill>
                <a:schemeClr val="accent1">
                  <a:lumMod val="20000"/>
                  <a:lumOff val="80000"/>
                </a:schemeClr>
              </a:solidFill>
            </a:ln>
            <a:effectLst>
              <a:outerShdw blurRad="50800" dist="38100" dir="2700000" algn="tl" rotWithShape="0">
                <a:schemeClr val="accent1">
                  <a:lumMod val="75000"/>
                  <a:alpha val="99000"/>
                </a:schemeClr>
              </a:outerShdw>
            </a:effectLst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403" name="TextBox 402"/>
            <p:cNvSpPr txBox="1"/>
            <p:nvPr/>
          </p:nvSpPr>
          <p:spPr>
            <a:xfrm>
              <a:off x="3178769" y="541671"/>
              <a:ext cx="1302385" cy="2992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ts val="1600"/>
                </a:lnSpc>
              </a:pPr>
              <a:r>
                <a:rPr lang="en-US" sz="1400" dirty="0">
                  <a:latin typeface="Arial"/>
                  <a:cs typeface="Arial"/>
                </a:rPr>
                <a:t>Link-state info</a:t>
              </a:r>
            </a:p>
          </p:txBody>
        </p:sp>
      </p:grpSp>
      <p:grpSp>
        <p:nvGrpSpPr>
          <p:cNvPr id="404" name="Group 403"/>
          <p:cNvGrpSpPr/>
          <p:nvPr/>
        </p:nvGrpSpPr>
        <p:grpSpPr>
          <a:xfrm>
            <a:off x="3459852" y="3382192"/>
            <a:ext cx="1165638" cy="398626"/>
            <a:chOff x="3034354" y="534843"/>
            <a:chExt cx="1525489" cy="382800"/>
          </a:xfrm>
        </p:grpSpPr>
        <p:sp>
          <p:nvSpPr>
            <p:cNvPr id="405" name="Rounded Rectangle 404"/>
            <p:cNvSpPr/>
            <p:nvPr/>
          </p:nvSpPr>
          <p:spPr>
            <a:xfrm>
              <a:off x="3128876" y="534843"/>
              <a:ext cx="1325987" cy="382800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>
              <a:solidFill>
                <a:schemeClr val="accent1">
                  <a:lumMod val="20000"/>
                  <a:lumOff val="80000"/>
                </a:schemeClr>
              </a:solidFill>
            </a:ln>
            <a:effectLst>
              <a:outerShdw blurRad="50800" dist="38100" dir="2700000" algn="tl" rotWithShape="0">
                <a:schemeClr val="accent1">
                  <a:lumMod val="75000"/>
                  <a:alpha val="99000"/>
                </a:schemeClr>
              </a:outerShdw>
            </a:effectLst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406" name="TextBox 405"/>
            <p:cNvSpPr txBox="1"/>
            <p:nvPr/>
          </p:nvSpPr>
          <p:spPr>
            <a:xfrm>
              <a:off x="3034354" y="593020"/>
              <a:ext cx="1525489" cy="2992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ts val="1600"/>
                </a:lnSpc>
              </a:pPr>
              <a:r>
                <a:rPr lang="en-US" sz="1400" dirty="0">
                  <a:latin typeface="Arial"/>
                  <a:cs typeface="Arial"/>
                </a:rPr>
                <a:t>switch info</a:t>
              </a:r>
            </a:p>
          </p:txBody>
        </p:sp>
      </p:grpSp>
      <p:grpSp>
        <p:nvGrpSpPr>
          <p:cNvPr id="407" name="Group 406"/>
          <p:cNvGrpSpPr/>
          <p:nvPr/>
        </p:nvGrpSpPr>
        <p:grpSpPr>
          <a:xfrm>
            <a:off x="1982268" y="3368823"/>
            <a:ext cx="960359" cy="411995"/>
            <a:chOff x="3128876" y="457817"/>
            <a:chExt cx="1432326" cy="459826"/>
          </a:xfrm>
        </p:grpSpPr>
        <p:sp>
          <p:nvSpPr>
            <p:cNvPr id="408" name="Rounded Rectangle 407"/>
            <p:cNvSpPr/>
            <p:nvPr/>
          </p:nvSpPr>
          <p:spPr>
            <a:xfrm>
              <a:off x="3128876" y="457817"/>
              <a:ext cx="1432326" cy="459826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>
              <a:solidFill>
                <a:schemeClr val="accent1">
                  <a:lumMod val="20000"/>
                  <a:lumOff val="80000"/>
                </a:schemeClr>
              </a:solidFill>
            </a:ln>
            <a:effectLst>
              <a:outerShdw blurRad="50800" dist="38100" dir="2700000" algn="tl" rotWithShape="0">
                <a:schemeClr val="accent1">
                  <a:lumMod val="75000"/>
                  <a:alpha val="99000"/>
                </a:schemeClr>
              </a:outerShdw>
            </a:effectLst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409" name="TextBox 408"/>
            <p:cNvSpPr txBox="1"/>
            <p:nvPr/>
          </p:nvSpPr>
          <p:spPr>
            <a:xfrm>
              <a:off x="3205754" y="541671"/>
              <a:ext cx="1287660" cy="2992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ts val="1600"/>
                </a:lnSpc>
              </a:pPr>
              <a:r>
                <a:rPr lang="en-US" sz="1400" dirty="0">
                  <a:latin typeface="Arial"/>
                  <a:cs typeface="Arial"/>
                </a:rPr>
                <a:t>host info</a:t>
              </a:r>
            </a:p>
          </p:txBody>
        </p:sp>
      </p:grpSp>
      <p:grpSp>
        <p:nvGrpSpPr>
          <p:cNvPr id="410" name="Group 409"/>
          <p:cNvGrpSpPr/>
          <p:nvPr/>
        </p:nvGrpSpPr>
        <p:grpSpPr>
          <a:xfrm>
            <a:off x="521932" y="2874191"/>
            <a:ext cx="889706" cy="382826"/>
            <a:chOff x="3128876" y="457817"/>
            <a:chExt cx="1432326" cy="459826"/>
          </a:xfrm>
        </p:grpSpPr>
        <p:sp>
          <p:nvSpPr>
            <p:cNvPr id="411" name="Rounded Rectangle 410"/>
            <p:cNvSpPr/>
            <p:nvPr/>
          </p:nvSpPr>
          <p:spPr>
            <a:xfrm>
              <a:off x="3128876" y="457817"/>
              <a:ext cx="1432326" cy="459826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>
              <a:solidFill>
                <a:schemeClr val="accent1">
                  <a:lumMod val="20000"/>
                  <a:lumOff val="80000"/>
                </a:schemeClr>
              </a:solidFill>
            </a:ln>
            <a:effectLst>
              <a:outerShdw blurRad="50800" dist="38100" dir="2700000" algn="tl" rotWithShape="0">
                <a:schemeClr val="accent1">
                  <a:lumMod val="75000"/>
                  <a:alpha val="99000"/>
                </a:schemeClr>
              </a:outerShdw>
            </a:effectLst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412" name="TextBox 411"/>
            <p:cNvSpPr txBox="1"/>
            <p:nvPr/>
          </p:nvSpPr>
          <p:spPr>
            <a:xfrm>
              <a:off x="3198565" y="509557"/>
              <a:ext cx="1302043" cy="2992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ts val="1600"/>
                </a:lnSpc>
              </a:pPr>
              <a:r>
                <a:rPr lang="en-US" sz="1400" dirty="0">
                  <a:latin typeface="Arial"/>
                  <a:cs typeface="Arial"/>
                </a:rPr>
                <a:t>statistics</a:t>
              </a:r>
            </a:p>
          </p:txBody>
        </p:sp>
      </p:grpSp>
      <p:grpSp>
        <p:nvGrpSpPr>
          <p:cNvPr id="413" name="Group 412"/>
          <p:cNvGrpSpPr/>
          <p:nvPr/>
        </p:nvGrpSpPr>
        <p:grpSpPr>
          <a:xfrm>
            <a:off x="3249716" y="2860821"/>
            <a:ext cx="1032905" cy="404965"/>
            <a:chOff x="3099264" y="457817"/>
            <a:chExt cx="1540525" cy="459826"/>
          </a:xfrm>
        </p:grpSpPr>
        <p:sp>
          <p:nvSpPr>
            <p:cNvPr id="414" name="Rounded Rectangle 413"/>
            <p:cNvSpPr/>
            <p:nvPr/>
          </p:nvSpPr>
          <p:spPr>
            <a:xfrm>
              <a:off x="3128876" y="457817"/>
              <a:ext cx="1432326" cy="459826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>
              <a:solidFill>
                <a:schemeClr val="accent1">
                  <a:lumMod val="20000"/>
                  <a:lumOff val="80000"/>
                </a:schemeClr>
              </a:solidFill>
            </a:ln>
            <a:effectLst>
              <a:outerShdw blurRad="50800" dist="38100" dir="2700000" algn="tl" rotWithShape="0">
                <a:schemeClr val="accent1">
                  <a:lumMod val="75000"/>
                  <a:alpha val="99000"/>
                </a:schemeClr>
              </a:outerShdw>
            </a:effectLst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415" name="TextBox 414"/>
            <p:cNvSpPr txBox="1"/>
            <p:nvPr/>
          </p:nvSpPr>
          <p:spPr>
            <a:xfrm>
              <a:off x="3099264" y="526493"/>
              <a:ext cx="1540525" cy="2992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ts val="1600"/>
                </a:lnSpc>
              </a:pPr>
              <a:r>
                <a:rPr lang="en-US" sz="1400" dirty="0">
                  <a:latin typeface="Arial"/>
                  <a:cs typeface="Arial"/>
                </a:rPr>
                <a:t>flow tables</a:t>
              </a:r>
            </a:p>
          </p:txBody>
        </p:sp>
      </p:grpSp>
      <p:sp>
        <p:nvSpPr>
          <p:cNvPr id="416" name="TextBox 415"/>
          <p:cNvSpPr txBox="1"/>
          <p:nvPr/>
        </p:nvSpPr>
        <p:spPr>
          <a:xfrm>
            <a:off x="2458723" y="2496236"/>
            <a:ext cx="57023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…  </a:t>
            </a:r>
          </a:p>
        </p:txBody>
      </p:sp>
      <p:sp>
        <p:nvSpPr>
          <p:cNvPr id="417" name="TextBox 416"/>
          <p:cNvSpPr txBox="1"/>
          <p:nvPr/>
        </p:nvSpPr>
        <p:spPr>
          <a:xfrm>
            <a:off x="3005244" y="3133033"/>
            <a:ext cx="595035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…  </a:t>
            </a:r>
          </a:p>
        </p:txBody>
      </p:sp>
      <p:grpSp>
        <p:nvGrpSpPr>
          <p:cNvPr id="418" name="Group 417"/>
          <p:cNvGrpSpPr/>
          <p:nvPr/>
        </p:nvGrpSpPr>
        <p:grpSpPr>
          <a:xfrm>
            <a:off x="1076595" y="4121691"/>
            <a:ext cx="1257452" cy="286824"/>
            <a:chOff x="3128876" y="457775"/>
            <a:chExt cx="1432326" cy="459868"/>
          </a:xfrm>
        </p:grpSpPr>
        <p:sp>
          <p:nvSpPr>
            <p:cNvPr id="419" name="Rounded Rectangle 418"/>
            <p:cNvSpPr/>
            <p:nvPr/>
          </p:nvSpPr>
          <p:spPr>
            <a:xfrm>
              <a:off x="3128876" y="457817"/>
              <a:ext cx="1432326" cy="459826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>
              <a:solidFill>
                <a:schemeClr val="accent1">
                  <a:lumMod val="20000"/>
                  <a:lumOff val="80000"/>
                </a:schemeClr>
              </a:solidFill>
            </a:ln>
            <a:effectLst>
              <a:outerShdw blurRad="50800" dist="38100" dir="2700000" algn="tl" rotWithShape="0">
                <a:schemeClr val="accent1">
                  <a:lumMod val="75000"/>
                  <a:alpha val="99000"/>
                </a:schemeClr>
              </a:outerShdw>
            </a:effectLst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420" name="TextBox 419"/>
            <p:cNvSpPr txBox="1"/>
            <p:nvPr/>
          </p:nvSpPr>
          <p:spPr>
            <a:xfrm>
              <a:off x="3278378" y="457775"/>
              <a:ext cx="1142401" cy="2992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ts val="1600"/>
                </a:lnSpc>
              </a:pPr>
              <a:r>
                <a:rPr lang="en-US" sz="1400" dirty="0">
                  <a:latin typeface="Arial"/>
                  <a:cs typeface="Arial"/>
                </a:rPr>
                <a:t>OpenFlow</a:t>
              </a:r>
            </a:p>
          </p:txBody>
        </p:sp>
      </p:grpSp>
      <p:grpSp>
        <p:nvGrpSpPr>
          <p:cNvPr id="421" name="Group 420"/>
          <p:cNvGrpSpPr/>
          <p:nvPr/>
        </p:nvGrpSpPr>
        <p:grpSpPr>
          <a:xfrm>
            <a:off x="2945827" y="4126474"/>
            <a:ext cx="1244650" cy="307410"/>
            <a:chOff x="3128876" y="457817"/>
            <a:chExt cx="1432326" cy="459826"/>
          </a:xfrm>
        </p:grpSpPr>
        <p:sp>
          <p:nvSpPr>
            <p:cNvPr id="422" name="Rounded Rectangle 421"/>
            <p:cNvSpPr/>
            <p:nvPr/>
          </p:nvSpPr>
          <p:spPr>
            <a:xfrm>
              <a:off x="3128876" y="457817"/>
              <a:ext cx="1432326" cy="459826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>
              <a:solidFill>
                <a:schemeClr val="accent1">
                  <a:lumMod val="20000"/>
                  <a:lumOff val="80000"/>
                </a:schemeClr>
              </a:solidFill>
            </a:ln>
            <a:effectLst>
              <a:outerShdw blurRad="50800" dist="38100" dir="2700000" algn="tl" rotWithShape="0">
                <a:schemeClr val="accent1">
                  <a:lumMod val="75000"/>
                  <a:alpha val="99000"/>
                </a:schemeClr>
              </a:outerShdw>
            </a:effectLst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423" name="TextBox 422"/>
            <p:cNvSpPr txBox="1"/>
            <p:nvPr/>
          </p:nvSpPr>
          <p:spPr>
            <a:xfrm>
              <a:off x="3446730" y="484746"/>
              <a:ext cx="805702" cy="2992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ts val="1600"/>
                </a:lnSpc>
              </a:pPr>
              <a:r>
                <a:rPr lang="en-US" sz="1400" dirty="0">
                  <a:latin typeface="Arial"/>
                  <a:cs typeface="Arial"/>
                </a:rPr>
                <a:t>SNMP</a:t>
              </a:r>
            </a:p>
          </p:txBody>
        </p:sp>
      </p:grpSp>
      <p:sp>
        <p:nvSpPr>
          <p:cNvPr id="424" name="TextBox 423"/>
          <p:cNvSpPr txBox="1"/>
          <p:nvPr/>
        </p:nvSpPr>
        <p:spPr>
          <a:xfrm>
            <a:off x="2328584" y="3796493"/>
            <a:ext cx="595035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…  </a:t>
            </a:r>
          </a:p>
        </p:txBody>
      </p:sp>
      <p:sp>
        <p:nvSpPr>
          <p:cNvPr id="146" name="Rounded Rectangle 145"/>
          <p:cNvSpPr/>
          <p:nvPr/>
        </p:nvSpPr>
        <p:spPr>
          <a:xfrm>
            <a:off x="441167" y="2098823"/>
            <a:ext cx="4211053" cy="574748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 w="12700">
            <a:noFill/>
            <a:tailEnd type="arrow"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grpSp>
        <p:nvGrpSpPr>
          <p:cNvPr id="425" name="Group 424"/>
          <p:cNvGrpSpPr/>
          <p:nvPr/>
        </p:nvGrpSpPr>
        <p:grpSpPr>
          <a:xfrm>
            <a:off x="535393" y="2131433"/>
            <a:ext cx="1033900" cy="504412"/>
            <a:chOff x="3103238" y="432317"/>
            <a:chExt cx="1461287" cy="504412"/>
          </a:xfrm>
        </p:grpSpPr>
        <p:sp>
          <p:nvSpPr>
            <p:cNvPr id="426" name="Rounded Rectangle 425"/>
            <p:cNvSpPr/>
            <p:nvPr/>
          </p:nvSpPr>
          <p:spPr>
            <a:xfrm>
              <a:off x="3128876" y="457817"/>
              <a:ext cx="1432326" cy="459826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>
              <a:solidFill>
                <a:schemeClr val="accent1">
                  <a:lumMod val="20000"/>
                  <a:lumOff val="80000"/>
                </a:schemeClr>
              </a:solidFill>
            </a:ln>
            <a:effectLst>
              <a:outerShdw blurRad="50800" dist="38100" dir="2700000" algn="tl" rotWithShape="0">
                <a:schemeClr val="accent1">
                  <a:lumMod val="75000"/>
                  <a:alpha val="99000"/>
                </a:schemeClr>
              </a:outerShdw>
            </a:effectLst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427" name="TextBox 426"/>
            <p:cNvSpPr txBox="1"/>
            <p:nvPr/>
          </p:nvSpPr>
          <p:spPr>
            <a:xfrm>
              <a:off x="3103238" y="432317"/>
              <a:ext cx="1461287" cy="50441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1600"/>
                </a:lnSpc>
              </a:pPr>
              <a:r>
                <a:rPr lang="en-US" sz="1400" dirty="0">
                  <a:latin typeface="Arial"/>
                  <a:cs typeface="Arial"/>
                </a:rPr>
                <a:t>network graph</a:t>
              </a:r>
            </a:p>
          </p:txBody>
        </p:sp>
      </p:grpSp>
      <p:grpSp>
        <p:nvGrpSpPr>
          <p:cNvPr id="428" name="Group 427"/>
          <p:cNvGrpSpPr/>
          <p:nvPr/>
        </p:nvGrpSpPr>
        <p:grpSpPr>
          <a:xfrm>
            <a:off x="3508898" y="2156720"/>
            <a:ext cx="1033900" cy="459826"/>
            <a:chOff x="3103238" y="457817"/>
            <a:chExt cx="1461287" cy="459826"/>
          </a:xfrm>
        </p:grpSpPr>
        <p:sp>
          <p:nvSpPr>
            <p:cNvPr id="429" name="Rounded Rectangle 428"/>
            <p:cNvSpPr/>
            <p:nvPr/>
          </p:nvSpPr>
          <p:spPr>
            <a:xfrm>
              <a:off x="3128876" y="457817"/>
              <a:ext cx="1432326" cy="459826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>
              <a:solidFill>
                <a:schemeClr val="accent1">
                  <a:lumMod val="20000"/>
                  <a:lumOff val="80000"/>
                </a:schemeClr>
              </a:solidFill>
            </a:ln>
            <a:effectLst>
              <a:outerShdw blurRad="50800" dist="38100" dir="2700000" algn="tl" rotWithShape="0">
                <a:schemeClr val="accent1">
                  <a:lumMod val="75000"/>
                  <a:alpha val="99000"/>
                </a:schemeClr>
              </a:outerShdw>
            </a:effectLst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430" name="TextBox 429"/>
            <p:cNvSpPr txBox="1"/>
            <p:nvPr/>
          </p:nvSpPr>
          <p:spPr>
            <a:xfrm>
              <a:off x="3103238" y="553253"/>
              <a:ext cx="1461287" cy="2992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1600"/>
                </a:lnSpc>
              </a:pPr>
              <a:r>
                <a:rPr lang="en-US" sz="1400" dirty="0">
                  <a:latin typeface="Arial"/>
                  <a:cs typeface="Arial"/>
                </a:rPr>
                <a:t>intent</a:t>
              </a:r>
            </a:p>
          </p:txBody>
        </p:sp>
      </p:grpSp>
      <p:grpSp>
        <p:nvGrpSpPr>
          <p:cNvPr id="431" name="Group 430"/>
          <p:cNvGrpSpPr/>
          <p:nvPr/>
        </p:nvGrpSpPr>
        <p:grpSpPr>
          <a:xfrm>
            <a:off x="1952059" y="2129889"/>
            <a:ext cx="1033900" cy="504412"/>
            <a:chOff x="3103238" y="432317"/>
            <a:chExt cx="1461287" cy="504412"/>
          </a:xfrm>
        </p:grpSpPr>
        <p:sp>
          <p:nvSpPr>
            <p:cNvPr id="432" name="Rounded Rectangle 431"/>
            <p:cNvSpPr/>
            <p:nvPr/>
          </p:nvSpPr>
          <p:spPr>
            <a:xfrm>
              <a:off x="3128876" y="457817"/>
              <a:ext cx="1432326" cy="459826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>
              <a:solidFill>
                <a:schemeClr val="accent1">
                  <a:lumMod val="20000"/>
                  <a:lumOff val="80000"/>
                </a:schemeClr>
              </a:solidFill>
            </a:ln>
            <a:effectLst>
              <a:outerShdw blurRad="50800" dist="38100" dir="2700000" algn="tl" rotWithShape="0">
                <a:schemeClr val="accent1">
                  <a:lumMod val="75000"/>
                  <a:alpha val="99000"/>
                </a:schemeClr>
              </a:outerShdw>
            </a:effectLst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433" name="TextBox 432"/>
            <p:cNvSpPr txBox="1"/>
            <p:nvPr/>
          </p:nvSpPr>
          <p:spPr>
            <a:xfrm>
              <a:off x="3103238" y="432317"/>
              <a:ext cx="1461287" cy="50441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1600"/>
                </a:lnSpc>
              </a:pPr>
              <a:r>
                <a:rPr lang="en-US" sz="1400" dirty="0" err="1">
                  <a:latin typeface="Arial"/>
                  <a:cs typeface="Arial"/>
                </a:rPr>
                <a:t>RESTful</a:t>
              </a:r>
              <a:endParaRPr lang="en-US" sz="1400" dirty="0">
                <a:latin typeface="Arial"/>
                <a:cs typeface="Arial"/>
              </a:endParaRPr>
            </a:p>
            <a:p>
              <a:pPr algn="ctr">
                <a:lnSpc>
                  <a:spcPts val="1600"/>
                </a:lnSpc>
              </a:pPr>
              <a:r>
                <a:rPr lang="en-US" sz="1400" dirty="0">
                  <a:latin typeface="Arial"/>
                  <a:cs typeface="Arial"/>
                </a:rPr>
                <a:t>API</a:t>
              </a:r>
            </a:p>
          </p:txBody>
        </p:sp>
      </p:grpSp>
      <p:sp>
        <p:nvSpPr>
          <p:cNvPr id="434" name="TextBox 433"/>
          <p:cNvSpPr txBox="1"/>
          <p:nvPr/>
        </p:nvSpPr>
        <p:spPr>
          <a:xfrm>
            <a:off x="3007181" y="1957959"/>
            <a:ext cx="627904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…  </a:t>
            </a:r>
          </a:p>
        </p:txBody>
      </p:sp>
      <p:cxnSp>
        <p:nvCxnSpPr>
          <p:cNvPr id="154" name="Straight Connector 153"/>
          <p:cNvCxnSpPr/>
          <p:nvPr/>
        </p:nvCxnSpPr>
        <p:spPr bwMode="auto">
          <a:xfrm flipV="1">
            <a:off x="521378" y="1925056"/>
            <a:ext cx="4117474" cy="1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57" name="Freeform 2"/>
          <p:cNvSpPr>
            <a:spLocks/>
          </p:cNvSpPr>
          <p:nvPr/>
        </p:nvSpPr>
        <p:spPr bwMode="auto">
          <a:xfrm>
            <a:off x="509074" y="5069969"/>
            <a:ext cx="4057421" cy="1393030"/>
          </a:xfrm>
          <a:custGeom>
            <a:avLst/>
            <a:gdLst>
              <a:gd name="T0" fmla="*/ 6 w 1794"/>
              <a:gd name="T1" fmla="*/ 483 h 933"/>
              <a:gd name="T2" fmla="*/ 108 w 1794"/>
              <a:gd name="T3" fmla="*/ 125 h 933"/>
              <a:gd name="T4" fmla="*/ 559 w 1794"/>
              <a:gd name="T5" fmla="*/ 100 h 933"/>
              <a:gd name="T6" fmla="*/ 1128 w 1794"/>
              <a:gd name="T7" fmla="*/ 29 h 933"/>
              <a:gd name="T8" fmla="*/ 1716 w 1794"/>
              <a:gd name="T9" fmla="*/ 275 h 933"/>
              <a:gd name="T10" fmla="*/ 1596 w 1794"/>
              <a:gd name="T11" fmla="*/ 827 h 933"/>
              <a:gd name="T12" fmla="*/ 1380 w 1794"/>
              <a:gd name="T13" fmla="*/ 911 h 933"/>
              <a:gd name="T14" fmla="*/ 840 w 1794"/>
              <a:gd name="T15" fmla="*/ 929 h 933"/>
              <a:gd name="T16" fmla="*/ 414 w 1794"/>
              <a:gd name="T17" fmla="*/ 911 h 933"/>
              <a:gd name="T18" fmla="*/ 143 w 1794"/>
              <a:gd name="T19" fmla="*/ 832 h 933"/>
              <a:gd name="T20" fmla="*/ 6 w 1794"/>
              <a:gd name="T21" fmla="*/ 483 h 933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1794"/>
              <a:gd name="T34" fmla="*/ 0 h 933"/>
              <a:gd name="T35" fmla="*/ 1794 w 1794"/>
              <a:gd name="T36" fmla="*/ 933 h 933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1794" h="933">
                <a:moveTo>
                  <a:pt x="6" y="483"/>
                </a:moveTo>
                <a:cubicBezTo>
                  <a:pt x="0" y="365"/>
                  <a:pt x="16" y="189"/>
                  <a:pt x="108" y="125"/>
                </a:cubicBezTo>
                <a:cubicBezTo>
                  <a:pt x="200" y="61"/>
                  <a:pt x="389" y="116"/>
                  <a:pt x="559" y="100"/>
                </a:cubicBezTo>
                <a:cubicBezTo>
                  <a:pt x="729" y="84"/>
                  <a:pt x="935" y="0"/>
                  <a:pt x="1128" y="29"/>
                </a:cubicBezTo>
                <a:cubicBezTo>
                  <a:pt x="1321" y="58"/>
                  <a:pt x="1638" y="142"/>
                  <a:pt x="1716" y="275"/>
                </a:cubicBezTo>
                <a:cubicBezTo>
                  <a:pt x="1794" y="408"/>
                  <a:pt x="1652" y="721"/>
                  <a:pt x="1596" y="827"/>
                </a:cubicBezTo>
                <a:cubicBezTo>
                  <a:pt x="1540" y="933"/>
                  <a:pt x="1506" y="894"/>
                  <a:pt x="1380" y="911"/>
                </a:cubicBezTo>
                <a:cubicBezTo>
                  <a:pt x="1254" y="928"/>
                  <a:pt x="1001" y="929"/>
                  <a:pt x="840" y="929"/>
                </a:cubicBezTo>
                <a:cubicBezTo>
                  <a:pt x="679" y="929"/>
                  <a:pt x="530" y="927"/>
                  <a:pt x="414" y="911"/>
                </a:cubicBezTo>
                <a:cubicBezTo>
                  <a:pt x="298" y="895"/>
                  <a:pt x="211" y="903"/>
                  <a:pt x="143" y="832"/>
                </a:cubicBezTo>
                <a:cubicBezTo>
                  <a:pt x="75" y="761"/>
                  <a:pt x="4" y="624"/>
                  <a:pt x="6" y="483"/>
                </a:cubicBezTo>
                <a:close/>
              </a:path>
            </a:pathLst>
          </a:custGeom>
          <a:solidFill>
            <a:srgbClr val="66CCF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cxnSp>
        <p:nvCxnSpPr>
          <p:cNvPr id="166" name="Straight Connector 165"/>
          <p:cNvCxnSpPr/>
          <p:nvPr/>
        </p:nvCxnSpPr>
        <p:spPr bwMode="auto">
          <a:xfrm flipV="1">
            <a:off x="1592143" y="5453530"/>
            <a:ext cx="615520" cy="282224"/>
          </a:xfrm>
          <a:prstGeom prst="line">
            <a:avLst/>
          </a:prstGeom>
          <a:solidFill>
            <a:schemeClr val="accent1"/>
          </a:solidFill>
          <a:ln w="349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67" name="Straight Connector 166"/>
          <p:cNvCxnSpPr/>
          <p:nvPr/>
        </p:nvCxnSpPr>
        <p:spPr bwMode="auto">
          <a:xfrm>
            <a:off x="1581927" y="5759398"/>
            <a:ext cx="1651340" cy="138604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68" name="Straight Connector 167"/>
          <p:cNvCxnSpPr>
            <a:endCxn id="353" idx="1"/>
          </p:cNvCxnSpPr>
          <p:nvPr/>
        </p:nvCxnSpPr>
        <p:spPr bwMode="auto">
          <a:xfrm>
            <a:off x="1592143" y="5816064"/>
            <a:ext cx="318002" cy="387552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69" name="Straight Connector 168"/>
          <p:cNvCxnSpPr>
            <a:stCxn id="339" idx="3"/>
          </p:cNvCxnSpPr>
          <p:nvPr/>
        </p:nvCxnSpPr>
        <p:spPr bwMode="auto">
          <a:xfrm>
            <a:off x="2893995" y="5449380"/>
            <a:ext cx="333142" cy="421301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0" name="Straight Connector 169"/>
          <p:cNvCxnSpPr/>
          <p:nvPr/>
        </p:nvCxnSpPr>
        <p:spPr bwMode="auto">
          <a:xfrm flipV="1">
            <a:off x="2371572" y="5956693"/>
            <a:ext cx="861695" cy="275422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24" name="Freeform 223"/>
          <p:cNvSpPr/>
          <p:nvPr/>
        </p:nvSpPr>
        <p:spPr>
          <a:xfrm>
            <a:off x="1449442" y="1774754"/>
            <a:ext cx="710887" cy="3730652"/>
          </a:xfrm>
          <a:custGeom>
            <a:avLst/>
            <a:gdLst>
              <a:gd name="connsiteX0" fmla="*/ 3902322 w 3902322"/>
              <a:gd name="connsiteY0" fmla="*/ 0 h 449814"/>
              <a:gd name="connsiteX1" fmla="*/ 3452563 w 3902322"/>
              <a:gd name="connsiteY1" fmla="*/ 449814 h 449814"/>
              <a:gd name="connsiteX2" fmla="*/ 343934 w 3902322"/>
              <a:gd name="connsiteY2" fmla="*/ 423354 h 449814"/>
              <a:gd name="connsiteX3" fmla="*/ 0 w 3902322"/>
              <a:gd name="connsiteY3" fmla="*/ 39690 h 449814"/>
              <a:gd name="connsiteX0" fmla="*/ 3902322 w 3902322"/>
              <a:gd name="connsiteY0" fmla="*/ 0 h 423354"/>
              <a:gd name="connsiteX1" fmla="*/ 3565324 w 3902322"/>
              <a:gd name="connsiteY1" fmla="*/ 402338 h 423354"/>
              <a:gd name="connsiteX2" fmla="*/ 343934 w 3902322"/>
              <a:gd name="connsiteY2" fmla="*/ 423354 h 423354"/>
              <a:gd name="connsiteX3" fmla="*/ 0 w 3902322"/>
              <a:gd name="connsiteY3" fmla="*/ 39690 h 423354"/>
              <a:gd name="connsiteX0" fmla="*/ 3902322 w 3902322"/>
              <a:gd name="connsiteY0" fmla="*/ 0 h 423354"/>
              <a:gd name="connsiteX1" fmla="*/ 3600933 w 3902322"/>
              <a:gd name="connsiteY1" fmla="*/ 384535 h 423354"/>
              <a:gd name="connsiteX2" fmla="*/ 343934 w 3902322"/>
              <a:gd name="connsiteY2" fmla="*/ 423354 h 423354"/>
              <a:gd name="connsiteX3" fmla="*/ 0 w 3902322"/>
              <a:gd name="connsiteY3" fmla="*/ 39690 h 423354"/>
              <a:gd name="connsiteX0" fmla="*/ 3943865 w 3943865"/>
              <a:gd name="connsiteY0" fmla="*/ 1851 h 383664"/>
              <a:gd name="connsiteX1" fmla="*/ 3600933 w 3943865"/>
              <a:gd name="connsiteY1" fmla="*/ 344845 h 383664"/>
              <a:gd name="connsiteX2" fmla="*/ 343934 w 3943865"/>
              <a:gd name="connsiteY2" fmla="*/ 383664 h 383664"/>
              <a:gd name="connsiteX3" fmla="*/ 0 w 3943865"/>
              <a:gd name="connsiteY3" fmla="*/ 0 h 383664"/>
              <a:gd name="connsiteX0" fmla="*/ 4015082 w 4015082"/>
              <a:gd name="connsiteY0" fmla="*/ 29941 h 383664"/>
              <a:gd name="connsiteX1" fmla="*/ 3600933 w 4015082"/>
              <a:gd name="connsiteY1" fmla="*/ 344845 h 383664"/>
              <a:gd name="connsiteX2" fmla="*/ 343934 w 4015082"/>
              <a:gd name="connsiteY2" fmla="*/ 383664 h 383664"/>
              <a:gd name="connsiteX3" fmla="*/ 0 w 4015082"/>
              <a:gd name="connsiteY3" fmla="*/ 0 h 383664"/>
              <a:gd name="connsiteX0" fmla="*/ 4187190 w 4187190"/>
              <a:gd name="connsiteY0" fmla="*/ 15896 h 369619"/>
              <a:gd name="connsiteX1" fmla="*/ 3773041 w 4187190"/>
              <a:gd name="connsiteY1" fmla="*/ 330800 h 369619"/>
              <a:gd name="connsiteX2" fmla="*/ 516042 w 4187190"/>
              <a:gd name="connsiteY2" fmla="*/ 369619 h 369619"/>
              <a:gd name="connsiteX3" fmla="*/ 0 w 4187190"/>
              <a:gd name="connsiteY3" fmla="*/ 0 h 369619"/>
              <a:gd name="connsiteX0" fmla="*/ 4187190 w 4187190"/>
              <a:gd name="connsiteY0" fmla="*/ 15896 h 369619"/>
              <a:gd name="connsiteX1" fmla="*/ 3749302 w 4187190"/>
              <a:gd name="connsiteY1" fmla="*/ 349527 h 369619"/>
              <a:gd name="connsiteX2" fmla="*/ 516042 w 4187190"/>
              <a:gd name="connsiteY2" fmla="*/ 369619 h 369619"/>
              <a:gd name="connsiteX3" fmla="*/ 0 w 4187190"/>
              <a:gd name="connsiteY3" fmla="*/ 0 h 369619"/>
              <a:gd name="connsiteX0" fmla="*/ 0 w 6265284"/>
              <a:gd name="connsiteY0" fmla="*/ 0 h 1092877"/>
              <a:gd name="connsiteX1" fmla="*/ 6265284 w 6265284"/>
              <a:gd name="connsiteY1" fmla="*/ 1072785 h 1092877"/>
              <a:gd name="connsiteX2" fmla="*/ 3032024 w 6265284"/>
              <a:gd name="connsiteY2" fmla="*/ 1092877 h 1092877"/>
              <a:gd name="connsiteX3" fmla="*/ 2515982 w 6265284"/>
              <a:gd name="connsiteY3" fmla="*/ 723258 h 1092877"/>
              <a:gd name="connsiteX0" fmla="*/ 0 w 3032024"/>
              <a:gd name="connsiteY0" fmla="*/ 1193950 h 2286827"/>
              <a:gd name="connsiteX1" fmla="*/ 1581391 w 3032024"/>
              <a:gd name="connsiteY1" fmla="*/ 0 h 2286827"/>
              <a:gd name="connsiteX2" fmla="*/ 3032024 w 3032024"/>
              <a:gd name="connsiteY2" fmla="*/ 2286827 h 2286827"/>
              <a:gd name="connsiteX3" fmla="*/ 2515982 w 3032024"/>
              <a:gd name="connsiteY3" fmla="*/ 1917208 h 2286827"/>
              <a:gd name="connsiteX0" fmla="*/ 0 w 2515982"/>
              <a:gd name="connsiteY0" fmla="*/ 1896586 h 2619844"/>
              <a:gd name="connsiteX1" fmla="*/ 1581391 w 2515982"/>
              <a:gd name="connsiteY1" fmla="*/ 702636 h 2619844"/>
              <a:gd name="connsiteX2" fmla="*/ 1241736 w 2515982"/>
              <a:gd name="connsiteY2" fmla="*/ 0 h 2619844"/>
              <a:gd name="connsiteX3" fmla="*/ 2515982 w 2515982"/>
              <a:gd name="connsiteY3" fmla="*/ 2619844 h 2619844"/>
              <a:gd name="connsiteX0" fmla="*/ 0 w 1581391"/>
              <a:gd name="connsiteY0" fmla="*/ 2890379 h 2890379"/>
              <a:gd name="connsiteX1" fmla="*/ 1581391 w 1581391"/>
              <a:gd name="connsiteY1" fmla="*/ 1696429 h 2890379"/>
              <a:gd name="connsiteX2" fmla="*/ 1241736 w 1581391"/>
              <a:gd name="connsiteY2" fmla="*/ 993793 h 2890379"/>
              <a:gd name="connsiteX3" fmla="*/ 1579203 w 1581391"/>
              <a:gd name="connsiteY3" fmla="*/ 0 h 2890379"/>
              <a:gd name="connsiteX0" fmla="*/ 0 w 1581391"/>
              <a:gd name="connsiteY0" fmla="*/ 2973211 h 2973211"/>
              <a:gd name="connsiteX1" fmla="*/ 1581391 w 1581391"/>
              <a:gd name="connsiteY1" fmla="*/ 1779261 h 2973211"/>
              <a:gd name="connsiteX2" fmla="*/ 1241736 w 1581391"/>
              <a:gd name="connsiteY2" fmla="*/ 1076625 h 2973211"/>
              <a:gd name="connsiteX3" fmla="*/ 1229193 w 1581391"/>
              <a:gd name="connsiteY3" fmla="*/ 0 h 2973211"/>
              <a:gd name="connsiteX0" fmla="*/ 0 w 1581391"/>
              <a:gd name="connsiteY0" fmla="*/ 3276927 h 3276927"/>
              <a:gd name="connsiteX1" fmla="*/ 1581391 w 1581391"/>
              <a:gd name="connsiteY1" fmla="*/ 2082977 h 3276927"/>
              <a:gd name="connsiteX2" fmla="*/ 1241736 w 1581391"/>
              <a:gd name="connsiteY2" fmla="*/ 1380341 h 3276927"/>
              <a:gd name="connsiteX3" fmla="*/ 1249193 w 1581391"/>
              <a:gd name="connsiteY3" fmla="*/ 0 h 3276927"/>
              <a:gd name="connsiteX0" fmla="*/ 0 w 1581391"/>
              <a:gd name="connsiteY0" fmla="*/ 2973211 h 2973211"/>
              <a:gd name="connsiteX1" fmla="*/ 1581391 w 1581391"/>
              <a:gd name="connsiteY1" fmla="*/ 1779261 h 2973211"/>
              <a:gd name="connsiteX2" fmla="*/ 1241736 w 1581391"/>
              <a:gd name="connsiteY2" fmla="*/ 1076625 h 2973211"/>
              <a:gd name="connsiteX3" fmla="*/ 1234193 w 1581391"/>
              <a:gd name="connsiteY3" fmla="*/ 0 h 2973211"/>
              <a:gd name="connsiteX0" fmla="*/ 0 w 1581391"/>
              <a:gd name="connsiteY0" fmla="*/ 3008710 h 3008710"/>
              <a:gd name="connsiteX1" fmla="*/ 1581391 w 1581391"/>
              <a:gd name="connsiteY1" fmla="*/ 1814760 h 3008710"/>
              <a:gd name="connsiteX2" fmla="*/ 1241736 w 1581391"/>
              <a:gd name="connsiteY2" fmla="*/ 1112124 h 3008710"/>
              <a:gd name="connsiteX3" fmla="*/ 1239193 w 1581391"/>
              <a:gd name="connsiteY3" fmla="*/ 0 h 3008710"/>
              <a:gd name="connsiteX0" fmla="*/ 0 w 1581391"/>
              <a:gd name="connsiteY0" fmla="*/ 3008710 h 3008710"/>
              <a:gd name="connsiteX1" fmla="*/ 1581391 w 1581391"/>
              <a:gd name="connsiteY1" fmla="*/ 1814760 h 3008710"/>
              <a:gd name="connsiteX2" fmla="*/ 1320792 w 1581391"/>
              <a:gd name="connsiteY2" fmla="*/ 1270181 h 3008710"/>
              <a:gd name="connsiteX3" fmla="*/ 1241736 w 1581391"/>
              <a:gd name="connsiteY3" fmla="*/ 1112124 h 3008710"/>
              <a:gd name="connsiteX4" fmla="*/ 1239193 w 1581391"/>
              <a:gd name="connsiteY4" fmla="*/ 0 h 3008710"/>
              <a:gd name="connsiteX0" fmla="*/ 0 w 1581391"/>
              <a:gd name="connsiteY0" fmla="*/ 3008710 h 3008710"/>
              <a:gd name="connsiteX1" fmla="*/ 1581391 w 1581391"/>
              <a:gd name="connsiteY1" fmla="*/ 1814760 h 3008710"/>
              <a:gd name="connsiteX2" fmla="*/ 1565798 w 1581391"/>
              <a:gd name="connsiteY2" fmla="*/ 1270181 h 3008710"/>
              <a:gd name="connsiteX3" fmla="*/ 1241736 w 1581391"/>
              <a:gd name="connsiteY3" fmla="*/ 1112124 h 3008710"/>
              <a:gd name="connsiteX4" fmla="*/ 1239193 w 1581391"/>
              <a:gd name="connsiteY4" fmla="*/ 0 h 3008710"/>
              <a:gd name="connsiteX0" fmla="*/ 0 w 1581391"/>
              <a:gd name="connsiteY0" fmla="*/ 3008710 h 3008710"/>
              <a:gd name="connsiteX1" fmla="*/ 1581391 w 1581391"/>
              <a:gd name="connsiteY1" fmla="*/ 1747705 h 3008710"/>
              <a:gd name="connsiteX2" fmla="*/ 1565798 w 1581391"/>
              <a:gd name="connsiteY2" fmla="*/ 1270181 h 3008710"/>
              <a:gd name="connsiteX3" fmla="*/ 1241736 w 1581391"/>
              <a:gd name="connsiteY3" fmla="*/ 1112124 h 3008710"/>
              <a:gd name="connsiteX4" fmla="*/ 1239193 w 1581391"/>
              <a:gd name="connsiteY4" fmla="*/ 0 h 3008710"/>
              <a:gd name="connsiteX0" fmla="*/ 0 w 1566390"/>
              <a:gd name="connsiteY0" fmla="*/ 3008710 h 3008710"/>
              <a:gd name="connsiteX1" fmla="*/ 1566390 w 1566390"/>
              <a:gd name="connsiteY1" fmla="*/ 1747705 h 3008710"/>
              <a:gd name="connsiteX2" fmla="*/ 1565798 w 1566390"/>
              <a:gd name="connsiteY2" fmla="*/ 1270181 h 3008710"/>
              <a:gd name="connsiteX3" fmla="*/ 1241736 w 1566390"/>
              <a:gd name="connsiteY3" fmla="*/ 1112124 h 3008710"/>
              <a:gd name="connsiteX4" fmla="*/ 1239193 w 1566390"/>
              <a:gd name="connsiteY4" fmla="*/ 0 h 3008710"/>
              <a:gd name="connsiteX0" fmla="*/ 0 w 1766395"/>
              <a:gd name="connsiteY0" fmla="*/ 2988988 h 2988988"/>
              <a:gd name="connsiteX1" fmla="*/ 1766395 w 1766395"/>
              <a:gd name="connsiteY1" fmla="*/ 1747705 h 2988988"/>
              <a:gd name="connsiteX2" fmla="*/ 1765803 w 1766395"/>
              <a:gd name="connsiteY2" fmla="*/ 1270181 h 2988988"/>
              <a:gd name="connsiteX3" fmla="*/ 1441741 w 1766395"/>
              <a:gd name="connsiteY3" fmla="*/ 1112124 h 2988988"/>
              <a:gd name="connsiteX4" fmla="*/ 1439198 w 1766395"/>
              <a:gd name="connsiteY4" fmla="*/ 0 h 2988988"/>
              <a:gd name="connsiteX0" fmla="*/ 0 w 725529"/>
              <a:gd name="connsiteY0" fmla="*/ 2874009 h 2874009"/>
              <a:gd name="connsiteX1" fmla="*/ 725529 w 725529"/>
              <a:gd name="connsiteY1" fmla="*/ 1747705 h 2874009"/>
              <a:gd name="connsiteX2" fmla="*/ 724937 w 725529"/>
              <a:gd name="connsiteY2" fmla="*/ 1270181 h 2874009"/>
              <a:gd name="connsiteX3" fmla="*/ 400875 w 725529"/>
              <a:gd name="connsiteY3" fmla="*/ 1112124 h 2874009"/>
              <a:gd name="connsiteX4" fmla="*/ 398332 w 725529"/>
              <a:gd name="connsiteY4" fmla="*/ 0 h 2874009"/>
              <a:gd name="connsiteX0" fmla="*/ 0 w 725529"/>
              <a:gd name="connsiteY0" fmla="*/ 2854234 h 2854234"/>
              <a:gd name="connsiteX1" fmla="*/ 725529 w 725529"/>
              <a:gd name="connsiteY1" fmla="*/ 1727930 h 2854234"/>
              <a:gd name="connsiteX2" fmla="*/ 724937 w 725529"/>
              <a:gd name="connsiteY2" fmla="*/ 1250406 h 2854234"/>
              <a:gd name="connsiteX3" fmla="*/ 400875 w 725529"/>
              <a:gd name="connsiteY3" fmla="*/ 1092349 h 2854234"/>
              <a:gd name="connsiteX4" fmla="*/ 181090 w 725529"/>
              <a:gd name="connsiteY4" fmla="*/ 0 h 2854234"/>
              <a:gd name="connsiteX0" fmla="*/ 0 w 725529"/>
              <a:gd name="connsiteY0" fmla="*/ 2854234 h 2854234"/>
              <a:gd name="connsiteX1" fmla="*/ 725529 w 725529"/>
              <a:gd name="connsiteY1" fmla="*/ 1727930 h 2854234"/>
              <a:gd name="connsiteX2" fmla="*/ 724937 w 725529"/>
              <a:gd name="connsiteY2" fmla="*/ 1250406 h 2854234"/>
              <a:gd name="connsiteX3" fmla="*/ 242121 w 725529"/>
              <a:gd name="connsiteY3" fmla="*/ 1079165 h 2854234"/>
              <a:gd name="connsiteX4" fmla="*/ 181090 w 725529"/>
              <a:gd name="connsiteY4" fmla="*/ 0 h 2854234"/>
              <a:gd name="connsiteX0" fmla="*/ 0 w 725529"/>
              <a:gd name="connsiteY0" fmla="*/ 2854234 h 2854234"/>
              <a:gd name="connsiteX1" fmla="*/ 725529 w 725529"/>
              <a:gd name="connsiteY1" fmla="*/ 1727930 h 2854234"/>
              <a:gd name="connsiteX2" fmla="*/ 724937 w 725529"/>
              <a:gd name="connsiteY2" fmla="*/ 1250406 h 2854234"/>
              <a:gd name="connsiteX3" fmla="*/ 208699 w 725529"/>
              <a:gd name="connsiteY3" fmla="*/ 1105532 h 2854234"/>
              <a:gd name="connsiteX4" fmla="*/ 181090 w 725529"/>
              <a:gd name="connsiteY4" fmla="*/ 0 h 2854234"/>
              <a:gd name="connsiteX0" fmla="*/ 0 w 725529"/>
              <a:gd name="connsiteY0" fmla="*/ 2854234 h 2854234"/>
              <a:gd name="connsiteX1" fmla="*/ 725529 w 725529"/>
              <a:gd name="connsiteY1" fmla="*/ 1727930 h 2854234"/>
              <a:gd name="connsiteX2" fmla="*/ 724937 w 725529"/>
              <a:gd name="connsiteY2" fmla="*/ 1250406 h 2854234"/>
              <a:gd name="connsiteX3" fmla="*/ 208699 w 725529"/>
              <a:gd name="connsiteY3" fmla="*/ 1105532 h 2854234"/>
              <a:gd name="connsiteX4" fmla="*/ 181090 w 725529"/>
              <a:gd name="connsiteY4" fmla="*/ 0 h 2854234"/>
              <a:gd name="connsiteX0" fmla="*/ 0 w 725529"/>
              <a:gd name="connsiteY0" fmla="*/ 2854234 h 2854234"/>
              <a:gd name="connsiteX1" fmla="*/ 725529 w 725529"/>
              <a:gd name="connsiteY1" fmla="*/ 1727930 h 2854234"/>
              <a:gd name="connsiteX2" fmla="*/ 724937 w 725529"/>
              <a:gd name="connsiteY2" fmla="*/ 1250406 h 2854234"/>
              <a:gd name="connsiteX3" fmla="*/ 233766 w 725529"/>
              <a:gd name="connsiteY3" fmla="*/ 1105532 h 2854234"/>
              <a:gd name="connsiteX4" fmla="*/ 181090 w 725529"/>
              <a:gd name="connsiteY4" fmla="*/ 0 h 2854234"/>
              <a:gd name="connsiteX0" fmla="*/ 0 w 725529"/>
              <a:gd name="connsiteY0" fmla="*/ 2854234 h 2854234"/>
              <a:gd name="connsiteX1" fmla="*/ 725529 w 725529"/>
              <a:gd name="connsiteY1" fmla="*/ 1727930 h 2854234"/>
              <a:gd name="connsiteX2" fmla="*/ 724937 w 725529"/>
              <a:gd name="connsiteY2" fmla="*/ 1250406 h 2854234"/>
              <a:gd name="connsiteX3" fmla="*/ 200344 w 725529"/>
              <a:gd name="connsiteY3" fmla="*/ 1118716 h 2854234"/>
              <a:gd name="connsiteX4" fmla="*/ 181090 w 725529"/>
              <a:gd name="connsiteY4" fmla="*/ 0 h 2854234"/>
              <a:gd name="connsiteX0" fmla="*/ 0 w 725529"/>
              <a:gd name="connsiteY0" fmla="*/ 2854234 h 2854234"/>
              <a:gd name="connsiteX1" fmla="*/ 725529 w 725529"/>
              <a:gd name="connsiteY1" fmla="*/ 1727930 h 2854234"/>
              <a:gd name="connsiteX2" fmla="*/ 724937 w 725529"/>
              <a:gd name="connsiteY2" fmla="*/ 1250406 h 2854234"/>
              <a:gd name="connsiteX3" fmla="*/ 175278 w 725529"/>
              <a:gd name="connsiteY3" fmla="*/ 1105533 h 2854234"/>
              <a:gd name="connsiteX4" fmla="*/ 181090 w 725529"/>
              <a:gd name="connsiteY4" fmla="*/ 0 h 2854234"/>
              <a:gd name="connsiteX0" fmla="*/ 0 w 725529"/>
              <a:gd name="connsiteY0" fmla="*/ 2854234 h 2854234"/>
              <a:gd name="connsiteX1" fmla="*/ 725529 w 725529"/>
              <a:gd name="connsiteY1" fmla="*/ 1727930 h 2854234"/>
              <a:gd name="connsiteX2" fmla="*/ 724937 w 725529"/>
              <a:gd name="connsiteY2" fmla="*/ 1250406 h 2854234"/>
              <a:gd name="connsiteX3" fmla="*/ 275543 w 725529"/>
              <a:gd name="connsiteY3" fmla="*/ 1112125 h 2854234"/>
              <a:gd name="connsiteX4" fmla="*/ 181090 w 725529"/>
              <a:gd name="connsiteY4" fmla="*/ 0 h 2854234"/>
              <a:gd name="connsiteX0" fmla="*/ 0 w 725529"/>
              <a:gd name="connsiteY0" fmla="*/ 2854234 h 2854234"/>
              <a:gd name="connsiteX1" fmla="*/ 725529 w 725529"/>
              <a:gd name="connsiteY1" fmla="*/ 1727930 h 2854234"/>
              <a:gd name="connsiteX2" fmla="*/ 724937 w 725529"/>
              <a:gd name="connsiteY2" fmla="*/ 1250406 h 2854234"/>
              <a:gd name="connsiteX3" fmla="*/ 275543 w 725529"/>
              <a:gd name="connsiteY3" fmla="*/ 1112125 h 2854234"/>
              <a:gd name="connsiteX4" fmla="*/ 264644 w 725529"/>
              <a:gd name="connsiteY4" fmla="*/ 0 h 2854234"/>
              <a:gd name="connsiteX0" fmla="*/ 0 w 725529"/>
              <a:gd name="connsiteY0" fmla="*/ 2854234 h 2854234"/>
              <a:gd name="connsiteX1" fmla="*/ 725529 w 725529"/>
              <a:gd name="connsiteY1" fmla="*/ 1727930 h 2854234"/>
              <a:gd name="connsiteX2" fmla="*/ 724937 w 725529"/>
              <a:gd name="connsiteY2" fmla="*/ 1250406 h 2854234"/>
              <a:gd name="connsiteX3" fmla="*/ 292254 w 725529"/>
              <a:gd name="connsiteY3" fmla="*/ 1125309 h 2854234"/>
              <a:gd name="connsiteX4" fmla="*/ 264644 w 725529"/>
              <a:gd name="connsiteY4" fmla="*/ 0 h 2854234"/>
              <a:gd name="connsiteX0" fmla="*/ 0 w 725529"/>
              <a:gd name="connsiteY0" fmla="*/ 2854234 h 2854234"/>
              <a:gd name="connsiteX1" fmla="*/ 725529 w 725529"/>
              <a:gd name="connsiteY1" fmla="*/ 1727930 h 2854234"/>
              <a:gd name="connsiteX2" fmla="*/ 724937 w 725529"/>
              <a:gd name="connsiteY2" fmla="*/ 1250406 h 2854234"/>
              <a:gd name="connsiteX3" fmla="*/ 22889 w 725529"/>
              <a:gd name="connsiteY3" fmla="*/ 1125309 h 2854234"/>
              <a:gd name="connsiteX4" fmla="*/ 264644 w 725529"/>
              <a:gd name="connsiteY4" fmla="*/ 0 h 2854234"/>
              <a:gd name="connsiteX0" fmla="*/ 43202 w 768731"/>
              <a:gd name="connsiteY0" fmla="*/ 2975683 h 2975683"/>
              <a:gd name="connsiteX1" fmla="*/ 768731 w 768731"/>
              <a:gd name="connsiteY1" fmla="*/ 1849379 h 2975683"/>
              <a:gd name="connsiteX2" fmla="*/ 768139 w 768731"/>
              <a:gd name="connsiteY2" fmla="*/ 1371855 h 2975683"/>
              <a:gd name="connsiteX3" fmla="*/ 66091 w 768731"/>
              <a:gd name="connsiteY3" fmla="*/ 1246758 h 2975683"/>
              <a:gd name="connsiteX4" fmla="*/ 0 w 768731"/>
              <a:gd name="connsiteY4" fmla="*/ 0 h 2975683"/>
              <a:gd name="connsiteX0" fmla="*/ 54072 w 779601"/>
              <a:gd name="connsiteY0" fmla="*/ 2975683 h 2975683"/>
              <a:gd name="connsiteX1" fmla="*/ 779601 w 779601"/>
              <a:gd name="connsiteY1" fmla="*/ 1849379 h 2975683"/>
              <a:gd name="connsiteX2" fmla="*/ 779009 w 779601"/>
              <a:gd name="connsiteY2" fmla="*/ 1371855 h 2975683"/>
              <a:gd name="connsiteX3" fmla="*/ 0 w 779601"/>
              <a:gd name="connsiteY3" fmla="*/ 1277120 h 2975683"/>
              <a:gd name="connsiteX4" fmla="*/ 10870 w 779601"/>
              <a:gd name="connsiteY4" fmla="*/ 0 h 2975683"/>
              <a:gd name="connsiteX0" fmla="*/ 62442 w 787971"/>
              <a:gd name="connsiteY0" fmla="*/ 2763147 h 2763147"/>
              <a:gd name="connsiteX1" fmla="*/ 787971 w 787971"/>
              <a:gd name="connsiteY1" fmla="*/ 1636843 h 2763147"/>
              <a:gd name="connsiteX2" fmla="*/ 787379 w 787971"/>
              <a:gd name="connsiteY2" fmla="*/ 1159319 h 2763147"/>
              <a:gd name="connsiteX3" fmla="*/ 8370 w 787971"/>
              <a:gd name="connsiteY3" fmla="*/ 1064584 h 2763147"/>
              <a:gd name="connsiteX4" fmla="*/ 0 w 787971"/>
              <a:gd name="connsiteY4" fmla="*/ 0 h 2763147"/>
              <a:gd name="connsiteX0" fmla="*/ 54072 w 779601"/>
              <a:gd name="connsiteY0" fmla="*/ 2808691 h 2808691"/>
              <a:gd name="connsiteX1" fmla="*/ 779601 w 779601"/>
              <a:gd name="connsiteY1" fmla="*/ 1682387 h 2808691"/>
              <a:gd name="connsiteX2" fmla="*/ 779009 w 779601"/>
              <a:gd name="connsiteY2" fmla="*/ 1204863 h 2808691"/>
              <a:gd name="connsiteX3" fmla="*/ 0 w 779601"/>
              <a:gd name="connsiteY3" fmla="*/ 1110128 h 2808691"/>
              <a:gd name="connsiteX4" fmla="*/ 30111 w 779601"/>
              <a:gd name="connsiteY4" fmla="*/ 0 h 2808691"/>
              <a:gd name="connsiteX0" fmla="*/ 62830 w 788359"/>
              <a:gd name="connsiteY0" fmla="*/ 2896348 h 2896348"/>
              <a:gd name="connsiteX1" fmla="*/ 788359 w 788359"/>
              <a:gd name="connsiteY1" fmla="*/ 1770044 h 2896348"/>
              <a:gd name="connsiteX2" fmla="*/ 787767 w 788359"/>
              <a:gd name="connsiteY2" fmla="*/ 1292520 h 2896348"/>
              <a:gd name="connsiteX3" fmla="*/ 8758 w 788359"/>
              <a:gd name="connsiteY3" fmla="*/ 1197785 h 2896348"/>
              <a:gd name="connsiteX4" fmla="*/ 38869 w 788359"/>
              <a:gd name="connsiteY4" fmla="*/ 87657 h 2896348"/>
              <a:gd name="connsiteX5" fmla="*/ 0 w 788359"/>
              <a:gd name="connsiteY5" fmla="*/ 69436 h 2896348"/>
              <a:gd name="connsiteX0" fmla="*/ 54072 w 818640"/>
              <a:gd name="connsiteY0" fmla="*/ 3100173 h 3100173"/>
              <a:gd name="connsiteX1" fmla="*/ 779601 w 818640"/>
              <a:gd name="connsiteY1" fmla="*/ 1973869 h 3100173"/>
              <a:gd name="connsiteX2" fmla="*/ 779009 w 818640"/>
              <a:gd name="connsiteY2" fmla="*/ 1496345 h 3100173"/>
              <a:gd name="connsiteX3" fmla="*/ 0 w 818640"/>
              <a:gd name="connsiteY3" fmla="*/ 1401610 h 3100173"/>
              <a:gd name="connsiteX4" fmla="*/ 30111 w 818640"/>
              <a:gd name="connsiteY4" fmla="*/ 291482 h 3100173"/>
              <a:gd name="connsiteX5" fmla="*/ 818579 w 818640"/>
              <a:gd name="connsiteY5" fmla="*/ 0 h 3100173"/>
              <a:gd name="connsiteX0" fmla="*/ 54072 w 818579"/>
              <a:gd name="connsiteY0" fmla="*/ 3100173 h 3100173"/>
              <a:gd name="connsiteX1" fmla="*/ 779601 w 818579"/>
              <a:gd name="connsiteY1" fmla="*/ 1973869 h 3100173"/>
              <a:gd name="connsiteX2" fmla="*/ 779009 w 818579"/>
              <a:gd name="connsiteY2" fmla="*/ 1496345 h 3100173"/>
              <a:gd name="connsiteX3" fmla="*/ 0 w 818579"/>
              <a:gd name="connsiteY3" fmla="*/ 1401610 h 3100173"/>
              <a:gd name="connsiteX4" fmla="*/ 30111 w 818579"/>
              <a:gd name="connsiteY4" fmla="*/ 291482 h 3100173"/>
              <a:gd name="connsiteX5" fmla="*/ 510732 w 818579"/>
              <a:gd name="connsiteY5" fmla="*/ 60725 h 3100173"/>
              <a:gd name="connsiteX6" fmla="*/ 818579 w 818579"/>
              <a:gd name="connsiteY6" fmla="*/ 0 h 3100173"/>
              <a:gd name="connsiteX0" fmla="*/ 54072 w 779601"/>
              <a:gd name="connsiteY0" fmla="*/ 3510065 h 3510065"/>
              <a:gd name="connsiteX1" fmla="*/ 779601 w 779601"/>
              <a:gd name="connsiteY1" fmla="*/ 2383761 h 3510065"/>
              <a:gd name="connsiteX2" fmla="*/ 779009 w 779601"/>
              <a:gd name="connsiteY2" fmla="*/ 1906237 h 3510065"/>
              <a:gd name="connsiteX3" fmla="*/ 0 w 779601"/>
              <a:gd name="connsiteY3" fmla="*/ 1811502 h 3510065"/>
              <a:gd name="connsiteX4" fmla="*/ 30111 w 779601"/>
              <a:gd name="connsiteY4" fmla="*/ 701374 h 3510065"/>
              <a:gd name="connsiteX5" fmla="*/ 510732 w 779601"/>
              <a:gd name="connsiteY5" fmla="*/ 470617 h 3510065"/>
              <a:gd name="connsiteX6" fmla="*/ 760858 w 779601"/>
              <a:gd name="connsiteY6" fmla="*/ 0 h 3510065"/>
              <a:gd name="connsiteX0" fmla="*/ 54072 w 809403"/>
              <a:gd name="connsiteY0" fmla="*/ 3510065 h 3510065"/>
              <a:gd name="connsiteX1" fmla="*/ 779601 w 809403"/>
              <a:gd name="connsiteY1" fmla="*/ 2383761 h 3510065"/>
              <a:gd name="connsiteX2" fmla="*/ 779009 w 809403"/>
              <a:gd name="connsiteY2" fmla="*/ 1906237 h 3510065"/>
              <a:gd name="connsiteX3" fmla="*/ 0 w 809403"/>
              <a:gd name="connsiteY3" fmla="*/ 1811502 h 3510065"/>
              <a:gd name="connsiteX4" fmla="*/ 30111 w 809403"/>
              <a:gd name="connsiteY4" fmla="*/ 701374 h 3510065"/>
              <a:gd name="connsiteX5" fmla="*/ 760857 w 809403"/>
              <a:gd name="connsiteY5" fmla="*/ 440254 h 3510065"/>
              <a:gd name="connsiteX6" fmla="*/ 760858 w 809403"/>
              <a:gd name="connsiteY6" fmla="*/ 0 h 3510065"/>
              <a:gd name="connsiteX0" fmla="*/ 54072 w 809403"/>
              <a:gd name="connsiteY0" fmla="*/ 3510065 h 3510065"/>
              <a:gd name="connsiteX1" fmla="*/ 779601 w 809403"/>
              <a:gd name="connsiteY1" fmla="*/ 2383761 h 3510065"/>
              <a:gd name="connsiteX2" fmla="*/ 779009 w 809403"/>
              <a:gd name="connsiteY2" fmla="*/ 1906237 h 3510065"/>
              <a:gd name="connsiteX3" fmla="*/ 0 w 809403"/>
              <a:gd name="connsiteY3" fmla="*/ 1811502 h 3510065"/>
              <a:gd name="connsiteX4" fmla="*/ 30111 w 809403"/>
              <a:gd name="connsiteY4" fmla="*/ 701374 h 3510065"/>
              <a:gd name="connsiteX5" fmla="*/ 760857 w 809403"/>
              <a:gd name="connsiteY5" fmla="*/ 440254 h 3510065"/>
              <a:gd name="connsiteX6" fmla="*/ 760858 w 809403"/>
              <a:gd name="connsiteY6" fmla="*/ 0 h 3510065"/>
              <a:gd name="connsiteX0" fmla="*/ 54072 w 779601"/>
              <a:gd name="connsiteY0" fmla="*/ 3510065 h 3510065"/>
              <a:gd name="connsiteX1" fmla="*/ 779601 w 779601"/>
              <a:gd name="connsiteY1" fmla="*/ 2383761 h 3510065"/>
              <a:gd name="connsiteX2" fmla="*/ 779009 w 779601"/>
              <a:gd name="connsiteY2" fmla="*/ 1906237 h 3510065"/>
              <a:gd name="connsiteX3" fmla="*/ 0 w 779601"/>
              <a:gd name="connsiteY3" fmla="*/ 1811502 h 3510065"/>
              <a:gd name="connsiteX4" fmla="*/ 30111 w 779601"/>
              <a:gd name="connsiteY4" fmla="*/ 701374 h 3510065"/>
              <a:gd name="connsiteX5" fmla="*/ 760857 w 779601"/>
              <a:gd name="connsiteY5" fmla="*/ 440254 h 3510065"/>
              <a:gd name="connsiteX6" fmla="*/ 760858 w 779601"/>
              <a:gd name="connsiteY6" fmla="*/ 0 h 3510065"/>
              <a:gd name="connsiteX0" fmla="*/ 54072 w 779601"/>
              <a:gd name="connsiteY0" fmla="*/ 3579994 h 3579994"/>
              <a:gd name="connsiteX1" fmla="*/ 779601 w 779601"/>
              <a:gd name="connsiteY1" fmla="*/ 2453690 h 3579994"/>
              <a:gd name="connsiteX2" fmla="*/ 779009 w 779601"/>
              <a:gd name="connsiteY2" fmla="*/ 1976166 h 3579994"/>
              <a:gd name="connsiteX3" fmla="*/ 0 w 779601"/>
              <a:gd name="connsiteY3" fmla="*/ 1881431 h 3579994"/>
              <a:gd name="connsiteX4" fmla="*/ 30111 w 779601"/>
              <a:gd name="connsiteY4" fmla="*/ 771303 h 3579994"/>
              <a:gd name="connsiteX5" fmla="*/ 760857 w 779601"/>
              <a:gd name="connsiteY5" fmla="*/ 510183 h 3579994"/>
              <a:gd name="connsiteX6" fmla="*/ 760858 w 779601"/>
              <a:gd name="connsiteY6" fmla="*/ 69929 h 3579994"/>
              <a:gd name="connsiteX0" fmla="*/ 54072 w 779601"/>
              <a:gd name="connsiteY0" fmla="*/ 3707204 h 3707204"/>
              <a:gd name="connsiteX1" fmla="*/ 779601 w 779601"/>
              <a:gd name="connsiteY1" fmla="*/ 2580900 h 3707204"/>
              <a:gd name="connsiteX2" fmla="*/ 779009 w 779601"/>
              <a:gd name="connsiteY2" fmla="*/ 2103376 h 3707204"/>
              <a:gd name="connsiteX3" fmla="*/ 0 w 779601"/>
              <a:gd name="connsiteY3" fmla="*/ 2008641 h 3707204"/>
              <a:gd name="connsiteX4" fmla="*/ 30111 w 779601"/>
              <a:gd name="connsiteY4" fmla="*/ 898513 h 3707204"/>
              <a:gd name="connsiteX5" fmla="*/ 760857 w 779601"/>
              <a:gd name="connsiteY5" fmla="*/ 637393 h 3707204"/>
              <a:gd name="connsiteX6" fmla="*/ 739550 w 779601"/>
              <a:gd name="connsiteY6" fmla="*/ 59300 h 3707204"/>
              <a:gd name="connsiteX0" fmla="*/ 54072 w 779601"/>
              <a:gd name="connsiteY0" fmla="*/ 3647904 h 3647904"/>
              <a:gd name="connsiteX1" fmla="*/ 779601 w 779601"/>
              <a:gd name="connsiteY1" fmla="*/ 2521600 h 3647904"/>
              <a:gd name="connsiteX2" fmla="*/ 779009 w 779601"/>
              <a:gd name="connsiteY2" fmla="*/ 2044076 h 3647904"/>
              <a:gd name="connsiteX3" fmla="*/ 0 w 779601"/>
              <a:gd name="connsiteY3" fmla="*/ 1949341 h 3647904"/>
              <a:gd name="connsiteX4" fmla="*/ 30111 w 779601"/>
              <a:gd name="connsiteY4" fmla="*/ 839213 h 3647904"/>
              <a:gd name="connsiteX5" fmla="*/ 760857 w 779601"/>
              <a:gd name="connsiteY5" fmla="*/ 578093 h 3647904"/>
              <a:gd name="connsiteX6" fmla="*/ 739550 w 779601"/>
              <a:gd name="connsiteY6" fmla="*/ 0 h 3647904"/>
              <a:gd name="connsiteX0" fmla="*/ 54072 w 779601"/>
              <a:gd name="connsiteY0" fmla="*/ 3557132 h 3557132"/>
              <a:gd name="connsiteX1" fmla="*/ 779601 w 779601"/>
              <a:gd name="connsiteY1" fmla="*/ 2430828 h 3557132"/>
              <a:gd name="connsiteX2" fmla="*/ 779009 w 779601"/>
              <a:gd name="connsiteY2" fmla="*/ 1953304 h 3557132"/>
              <a:gd name="connsiteX3" fmla="*/ 0 w 779601"/>
              <a:gd name="connsiteY3" fmla="*/ 1858569 h 3557132"/>
              <a:gd name="connsiteX4" fmla="*/ 30111 w 779601"/>
              <a:gd name="connsiteY4" fmla="*/ 748441 h 3557132"/>
              <a:gd name="connsiteX5" fmla="*/ 760857 w 779601"/>
              <a:gd name="connsiteY5" fmla="*/ 487321 h 3557132"/>
              <a:gd name="connsiteX6" fmla="*/ 739550 w 779601"/>
              <a:gd name="connsiteY6" fmla="*/ 0 h 3557132"/>
              <a:gd name="connsiteX0" fmla="*/ 54072 w 779601"/>
              <a:gd name="connsiteY0" fmla="*/ 3557132 h 3557132"/>
              <a:gd name="connsiteX1" fmla="*/ 779601 w 779601"/>
              <a:gd name="connsiteY1" fmla="*/ 2430828 h 3557132"/>
              <a:gd name="connsiteX2" fmla="*/ 779009 w 779601"/>
              <a:gd name="connsiteY2" fmla="*/ 1953304 h 3557132"/>
              <a:gd name="connsiteX3" fmla="*/ 0 w 779601"/>
              <a:gd name="connsiteY3" fmla="*/ 1858569 h 3557132"/>
              <a:gd name="connsiteX4" fmla="*/ 30111 w 779601"/>
              <a:gd name="connsiteY4" fmla="*/ 748441 h 3557132"/>
              <a:gd name="connsiteX5" fmla="*/ 760857 w 779601"/>
              <a:gd name="connsiteY5" fmla="*/ 487321 h 3557132"/>
              <a:gd name="connsiteX6" fmla="*/ 739550 w 779601"/>
              <a:gd name="connsiteY6" fmla="*/ 0 h 3557132"/>
              <a:gd name="connsiteX0" fmla="*/ 54072 w 779601"/>
              <a:gd name="connsiteY0" fmla="*/ 3580665 h 3580665"/>
              <a:gd name="connsiteX1" fmla="*/ 779601 w 779601"/>
              <a:gd name="connsiteY1" fmla="*/ 2454361 h 3580665"/>
              <a:gd name="connsiteX2" fmla="*/ 779009 w 779601"/>
              <a:gd name="connsiteY2" fmla="*/ 1976837 h 3580665"/>
              <a:gd name="connsiteX3" fmla="*/ 0 w 779601"/>
              <a:gd name="connsiteY3" fmla="*/ 1882102 h 3580665"/>
              <a:gd name="connsiteX4" fmla="*/ 30111 w 779601"/>
              <a:gd name="connsiteY4" fmla="*/ 771974 h 3580665"/>
              <a:gd name="connsiteX5" fmla="*/ 760857 w 779601"/>
              <a:gd name="connsiteY5" fmla="*/ 510854 h 3580665"/>
              <a:gd name="connsiteX6" fmla="*/ 735288 w 779601"/>
              <a:gd name="connsiteY6" fmla="*/ 0 h 3580665"/>
              <a:gd name="connsiteX0" fmla="*/ 54072 w 779601"/>
              <a:gd name="connsiteY0" fmla="*/ 3580665 h 3580665"/>
              <a:gd name="connsiteX1" fmla="*/ 779601 w 779601"/>
              <a:gd name="connsiteY1" fmla="*/ 2454361 h 3580665"/>
              <a:gd name="connsiteX2" fmla="*/ 779009 w 779601"/>
              <a:gd name="connsiteY2" fmla="*/ 1976837 h 3580665"/>
              <a:gd name="connsiteX3" fmla="*/ 0 w 779601"/>
              <a:gd name="connsiteY3" fmla="*/ 1882102 h 3580665"/>
              <a:gd name="connsiteX4" fmla="*/ 30111 w 779601"/>
              <a:gd name="connsiteY4" fmla="*/ 771974 h 3580665"/>
              <a:gd name="connsiteX5" fmla="*/ 760857 w 779601"/>
              <a:gd name="connsiteY5" fmla="*/ 510854 h 3580665"/>
              <a:gd name="connsiteX6" fmla="*/ 735288 w 779601"/>
              <a:gd name="connsiteY6" fmla="*/ 0 h 3580665"/>
              <a:gd name="connsiteX0" fmla="*/ 23961 w 749490"/>
              <a:gd name="connsiteY0" fmla="*/ 3580665 h 3580665"/>
              <a:gd name="connsiteX1" fmla="*/ 749490 w 749490"/>
              <a:gd name="connsiteY1" fmla="*/ 2454361 h 3580665"/>
              <a:gd name="connsiteX2" fmla="*/ 748898 w 749490"/>
              <a:gd name="connsiteY2" fmla="*/ 1976837 h 3580665"/>
              <a:gd name="connsiteX3" fmla="*/ 46599 w 749490"/>
              <a:gd name="connsiteY3" fmla="*/ 1835036 h 3580665"/>
              <a:gd name="connsiteX4" fmla="*/ 0 w 749490"/>
              <a:gd name="connsiteY4" fmla="*/ 771974 h 3580665"/>
              <a:gd name="connsiteX5" fmla="*/ 730746 w 749490"/>
              <a:gd name="connsiteY5" fmla="*/ 510854 h 3580665"/>
              <a:gd name="connsiteX6" fmla="*/ 705177 w 749490"/>
              <a:gd name="connsiteY6" fmla="*/ 0 h 3580665"/>
              <a:gd name="connsiteX0" fmla="*/ 23961 w 749490"/>
              <a:gd name="connsiteY0" fmla="*/ 3580665 h 3580665"/>
              <a:gd name="connsiteX1" fmla="*/ 749490 w 749490"/>
              <a:gd name="connsiteY1" fmla="*/ 2454361 h 3580665"/>
              <a:gd name="connsiteX2" fmla="*/ 748898 w 749490"/>
              <a:gd name="connsiteY2" fmla="*/ 1976837 h 3580665"/>
              <a:gd name="connsiteX3" fmla="*/ 46599 w 749490"/>
              <a:gd name="connsiteY3" fmla="*/ 1835036 h 3580665"/>
              <a:gd name="connsiteX4" fmla="*/ 0 w 749490"/>
              <a:gd name="connsiteY4" fmla="*/ 771974 h 3580665"/>
              <a:gd name="connsiteX5" fmla="*/ 730746 w 749490"/>
              <a:gd name="connsiteY5" fmla="*/ 510854 h 3580665"/>
              <a:gd name="connsiteX6" fmla="*/ 705177 w 749490"/>
              <a:gd name="connsiteY6" fmla="*/ 0 h 3580665"/>
              <a:gd name="connsiteX0" fmla="*/ 23961 w 749490"/>
              <a:gd name="connsiteY0" fmla="*/ 3580665 h 3580665"/>
              <a:gd name="connsiteX1" fmla="*/ 749490 w 749490"/>
              <a:gd name="connsiteY1" fmla="*/ 2454361 h 3580665"/>
              <a:gd name="connsiteX2" fmla="*/ 748898 w 749490"/>
              <a:gd name="connsiteY2" fmla="*/ 1976837 h 3580665"/>
              <a:gd name="connsiteX3" fmla="*/ 46599 w 749490"/>
              <a:gd name="connsiteY3" fmla="*/ 1835036 h 3580665"/>
              <a:gd name="connsiteX4" fmla="*/ 0 w 749490"/>
              <a:gd name="connsiteY4" fmla="*/ 771974 h 3580665"/>
              <a:gd name="connsiteX5" fmla="*/ 730746 w 749490"/>
              <a:gd name="connsiteY5" fmla="*/ 510854 h 3580665"/>
              <a:gd name="connsiteX6" fmla="*/ 705177 w 749490"/>
              <a:gd name="connsiteY6" fmla="*/ 0 h 3580665"/>
              <a:gd name="connsiteX0" fmla="*/ 23961 w 749490"/>
              <a:gd name="connsiteY0" fmla="*/ 3580665 h 3580665"/>
              <a:gd name="connsiteX1" fmla="*/ 749490 w 749490"/>
              <a:gd name="connsiteY1" fmla="*/ 2454361 h 3580665"/>
              <a:gd name="connsiteX2" fmla="*/ 748898 w 749490"/>
              <a:gd name="connsiteY2" fmla="*/ 1976837 h 3580665"/>
              <a:gd name="connsiteX3" fmla="*/ 67907 w 749490"/>
              <a:gd name="connsiteY3" fmla="*/ 1835036 h 3580665"/>
              <a:gd name="connsiteX4" fmla="*/ 0 w 749490"/>
              <a:gd name="connsiteY4" fmla="*/ 771974 h 3580665"/>
              <a:gd name="connsiteX5" fmla="*/ 730746 w 749490"/>
              <a:gd name="connsiteY5" fmla="*/ 510854 h 3580665"/>
              <a:gd name="connsiteX6" fmla="*/ 705177 w 749490"/>
              <a:gd name="connsiteY6" fmla="*/ 0 h 3580665"/>
              <a:gd name="connsiteX0" fmla="*/ 23961 w 749490"/>
              <a:gd name="connsiteY0" fmla="*/ 3580665 h 3580665"/>
              <a:gd name="connsiteX1" fmla="*/ 749490 w 749490"/>
              <a:gd name="connsiteY1" fmla="*/ 2454361 h 3580665"/>
              <a:gd name="connsiteX2" fmla="*/ 748898 w 749490"/>
              <a:gd name="connsiteY2" fmla="*/ 1976837 h 3580665"/>
              <a:gd name="connsiteX3" fmla="*/ 12505 w 749490"/>
              <a:gd name="connsiteY3" fmla="*/ 1835036 h 3580665"/>
              <a:gd name="connsiteX4" fmla="*/ 0 w 749490"/>
              <a:gd name="connsiteY4" fmla="*/ 771974 h 3580665"/>
              <a:gd name="connsiteX5" fmla="*/ 730746 w 749490"/>
              <a:gd name="connsiteY5" fmla="*/ 510854 h 3580665"/>
              <a:gd name="connsiteX6" fmla="*/ 705177 w 749490"/>
              <a:gd name="connsiteY6" fmla="*/ 0 h 3580665"/>
              <a:gd name="connsiteX0" fmla="*/ 23961 w 749490"/>
              <a:gd name="connsiteY0" fmla="*/ 3580665 h 3580665"/>
              <a:gd name="connsiteX1" fmla="*/ 749490 w 749490"/>
              <a:gd name="connsiteY1" fmla="*/ 2454361 h 3580665"/>
              <a:gd name="connsiteX2" fmla="*/ 748898 w 749490"/>
              <a:gd name="connsiteY2" fmla="*/ 1976837 h 3580665"/>
              <a:gd name="connsiteX3" fmla="*/ 12505 w 749490"/>
              <a:gd name="connsiteY3" fmla="*/ 1835036 h 3580665"/>
              <a:gd name="connsiteX4" fmla="*/ 0 w 749490"/>
              <a:gd name="connsiteY4" fmla="*/ 771974 h 3580665"/>
              <a:gd name="connsiteX5" fmla="*/ 730746 w 749490"/>
              <a:gd name="connsiteY5" fmla="*/ 510854 h 3580665"/>
              <a:gd name="connsiteX6" fmla="*/ 705177 w 749490"/>
              <a:gd name="connsiteY6" fmla="*/ 0 h 3580665"/>
              <a:gd name="connsiteX0" fmla="*/ 23961 w 749490"/>
              <a:gd name="connsiteY0" fmla="*/ 3580665 h 3580665"/>
              <a:gd name="connsiteX1" fmla="*/ 749490 w 749490"/>
              <a:gd name="connsiteY1" fmla="*/ 2454361 h 3580665"/>
              <a:gd name="connsiteX2" fmla="*/ 748898 w 749490"/>
              <a:gd name="connsiteY2" fmla="*/ 1976837 h 3580665"/>
              <a:gd name="connsiteX3" fmla="*/ 42337 w 749490"/>
              <a:gd name="connsiteY3" fmla="*/ 1835036 h 3580665"/>
              <a:gd name="connsiteX4" fmla="*/ 0 w 749490"/>
              <a:gd name="connsiteY4" fmla="*/ 771974 h 3580665"/>
              <a:gd name="connsiteX5" fmla="*/ 730746 w 749490"/>
              <a:gd name="connsiteY5" fmla="*/ 510854 h 3580665"/>
              <a:gd name="connsiteX6" fmla="*/ 705177 w 749490"/>
              <a:gd name="connsiteY6" fmla="*/ 0 h 3580665"/>
              <a:gd name="connsiteX0" fmla="*/ 49532 w 775061"/>
              <a:gd name="connsiteY0" fmla="*/ 3580665 h 3580665"/>
              <a:gd name="connsiteX1" fmla="*/ 775061 w 775061"/>
              <a:gd name="connsiteY1" fmla="*/ 2454361 h 3580665"/>
              <a:gd name="connsiteX2" fmla="*/ 774469 w 775061"/>
              <a:gd name="connsiteY2" fmla="*/ 1976837 h 3580665"/>
              <a:gd name="connsiteX3" fmla="*/ 67908 w 775061"/>
              <a:gd name="connsiteY3" fmla="*/ 1835036 h 3580665"/>
              <a:gd name="connsiteX4" fmla="*/ 0 w 775061"/>
              <a:gd name="connsiteY4" fmla="*/ 775336 h 3580665"/>
              <a:gd name="connsiteX5" fmla="*/ 756317 w 775061"/>
              <a:gd name="connsiteY5" fmla="*/ 510854 h 3580665"/>
              <a:gd name="connsiteX6" fmla="*/ 730748 w 775061"/>
              <a:gd name="connsiteY6" fmla="*/ 0 h 3580665"/>
              <a:gd name="connsiteX0" fmla="*/ 49532 w 775061"/>
              <a:gd name="connsiteY0" fmla="*/ 3580665 h 3580665"/>
              <a:gd name="connsiteX1" fmla="*/ 775061 w 775061"/>
              <a:gd name="connsiteY1" fmla="*/ 2454361 h 3580665"/>
              <a:gd name="connsiteX2" fmla="*/ 774469 w 775061"/>
              <a:gd name="connsiteY2" fmla="*/ 1976837 h 3580665"/>
              <a:gd name="connsiteX3" fmla="*/ 67908 w 775061"/>
              <a:gd name="connsiteY3" fmla="*/ 1835036 h 3580665"/>
              <a:gd name="connsiteX4" fmla="*/ 0 w 775061"/>
              <a:gd name="connsiteY4" fmla="*/ 775336 h 3580665"/>
              <a:gd name="connsiteX5" fmla="*/ 756317 w 775061"/>
              <a:gd name="connsiteY5" fmla="*/ 510854 h 3580665"/>
              <a:gd name="connsiteX6" fmla="*/ 730748 w 775061"/>
              <a:gd name="connsiteY6" fmla="*/ 0 h 3580665"/>
              <a:gd name="connsiteX0" fmla="*/ 49532 w 775061"/>
              <a:gd name="connsiteY0" fmla="*/ 3580665 h 3580665"/>
              <a:gd name="connsiteX1" fmla="*/ 775061 w 775061"/>
              <a:gd name="connsiteY1" fmla="*/ 2454361 h 3580665"/>
              <a:gd name="connsiteX2" fmla="*/ 774469 w 775061"/>
              <a:gd name="connsiteY2" fmla="*/ 1976837 h 3580665"/>
              <a:gd name="connsiteX3" fmla="*/ 67908 w 775061"/>
              <a:gd name="connsiteY3" fmla="*/ 1835036 h 3580665"/>
              <a:gd name="connsiteX4" fmla="*/ 0 w 775061"/>
              <a:gd name="connsiteY4" fmla="*/ 775336 h 3580665"/>
              <a:gd name="connsiteX5" fmla="*/ 756317 w 775061"/>
              <a:gd name="connsiteY5" fmla="*/ 510854 h 3580665"/>
              <a:gd name="connsiteX6" fmla="*/ 730748 w 775061"/>
              <a:gd name="connsiteY6" fmla="*/ 0 h 3580665"/>
              <a:gd name="connsiteX0" fmla="*/ 49532 w 775061"/>
              <a:gd name="connsiteY0" fmla="*/ 3580665 h 3580665"/>
              <a:gd name="connsiteX1" fmla="*/ 775061 w 775061"/>
              <a:gd name="connsiteY1" fmla="*/ 2454361 h 3580665"/>
              <a:gd name="connsiteX2" fmla="*/ 774469 w 775061"/>
              <a:gd name="connsiteY2" fmla="*/ 1976837 h 3580665"/>
              <a:gd name="connsiteX3" fmla="*/ 38076 w 775061"/>
              <a:gd name="connsiteY3" fmla="*/ 1835036 h 3580665"/>
              <a:gd name="connsiteX4" fmla="*/ 0 w 775061"/>
              <a:gd name="connsiteY4" fmla="*/ 775336 h 3580665"/>
              <a:gd name="connsiteX5" fmla="*/ 756317 w 775061"/>
              <a:gd name="connsiteY5" fmla="*/ 510854 h 3580665"/>
              <a:gd name="connsiteX6" fmla="*/ 730748 w 775061"/>
              <a:gd name="connsiteY6" fmla="*/ 0 h 3580665"/>
              <a:gd name="connsiteX0" fmla="*/ 49532 w 775061"/>
              <a:gd name="connsiteY0" fmla="*/ 3580665 h 3580665"/>
              <a:gd name="connsiteX1" fmla="*/ 775061 w 775061"/>
              <a:gd name="connsiteY1" fmla="*/ 2454361 h 3580665"/>
              <a:gd name="connsiteX2" fmla="*/ 774469 w 775061"/>
              <a:gd name="connsiteY2" fmla="*/ 1976837 h 3580665"/>
              <a:gd name="connsiteX3" fmla="*/ 38076 w 775061"/>
              <a:gd name="connsiteY3" fmla="*/ 1835036 h 3580665"/>
              <a:gd name="connsiteX4" fmla="*/ 0 w 775061"/>
              <a:gd name="connsiteY4" fmla="*/ 775336 h 3580665"/>
              <a:gd name="connsiteX5" fmla="*/ 756317 w 775061"/>
              <a:gd name="connsiteY5" fmla="*/ 510854 h 3580665"/>
              <a:gd name="connsiteX6" fmla="*/ 730748 w 775061"/>
              <a:gd name="connsiteY6" fmla="*/ 0 h 3580665"/>
              <a:gd name="connsiteX0" fmla="*/ 49532 w 872488"/>
              <a:gd name="connsiteY0" fmla="*/ 3580665 h 3580665"/>
              <a:gd name="connsiteX1" fmla="*/ 775061 w 872488"/>
              <a:gd name="connsiteY1" fmla="*/ 2454361 h 3580665"/>
              <a:gd name="connsiteX2" fmla="*/ 872488 w 872488"/>
              <a:gd name="connsiteY2" fmla="*/ 2054161 h 3580665"/>
              <a:gd name="connsiteX3" fmla="*/ 38076 w 872488"/>
              <a:gd name="connsiteY3" fmla="*/ 1835036 h 3580665"/>
              <a:gd name="connsiteX4" fmla="*/ 0 w 872488"/>
              <a:gd name="connsiteY4" fmla="*/ 775336 h 3580665"/>
              <a:gd name="connsiteX5" fmla="*/ 756317 w 872488"/>
              <a:gd name="connsiteY5" fmla="*/ 510854 h 3580665"/>
              <a:gd name="connsiteX6" fmla="*/ 730748 w 872488"/>
              <a:gd name="connsiteY6" fmla="*/ 0 h 3580665"/>
              <a:gd name="connsiteX0" fmla="*/ 49532 w 873080"/>
              <a:gd name="connsiteY0" fmla="*/ 3580665 h 3580665"/>
              <a:gd name="connsiteX1" fmla="*/ 873080 w 873080"/>
              <a:gd name="connsiteY1" fmla="*/ 2414018 h 3580665"/>
              <a:gd name="connsiteX2" fmla="*/ 872488 w 873080"/>
              <a:gd name="connsiteY2" fmla="*/ 2054161 h 3580665"/>
              <a:gd name="connsiteX3" fmla="*/ 38076 w 873080"/>
              <a:gd name="connsiteY3" fmla="*/ 1835036 h 3580665"/>
              <a:gd name="connsiteX4" fmla="*/ 0 w 873080"/>
              <a:gd name="connsiteY4" fmla="*/ 775336 h 3580665"/>
              <a:gd name="connsiteX5" fmla="*/ 756317 w 873080"/>
              <a:gd name="connsiteY5" fmla="*/ 510854 h 3580665"/>
              <a:gd name="connsiteX6" fmla="*/ 730748 w 873080"/>
              <a:gd name="connsiteY6" fmla="*/ 0 h 3580665"/>
              <a:gd name="connsiteX0" fmla="*/ 49532 w 873080"/>
              <a:gd name="connsiteY0" fmla="*/ 3580665 h 3580665"/>
              <a:gd name="connsiteX1" fmla="*/ 873080 w 873080"/>
              <a:gd name="connsiteY1" fmla="*/ 2414018 h 3580665"/>
              <a:gd name="connsiteX2" fmla="*/ 872488 w 873080"/>
              <a:gd name="connsiteY2" fmla="*/ 2054161 h 3580665"/>
              <a:gd name="connsiteX3" fmla="*/ 38076 w 873080"/>
              <a:gd name="connsiteY3" fmla="*/ 1835036 h 3580665"/>
              <a:gd name="connsiteX4" fmla="*/ 0 w 873080"/>
              <a:gd name="connsiteY4" fmla="*/ 775336 h 3580665"/>
              <a:gd name="connsiteX5" fmla="*/ 730748 w 873080"/>
              <a:gd name="connsiteY5" fmla="*/ 0 h 3580665"/>
              <a:gd name="connsiteX0" fmla="*/ 12167 w 835715"/>
              <a:gd name="connsiteY0" fmla="*/ 3580665 h 3580665"/>
              <a:gd name="connsiteX1" fmla="*/ 835715 w 835715"/>
              <a:gd name="connsiteY1" fmla="*/ 2414018 h 3580665"/>
              <a:gd name="connsiteX2" fmla="*/ 835123 w 835715"/>
              <a:gd name="connsiteY2" fmla="*/ 2054161 h 3580665"/>
              <a:gd name="connsiteX3" fmla="*/ 711 w 835715"/>
              <a:gd name="connsiteY3" fmla="*/ 1835036 h 3580665"/>
              <a:gd name="connsiteX4" fmla="*/ 693383 w 835715"/>
              <a:gd name="connsiteY4" fmla="*/ 0 h 3580665"/>
              <a:gd name="connsiteX0" fmla="*/ 0 w 823548"/>
              <a:gd name="connsiteY0" fmla="*/ 3580665 h 3580665"/>
              <a:gd name="connsiteX1" fmla="*/ 823548 w 823548"/>
              <a:gd name="connsiteY1" fmla="*/ 2414018 h 3580665"/>
              <a:gd name="connsiteX2" fmla="*/ 822956 w 823548"/>
              <a:gd name="connsiteY2" fmla="*/ 2054161 h 3580665"/>
              <a:gd name="connsiteX3" fmla="*/ 287809 w 823548"/>
              <a:gd name="connsiteY3" fmla="*/ 1835036 h 3580665"/>
              <a:gd name="connsiteX4" fmla="*/ 681216 w 823548"/>
              <a:gd name="connsiteY4" fmla="*/ 0 h 3580665"/>
              <a:gd name="connsiteX0" fmla="*/ 0 w 823548"/>
              <a:gd name="connsiteY0" fmla="*/ 3569150 h 3569150"/>
              <a:gd name="connsiteX1" fmla="*/ 823548 w 823548"/>
              <a:gd name="connsiteY1" fmla="*/ 2402503 h 3569150"/>
              <a:gd name="connsiteX2" fmla="*/ 822956 w 823548"/>
              <a:gd name="connsiteY2" fmla="*/ 2042646 h 3569150"/>
              <a:gd name="connsiteX3" fmla="*/ 287809 w 823548"/>
              <a:gd name="connsiteY3" fmla="*/ 1823521 h 3569150"/>
              <a:gd name="connsiteX4" fmla="*/ 206772 w 823548"/>
              <a:gd name="connsiteY4" fmla="*/ 0 h 3569150"/>
              <a:gd name="connsiteX0" fmla="*/ 0 w 823548"/>
              <a:gd name="connsiteY0" fmla="*/ 3569150 h 3569150"/>
              <a:gd name="connsiteX1" fmla="*/ 823548 w 823548"/>
              <a:gd name="connsiteY1" fmla="*/ 2402503 h 3569150"/>
              <a:gd name="connsiteX2" fmla="*/ 822956 w 823548"/>
              <a:gd name="connsiteY2" fmla="*/ 2042646 h 3569150"/>
              <a:gd name="connsiteX3" fmla="*/ 287809 w 823548"/>
              <a:gd name="connsiteY3" fmla="*/ 1823521 h 3569150"/>
              <a:gd name="connsiteX4" fmla="*/ 206772 w 823548"/>
              <a:gd name="connsiteY4" fmla="*/ 0 h 3569150"/>
              <a:gd name="connsiteX0" fmla="*/ 0 w 823548"/>
              <a:gd name="connsiteY0" fmla="*/ 3569150 h 3569150"/>
              <a:gd name="connsiteX1" fmla="*/ 823548 w 823548"/>
              <a:gd name="connsiteY1" fmla="*/ 2402503 h 3569150"/>
              <a:gd name="connsiteX2" fmla="*/ 822956 w 823548"/>
              <a:gd name="connsiteY2" fmla="*/ 2042646 h 3569150"/>
              <a:gd name="connsiteX3" fmla="*/ 287809 w 823548"/>
              <a:gd name="connsiteY3" fmla="*/ 1823521 h 3569150"/>
              <a:gd name="connsiteX4" fmla="*/ 126482 w 823548"/>
              <a:gd name="connsiteY4" fmla="*/ 0 h 3569150"/>
              <a:gd name="connsiteX0" fmla="*/ 0 w 823548"/>
              <a:gd name="connsiteY0" fmla="*/ 3569150 h 3569150"/>
              <a:gd name="connsiteX1" fmla="*/ 823548 w 823548"/>
              <a:gd name="connsiteY1" fmla="*/ 2402503 h 3569150"/>
              <a:gd name="connsiteX2" fmla="*/ 822956 w 823548"/>
              <a:gd name="connsiteY2" fmla="*/ 2042646 h 3569150"/>
              <a:gd name="connsiteX3" fmla="*/ 229416 w 823548"/>
              <a:gd name="connsiteY3" fmla="*/ 1817763 h 3569150"/>
              <a:gd name="connsiteX4" fmla="*/ 126482 w 823548"/>
              <a:gd name="connsiteY4" fmla="*/ 0 h 3569150"/>
              <a:gd name="connsiteX0" fmla="*/ 0 w 823548"/>
              <a:gd name="connsiteY0" fmla="*/ 3569150 h 3569150"/>
              <a:gd name="connsiteX1" fmla="*/ 823548 w 823548"/>
              <a:gd name="connsiteY1" fmla="*/ 2402503 h 3569150"/>
              <a:gd name="connsiteX2" fmla="*/ 822956 w 823548"/>
              <a:gd name="connsiteY2" fmla="*/ 2042646 h 3569150"/>
              <a:gd name="connsiteX3" fmla="*/ 178322 w 823548"/>
              <a:gd name="connsiteY3" fmla="*/ 1806247 h 3569150"/>
              <a:gd name="connsiteX4" fmla="*/ 126482 w 823548"/>
              <a:gd name="connsiteY4" fmla="*/ 0 h 3569150"/>
              <a:gd name="connsiteX0" fmla="*/ 0 w 823548"/>
              <a:gd name="connsiteY0" fmla="*/ 3569150 h 3569150"/>
              <a:gd name="connsiteX1" fmla="*/ 823548 w 823548"/>
              <a:gd name="connsiteY1" fmla="*/ 2402503 h 3569150"/>
              <a:gd name="connsiteX2" fmla="*/ 822956 w 823548"/>
              <a:gd name="connsiteY2" fmla="*/ 2042646 h 3569150"/>
              <a:gd name="connsiteX3" fmla="*/ 149125 w 823548"/>
              <a:gd name="connsiteY3" fmla="*/ 1806247 h 3569150"/>
              <a:gd name="connsiteX4" fmla="*/ 126482 w 823548"/>
              <a:gd name="connsiteY4" fmla="*/ 0 h 3569150"/>
              <a:gd name="connsiteX0" fmla="*/ 0 w 823548"/>
              <a:gd name="connsiteY0" fmla="*/ 3569150 h 3569150"/>
              <a:gd name="connsiteX1" fmla="*/ 823548 w 823548"/>
              <a:gd name="connsiteY1" fmla="*/ 2402503 h 3569150"/>
              <a:gd name="connsiteX2" fmla="*/ 822956 w 823548"/>
              <a:gd name="connsiteY2" fmla="*/ 2042646 h 3569150"/>
              <a:gd name="connsiteX3" fmla="*/ 149125 w 823548"/>
              <a:gd name="connsiteY3" fmla="*/ 1829278 h 3569150"/>
              <a:gd name="connsiteX4" fmla="*/ 126482 w 823548"/>
              <a:gd name="connsiteY4" fmla="*/ 0 h 3569150"/>
              <a:gd name="connsiteX0" fmla="*/ 0 w 823548"/>
              <a:gd name="connsiteY0" fmla="*/ 3569150 h 3569150"/>
              <a:gd name="connsiteX1" fmla="*/ 823548 w 823548"/>
              <a:gd name="connsiteY1" fmla="*/ 2402503 h 3569150"/>
              <a:gd name="connsiteX2" fmla="*/ 822956 w 823548"/>
              <a:gd name="connsiteY2" fmla="*/ 2042646 h 3569150"/>
              <a:gd name="connsiteX3" fmla="*/ 149125 w 823548"/>
              <a:gd name="connsiteY3" fmla="*/ 1829278 h 3569150"/>
              <a:gd name="connsiteX4" fmla="*/ 126482 w 823548"/>
              <a:gd name="connsiteY4" fmla="*/ 0 h 3569150"/>
              <a:gd name="connsiteX0" fmla="*/ 0 w 823548"/>
              <a:gd name="connsiteY0" fmla="*/ 3574908 h 3574908"/>
              <a:gd name="connsiteX1" fmla="*/ 823548 w 823548"/>
              <a:gd name="connsiteY1" fmla="*/ 2408261 h 3574908"/>
              <a:gd name="connsiteX2" fmla="*/ 822956 w 823548"/>
              <a:gd name="connsiteY2" fmla="*/ 2048404 h 3574908"/>
              <a:gd name="connsiteX3" fmla="*/ 149125 w 823548"/>
              <a:gd name="connsiteY3" fmla="*/ 1835036 h 3574908"/>
              <a:gd name="connsiteX4" fmla="*/ 68088 w 823548"/>
              <a:gd name="connsiteY4" fmla="*/ 0 h 3574908"/>
              <a:gd name="connsiteX0" fmla="*/ 0 w 823548"/>
              <a:gd name="connsiteY0" fmla="*/ 3574908 h 3574908"/>
              <a:gd name="connsiteX1" fmla="*/ 823548 w 823548"/>
              <a:gd name="connsiteY1" fmla="*/ 2408261 h 3574908"/>
              <a:gd name="connsiteX2" fmla="*/ 822956 w 823548"/>
              <a:gd name="connsiteY2" fmla="*/ 2048404 h 3574908"/>
              <a:gd name="connsiteX3" fmla="*/ 134526 w 823548"/>
              <a:gd name="connsiteY3" fmla="*/ 1858067 h 3574908"/>
              <a:gd name="connsiteX4" fmla="*/ 68088 w 823548"/>
              <a:gd name="connsiteY4" fmla="*/ 0 h 3574908"/>
              <a:gd name="connsiteX0" fmla="*/ 0 w 823548"/>
              <a:gd name="connsiteY0" fmla="*/ 3580665 h 3580665"/>
              <a:gd name="connsiteX1" fmla="*/ 823548 w 823548"/>
              <a:gd name="connsiteY1" fmla="*/ 2414018 h 3580665"/>
              <a:gd name="connsiteX2" fmla="*/ 822956 w 823548"/>
              <a:gd name="connsiteY2" fmla="*/ 2054161 h 3580665"/>
              <a:gd name="connsiteX3" fmla="*/ 134526 w 823548"/>
              <a:gd name="connsiteY3" fmla="*/ 1863824 h 3580665"/>
              <a:gd name="connsiteX4" fmla="*/ 104584 w 823548"/>
              <a:gd name="connsiteY4" fmla="*/ 0 h 3580665"/>
              <a:gd name="connsiteX0" fmla="*/ 29101 w 718964"/>
              <a:gd name="connsiteY0" fmla="*/ 3359195 h 3359195"/>
              <a:gd name="connsiteX1" fmla="*/ 718964 w 718964"/>
              <a:gd name="connsiteY1" fmla="*/ 2414018 h 3359195"/>
              <a:gd name="connsiteX2" fmla="*/ 718372 w 718964"/>
              <a:gd name="connsiteY2" fmla="*/ 2054161 h 3359195"/>
              <a:gd name="connsiteX3" fmla="*/ 29942 w 718964"/>
              <a:gd name="connsiteY3" fmla="*/ 1863824 h 3359195"/>
              <a:gd name="connsiteX4" fmla="*/ 0 w 718964"/>
              <a:gd name="connsiteY4" fmla="*/ 0 h 3359195"/>
              <a:gd name="connsiteX0" fmla="*/ 15733 w 705596"/>
              <a:gd name="connsiteY0" fmla="*/ 2968987 h 2968987"/>
              <a:gd name="connsiteX1" fmla="*/ 705596 w 705596"/>
              <a:gd name="connsiteY1" fmla="*/ 2023810 h 2968987"/>
              <a:gd name="connsiteX2" fmla="*/ 705004 w 705596"/>
              <a:gd name="connsiteY2" fmla="*/ 1663953 h 2968987"/>
              <a:gd name="connsiteX3" fmla="*/ 16574 w 705596"/>
              <a:gd name="connsiteY3" fmla="*/ 1473616 h 2968987"/>
              <a:gd name="connsiteX4" fmla="*/ 0 w 705596"/>
              <a:gd name="connsiteY4" fmla="*/ 0 h 2968987"/>
              <a:gd name="connsiteX0" fmla="*/ 21024 w 710887"/>
              <a:gd name="connsiteY0" fmla="*/ 3027431 h 3027431"/>
              <a:gd name="connsiteX1" fmla="*/ 710887 w 710887"/>
              <a:gd name="connsiteY1" fmla="*/ 2082254 h 3027431"/>
              <a:gd name="connsiteX2" fmla="*/ 710295 w 710887"/>
              <a:gd name="connsiteY2" fmla="*/ 1722397 h 3027431"/>
              <a:gd name="connsiteX3" fmla="*/ 21865 w 710887"/>
              <a:gd name="connsiteY3" fmla="*/ 1532060 h 3027431"/>
              <a:gd name="connsiteX4" fmla="*/ 0 w 710887"/>
              <a:gd name="connsiteY4" fmla="*/ 0 h 3027431"/>
              <a:gd name="connsiteX0" fmla="*/ 34392 w 710887"/>
              <a:gd name="connsiteY0" fmla="*/ 2943061 h 2943061"/>
              <a:gd name="connsiteX1" fmla="*/ 710887 w 710887"/>
              <a:gd name="connsiteY1" fmla="*/ 2082254 h 2943061"/>
              <a:gd name="connsiteX2" fmla="*/ 710295 w 710887"/>
              <a:gd name="connsiteY2" fmla="*/ 1722397 h 2943061"/>
              <a:gd name="connsiteX3" fmla="*/ 21865 w 710887"/>
              <a:gd name="connsiteY3" fmla="*/ 1532060 h 2943061"/>
              <a:gd name="connsiteX4" fmla="*/ 0 w 710887"/>
              <a:gd name="connsiteY4" fmla="*/ 0 h 2943061"/>
              <a:gd name="connsiteX0" fmla="*/ 34392 w 710887"/>
              <a:gd name="connsiteY0" fmla="*/ 2943061 h 2943061"/>
              <a:gd name="connsiteX1" fmla="*/ 710887 w 710887"/>
              <a:gd name="connsiteY1" fmla="*/ 2082254 h 2943061"/>
              <a:gd name="connsiteX2" fmla="*/ 710295 w 710887"/>
              <a:gd name="connsiteY2" fmla="*/ 1722397 h 2943061"/>
              <a:gd name="connsiteX3" fmla="*/ 21865 w 710887"/>
              <a:gd name="connsiteY3" fmla="*/ 1532060 h 2943061"/>
              <a:gd name="connsiteX4" fmla="*/ 0 w 710887"/>
              <a:gd name="connsiteY4" fmla="*/ 0 h 2943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10887" h="2943061">
                <a:moveTo>
                  <a:pt x="34392" y="2943061"/>
                </a:moveTo>
                <a:cubicBezTo>
                  <a:pt x="643118" y="2216702"/>
                  <a:pt x="436371" y="2471136"/>
                  <a:pt x="710887" y="2082254"/>
                </a:cubicBezTo>
                <a:cubicBezTo>
                  <a:pt x="710690" y="1923079"/>
                  <a:pt x="710492" y="1881572"/>
                  <a:pt x="710295" y="1722397"/>
                </a:cubicBezTo>
                <a:cubicBezTo>
                  <a:pt x="566067" y="1680698"/>
                  <a:pt x="166093" y="1573759"/>
                  <a:pt x="21865" y="1532060"/>
                </a:cubicBezTo>
                <a:cubicBezTo>
                  <a:pt x="5542" y="849989"/>
                  <a:pt x="1676" y="727768"/>
                  <a:pt x="0" y="0"/>
                </a:cubicBezTo>
              </a:path>
            </a:pathLst>
          </a:custGeom>
          <a:ln w="12700">
            <a:solidFill>
              <a:schemeClr val="tx1"/>
            </a:solidFill>
            <a:tailEnd type="triangle"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grpSp>
        <p:nvGrpSpPr>
          <p:cNvPr id="225" name="Group 224"/>
          <p:cNvGrpSpPr/>
          <p:nvPr/>
        </p:nvGrpSpPr>
        <p:grpSpPr>
          <a:xfrm>
            <a:off x="1672399" y="4825035"/>
            <a:ext cx="313044" cy="369332"/>
            <a:chOff x="418816" y="1964112"/>
            <a:chExt cx="313044" cy="369332"/>
          </a:xfrm>
        </p:grpSpPr>
        <p:sp>
          <p:nvSpPr>
            <p:cNvPr id="226" name="Oval 225"/>
            <p:cNvSpPr/>
            <p:nvPr/>
          </p:nvSpPr>
          <p:spPr>
            <a:xfrm>
              <a:off x="448041" y="2026177"/>
              <a:ext cx="251755" cy="263122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/>
                <a:cs typeface="Arial"/>
              </a:endParaRPr>
            </a:p>
          </p:txBody>
        </p:sp>
        <p:sp>
          <p:nvSpPr>
            <p:cNvPr id="227" name="TextBox 226"/>
            <p:cNvSpPr txBox="1"/>
            <p:nvPr/>
          </p:nvSpPr>
          <p:spPr>
            <a:xfrm>
              <a:off x="418816" y="1964112"/>
              <a:ext cx="31304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rial"/>
                  <a:cs typeface="Arial"/>
                </a:rPr>
                <a:t>1</a:t>
              </a:r>
            </a:p>
          </p:txBody>
        </p:sp>
      </p:grpSp>
      <p:grpSp>
        <p:nvGrpSpPr>
          <p:cNvPr id="228" name="Group 227"/>
          <p:cNvGrpSpPr/>
          <p:nvPr/>
        </p:nvGrpSpPr>
        <p:grpSpPr>
          <a:xfrm>
            <a:off x="1765227" y="3717809"/>
            <a:ext cx="313044" cy="369332"/>
            <a:chOff x="418816" y="1964112"/>
            <a:chExt cx="313044" cy="369332"/>
          </a:xfrm>
        </p:grpSpPr>
        <p:sp>
          <p:nvSpPr>
            <p:cNvPr id="229" name="Oval 228"/>
            <p:cNvSpPr/>
            <p:nvPr/>
          </p:nvSpPr>
          <p:spPr>
            <a:xfrm>
              <a:off x="448041" y="2026177"/>
              <a:ext cx="251755" cy="263122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/>
                <a:cs typeface="Arial"/>
              </a:endParaRPr>
            </a:p>
          </p:txBody>
        </p:sp>
        <p:sp>
          <p:nvSpPr>
            <p:cNvPr id="230" name="TextBox 229"/>
            <p:cNvSpPr txBox="1"/>
            <p:nvPr/>
          </p:nvSpPr>
          <p:spPr>
            <a:xfrm>
              <a:off x="418816" y="1964112"/>
              <a:ext cx="31304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rial"/>
                  <a:cs typeface="Arial"/>
                </a:rPr>
                <a:t>2</a:t>
              </a:r>
            </a:p>
          </p:txBody>
        </p:sp>
      </p:grpSp>
      <p:grpSp>
        <p:nvGrpSpPr>
          <p:cNvPr id="231" name="Group 230"/>
          <p:cNvGrpSpPr/>
          <p:nvPr/>
        </p:nvGrpSpPr>
        <p:grpSpPr>
          <a:xfrm>
            <a:off x="1285507" y="2532088"/>
            <a:ext cx="313044" cy="369332"/>
            <a:chOff x="418816" y="1964112"/>
            <a:chExt cx="313044" cy="369332"/>
          </a:xfrm>
        </p:grpSpPr>
        <p:sp>
          <p:nvSpPr>
            <p:cNvPr id="232" name="Oval 231"/>
            <p:cNvSpPr/>
            <p:nvPr/>
          </p:nvSpPr>
          <p:spPr>
            <a:xfrm>
              <a:off x="448041" y="2026177"/>
              <a:ext cx="251755" cy="263122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/>
                <a:cs typeface="Arial"/>
              </a:endParaRPr>
            </a:p>
          </p:txBody>
        </p:sp>
        <p:sp>
          <p:nvSpPr>
            <p:cNvPr id="233" name="TextBox 232"/>
            <p:cNvSpPr txBox="1"/>
            <p:nvPr/>
          </p:nvSpPr>
          <p:spPr>
            <a:xfrm>
              <a:off x="418816" y="1964112"/>
              <a:ext cx="31304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rial"/>
                  <a:cs typeface="Arial"/>
                </a:rPr>
                <a:t>3</a:t>
              </a:r>
            </a:p>
          </p:txBody>
        </p:sp>
      </p:grpSp>
      <p:cxnSp>
        <p:nvCxnSpPr>
          <p:cNvPr id="4" name="Straight Arrow Connector 3"/>
          <p:cNvCxnSpPr/>
          <p:nvPr/>
        </p:nvCxnSpPr>
        <p:spPr bwMode="auto">
          <a:xfrm>
            <a:off x="1635543" y="1382172"/>
            <a:ext cx="36856" cy="1995939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triangle"/>
            <a:tailEnd type="triangle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35" name="Group 234"/>
          <p:cNvGrpSpPr/>
          <p:nvPr/>
        </p:nvGrpSpPr>
        <p:grpSpPr>
          <a:xfrm>
            <a:off x="1506590" y="1883932"/>
            <a:ext cx="313044" cy="369332"/>
            <a:chOff x="418816" y="1964112"/>
            <a:chExt cx="313044" cy="369332"/>
          </a:xfrm>
        </p:grpSpPr>
        <p:sp>
          <p:nvSpPr>
            <p:cNvPr id="236" name="Oval 235"/>
            <p:cNvSpPr/>
            <p:nvPr/>
          </p:nvSpPr>
          <p:spPr>
            <a:xfrm>
              <a:off x="448041" y="2026177"/>
              <a:ext cx="251755" cy="263122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/>
                <a:cs typeface="Arial"/>
              </a:endParaRPr>
            </a:p>
          </p:txBody>
        </p:sp>
        <p:sp>
          <p:nvSpPr>
            <p:cNvPr id="237" name="TextBox 236"/>
            <p:cNvSpPr txBox="1"/>
            <p:nvPr/>
          </p:nvSpPr>
          <p:spPr>
            <a:xfrm>
              <a:off x="418816" y="1964112"/>
              <a:ext cx="31304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rial"/>
                  <a:cs typeface="Arial"/>
                </a:rPr>
                <a:t>4</a:t>
              </a:r>
            </a:p>
          </p:txBody>
        </p:sp>
      </p:grpSp>
      <p:sp>
        <p:nvSpPr>
          <p:cNvPr id="238" name="Freeform 237"/>
          <p:cNvSpPr/>
          <p:nvPr/>
        </p:nvSpPr>
        <p:spPr>
          <a:xfrm>
            <a:off x="2295799" y="1680415"/>
            <a:ext cx="1029459" cy="3309980"/>
          </a:xfrm>
          <a:custGeom>
            <a:avLst/>
            <a:gdLst>
              <a:gd name="connsiteX0" fmla="*/ 3902322 w 3902322"/>
              <a:gd name="connsiteY0" fmla="*/ 0 h 449814"/>
              <a:gd name="connsiteX1" fmla="*/ 3452563 w 3902322"/>
              <a:gd name="connsiteY1" fmla="*/ 449814 h 449814"/>
              <a:gd name="connsiteX2" fmla="*/ 343934 w 3902322"/>
              <a:gd name="connsiteY2" fmla="*/ 423354 h 449814"/>
              <a:gd name="connsiteX3" fmla="*/ 0 w 3902322"/>
              <a:gd name="connsiteY3" fmla="*/ 39690 h 449814"/>
              <a:gd name="connsiteX0" fmla="*/ 3902322 w 3902322"/>
              <a:gd name="connsiteY0" fmla="*/ 0 h 423354"/>
              <a:gd name="connsiteX1" fmla="*/ 3565324 w 3902322"/>
              <a:gd name="connsiteY1" fmla="*/ 402338 h 423354"/>
              <a:gd name="connsiteX2" fmla="*/ 343934 w 3902322"/>
              <a:gd name="connsiteY2" fmla="*/ 423354 h 423354"/>
              <a:gd name="connsiteX3" fmla="*/ 0 w 3902322"/>
              <a:gd name="connsiteY3" fmla="*/ 39690 h 423354"/>
              <a:gd name="connsiteX0" fmla="*/ 3902322 w 3902322"/>
              <a:gd name="connsiteY0" fmla="*/ 0 h 423354"/>
              <a:gd name="connsiteX1" fmla="*/ 3600933 w 3902322"/>
              <a:gd name="connsiteY1" fmla="*/ 384535 h 423354"/>
              <a:gd name="connsiteX2" fmla="*/ 343934 w 3902322"/>
              <a:gd name="connsiteY2" fmla="*/ 423354 h 423354"/>
              <a:gd name="connsiteX3" fmla="*/ 0 w 3902322"/>
              <a:gd name="connsiteY3" fmla="*/ 39690 h 423354"/>
              <a:gd name="connsiteX0" fmla="*/ 3943865 w 3943865"/>
              <a:gd name="connsiteY0" fmla="*/ 1851 h 383664"/>
              <a:gd name="connsiteX1" fmla="*/ 3600933 w 3943865"/>
              <a:gd name="connsiteY1" fmla="*/ 344845 h 383664"/>
              <a:gd name="connsiteX2" fmla="*/ 343934 w 3943865"/>
              <a:gd name="connsiteY2" fmla="*/ 383664 h 383664"/>
              <a:gd name="connsiteX3" fmla="*/ 0 w 3943865"/>
              <a:gd name="connsiteY3" fmla="*/ 0 h 383664"/>
              <a:gd name="connsiteX0" fmla="*/ 4015082 w 4015082"/>
              <a:gd name="connsiteY0" fmla="*/ 29941 h 383664"/>
              <a:gd name="connsiteX1" fmla="*/ 3600933 w 4015082"/>
              <a:gd name="connsiteY1" fmla="*/ 344845 h 383664"/>
              <a:gd name="connsiteX2" fmla="*/ 343934 w 4015082"/>
              <a:gd name="connsiteY2" fmla="*/ 383664 h 383664"/>
              <a:gd name="connsiteX3" fmla="*/ 0 w 4015082"/>
              <a:gd name="connsiteY3" fmla="*/ 0 h 383664"/>
              <a:gd name="connsiteX0" fmla="*/ 4187190 w 4187190"/>
              <a:gd name="connsiteY0" fmla="*/ 15896 h 369619"/>
              <a:gd name="connsiteX1" fmla="*/ 3773041 w 4187190"/>
              <a:gd name="connsiteY1" fmla="*/ 330800 h 369619"/>
              <a:gd name="connsiteX2" fmla="*/ 516042 w 4187190"/>
              <a:gd name="connsiteY2" fmla="*/ 369619 h 369619"/>
              <a:gd name="connsiteX3" fmla="*/ 0 w 4187190"/>
              <a:gd name="connsiteY3" fmla="*/ 0 h 369619"/>
              <a:gd name="connsiteX0" fmla="*/ 4187190 w 4187190"/>
              <a:gd name="connsiteY0" fmla="*/ 15896 h 369619"/>
              <a:gd name="connsiteX1" fmla="*/ 3749302 w 4187190"/>
              <a:gd name="connsiteY1" fmla="*/ 349527 h 369619"/>
              <a:gd name="connsiteX2" fmla="*/ 516042 w 4187190"/>
              <a:gd name="connsiteY2" fmla="*/ 369619 h 369619"/>
              <a:gd name="connsiteX3" fmla="*/ 0 w 4187190"/>
              <a:gd name="connsiteY3" fmla="*/ 0 h 369619"/>
              <a:gd name="connsiteX0" fmla="*/ 0 w 6265284"/>
              <a:gd name="connsiteY0" fmla="*/ 0 h 1092877"/>
              <a:gd name="connsiteX1" fmla="*/ 6265284 w 6265284"/>
              <a:gd name="connsiteY1" fmla="*/ 1072785 h 1092877"/>
              <a:gd name="connsiteX2" fmla="*/ 3032024 w 6265284"/>
              <a:gd name="connsiteY2" fmla="*/ 1092877 h 1092877"/>
              <a:gd name="connsiteX3" fmla="*/ 2515982 w 6265284"/>
              <a:gd name="connsiteY3" fmla="*/ 723258 h 1092877"/>
              <a:gd name="connsiteX0" fmla="*/ 0 w 3032024"/>
              <a:gd name="connsiteY0" fmla="*/ 1193950 h 2286827"/>
              <a:gd name="connsiteX1" fmla="*/ 1581391 w 3032024"/>
              <a:gd name="connsiteY1" fmla="*/ 0 h 2286827"/>
              <a:gd name="connsiteX2" fmla="*/ 3032024 w 3032024"/>
              <a:gd name="connsiteY2" fmla="*/ 2286827 h 2286827"/>
              <a:gd name="connsiteX3" fmla="*/ 2515982 w 3032024"/>
              <a:gd name="connsiteY3" fmla="*/ 1917208 h 2286827"/>
              <a:gd name="connsiteX0" fmla="*/ 0 w 2515982"/>
              <a:gd name="connsiteY0" fmla="*/ 1896586 h 2619844"/>
              <a:gd name="connsiteX1" fmla="*/ 1581391 w 2515982"/>
              <a:gd name="connsiteY1" fmla="*/ 702636 h 2619844"/>
              <a:gd name="connsiteX2" fmla="*/ 1241736 w 2515982"/>
              <a:gd name="connsiteY2" fmla="*/ 0 h 2619844"/>
              <a:gd name="connsiteX3" fmla="*/ 2515982 w 2515982"/>
              <a:gd name="connsiteY3" fmla="*/ 2619844 h 2619844"/>
              <a:gd name="connsiteX0" fmla="*/ 0 w 1581391"/>
              <a:gd name="connsiteY0" fmla="*/ 2890379 h 2890379"/>
              <a:gd name="connsiteX1" fmla="*/ 1581391 w 1581391"/>
              <a:gd name="connsiteY1" fmla="*/ 1696429 h 2890379"/>
              <a:gd name="connsiteX2" fmla="*/ 1241736 w 1581391"/>
              <a:gd name="connsiteY2" fmla="*/ 993793 h 2890379"/>
              <a:gd name="connsiteX3" fmla="*/ 1579203 w 1581391"/>
              <a:gd name="connsiteY3" fmla="*/ 0 h 2890379"/>
              <a:gd name="connsiteX0" fmla="*/ 0 w 1581391"/>
              <a:gd name="connsiteY0" fmla="*/ 2973211 h 2973211"/>
              <a:gd name="connsiteX1" fmla="*/ 1581391 w 1581391"/>
              <a:gd name="connsiteY1" fmla="*/ 1779261 h 2973211"/>
              <a:gd name="connsiteX2" fmla="*/ 1241736 w 1581391"/>
              <a:gd name="connsiteY2" fmla="*/ 1076625 h 2973211"/>
              <a:gd name="connsiteX3" fmla="*/ 1229193 w 1581391"/>
              <a:gd name="connsiteY3" fmla="*/ 0 h 2973211"/>
              <a:gd name="connsiteX0" fmla="*/ 0 w 1581391"/>
              <a:gd name="connsiteY0" fmla="*/ 3276927 h 3276927"/>
              <a:gd name="connsiteX1" fmla="*/ 1581391 w 1581391"/>
              <a:gd name="connsiteY1" fmla="*/ 2082977 h 3276927"/>
              <a:gd name="connsiteX2" fmla="*/ 1241736 w 1581391"/>
              <a:gd name="connsiteY2" fmla="*/ 1380341 h 3276927"/>
              <a:gd name="connsiteX3" fmla="*/ 1249193 w 1581391"/>
              <a:gd name="connsiteY3" fmla="*/ 0 h 3276927"/>
              <a:gd name="connsiteX0" fmla="*/ 0 w 1581391"/>
              <a:gd name="connsiteY0" fmla="*/ 2973211 h 2973211"/>
              <a:gd name="connsiteX1" fmla="*/ 1581391 w 1581391"/>
              <a:gd name="connsiteY1" fmla="*/ 1779261 h 2973211"/>
              <a:gd name="connsiteX2" fmla="*/ 1241736 w 1581391"/>
              <a:gd name="connsiteY2" fmla="*/ 1076625 h 2973211"/>
              <a:gd name="connsiteX3" fmla="*/ 1234193 w 1581391"/>
              <a:gd name="connsiteY3" fmla="*/ 0 h 2973211"/>
              <a:gd name="connsiteX0" fmla="*/ 0 w 1581391"/>
              <a:gd name="connsiteY0" fmla="*/ 3008710 h 3008710"/>
              <a:gd name="connsiteX1" fmla="*/ 1581391 w 1581391"/>
              <a:gd name="connsiteY1" fmla="*/ 1814760 h 3008710"/>
              <a:gd name="connsiteX2" fmla="*/ 1241736 w 1581391"/>
              <a:gd name="connsiteY2" fmla="*/ 1112124 h 3008710"/>
              <a:gd name="connsiteX3" fmla="*/ 1239193 w 1581391"/>
              <a:gd name="connsiteY3" fmla="*/ 0 h 3008710"/>
              <a:gd name="connsiteX0" fmla="*/ 0 w 1581391"/>
              <a:gd name="connsiteY0" fmla="*/ 3008710 h 3008710"/>
              <a:gd name="connsiteX1" fmla="*/ 1581391 w 1581391"/>
              <a:gd name="connsiteY1" fmla="*/ 1814760 h 3008710"/>
              <a:gd name="connsiteX2" fmla="*/ 1320792 w 1581391"/>
              <a:gd name="connsiteY2" fmla="*/ 1270181 h 3008710"/>
              <a:gd name="connsiteX3" fmla="*/ 1241736 w 1581391"/>
              <a:gd name="connsiteY3" fmla="*/ 1112124 h 3008710"/>
              <a:gd name="connsiteX4" fmla="*/ 1239193 w 1581391"/>
              <a:gd name="connsiteY4" fmla="*/ 0 h 3008710"/>
              <a:gd name="connsiteX0" fmla="*/ 0 w 1581391"/>
              <a:gd name="connsiteY0" fmla="*/ 3008710 h 3008710"/>
              <a:gd name="connsiteX1" fmla="*/ 1581391 w 1581391"/>
              <a:gd name="connsiteY1" fmla="*/ 1814760 h 3008710"/>
              <a:gd name="connsiteX2" fmla="*/ 1565798 w 1581391"/>
              <a:gd name="connsiteY2" fmla="*/ 1270181 h 3008710"/>
              <a:gd name="connsiteX3" fmla="*/ 1241736 w 1581391"/>
              <a:gd name="connsiteY3" fmla="*/ 1112124 h 3008710"/>
              <a:gd name="connsiteX4" fmla="*/ 1239193 w 1581391"/>
              <a:gd name="connsiteY4" fmla="*/ 0 h 3008710"/>
              <a:gd name="connsiteX0" fmla="*/ 0 w 1581391"/>
              <a:gd name="connsiteY0" fmla="*/ 3008710 h 3008710"/>
              <a:gd name="connsiteX1" fmla="*/ 1581391 w 1581391"/>
              <a:gd name="connsiteY1" fmla="*/ 1747705 h 3008710"/>
              <a:gd name="connsiteX2" fmla="*/ 1565798 w 1581391"/>
              <a:gd name="connsiteY2" fmla="*/ 1270181 h 3008710"/>
              <a:gd name="connsiteX3" fmla="*/ 1241736 w 1581391"/>
              <a:gd name="connsiteY3" fmla="*/ 1112124 h 3008710"/>
              <a:gd name="connsiteX4" fmla="*/ 1239193 w 1581391"/>
              <a:gd name="connsiteY4" fmla="*/ 0 h 3008710"/>
              <a:gd name="connsiteX0" fmla="*/ 0 w 1566390"/>
              <a:gd name="connsiteY0" fmla="*/ 3008710 h 3008710"/>
              <a:gd name="connsiteX1" fmla="*/ 1566390 w 1566390"/>
              <a:gd name="connsiteY1" fmla="*/ 1747705 h 3008710"/>
              <a:gd name="connsiteX2" fmla="*/ 1565798 w 1566390"/>
              <a:gd name="connsiteY2" fmla="*/ 1270181 h 3008710"/>
              <a:gd name="connsiteX3" fmla="*/ 1241736 w 1566390"/>
              <a:gd name="connsiteY3" fmla="*/ 1112124 h 3008710"/>
              <a:gd name="connsiteX4" fmla="*/ 1239193 w 1566390"/>
              <a:gd name="connsiteY4" fmla="*/ 0 h 3008710"/>
              <a:gd name="connsiteX0" fmla="*/ 0 w 1766395"/>
              <a:gd name="connsiteY0" fmla="*/ 2988988 h 2988988"/>
              <a:gd name="connsiteX1" fmla="*/ 1766395 w 1766395"/>
              <a:gd name="connsiteY1" fmla="*/ 1747705 h 2988988"/>
              <a:gd name="connsiteX2" fmla="*/ 1765803 w 1766395"/>
              <a:gd name="connsiteY2" fmla="*/ 1270181 h 2988988"/>
              <a:gd name="connsiteX3" fmla="*/ 1441741 w 1766395"/>
              <a:gd name="connsiteY3" fmla="*/ 1112124 h 2988988"/>
              <a:gd name="connsiteX4" fmla="*/ 1439198 w 1766395"/>
              <a:gd name="connsiteY4" fmla="*/ 0 h 2988988"/>
              <a:gd name="connsiteX0" fmla="*/ 0 w 1766395"/>
              <a:gd name="connsiteY0" fmla="*/ 2988988 h 2988988"/>
              <a:gd name="connsiteX1" fmla="*/ 1766395 w 1766395"/>
              <a:gd name="connsiteY1" fmla="*/ 1747705 h 2988988"/>
              <a:gd name="connsiteX2" fmla="*/ 579217 w 1766395"/>
              <a:gd name="connsiteY2" fmla="*/ 1319458 h 2988988"/>
              <a:gd name="connsiteX3" fmla="*/ 1441741 w 1766395"/>
              <a:gd name="connsiteY3" fmla="*/ 1112124 h 2988988"/>
              <a:gd name="connsiteX4" fmla="*/ 1439198 w 1766395"/>
              <a:gd name="connsiteY4" fmla="*/ 0 h 2988988"/>
              <a:gd name="connsiteX0" fmla="*/ 0 w 1442252"/>
              <a:gd name="connsiteY0" fmla="*/ 2988988 h 2988988"/>
              <a:gd name="connsiteX1" fmla="*/ 621443 w 1442252"/>
              <a:gd name="connsiteY1" fmla="*/ 1829833 h 2988988"/>
              <a:gd name="connsiteX2" fmla="*/ 579217 w 1442252"/>
              <a:gd name="connsiteY2" fmla="*/ 1319458 h 2988988"/>
              <a:gd name="connsiteX3" fmla="*/ 1441741 w 1442252"/>
              <a:gd name="connsiteY3" fmla="*/ 1112124 h 2988988"/>
              <a:gd name="connsiteX4" fmla="*/ 1439198 w 1442252"/>
              <a:gd name="connsiteY4" fmla="*/ 0 h 2988988"/>
              <a:gd name="connsiteX0" fmla="*/ 0 w 1442252"/>
              <a:gd name="connsiteY0" fmla="*/ 2988988 h 2988988"/>
              <a:gd name="connsiteX1" fmla="*/ 621443 w 1442252"/>
              <a:gd name="connsiteY1" fmla="*/ 1829833 h 2988988"/>
              <a:gd name="connsiteX2" fmla="*/ 579217 w 1442252"/>
              <a:gd name="connsiteY2" fmla="*/ 1319458 h 2988988"/>
              <a:gd name="connsiteX3" fmla="*/ 1441741 w 1442252"/>
              <a:gd name="connsiteY3" fmla="*/ 1112124 h 2988988"/>
              <a:gd name="connsiteX4" fmla="*/ 1439198 w 1442252"/>
              <a:gd name="connsiteY4" fmla="*/ 0 h 2988988"/>
              <a:gd name="connsiteX0" fmla="*/ 0 w 1442252"/>
              <a:gd name="connsiteY0" fmla="*/ 2988988 h 2988988"/>
              <a:gd name="connsiteX1" fmla="*/ 608074 w 1442252"/>
              <a:gd name="connsiteY1" fmla="*/ 1780618 h 2988988"/>
              <a:gd name="connsiteX2" fmla="*/ 579217 w 1442252"/>
              <a:gd name="connsiteY2" fmla="*/ 1319458 h 2988988"/>
              <a:gd name="connsiteX3" fmla="*/ 1441741 w 1442252"/>
              <a:gd name="connsiteY3" fmla="*/ 1112124 h 2988988"/>
              <a:gd name="connsiteX4" fmla="*/ 1439198 w 1442252"/>
              <a:gd name="connsiteY4" fmla="*/ 0 h 2988988"/>
              <a:gd name="connsiteX0" fmla="*/ 0 w 1442252"/>
              <a:gd name="connsiteY0" fmla="*/ 2988988 h 2988988"/>
              <a:gd name="connsiteX1" fmla="*/ 608074 w 1442252"/>
              <a:gd name="connsiteY1" fmla="*/ 1780618 h 2988988"/>
              <a:gd name="connsiteX2" fmla="*/ 579217 w 1442252"/>
              <a:gd name="connsiteY2" fmla="*/ 1319458 h 2988988"/>
              <a:gd name="connsiteX3" fmla="*/ 1441741 w 1442252"/>
              <a:gd name="connsiteY3" fmla="*/ 1112124 h 2988988"/>
              <a:gd name="connsiteX4" fmla="*/ 1439198 w 1442252"/>
              <a:gd name="connsiteY4" fmla="*/ 0 h 2988988"/>
              <a:gd name="connsiteX0" fmla="*/ 0 w 1442252"/>
              <a:gd name="connsiteY0" fmla="*/ 2988988 h 2988988"/>
              <a:gd name="connsiteX1" fmla="*/ 585794 w 1442252"/>
              <a:gd name="connsiteY1" fmla="*/ 1780618 h 2988988"/>
              <a:gd name="connsiteX2" fmla="*/ 579217 w 1442252"/>
              <a:gd name="connsiteY2" fmla="*/ 1319458 h 2988988"/>
              <a:gd name="connsiteX3" fmla="*/ 1441741 w 1442252"/>
              <a:gd name="connsiteY3" fmla="*/ 1112124 h 2988988"/>
              <a:gd name="connsiteX4" fmla="*/ 1439198 w 1442252"/>
              <a:gd name="connsiteY4" fmla="*/ 0 h 2988988"/>
              <a:gd name="connsiteX0" fmla="*/ 0 w 1442252"/>
              <a:gd name="connsiteY0" fmla="*/ 2988988 h 2988988"/>
              <a:gd name="connsiteX1" fmla="*/ 585794 w 1442252"/>
              <a:gd name="connsiteY1" fmla="*/ 1714700 h 2988988"/>
              <a:gd name="connsiteX2" fmla="*/ 579217 w 1442252"/>
              <a:gd name="connsiteY2" fmla="*/ 1319458 h 2988988"/>
              <a:gd name="connsiteX3" fmla="*/ 1441741 w 1442252"/>
              <a:gd name="connsiteY3" fmla="*/ 1112124 h 2988988"/>
              <a:gd name="connsiteX4" fmla="*/ 1439198 w 1442252"/>
              <a:gd name="connsiteY4" fmla="*/ 0 h 2988988"/>
              <a:gd name="connsiteX0" fmla="*/ 0 w 2035489"/>
              <a:gd name="connsiteY0" fmla="*/ 2876928 h 2876928"/>
              <a:gd name="connsiteX1" fmla="*/ 1179031 w 2035489"/>
              <a:gd name="connsiteY1" fmla="*/ 1714700 h 2876928"/>
              <a:gd name="connsiteX2" fmla="*/ 1172454 w 2035489"/>
              <a:gd name="connsiteY2" fmla="*/ 1319458 h 2876928"/>
              <a:gd name="connsiteX3" fmla="*/ 2034978 w 2035489"/>
              <a:gd name="connsiteY3" fmla="*/ 1112124 h 2876928"/>
              <a:gd name="connsiteX4" fmla="*/ 2032435 w 2035489"/>
              <a:gd name="connsiteY4" fmla="*/ 0 h 2876928"/>
              <a:gd name="connsiteX0" fmla="*/ 0 w 2095517"/>
              <a:gd name="connsiteY0" fmla="*/ 2876928 h 2876928"/>
              <a:gd name="connsiteX1" fmla="*/ 1179031 w 2095517"/>
              <a:gd name="connsiteY1" fmla="*/ 1714700 h 2876928"/>
              <a:gd name="connsiteX2" fmla="*/ 1172454 w 2095517"/>
              <a:gd name="connsiteY2" fmla="*/ 1319458 h 2876928"/>
              <a:gd name="connsiteX3" fmla="*/ 2095451 w 2095517"/>
              <a:gd name="connsiteY3" fmla="*/ 1525541 h 2876928"/>
              <a:gd name="connsiteX4" fmla="*/ 2032435 w 2095517"/>
              <a:gd name="connsiteY4" fmla="*/ 0 h 2876928"/>
              <a:gd name="connsiteX0" fmla="*/ 0 w 2095517"/>
              <a:gd name="connsiteY0" fmla="*/ 2876928 h 2876928"/>
              <a:gd name="connsiteX1" fmla="*/ 1179031 w 2095517"/>
              <a:gd name="connsiteY1" fmla="*/ 1714700 h 2876928"/>
              <a:gd name="connsiteX2" fmla="*/ 1757025 w 2095517"/>
              <a:gd name="connsiteY2" fmla="*/ 2019085 h 2876928"/>
              <a:gd name="connsiteX3" fmla="*/ 2095451 w 2095517"/>
              <a:gd name="connsiteY3" fmla="*/ 1525541 h 2876928"/>
              <a:gd name="connsiteX4" fmla="*/ 2032435 w 2095517"/>
              <a:gd name="connsiteY4" fmla="*/ 0 h 2876928"/>
              <a:gd name="connsiteX0" fmla="*/ 0 w 2095517"/>
              <a:gd name="connsiteY0" fmla="*/ 2876928 h 2876928"/>
              <a:gd name="connsiteX1" fmla="*/ 1058086 w 2095517"/>
              <a:gd name="connsiteY1" fmla="*/ 2128116 h 2876928"/>
              <a:gd name="connsiteX2" fmla="*/ 1757025 w 2095517"/>
              <a:gd name="connsiteY2" fmla="*/ 2019085 h 2876928"/>
              <a:gd name="connsiteX3" fmla="*/ 2095451 w 2095517"/>
              <a:gd name="connsiteY3" fmla="*/ 1525541 h 2876928"/>
              <a:gd name="connsiteX4" fmla="*/ 2032435 w 2095517"/>
              <a:gd name="connsiteY4" fmla="*/ 0 h 2876928"/>
              <a:gd name="connsiteX0" fmla="*/ 0 w 1732679"/>
              <a:gd name="connsiteY0" fmla="*/ 3528853 h 3528853"/>
              <a:gd name="connsiteX1" fmla="*/ 695248 w 1732679"/>
              <a:gd name="connsiteY1" fmla="*/ 2128116 h 3528853"/>
              <a:gd name="connsiteX2" fmla="*/ 1394187 w 1732679"/>
              <a:gd name="connsiteY2" fmla="*/ 2019085 h 3528853"/>
              <a:gd name="connsiteX3" fmla="*/ 1732613 w 1732679"/>
              <a:gd name="connsiteY3" fmla="*/ 1525541 h 3528853"/>
              <a:gd name="connsiteX4" fmla="*/ 1669597 w 1732679"/>
              <a:gd name="connsiteY4" fmla="*/ 0 h 3528853"/>
              <a:gd name="connsiteX0" fmla="*/ 0 w 1732679"/>
              <a:gd name="connsiteY0" fmla="*/ 3528853 h 3528853"/>
              <a:gd name="connsiteX1" fmla="*/ 695248 w 1732679"/>
              <a:gd name="connsiteY1" fmla="*/ 2128116 h 3528853"/>
              <a:gd name="connsiteX2" fmla="*/ 1394187 w 1732679"/>
              <a:gd name="connsiteY2" fmla="*/ 2019085 h 3528853"/>
              <a:gd name="connsiteX3" fmla="*/ 1732613 w 1732679"/>
              <a:gd name="connsiteY3" fmla="*/ 1525541 h 3528853"/>
              <a:gd name="connsiteX4" fmla="*/ 1669597 w 1732679"/>
              <a:gd name="connsiteY4" fmla="*/ 0 h 3528853"/>
              <a:gd name="connsiteX0" fmla="*/ 0 w 1732679"/>
              <a:gd name="connsiteY0" fmla="*/ 3528853 h 3528853"/>
              <a:gd name="connsiteX1" fmla="*/ 695248 w 1732679"/>
              <a:gd name="connsiteY1" fmla="*/ 2128116 h 3528853"/>
              <a:gd name="connsiteX2" fmla="*/ 1394187 w 1732679"/>
              <a:gd name="connsiteY2" fmla="*/ 2019085 h 3528853"/>
              <a:gd name="connsiteX3" fmla="*/ 1732613 w 1732679"/>
              <a:gd name="connsiteY3" fmla="*/ 1525541 h 3528853"/>
              <a:gd name="connsiteX4" fmla="*/ 1669597 w 1732679"/>
              <a:gd name="connsiteY4" fmla="*/ 0 h 3528853"/>
              <a:gd name="connsiteX0" fmla="*/ 0 w 1732679"/>
              <a:gd name="connsiteY0" fmla="*/ 3528853 h 3528853"/>
              <a:gd name="connsiteX1" fmla="*/ 695248 w 1732679"/>
              <a:gd name="connsiteY1" fmla="*/ 2128116 h 3528853"/>
              <a:gd name="connsiteX2" fmla="*/ 1394187 w 1732679"/>
              <a:gd name="connsiteY2" fmla="*/ 2064629 h 3528853"/>
              <a:gd name="connsiteX3" fmla="*/ 1732613 w 1732679"/>
              <a:gd name="connsiteY3" fmla="*/ 1525541 h 3528853"/>
              <a:gd name="connsiteX4" fmla="*/ 1669597 w 1732679"/>
              <a:gd name="connsiteY4" fmla="*/ 0 h 3528853"/>
              <a:gd name="connsiteX0" fmla="*/ 0 w 1732679"/>
              <a:gd name="connsiteY0" fmla="*/ 3528853 h 3528853"/>
              <a:gd name="connsiteX1" fmla="*/ 695248 w 1732679"/>
              <a:gd name="connsiteY1" fmla="*/ 2128116 h 3528853"/>
              <a:gd name="connsiteX2" fmla="*/ 1394187 w 1732679"/>
              <a:gd name="connsiteY2" fmla="*/ 2064629 h 3528853"/>
              <a:gd name="connsiteX3" fmla="*/ 1732613 w 1732679"/>
              <a:gd name="connsiteY3" fmla="*/ 1525541 h 3528853"/>
              <a:gd name="connsiteX4" fmla="*/ 1669597 w 1732679"/>
              <a:gd name="connsiteY4" fmla="*/ 0 h 3528853"/>
              <a:gd name="connsiteX0" fmla="*/ 0 w 1732679"/>
              <a:gd name="connsiteY0" fmla="*/ 3528853 h 3528853"/>
              <a:gd name="connsiteX1" fmla="*/ 703415 w 1732679"/>
              <a:gd name="connsiteY1" fmla="*/ 2070128 h 3528853"/>
              <a:gd name="connsiteX2" fmla="*/ 1394187 w 1732679"/>
              <a:gd name="connsiteY2" fmla="*/ 2064629 h 3528853"/>
              <a:gd name="connsiteX3" fmla="*/ 1732613 w 1732679"/>
              <a:gd name="connsiteY3" fmla="*/ 1525541 h 3528853"/>
              <a:gd name="connsiteX4" fmla="*/ 1669597 w 1732679"/>
              <a:gd name="connsiteY4" fmla="*/ 0 h 3528853"/>
              <a:gd name="connsiteX0" fmla="*/ 0 w 1732679"/>
              <a:gd name="connsiteY0" fmla="*/ 3528853 h 3528853"/>
              <a:gd name="connsiteX1" fmla="*/ 703415 w 1732679"/>
              <a:gd name="connsiteY1" fmla="*/ 2070128 h 3528853"/>
              <a:gd name="connsiteX2" fmla="*/ 1394187 w 1732679"/>
              <a:gd name="connsiteY2" fmla="*/ 2064629 h 3528853"/>
              <a:gd name="connsiteX3" fmla="*/ 1732613 w 1732679"/>
              <a:gd name="connsiteY3" fmla="*/ 1525541 h 3528853"/>
              <a:gd name="connsiteX4" fmla="*/ 1669597 w 1732679"/>
              <a:gd name="connsiteY4" fmla="*/ 0 h 3528853"/>
              <a:gd name="connsiteX0" fmla="*/ 0 w 1732679"/>
              <a:gd name="connsiteY0" fmla="*/ 3528853 h 3528853"/>
              <a:gd name="connsiteX1" fmla="*/ 703415 w 1732679"/>
              <a:gd name="connsiteY1" fmla="*/ 2070128 h 3528853"/>
              <a:gd name="connsiteX2" fmla="*/ 1394187 w 1732679"/>
              <a:gd name="connsiteY2" fmla="*/ 2064629 h 3528853"/>
              <a:gd name="connsiteX3" fmla="*/ 1732613 w 1732679"/>
              <a:gd name="connsiteY3" fmla="*/ 1525541 h 3528853"/>
              <a:gd name="connsiteX4" fmla="*/ 1669597 w 1732679"/>
              <a:gd name="connsiteY4" fmla="*/ 0 h 3528853"/>
              <a:gd name="connsiteX0" fmla="*/ 19366 w 1029264"/>
              <a:gd name="connsiteY0" fmla="*/ 2961861 h 2961861"/>
              <a:gd name="connsiteX1" fmla="*/ 0 w 1029264"/>
              <a:gd name="connsiteY1" fmla="*/ 2070128 h 2961861"/>
              <a:gd name="connsiteX2" fmla="*/ 690772 w 1029264"/>
              <a:gd name="connsiteY2" fmla="*/ 2064629 h 2961861"/>
              <a:gd name="connsiteX3" fmla="*/ 1029198 w 1029264"/>
              <a:gd name="connsiteY3" fmla="*/ 1525541 h 2961861"/>
              <a:gd name="connsiteX4" fmla="*/ 966182 w 1029264"/>
              <a:gd name="connsiteY4" fmla="*/ 0 h 2961861"/>
              <a:gd name="connsiteX0" fmla="*/ 19366 w 1029276"/>
              <a:gd name="connsiteY0" fmla="*/ 2611201 h 2611201"/>
              <a:gd name="connsiteX1" fmla="*/ 0 w 1029276"/>
              <a:gd name="connsiteY1" fmla="*/ 1719468 h 2611201"/>
              <a:gd name="connsiteX2" fmla="*/ 690772 w 1029276"/>
              <a:gd name="connsiteY2" fmla="*/ 1713969 h 2611201"/>
              <a:gd name="connsiteX3" fmla="*/ 1029198 w 1029276"/>
              <a:gd name="connsiteY3" fmla="*/ 1174881 h 2611201"/>
              <a:gd name="connsiteX4" fmla="*/ 976765 w 1029276"/>
              <a:gd name="connsiteY4" fmla="*/ 0 h 2611201"/>
              <a:gd name="connsiteX0" fmla="*/ 19366 w 1029459"/>
              <a:gd name="connsiteY0" fmla="*/ 2611201 h 2611201"/>
              <a:gd name="connsiteX1" fmla="*/ 0 w 1029459"/>
              <a:gd name="connsiteY1" fmla="*/ 1719468 h 2611201"/>
              <a:gd name="connsiteX2" fmla="*/ 690772 w 1029459"/>
              <a:gd name="connsiteY2" fmla="*/ 1713969 h 2611201"/>
              <a:gd name="connsiteX3" fmla="*/ 1029198 w 1029459"/>
              <a:gd name="connsiteY3" fmla="*/ 1174881 h 2611201"/>
              <a:gd name="connsiteX4" fmla="*/ 976765 w 1029459"/>
              <a:gd name="connsiteY4" fmla="*/ 0 h 26112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29459" h="2611201">
                <a:moveTo>
                  <a:pt x="19366" y="2611201"/>
                </a:moveTo>
                <a:lnTo>
                  <a:pt x="0" y="1719468"/>
                </a:lnTo>
                <a:lnTo>
                  <a:pt x="690772" y="1713969"/>
                </a:lnTo>
                <a:cubicBezTo>
                  <a:pt x="953779" y="1301650"/>
                  <a:pt x="837892" y="1502072"/>
                  <a:pt x="1029198" y="1174881"/>
                </a:cubicBezTo>
                <a:cubicBezTo>
                  <a:pt x="1031684" y="714767"/>
                  <a:pt x="1016613" y="902614"/>
                  <a:pt x="976765" y="0"/>
                </a:cubicBezTo>
              </a:path>
            </a:pathLst>
          </a:custGeom>
          <a:ln w="12700">
            <a:solidFill>
              <a:schemeClr val="tx1"/>
            </a:solidFill>
            <a:headEnd type="triangle"/>
            <a:tailEnd type="none"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239" name="Straight Arrow Connector 238"/>
          <p:cNvCxnSpPr/>
          <p:nvPr/>
        </p:nvCxnSpPr>
        <p:spPr bwMode="auto">
          <a:xfrm>
            <a:off x="2334047" y="4796373"/>
            <a:ext cx="165857" cy="444033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/>
            <a:tailEnd type="triangle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3" name="Straight Arrow Connector 242"/>
          <p:cNvCxnSpPr/>
          <p:nvPr/>
        </p:nvCxnSpPr>
        <p:spPr bwMode="auto">
          <a:xfrm flipH="1">
            <a:off x="1630957" y="4825035"/>
            <a:ext cx="697629" cy="76295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/>
            <a:tailEnd type="triangle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46" name="Group 245"/>
          <p:cNvGrpSpPr/>
          <p:nvPr/>
        </p:nvGrpSpPr>
        <p:grpSpPr>
          <a:xfrm rot="21446362">
            <a:off x="2189794" y="4667337"/>
            <a:ext cx="313044" cy="369332"/>
            <a:chOff x="418816" y="1964112"/>
            <a:chExt cx="313044" cy="369332"/>
          </a:xfrm>
        </p:grpSpPr>
        <p:sp>
          <p:nvSpPr>
            <p:cNvPr id="247" name="Oval 246"/>
            <p:cNvSpPr/>
            <p:nvPr/>
          </p:nvSpPr>
          <p:spPr>
            <a:xfrm>
              <a:off x="448041" y="2026177"/>
              <a:ext cx="251755" cy="263122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/>
                <a:cs typeface="Arial"/>
              </a:endParaRPr>
            </a:p>
          </p:txBody>
        </p:sp>
        <p:sp>
          <p:nvSpPr>
            <p:cNvPr id="248" name="TextBox 247"/>
            <p:cNvSpPr txBox="1"/>
            <p:nvPr/>
          </p:nvSpPr>
          <p:spPr>
            <a:xfrm>
              <a:off x="418816" y="1964112"/>
              <a:ext cx="31304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rial"/>
                  <a:cs typeface="Arial"/>
                </a:rPr>
                <a:t>6</a:t>
              </a:r>
            </a:p>
          </p:txBody>
        </p:sp>
      </p:grpSp>
      <p:grpSp>
        <p:nvGrpSpPr>
          <p:cNvPr id="249" name="Group 248"/>
          <p:cNvGrpSpPr/>
          <p:nvPr/>
        </p:nvGrpSpPr>
        <p:grpSpPr>
          <a:xfrm>
            <a:off x="3130061" y="1900424"/>
            <a:ext cx="313044" cy="369332"/>
            <a:chOff x="418816" y="1964112"/>
            <a:chExt cx="313044" cy="369332"/>
          </a:xfrm>
        </p:grpSpPr>
        <p:sp>
          <p:nvSpPr>
            <p:cNvPr id="250" name="Oval 249"/>
            <p:cNvSpPr/>
            <p:nvPr/>
          </p:nvSpPr>
          <p:spPr>
            <a:xfrm>
              <a:off x="448041" y="2026177"/>
              <a:ext cx="251755" cy="263122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/>
                <a:cs typeface="Arial"/>
              </a:endParaRPr>
            </a:p>
          </p:txBody>
        </p:sp>
        <p:sp>
          <p:nvSpPr>
            <p:cNvPr id="251" name="TextBox 250"/>
            <p:cNvSpPr txBox="1"/>
            <p:nvPr/>
          </p:nvSpPr>
          <p:spPr>
            <a:xfrm>
              <a:off x="418816" y="1964112"/>
              <a:ext cx="31304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rial"/>
                  <a:cs typeface="Arial"/>
                </a:rPr>
                <a:t>5</a:t>
              </a:r>
            </a:p>
          </p:txBody>
        </p:sp>
      </p:grpSp>
      <p:sp>
        <p:nvSpPr>
          <p:cNvPr id="253" name="Oval 252"/>
          <p:cNvSpPr/>
          <p:nvPr/>
        </p:nvSpPr>
        <p:spPr>
          <a:xfrm rot="5400000">
            <a:off x="1970416" y="419579"/>
            <a:ext cx="631007" cy="2235263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12700">
            <a:noFill/>
            <a:tailEnd type="arrow"/>
          </a:ln>
          <a:effectLst>
            <a:outerShdw blurRad="50800" dist="38100" dir="2700000" algn="tl" rotWithShape="0">
              <a:schemeClr val="accent1">
                <a:lumMod val="75000"/>
                <a:alpha val="43000"/>
              </a:schemeClr>
            </a:outerShdw>
          </a:effectLst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53" name="TextBox 152"/>
          <p:cNvSpPr txBox="1"/>
          <p:nvPr/>
        </p:nvSpPr>
        <p:spPr>
          <a:xfrm>
            <a:off x="1336780" y="1336100"/>
            <a:ext cx="1891162" cy="5095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1600"/>
              </a:lnSpc>
            </a:pPr>
            <a:r>
              <a:rPr lang="en-US" sz="1600" dirty="0">
                <a:latin typeface="Arial"/>
                <a:cs typeface="Arial"/>
              </a:rPr>
              <a:t>Dijkstra’s link-state </a:t>
            </a:r>
          </a:p>
          <a:p>
            <a:pPr algn="ctr">
              <a:lnSpc>
                <a:spcPts val="1600"/>
              </a:lnSpc>
            </a:pPr>
            <a:r>
              <a:rPr lang="en-US" sz="1600" dirty="0">
                <a:latin typeface="Arial"/>
                <a:cs typeface="Arial"/>
              </a:rPr>
              <a:t>Routing</a:t>
            </a:r>
          </a:p>
        </p:txBody>
      </p:sp>
      <p:grpSp>
        <p:nvGrpSpPr>
          <p:cNvPr id="319" name="Group 318"/>
          <p:cNvGrpSpPr/>
          <p:nvPr/>
        </p:nvGrpSpPr>
        <p:grpSpPr>
          <a:xfrm>
            <a:off x="921872" y="5536490"/>
            <a:ext cx="687402" cy="470408"/>
            <a:chOff x="1736090" y="2893762"/>
            <a:chExt cx="565150" cy="340093"/>
          </a:xfrm>
        </p:grpSpPr>
        <p:grpSp>
          <p:nvGrpSpPr>
            <p:cNvPr id="320" name="Group 327"/>
            <p:cNvGrpSpPr>
              <a:grpSpLocks/>
            </p:cNvGrpSpPr>
            <p:nvPr/>
          </p:nvGrpSpPr>
          <p:grpSpPr bwMode="auto">
            <a:xfrm>
              <a:off x="1736090" y="2893762"/>
              <a:ext cx="565150" cy="292100"/>
              <a:chOff x="1871277" y="1576300"/>
              <a:chExt cx="1128371" cy="437861"/>
            </a:xfrm>
          </p:grpSpPr>
          <p:sp>
            <p:nvSpPr>
              <p:cNvPr id="324" name="Oval 323"/>
              <p:cNvSpPr/>
              <p:nvPr/>
            </p:nvSpPr>
            <p:spPr bwMode="auto">
              <a:xfrm flipV="1">
                <a:off x="1874446" y="1692905"/>
                <a:ext cx="1125202" cy="321256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2">
                      <a:lumMod val="75000"/>
                    </a:schemeClr>
                  </a:gs>
                  <a:gs pos="5300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accent2">
                      <a:lumMod val="75000"/>
                    </a:schemeClr>
                  </a:gs>
                </a:gsLst>
                <a:lin ang="0" scaled="1"/>
                <a:tileRect/>
              </a:gradFill>
              <a:ln w="6350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>
                  <a:ln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325" name="Rectangle 324"/>
              <p:cNvSpPr/>
              <p:nvPr/>
            </p:nvSpPr>
            <p:spPr bwMode="auto">
              <a:xfrm>
                <a:off x="1871277" y="1740499"/>
                <a:ext cx="1128371" cy="114225"/>
              </a:xfrm>
              <a:prstGeom prst="rect">
                <a:avLst/>
              </a:prstGeom>
              <a:gradFill>
                <a:gsLst>
                  <a:gs pos="0">
                    <a:schemeClr val="accent2">
                      <a:lumMod val="75000"/>
                    </a:schemeClr>
                  </a:gs>
                  <a:gs pos="5300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accent2">
                      <a:lumMod val="75000"/>
                    </a:schemeClr>
                  </a:gs>
                </a:gsLst>
                <a:lin ang="10800000" scaled="0"/>
              </a:gradFill>
              <a:ln w="25400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326" name="Oval 325"/>
              <p:cNvSpPr/>
              <p:nvPr/>
            </p:nvSpPr>
            <p:spPr bwMode="auto">
              <a:xfrm flipV="1">
                <a:off x="1871277" y="1576300"/>
                <a:ext cx="1125200" cy="321257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 w="6350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>
                  <a:ln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327" name="Freeform 326"/>
              <p:cNvSpPr/>
              <p:nvPr/>
            </p:nvSpPr>
            <p:spPr bwMode="auto">
              <a:xfrm>
                <a:off x="2159708" y="1673868"/>
                <a:ext cx="548339" cy="159438"/>
              </a:xfrm>
              <a:custGeom>
                <a:avLst/>
                <a:gdLst>
                  <a:gd name="connsiteX0" fmla="*/ 1486231 w 2944854"/>
                  <a:gd name="connsiteY0" fmla="*/ 727041 h 1302232"/>
                  <a:gd name="connsiteX1" fmla="*/ 257675 w 2944854"/>
                  <a:gd name="connsiteY1" fmla="*/ 1302232 h 1302232"/>
                  <a:gd name="connsiteX2" fmla="*/ 0 w 2944854"/>
                  <a:gd name="connsiteY2" fmla="*/ 1228607 h 1302232"/>
                  <a:gd name="connsiteX3" fmla="*/ 911064 w 2944854"/>
                  <a:gd name="connsiteY3" fmla="*/ 837478 h 1302232"/>
                  <a:gd name="connsiteX4" fmla="*/ 883456 w 2944854"/>
                  <a:gd name="connsiteY4" fmla="*/ 450949 h 1302232"/>
                  <a:gd name="connsiteX5" fmla="*/ 161047 w 2944854"/>
                  <a:gd name="connsiteY5" fmla="*/ 119640 h 1302232"/>
                  <a:gd name="connsiteX6" fmla="*/ 404917 w 2944854"/>
                  <a:gd name="connsiteY6" fmla="*/ 50617 h 1302232"/>
                  <a:gd name="connsiteX7" fmla="*/ 1477028 w 2944854"/>
                  <a:gd name="connsiteY7" fmla="*/ 501566 h 1302232"/>
                  <a:gd name="connsiteX8" fmla="*/ 2572146 w 2944854"/>
                  <a:gd name="connsiteY8" fmla="*/ 0 h 1302232"/>
                  <a:gd name="connsiteX9" fmla="*/ 2875834 w 2944854"/>
                  <a:gd name="connsiteY9" fmla="*/ 96632 h 1302232"/>
                  <a:gd name="connsiteX10" fmla="*/ 2079803 w 2944854"/>
                  <a:gd name="connsiteY10" fmla="*/ 432543 h 1302232"/>
                  <a:gd name="connsiteX11" fmla="*/ 2240850 w 2944854"/>
                  <a:gd name="connsiteY11" fmla="*/ 920305 h 1302232"/>
                  <a:gd name="connsiteX12" fmla="*/ 2944854 w 2944854"/>
                  <a:gd name="connsiteY12" fmla="*/ 1228607 h 1302232"/>
                  <a:gd name="connsiteX13" fmla="*/ 2733192 w 2944854"/>
                  <a:gd name="connsiteY13" fmla="*/ 1297630 h 1302232"/>
                  <a:gd name="connsiteX14" fmla="*/ 1486231 w 2944854"/>
                  <a:gd name="connsiteY14" fmla="*/ 727041 h 1302232"/>
                  <a:gd name="connsiteX0" fmla="*/ 1486231 w 2944854"/>
                  <a:gd name="connsiteY0" fmla="*/ 727041 h 1316375"/>
                  <a:gd name="connsiteX1" fmla="*/ 257675 w 2944854"/>
                  <a:gd name="connsiteY1" fmla="*/ 1302232 h 1316375"/>
                  <a:gd name="connsiteX2" fmla="*/ 0 w 2944854"/>
                  <a:gd name="connsiteY2" fmla="*/ 1228607 h 1316375"/>
                  <a:gd name="connsiteX3" fmla="*/ 911064 w 2944854"/>
                  <a:gd name="connsiteY3" fmla="*/ 837478 h 1316375"/>
                  <a:gd name="connsiteX4" fmla="*/ 883456 w 2944854"/>
                  <a:gd name="connsiteY4" fmla="*/ 450949 h 1316375"/>
                  <a:gd name="connsiteX5" fmla="*/ 161047 w 2944854"/>
                  <a:gd name="connsiteY5" fmla="*/ 119640 h 1316375"/>
                  <a:gd name="connsiteX6" fmla="*/ 404917 w 2944854"/>
                  <a:gd name="connsiteY6" fmla="*/ 50617 h 1316375"/>
                  <a:gd name="connsiteX7" fmla="*/ 1477028 w 2944854"/>
                  <a:gd name="connsiteY7" fmla="*/ 501566 h 1316375"/>
                  <a:gd name="connsiteX8" fmla="*/ 2572146 w 2944854"/>
                  <a:gd name="connsiteY8" fmla="*/ 0 h 1316375"/>
                  <a:gd name="connsiteX9" fmla="*/ 2875834 w 2944854"/>
                  <a:gd name="connsiteY9" fmla="*/ 96632 h 1316375"/>
                  <a:gd name="connsiteX10" fmla="*/ 2079803 w 2944854"/>
                  <a:gd name="connsiteY10" fmla="*/ 432543 h 1316375"/>
                  <a:gd name="connsiteX11" fmla="*/ 2240850 w 2944854"/>
                  <a:gd name="connsiteY11" fmla="*/ 920305 h 1316375"/>
                  <a:gd name="connsiteX12" fmla="*/ 2944854 w 2944854"/>
                  <a:gd name="connsiteY12" fmla="*/ 1228607 h 1316375"/>
                  <a:gd name="connsiteX13" fmla="*/ 2756623 w 2944854"/>
                  <a:gd name="connsiteY13" fmla="*/ 1316375 h 1316375"/>
                  <a:gd name="connsiteX14" fmla="*/ 1486231 w 2944854"/>
                  <a:gd name="connsiteY14" fmla="*/ 727041 h 1316375"/>
                  <a:gd name="connsiteX0" fmla="*/ 1486231 w 3024520"/>
                  <a:gd name="connsiteY0" fmla="*/ 727041 h 1316375"/>
                  <a:gd name="connsiteX1" fmla="*/ 257675 w 3024520"/>
                  <a:gd name="connsiteY1" fmla="*/ 1302232 h 1316375"/>
                  <a:gd name="connsiteX2" fmla="*/ 0 w 3024520"/>
                  <a:gd name="connsiteY2" fmla="*/ 1228607 h 1316375"/>
                  <a:gd name="connsiteX3" fmla="*/ 911064 w 3024520"/>
                  <a:gd name="connsiteY3" fmla="*/ 837478 h 1316375"/>
                  <a:gd name="connsiteX4" fmla="*/ 883456 w 3024520"/>
                  <a:gd name="connsiteY4" fmla="*/ 450949 h 1316375"/>
                  <a:gd name="connsiteX5" fmla="*/ 161047 w 3024520"/>
                  <a:gd name="connsiteY5" fmla="*/ 119640 h 1316375"/>
                  <a:gd name="connsiteX6" fmla="*/ 404917 w 3024520"/>
                  <a:gd name="connsiteY6" fmla="*/ 50617 h 1316375"/>
                  <a:gd name="connsiteX7" fmla="*/ 1477028 w 3024520"/>
                  <a:gd name="connsiteY7" fmla="*/ 501566 h 1316375"/>
                  <a:gd name="connsiteX8" fmla="*/ 2572146 w 3024520"/>
                  <a:gd name="connsiteY8" fmla="*/ 0 h 1316375"/>
                  <a:gd name="connsiteX9" fmla="*/ 2875834 w 3024520"/>
                  <a:gd name="connsiteY9" fmla="*/ 96632 h 1316375"/>
                  <a:gd name="connsiteX10" fmla="*/ 2079803 w 3024520"/>
                  <a:gd name="connsiteY10" fmla="*/ 432543 h 1316375"/>
                  <a:gd name="connsiteX11" fmla="*/ 2240850 w 3024520"/>
                  <a:gd name="connsiteY11" fmla="*/ 920305 h 1316375"/>
                  <a:gd name="connsiteX12" fmla="*/ 3024520 w 3024520"/>
                  <a:gd name="connsiteY12" fmla="*/ 1228607 h 1316375"/>
                  <a:gd name="connsiteX13" fmla="*/ 2756623 w 3024520"/>
                  <a:gd name="connsiteY13" fmla="*/ 1316375 h 1316375"/>
                  <a:gd name="connsiteX14" fmla="*/ 1486231 w 3024520"/>
                  <a:gd name="connsiteY14" fmla="*/ 727041 h 1316375"/>
                  <a:gd name="connsiteX0" fmla="*/ 1537780 w 3076069"/>
                  <a:gd name="connsiteY0" fmla="*/ 727041 h 1316375"/>
                  <a:gd name="connsiteX1" fmla="*/ 309224 w 3076069"/>
                  <a:gd name="connsiteY1" fmla="*/ 1302232 h 1316375"/>
                  <a:gd name="connsiteX2" fmla="*/ 0 w 3076069"/>
                  <a:gd name="connsiteY2" fmla="*/ 1228607 h 1316375"/>
                  <a:gd name="connsiteX3" fmla="*/ 962613 w 3076069"/>
                  <a:gd name="connsiteY3" fmla="*/ 837478 h 1316375"/>
                  <a:gd name="connsiteX4" fmla="*/ 935005 w 3076069"/>
                  <a:gd name="connsiteY4" fmla="*/ 450949 h 1316375"/>
                  <a:gd name="connsiteX5" fmla="*/ 212596 w 3076069"/>
                  <a:gd name="connsiteY5" fmla="*/ 119640 h 1316375"/>
                  <a:gd name="connsiteX6" fmla="*/ 456466 w 3076069"/>
                  <a:gd name="connsiteY6" fmla="*/ 50617 h 1316375"/>
                  <a:gd name="connsiteX7" fmla="*/ 1528577 w 3076069"/>
                  <a:gd name="connsiteY7" fmla="*/ 501566 h 1316375"/>
                  <a:gd name="connsiteX8" fmla="*/ 2623695 w 3076069"/>
                  <a:gd name="connsiteY8" fmla="*/ 0 h 1316375"/>
                  <a:gd name="connsiteX9" fmla="*/ 2927383 w 3076069"/>
                  <a:gd name="connsiteY9" fmla="*/ 96632 h 1316375"/>
                  <a:gd name="connsiteX10" fmla="*/ 2131352 w 3076069"/>
                  <a:gd name="connsiteY10" fmla="*/ 432543 h 1316375"/>
                  <a:gd name="connsiteX11" fmla="*/ 2292399 w 3076069"/>
                  <a:gd name="connsiteY11" fmla="*/ 920305 h 1316375"/>
                  <a:gd name="connsiteX12" fmla="*/ 3076069 w 3076069"/>
                  <a:gd name="connsiteY12" fmla="*/ 1228607 h 1316375"/>
                  <a:gd name="connsiteX13" fmla="*/ 2808172 w 3076069"/>
                  <a:gd name="connsiteY13" fmla="*/ 1316375 h 1316375"/>
                  <a:gd name="connsiteX14" fmla="*/ 1537780 w 3076069"/>
                  <a:gd name="connsiteY14" fmla="*/ 727041 h 1316375"/>
                  <a:gd name="connsiteX0" fmla="*/ 1537780 w 3076069"/>
                  <a:gd name="connsiteY0" fmla="*/ 727041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27041 h 1321259"/>
                  <a:gd name="connsiteX0" fmla="*/ 1537780 w 3076069"/>
                  <a:gd name="connsiteY0" fmla="*/ 750825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50825 h 13212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3076069" h="132125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328" name="Freeform 327"/>
              <p:cNvSpPr/>
              <p:nvPr/>
            </p:nvSpPr>
            <p:spPr bwMode="auto">
              <a:xfrm>
                <a:off x="2102655" y="1633412"/>
                <a:ext cx="662444" cy="111846"/>
              </a:xfrm>
              <a:custGeom>
                <a:avLst/>
                <a:gdLst>
                  <a:gd name="connsiteX0" fmla="*/ 0 w 3645229"/>
                  <a:gd name="connsiteY0" fmla="*/ 214441 h 923747"/>
                  <a:gd name="connsiteX1" fmla="*/ 659770 w 3645229"/>
                  <a:gd name="connsiteY1" fmla="*/ 16495 h 923747"/>
                  <a:gd name="connsiteX2" fmla="*/ 1814367 w 3645229"/>
                  <a:gd name="connsiteY2" fmla="*/ 511360 h 923747"/>
                  <a:gd name="connsiteX3" fmla="*/ 2968965 w 3645229"/>
                  <a:gd name="connsiteY3" fmla="*/ 0 h 923747"/>
                  <a:gd name="connsiteX4" fmla="*/ 3645229 w 3645229"/>
                  <a:gd name="connsiteY4" fmla="*/ 197946 h 923747"/>
                  <a:gd name="connsiteX5" fmla="*/ 3199884 w 3645229"/>
                  <a:gd name="connsiteY5" fmla="*/ 461874 h 923747"/>
                  <a:gd name="connsiteX6" fmla="*/ 2985459 w 3645229"/>
                  <a:gd name="connsiteY6" fmla="*/ 379396 h 923747"/>
                  <a:gd name="connsiteX7" fmla="*/ 1830861 w 3645229"/>
                  <a:gd name="connsiteY7" fmla="*/ 923747 h 923747"/>
                  <a:gd name="connsiteX8" fmla="*/ 676264 w 3645229"/>
                  <a:gd name="connsiteY8" fmla="*/ 412387 h 923747"/>
                  <a:gd name="connsiteX9" fmla="*/ 527816 w 3645229"/>
                  <a:gd name="connsiteY9" fmla="*/ 478369 h 923747"/>
                  <a:gd name="connsiteX10" fmla="*/ 0 w 3645229"/>
                  <a:gd name="connsiteY10" fmla="*/ 21444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71662 w 3640627"/>
                  <a:gd name="connsiteY8" fmla="*/ 412387 h 923747"/>
                  <a:gd name="connsiteX9" fmla="*/ 523214 w 3640627"/>
                  <a:gd name="connsiteY9" fmla="*/ 478369 h 923747"/>
                  <a:gd name="connsiteX10" fmla="*/ 0 w 3640627"/>
                  <a:gd name="connsiteY10" fmla="*/ 24205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71662 w 3640627"/>
                  <a:gd name="connsiteY8" fmla="*/ 412387 h 923747"/>
                  <a:gd name="connsiteX9" fmla="*/ 523214 w 3640627"/>
                  <a:gd name="connsiteY9" fmla="*/ 482971 h 923747"/>
                  <a:gd name="connsiteX10" fmla="*/ 0 w 3640627"/>
                  <a:gd name="connsiteY10" fmla="*/ 24205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90067 w 3640627"/>
                  <a:gd name="connsiteY8" fmla="*/ 412387 h 923747"/>
                  <a:gd name="connsiteX9" fmla="*/ 523214 w 3640627"/>
                  <a:gd name="connsiteY9" fmla="*/ 482971 h 923747"/>
                  <a:gd name="connsiteX10" fmla="*/ 0 w 3640627"/>
                  <a:gd name="connsiteY10" fmla="*/ 242051 h 923747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09765 w 3640627"/>
                  <a:gd name="connsiteY2" fmla="*/ 511360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2980857 w 3640627"/>
                  <a:gd name="connsiteY6" fmla="*/ 379396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55778 w 3640627"/>
                  <a:gd name="connsiteY2" fmla="*/ 534367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2980857 w 3640627"/>
                  <a:gd name="connsiteY6" fmla="*/ 379396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55778 w 3640627"/>
                  <a:gd name="connsiteY2" fmla="*/ 534367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3008465 w 3640627"/>
                  <a:gd name="connsiteY6" fmla="*/ 402404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723451"/>
                  <a:gd name="connsiteY0" fmla="*/ 242051 h 946755"/>
                  <a:gd name="connsiteX1" fmla="*/ 655168 w 3723451"/>
                  <a:gd name="connsiteY1" fmla="*/ 16495 h 946755"/>
                  <a:gd name="connsiteX2" fmla="*/ 1855778 w 3723451"/>
                  <a:gd name="connsiteY2" fmla="*/ 534367 h 946755"/>
                  <a:gd name="connsiteX3" fmla="*/ 2964363 w 3723451"/>
                  <a:gd name="connsiteY3" fmla="*/ 0 h 946755"/>
                  <a:gd name="connsiteX4" fmla="*/ 3723451 w 3723451"/>
                  <a:gd name="connsiteY4" fmla="*/ 220954 h 946755"/>
                  <a:gd name="connsiteX5" fmla="*/ 3195282 w 3723451"/>
                  <a:gd name="connsiteY5" fmla="*/ 461874 h 946755"/>
                  <a:gd name="connsiteX6" fmla="*/ 3008465 w 3723451"/>
                  <a:gd name="connsiteY6" fmla="*/ 402404 h 946755"/>
                  <a:gd name="connsiteX7" fmla="*/ 1876873 w 3723451"/>
                  <a:gd name="connsiteY7" fmla="*/ 946755 h 946755"/>
                  <a:gd name="connsiteX8" fmla="*/ 690067 w 3723451"/>
                  <a:gd name="connsiteY8" fmla="*/ 412387 h 946755"/>
                  <a:gd name="connsiteX9" fmla="*/ 523214 w 3723451"/>
                  <a:gd name="connsiteY9" fmla="*/ 482971 h 946755"/>
                  <a:gd name="connsiteX10" fmla="*/ 0 w 3723451"/>
                  <a:gd name="connsiteY10" fmla="*/ 242051 h 946755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95282 w 3723451"/>
                  <a:gd name="connsiteY5" fmla="*/ 448069 h 932950"/>
                  <a:gd name="connsiteX6" fmla="*/ 3008465 w 3723451"/>
                  <a:gd name="connsiteY6" fmla="*/ 388599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95282 w 3723451"/>
                  <a:gd name="connsiteY5" fmla="*/ 448069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86079 w 3723451"/>
                  <a:gd name="connsiteY5" fmla="*/ 461874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86079 w 3723451"/>
                  <a:gd name="connsiteY5" fmla="*/ 461874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711613 w 3723451"/>
                  <a:gd name="connsiteY8" fmla="*/ 413055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723451" h="932950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329" name="Freeform 328"/>
              <p:cNvSpPr/>
              <p:nvPr/>
            </p:nvSpPr>
            <p:spPr bwMode="auto">
              <a:xfrm>
                <a:off x="2536889" y="1728599"/>
                <a:ext cx="244057" cy="97568"/>
              </a:xfrm>
              <a:custGeom>
                <a:avLst/>
                <a:gdLst>
                  <a:gd name="connsiteX0" fmla="*/ 55216 w 1421812"/>
                  <a:gd name="connsiteY0" fmla="*/ 0 h 800665"/>
                  <a:gd name="connsiteX1" fmla="*/ 1421812 w 1421812"/>
                  <a:gd name="connsiteY1" fmla="*/ 625807 h 800665"/>
                  <a:gd name="connsiteX2" fmla="*/ 947874 w 1421812"/>
                  <a:gd name="connsiteY2" fmla="*/ 800665 h 800665"/>
                  <a:gd name="connsiteX3" fmla="*/ 50614 w 1421812"/>
                  <a:gd name="connsiteY3" fmla="*/ 404934 h 800665"/>
                  <a:gd name="connsiteX4" fmla="*/ 0 w 1421812"/>
                  <a:gd name="connsiteY4" fmla="*/ 404934 h 800665"/>
                  <a:gd name="connsiteX5" fmla="*/ 55216 w 1421812"/>
                  <a:gd name="connsiteY5" fmla="*/ 0 h 800665"/>
                  <a:gd name="connsiteX0" fmla="*/ 4602 w 1371198"/>
                  <a:gd name="connsiteY0" fmla="*/ 0 h 800665"/>
                  <a:gd name="connsiteX1" fmla="*/ 1371198 w 1371198"/>
                  <a:gd name="connsiteY1" fmla="*/ 625807 h 800665"/>
                  <a:gd name="connsiteX2" fmla="*/ 897260 w 1371198"/>
                  <a:gd name="connsiteY2" fmla="*/ 800665 h 800665"/>
                  <a:gd name="connsiteX3" fmla="*/ 0 w 1371198"/>
                  <a:gd name="connsiteY3" fmla="*/ 404934 h 800665"/>
                  <a:gd name="connsiteX4" fmla="*/ 4602 w 1371198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9868"/>
                  <a:gd name="connsiteX1" fmla="*/ 1366596 w 1366596"/>
                  <a:gd name="connsiteY1" fmla="*/ 625807 h 809868"/>
                  <a:gd name="connsiteX2" fmla="*/ 865050 w 1366596"/>
                  <a:gd name="connsiteY2" fmla="*/ 809868 h 809868"/>
                  <a:gd name="connsiteX3" fmla="*/ 4601 w 1366596"/>
                  <a:gd name="connsiteY3" fmla="*/ 427942 h 809868"/>
                  <a:gd name="connsiteX4" fmla="*/ 0 w 1366596"/>
                  <a:gd name="connsiteY4" fmla="*/ 0 h 8098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6596" h="809868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330" name="Freeform 329"/>
              <p:cNvSpPr/>
              <p:nvPr/>
            </p:nvSpPr>
            <p:spPr bwMode="auto">
              <a:xfrm>
                <a:off x="2089977" y="1730980"/>
                <a:ext cx="240888" cy="95187"/>
              </a:xfrm>
              <a:custGeom>
                <a:avLst/>
                <a:gdLst>
                  <a:gd name="connsiteX0" fmla="*/ 1329786 w 1348191"/>
                  <a:gd name="connsiteY0" fmla="*/ 0 h 809869"/>
                  <a:gd name="connsiteX1" fmla="*/ 1348191 w 1348191"/>
                  <a:gd name="connsiteY1" fmla="*/ 400333 h 809869"/>
                  <a:gd name="connsiteX2" fmla="*/ 487742 w 1348191"/>
                  <a:gd name="connsiteY2" fmla="*/ 809869 h 809869"/>
                  <a:gd name="connsiteX3" fmla="*/ 0 w 1348191"/>
                  <a:gd name="connsiteY3" fmla="*/ 630409 h 809869"/>
                  <a:gd name="connsiteX4" fmla="*/ 1329786 w 1348191"/>
                  <a:gd name="connsiteY4" fmla="*/ 0 h 809869"/>
                  <a:gd name="connsiteX0" fmla="*/ 1329786 w 1348191"/>
                  <a:gd name="connsiteY0" fmla="*/ 0 h 791462"/>
                  <a:gd name="connsiteX1" fmla="*/ 1348191 w 1348191"/>
                  <a:gd name="connsiteY1" fmla="*/ 381926 h 791462"/>
                  <a:gd name="connsiteX2" fmla="*/ 487742 w 1348191"/>
                  <a:gd name="connsiteY2" fmla="*/ 791462 h 791462"/>
                  <a:gd name="connsiteX3" fmla="*/ 0 w 1348191"/>
                  <a:gd name="connsiteY3" fmla="*/ 612002 h 791462"/>
                  <a:gd name="connsiteX4" fmla="*/ 1329786 w 1348191"/>
                  <a:gd name="connsiteY4" fmla="*/ 0 h 7914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48191" h="791462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cxnSp>
            <p:nvCxnSpPr>
              <p:cNvPr id="331" name="Straight Connector 330"/>
              <p:cNvCxnSpPr>
                <a:endCxn id="326" idx="2"/>
              </p:cNvCxnSpPr>
              <p:nvPr/>
            </p:nvCxnSpPr>
            <p:spPr bwMode="auto">
              <a:xfrm flipH="1" flipV="1">
                <a:off x="1871277" y="1735739"/>
                <a:ext cx="3169" cy="123743"/>
              </a:xfrm>
              <a:prstGeom prst="line">
                <a:avLst/>
              </a:prstGeom>
              <a:ln w="6350" cmpd="sng">
                <a:solidFill>
                  <a:schemeClr val="tx1"/>
                </a:solidFill>
              </a:ln>
              <a:effectLst>
                <a:outerShdw blurRad="40005" dist="19939" dir="5400000" algn="tl" rotWithShape="0">
                  <a:srgbClr val="000000">
                    <a:alpha val="38000"/>
                  </a:srgbClr>
                </a:outerShdw>
              </a:effectLst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2" name="Straight Connector 331"/>
              <p:cNvCxnSpPr/>
              <p:nvPr/>
            </p:nvCxnSpPr>
            <p:spPr bwMode="auto">
              <a:xfrm flipH="1" flipV="1">
                <a:off x="2996477" y="1733359"/>
                <a:ext cx="3171" cy="123743"/>
              </a:xfrm>
              <a:prstGeom prst="line">
                <a:avLst/>
              </a:prstGeom>
              <a:ln w="6350" cmpd="sng">
                <a:solidFill>
                  <a:schemeClr val="tx1"/>
                </a:solidFill>
              </a:ln>
              <a:effectLst>
                <a:outerShdw blurRad="40005" dist="19939" dir="5400000" algn="tl" rotWithShape="0">
                  <a:srgbClr val="000000">
                    <a:alpha val="38000"/>
                  </a:srgbClr>
                </a:outerShdw>
              </a:effectLst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21" name="Group 320"/>
            <p:cNvGrpSpPr/>
            <p:nvPr/>
          </p:nvGrpSpPr>
          <p:grpSpPr>
            <a:xfrm>
              <a:off x="1828502" y="2944584"/>
              <a:ext cx="374530" cy="289271"/>
              <a:chOff x="725185" y="1779875"/>
              <a:chExt cx="374530" cy="289271"/>
            </a:xfrm>
          </p:grpSpPr>
          <p:sp>
            <p:nvSpPr>
              <p:cNvPr id="322" name="Oval 321"/>
              <p:cNvSpPr/>
              <p:nvPr/>
            </p:nvSpPr>
            <p:spPr bwMode="auto">
              <a:xfrm>
                <a:off x="741398" y="1850752"/>
                <a:ext cx="356365" cy="168450"/>
              </a:xfrm>
              <a:prstGeom prst="ellipse">
                <a:avLst/>
              </a:prstGeom>
              <a:solidFill>
                <a:schemeClr val="bg1">
                  <a:alpha val="76000"/>
                </a:scheme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23" name="TextBox 322"/>
              <p:cNvSpPr txBox="1"/>
              <p:nvPr/>
            </p:nvSpPr>
            <p:spPr>
              <a:xfrm>
                <a:off x="725185" y="1779875"/>
                <a:ext cx="374530" cy="28927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/>
                  <a:t>s1</a:t>
                </a:r>
              </a:p>
            </p:txBody>
          </p:sp>
        </p:grpSp>
      </p:grpSp>
      <p:grpSp>
        <p:nvGrpSpPr>
          <p:cNvPr id="333" name="Group 332"/>
          <p:cNvGrpSpPr/>
          <p:nvPr/>
        </p:nvGrpSpPr>
        <p:grpSpPr>
          <a:xfrm>
            <a:off x="2206593" y="5245170"/>
            <a:ext cx="687402" cy="470406"/>
            <a:chOff x="1736090" y="2893762"/>
            <a:chExt cx="565150" cy="340091"/>
          </a:xfrm>
        </p:grpSpPr>
        <p:grpSp>
          <p:nvGrpSpPr>
            <p:cNvPr id="334" name="Group 327"/>
            <p:cNvGrpSpPr>
              <a:grpSpLocks/>
            </p:cNvGrpSpPr>
            <p:nvPr/>
          </p:nvGrpSpPr>
          <p:grpSpPr bwMode="auto">
            <a:xfrm>
              <a:off x="1736090" y="2893762"/>
              <a:ext cx="565150" cy="292100"/>
              <a:chOff x="1871277" y="1576300"/>
              <a:chExt cx="1128371" cy="437861"/>
            </a:xfrm>
          </p:grpSpPr>
          <p:sp>
            <p:nvSpPr>
              <p:cNvPr id="338" name="Oval 337"/>
              <p:cNvSpPr/>
              <p:nvPr/>
            </p:nvSpPr>
            <p:spPr bwMode="auto">
              <a:xfrm flipV="1">
                <a:off x="1874446" y="1692905"/>
                <a:ext cx="1125202" cy="321256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2">
                      <a:lumMod val="75000"/>
                    </a:schemeClr>
                  </a:gs>
                  <a:gs pos="5300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accent2">
                      <a:lumMod val="75000"/>
                    </a:schemeClr>
                  </a:gs>
                </a:gsLst>
                <a:lin ang="0" scaled="1"/>
                <a:tileRect/>
              </a:gradFill>
              <a:ln w="6350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>
                  <a:ln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339" name="Rectangle 338"/>
              <p:cNvSpPr/>
              <p:nvPr/>
            </p:nvSpPr>
            <p:spPr bwMode="auto">
              <a:xfrm>
                <a:off x="1871277" y="1740499"/>
                <a:ext cx="1128371" cy="114225"/>
              </a:xfrm>
              <a:prstGeom prst="rect">
                <a:avLst/>
              </a:prstGeom>
              <a:gradFill>
                <a:gsLst>
                  <a:gs pos="0">
                    <a:schemeClr val="accent2">
                      <a:lumMod val="75000"/>
                    </a:schemeClr>
                  </a:gs>
                  <a:gs pos="5300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accent2">
                      <a:lumMod val="75000"/>
                    </a:schemeClr>
                  </a:gs>
                </a:gsLst>
                <a:lin ang="10800000" scaled="0"/>
              </a:gradFill>
              <a:ln w="25400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340" name="Oval 339"/>
              <p:cNvSpPr/>
              <p:nvPr/>
            </p:nvSpPr>
            <p:spPr bwMode="auto">
              <a:xfrm flipV="1">
                <a:off x="1871277" y="1576300"/>
                <a:ext cx="1125200" cy="321257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 w="6350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>
                  <a:ln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341" name="Freeform 340"/>
              <p:cNvSpPr/>
              <p:nvPr/>
            </p:nvSpPr>
            <p:spPr bwMode="auto">
              <a:xfrm>
                <a:off x="2159708" y="1673868"/>
                <a:ext cx="548339" cy="159438"/>
              </a:xfrm>
              <a:custGeom>
                <a:avLst/>
                <a:gdLst>
                  <a:gd name="connsiteX0" fmla="*/ 1486231 w 2944854"/>
                  <a:gd name="connsiteY0" fmla="*/ 727041 h 1302232"/>
                  <a:gd name="connsiteX1" fmla="*/ 257675 w 2944854"/>
                  <a:gd name="connsiteY1" fmla="*/ 1302232 h 1302232"/>
                  <a:gd name="connsiteX2" fmla="*/ 0 w 2944854"/>
                  <a:gd name="connsiteY2" fmla="*/ 1228607 h 1302232"/>
                  <a:gd name="connsiteX3" fmla="*/ 911064 w 2944854"/>
                  <a:gd name="connsiteY3" fmla="*/ 837478 h 1302232"/>
                  <a:gd name="connsiteX4" fmla="*/ 883456 w 2944854"/>
                  <a:gd name="connsiteY4" fmla="*/ 450949 h 1302232"/>
                  <a:gd name="connsiteX5" fmla="*/ 161047 w 2944854"/>
                  <a:gd name="connsiteY5" fmla="*/ 119640 h 1302232"/>
                  <a:gd name="connsiteX6" fmla="*/ 404917 w 2944854"/>
                  <a:gd name="connsiteY6" fmla="*/ 50617 h 1302232"/>
                  <a:gd name="connsiteX7" fmla="*/ 1477028 w 2944854"/>
                  <a:gd name="connsiteY7" fmla="*/ 501566 h 1302232"/>
                  <a:gd name="connsiteX8" fmla="*/ 2572146 w 2944854"/>
                  <a:gd name="connsiteY8" fmla="*/ 0 h 1302232"/>
                  <a:gd name="connsiteX9" fmla="*/ 2875834 w 2944854"/>
                  <a:gd name="connsiteY9" fmla="*/ 96632 h 1302232"/>
                  <a:gd name="connsiteX10" fmla="*/ 2079803 w 2944854"/>
                  <a:gd name="connsiteY10" fmla="*/ 432543 h 1302232"/>
                  <a:gd name="connsiteX11" fmla="*/ 2240850 w 2944854"/>
                  <a:gd name="connsiteY11" fmla="*/ 920305 h 1302232"/>
                  <a:gd name="connsiteX12" fmla="*/ 2944854 w 2944854"/>
                  <a:gd name="connsiteY12" fmla="*/ 1228607 h 1302232"/>
                  <a:gd name="connsiteX13" fmla="*/ 2733192 w 2944854"/>
                  <a:gd name="connsiteY13" fmla="*/ 1297630 h 1302232"/>
                  <a:gd name="connsiteX14" fmla="*/ 1486231 w 2944854"/>
                  <a:gd name="connsiteY14" fmla="*/ 727041 h 1302232"/>
                  <a:gd name="connsiteX0" fmla="*/ 1486231 w 2944854"/>
                  <a:gd name="connsiteY0" fmla="*/ 727041 h 1316375"/>
                  <a:gd name="connsiteX1" fmla="*/ 257675 w 2944854"/>
                  <a:gd name="connsiteY1" fmla="*/ 1302232 h 1316375"/>
                  <a:gd name="connsiteX2" fmla="*/ 0 w 2944854"/>
                  <a:gd name="connsiteY2" fmla="*/ 1228607 h 1316375"/>
                  <a:gd name="connsiteX3" fmla="*/ 911064 w 2944854"/>
                  <a:gd name="connsiteY3" fmla="*/ 837478 h 1316375"/>
                  <a:gd name="connsiteX4" fmla="*/ 883456 w 2944854"/>
                  <a:gd name="connsiteY4" fmla="*/ 450949 h 1316375"/>
                  <a:gd name="connsiteX5" fmla="*/ 161047 w 2944854"/>
                  <a:gd name="connsiteY5" fmla="*/ 119640 h 1316375"/>
                  <a:gd name="connsiteX6" fmla="*/ 404917 w 2944854"/>
                  <a:gd name="connsiteY6" fmla="*/ 50617 h 1316375"/>
                  <a:gd name="connsiteX7" fmla="*/ 1477028 w 2944854"/>
                  <a:gd name="connsiteY7" fmla="*/ 501566 h 1316375"/>
                  <a:gd name="connsiteX8" fmla="*/ 2572146 w 2944854"/>
                  <a:gd name="connsiteY8" fmla="*/ 0 h 1316375"/>
                  <a:gd name="connsiteX9" fmla="*/ 2875834 w 2944854"/>
                  <a:gd name="connsiteY9" fmla="*/ 96632 h 1316375"/>
                  <a:gd name="connsiteX10" fmla="*/ 2079803 w 2944854"/>
                  <a:gd name="connsiteY10" fmla="*/ 432543 h 1316375"/>
                  <a:gd name="connsiteX11" fmla="*/ 2240850 w 2944854"/>
                  <a:gd name="connsiteY11" fmla="*/ 920305 h 1316375"/>
                  <a:gd name="connsiteX12" fmla="*/ 2944854 w 2944854"/>
                  <a:gd name="connsiteY12" fmla="*/ 1228607 h 1316375"/>
                  <a:gd name="connsiteX13" fmla="*/ 2756623 w 2944854"/>
                  <a:gd name="connsiteY13" fmla="*/ 1316375 h 1316375"/>
                  <a:gd name="connsiteX14" fmla="*/ 1486231 w 2944854"/>
                  <a:gd name="connsiteY14" fmla="*/ 727041 h 1316375"/>
                  <a:gd name="connsiteX0" fmla="*/ 1486231 w 3024520"/>
                  <a:gd name="connsiteY0" fmla="*/ 727041 h 1316375"/>
                  <a:gd name="connsiteX1" fmla="*/ 257675 w 3024520"/>
                  <a:gd name="connsiteY1" fmla="*/ 1302232 h 1316375"/>
                  <a:gd name="connsiteX2" fmla="*/ 0 w 3024520"/>
                  <a:gd name="connsiteY2" fmla="*/ 1228607 h 1316375"/>
                  <a:gd name="connsiteX3" fmla="*/ 911064 w 3024520"/>
                  <a:gd name="connsiteY3" fmla="*/ 837478 h 1316375"/>
                  <a:gd name="connsiteX4" fmla="*/ 883456 w 3024520"/>
                  <a:gd name="connsiteY4" fmla="*/ 450949 h 1316375"/>
                  <a:gd name="connsiteX5" fmla="*/ 161047 w 3024520"/>
                  <a:gd name="connsiteY5" fmla="*/ 119640 h 1316375"/>
                  <a:gd name="connsiteX6" fmla="*/ 404917 w 3024520"/>
                  <a:gd name="connsiteY6" fmla="*/ 50617 h 1316375"/>
                  <a:gd name="connsiteX7" fmla="*/ 1477028 w 3024520"/>
                  <a:gd name="connsiteY7" fmla="*/ 501566 h 1316375"/>
                  <a:gd name="connsiteX8" fmla="*/ 2572146 w 3024520"/>
                  <a:gd name="connsiteY8" fmla="*/ 0 h 1316375"/>
                  <a:gd name="connsiteX9" fmla="*/ 2875834 w 3024520"/>
                  <a:gd name="connsiteY9" fmla="*/ 96632 h 1316375"/>
                  <a:gd name="connsiteX10" fmla="*/ 2079803 w 3024520"/>
                  <a:gd name="connsiteY10" fmla="*/ 432543 h 1316375"/>
                  <a:gd name="connsiteX11" fmla="*/ 2240850 w 3024520"/>
                  <a:gd name="connsiteY11" fmla="*/ 920305 h 1316375"/>
                  <a:gd name="connsiteX12" fmla="*/ 3024520 w 3024520"/>
                  <a:gd name="connsiteY12" fmla="*/ 1228607 h 1316375"/>
                  <a:gd name="connsiteX13" fmla="*/ 2756623 w 3024520"/>
                  <a:gd name="connsiteY13" fmla="*/ 1316375 h 1316375"/>
                  <a:gd name="connsiteX14" fmla="*/ 1486231 w 3024520"/>
                  <a:gd name="connsiteY14" fmla="*/ 727041 h 1316375"/>
                  <a:gd name="connsiteX0" fmla="*/ 1537780 w 3076069"/>
                  <a:gd name="connsiteY0" fmla="*/ 727041 h 1316375"/>
                  <a:gd name="connsiteX1" fmla="*/ 309224 w 3076069"/>
                  <a:gd name="connsiteY1" fmla="*/ 1302232 h 1316375"/>
                  <a:gd name="connsiteX2" fmla="*/ 0 w 3076069"/>
                  <a:gd name="connsiteY2" fmla="*/ 1228607 h 1316375"/>
                  <a:gd name="connsiteX3" fmla="*/ 962613 w 3076069"/>
                  <a:gd name="connsiteY3" fmla="*/ 837478 h 1316375"/>
                  <a:gd name="connsiteX4" fmla="*/ 935005 w 3076069"/>
                  <a:gd name="connsiteY4" fmla="*/ 450949 h 1316375"/>
                  <a:gd name="connsiteX5" fmla="*/ 212596 w 3076069"/>
                  <a:gd name="connsiteY5" fmla="*/ 119640 h 1316375"/>
                  <a:gd name="connsiteX6" fmla="*/ 456466 w 3076069"/>
                  <a:gd name="connsiteY6" fmla="*/ 50617 h 1316375"/>
                  <a:gd name="connsiteX7" fmla="*/ 1528577 w 3076069"/>
                  <a:gd name="connsiteY7" fmla="*/ 501566 h 1316375"/>
                  <a:gd name="connsiteX8" fmla="*/ 2623695 w 3076069"/>
                  <a:gd name="connsiteY8" fmla="*/ 0 h 1316375"/>
                  <a:gd name="connsiteX9" fmla="*/ 2927383 w 3076069"/>
                  <a:gd name="connsiteY9" fmla="*/ 96632 h 1316375"/>
                  <a:gd name="connsiteX10" fmla="*/ 2131352 w 3076069"/>
                  <a:gd name="connsiteY10" fmla="*/ 432543 h 1316375"/>
                  <a:gd name="connsiteX11" fmla="*/ 2292399 w 3076069"/>
                  <a:gd name="connsiteY11" fmla="*/ 920305 h 1316375"/>
                  <a:gd name="connsiteX12" fmla="*/ 3076069 w 3076069"/>
                  <a:gd name="connsiteY12" fmla="*/ 1228607 h 1316375"/>
                  <a:gd name="connsiteX13" fmla="*/ 2808172 w 3076069"/>
                  <a:gd name="connsiteY13" fmla="*/ 1316375 h 1316375"/>
                  <a:gd name="connsiteX14" fmla="*/ 1537780 w 3076069"/>
                  <a:gd name="connsiteY14" fmla="*/ 727041 h 1316375"/>
                  <a:gd name="connsiteX0" fmla="*/ 1537780 w 3076069"/>
                  <a:gd name="connsiteY0" fmla="*/ 727041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27041 h 1321259"/>
                  <a:gd name="connsiteX0" fmla="*/ 1537780 w 3076069"/>
                  <a:gd name="connsiteY0" fmla="*/ 750825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50825 h 13212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3076069" h="132125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342" name="Freeform 341"/>
              <p:cNvSpPr/>
              <p:nvPr/>
            </p:nvSpPr>
            <p:spPr bwMode="auto">
              <a:xfrm>
                <a:off x="2102655" y="1633412"/>
                <a:ext cx="662444" cy="111846"/>
              </a:xfrm>
              <a:custGeom>
                <a:avLst/>
                <a:gdLst>
                  <a:gd name="connsiteX0" fmla="*/ 0 w 3645229"/>
                  <a:gd name="connsiteY0" fmla="*/ 214441 h 923747"/>
                  <a:gd name="connsiteX1" fmla="*/ 659770 w 3645229"/>
                  <a:gd name="connsiteY1" fmla="*/ 16495 h 923747"/>
                  <a:gd name="connsiteX2" fmla="*/ 1814367 w 3645229"/>
                  <a:gd name="connsiteY2" fmla="*/ 511360 h 923747"/>
                  <a:gd name="connsiteX3" fmla="*/ 2968965 w 3645229"/>
                  <a:gd name="connsiteY3" fmla="*/ 0 h 923747"/>
                  <a:gd name="connsiteX4" fmla="*/ 3645229 w 3645229"/>
                  <a:gd name="connsiteY4" fmla="*/ 197946 h 923747"/>
                  <a:gd name="connsiteX5" fmla="*/ 3199884 w 3645229"/>
                  <a:gd name="connsiteY5" fmla="*/ 461874 h 923747"/>
                  <a:gd name="connsiteX6" fmla="*/ 2985459 w 3645229"/>
                  <a:gd name="connsiteY6" fmla="*/ 379396 h 923747"/>
                  <a:gd name="connsiteX7" fmla="*/ 1830861 w 3645229"/>
                  <a:gd name="connsiteY7" fmla="*/ 923747 h 923747"/>
                  <a:gd name="connsiteX8" fmla="*/ 676264 w 3645229"/>
                  <a:gd name="connsiteY8" fmla="*/ 412387 h 923747"/>
                  <a:gd name="connsiteX9" fmla="*/ 527816 w 3645229"/>
                  <a:gd name="connsiteY9" fmla="*/ 478369 h 923747"/>
                  <a:gd name="connsiteX10" fmla="*/ 0 w 3645229"/>
                  <a:gd name="connsiteY10" fmla="*/ 21444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71662 w 3640627"/>
                  <a:gd name="connsiteY8" fmla="*/ 412387 h 923747"/>
                  <a:gd name="connsiteX9" fmla="*/ 523214 w 3640627"/>
                  <a:gd name="connsiteY9" fmla="*/ 478369 h 923747"/>
                  <a:gd name="connsiteX10" fmla="*/ 0 w 3640627"/>
                  <a:gd name="connsiteY10" fmla="*/ 24205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71662 w 3640627"/>
                  <a:gd name="connsiteY8" fmla="*/ 412387 h 923747"/>
                  <a:gd name="connsiteX9" fmla="*/ 523214 w 3640627"/>
                  <a:gd name="connsiteY9" fmla="*/ 482971 h 923747"/>
                  <a:gd name="connsiteX10" fmla="*/ 0 w 3640627"/>
                  <a:gd name="connsiteY10" fmla="*/ 24205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90067 w 3640627"/>
                  <a:gd name="connsiteY8" fmla="*/ 412387 h 923747"/>
                  <a:gd name="connsiteX9" fmla="*/ 523214 w 3640627"/>
                  <a:gd name="connsiteY9" fmla="*/ 482971 h 923747"/>
                  <a:gd name="connsiteX10" fmla="*/ 0 w 3640627"/>
                  <a:gd name="connsiteY10" fmla="*/ 242051 h 923747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09765 w 3640627"/>
                  <a:gd name="connsiteY2" fmla="*/ 511360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2980857 w 3640627"/>
                  <a:gd name="connsiteY6" fmla="*/ 379396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55778 w 3640627"/>
                  <a:gd name="connsiteY2" fmla="*/ 534367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2980857 w 3640627"/>
                  <a:gd name="connsiteY6" fmla="*/ 379396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55778 w 3640627"/>
                  <a:gd name="connsiteY2" fmla="*/ 534367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3008465 w 3640627"/>
                  <a:gd name="connsiteY6" fmla="*/ 402404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723451"/>
                  <a:gd name="connsiteY0" fmla="*/ 242051 h 946755"/>
                  <a:gd name="connsiteX1" fmla="*/ 655168 w 3723451"/>
                  <a:gd name="connsiteY1" fmla="*/ 16495 h 946755"/>
                  <a:gd name="connsiteX2" fmla="*/ 1855778 w 3723451"/>
                  <a:gd name="connsiteY2" fmla="*/ 534367 h 946755"/>
                  <a:gd name="connsiteX3" fmla="*/ 2964363 w 3723451"/>
                  <a:gd name="connsiteY3" fmla="*/ 0 h 946755"/>
                  <a:gd name="connsiteX4" fmla="*/ 3723451 w 3723451"/>
                  <a:gd name="connsiteY4" fmla="*/ 220954 h 946755"/>
                  <a:gd name="connsiteX5" fmla="*/ 3195282 w 3723451"/>
                  <a:gd name="connsiteY5" fmla="*/ 461874 h 946755"/>
                  <a:gd name="connsiteX6" fmla="*/ 3008465 w 3723451"/>
                  <a:gd name="connsiteY6" fmla="*/ 402404 h 946755"/>
                  <a:gd name="connsiteX7" fmla="*/ 1876873 w 3723451"/>
                  <a:gd name="connsiteY7" fmla="*/ 946755 h 946755"/>
                  <a:gd name="connsiteX8" fmla="*/ 690067 w 3723451"/>
                  <a:gd name="connsiteY8" fmla="*/ 412387 h 946755"/>
                  <a:gd name="connsiteX9" fmla="*/ 523214 w 3723451"/>
                  <a:gd name="connsiteY9" fmla="*/ 482971 h 946755"/>
                  <a:gd name="connsiteX10" fmla="*/ 0 w 3723451"/>
                  <a:gd name="connsiteY10" fmla="*/ 242051 h 946755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95282 w 3723451"/>
                  <a:gd name="connsiteY5" fmla="*/ 448069 h 932950"/>
                  <a:gd name="connsiteX6" fmla="*/ 3008465 w 3723451"/>
                  <a:gd name="connsiteY6" fmla="*/ 388599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95282 w 3723451"/>
                  <a:gd name="connsiteY5" fmla="*/ 448069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86079 w 3723451"/>
                  <a:gd name="connsiteY5" fmla="*/ 461874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86079 w 3723451"/>
                  <a:gd name="connsiteY5" fmla="*/ 461874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711613 w 3723451"/>
                  <a:gd name="connsiteY8" fmla="*/ 413055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723451" h="932950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343" name="Freeform 342"/>
              <p:cNvSpPr/>
              <p:nvPr/>
            </p:nvSpPr>
            <p:spPr bwMode="auto">
              <a:xfrm>
                <a:off x="2536889" y="1728599"/>
                <a:ext cx="244057" cy="97568"/>
              </a:xfrm>
              <a:custGeom>
                <a:avLst/>
                <a:gdLst>
                  <a:gd name="connsiteX0" fmla="*/ 55216 w 1421812"/>
                  <a:gd name="connsiteY0" fmla="*/ 0 h 800665"/>
                  <a:gd name="connsiteX1" fmla="*/ 1421812 w 1421812"/>
                  <a:gd name="connsiteY1" fmla="*/ 625807 h 800665"/>
                  <a:gd name="connsiteX2" fmla="*/ 947874 w 1421812"/>
                  <a:gd name="connsiteY2" fmla="*/ 800665 h 800665"/>
                  <a:gd name="connsiteX3" fmla="*/ 50614 w 1421812"/>
                  <a:gd name="connsiteY3" fmla="*/ 404934 h 800665"/>
                  <a:gd name="connsiteX4" fmla="*/ 0 w 1421812"/>
                  <a:gd name="connsiteY4" fmla="*/ 404934 h 800665"/>
                  <a:gd name="connsiteX5" fmla="*/ 55216 w 1421812"/>
                  <a:gd name="connsiteY5" fmla="*/ 0 h 800665"/>
                  <a:gd name="connsiteX0" fmla="*/ 4602 w 1371198"/>
                  <a:gd name="connsiteY0" fmla="*/ 0 h 800665"/>
                  <a:gd name="connsiteX1" fmla="*/ 1371198 w 1371198"/>
                  <a:gd name="connsiteY1" fmla="*/ 625807 h 800665"/>
                  <a:gd name="connsiteX2" fmla="*/ 897260 w 1371198"/>
                  <a:gd name="connsiteY2" fmla="*/ 800665 h 800665"/>
                  <a:gd name="connsiteX3" fmla="*/ 0 w 1371198"/>
                  <a:gd name="connsiteY3" fmla="*/ 404934 h 800665"/>
                  <a:gd name="connsiteX4" fmla="*/ 4602 w 1371198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9868"/>
                  <a:gd name="connsiteX1" fmla="*/ 1366596 w 1366596"/>
                  <a:gd name="connsiteY1" fmla="*/ 625807 h 809868"/>
                  <a:gd name="connsiteX2" fmla="*/ 865050 w 1366596"/>
                  <a:gd name="connsiteY2" fmla="*/ 809868 h 809868"/>
                  <a:gd name="connsiteX3" fmla="*/ 4601 w 1366596"/>
                  <a:gd name="connsiteY3" fmla="*/ 427942 h 809868"/>
                  <a:gd name="connsiteX4" fmla="*/ 0 w 1366596"/>
                  <a:gd name="connsiteY4" fmla="*/ 0 h 8098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6596" h="809868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344" name="Freeform 343"/>
              <p:cNvSpPr/>
              <p:nvPr/>
            </p:nvSpPr>
            <p:spPr bwMode="auto">
              <a:xfrm>
                <a:off x="2089977" y="1730980"/>
                <a:ext cx="240888" cy="95187"/>
              </a:xfrm>
              <a:custGeom>
                <a:avLst/>
                <a:gdLst>
                  <a:gd name="connsiteX0" fmla="*/ 1329786 w 1348191"/>
                  <a:gd name="connsiteY0" fmla="*/ 0 h 809869"/>
                  <a:gd name="connsiteX1" fmla="*/ 1348191 w 1348191"/>
                  <a:gd name="connsiteY1" fmla="*/ 400333 h 809869"/>
                  <a:gd name="connsiteX2" fmla="*/ 487742 w 1348191"/>
                  <a:gd name="connsiteY2" fmla="*/ 809869 h 809869"/>
                  <a:gd name="connsiteX3" fmla="*/ 0 w 1348191"/>
                  <a:gd name="connsiteY3" fmla="*/ 630409 h 809869"/>
                  <a:gd name="connsiteX4" fmla="*/ 1329786 w 1348191"/>
                  <a:gd name="connsiteY4" fmla="*/ 0 h 809869"/>
                  <a:gd name="connsiteX0" fmla="*/ 1329786 w 1348191"/>
                  <a:gd name="connsiteY0" fmla="*/ 0 h 791462"/>
                  <a:gd name="connsiteX1" fmla="*/ 1348191 w 1348191"/>
                  <a:gd name="connsiteY1" fmla="*/ 381926 h 791462"/>
                  <a:gd name="connsiteX2" fmla="*/ 487742 w 1348191"/>
                  <a:gd name="connsiteY2" fmla="*/ 791462 h 791462"/>
                  <a:gd name="connsiteX3" fmla="*/ 0 w 1348191"/>
                  <a:gd name="connsiteY3" fmla="*/ 612002 h 791462"/>
                  <a:gd name="connsiteX4" fmla="*/ 1329786 w 1348191"/>
                  <a:gd name="connsiteY4" fmla="*/ 0 h 7914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48191" h="791462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cxnSp>
            <p:nvCxnSpPr>
              <p:cNvPr id="345" name="Straight Connector 344"/>
              <p:cNvCxnSpPr>
                <a:endCxn id="340" idx="2"/>
              </p:cNvCxnSpPr>
              <p:nvPr/>
            </p:nvCxnSpPr>
            <p:spPr bwMode="auto">
              <a:xfrm flipH="1" flipV="1">
                <a:off x="1871277" y="1735739"/>
                <a:ext cx="3169" cy="123743"/>
              </a:xfrm>
              <a:prstGeom prst="line">
                <a:avLst/>
              </a:prstGeom>
              <a:ln w="6350" cmpd="sng">
                <a:solidFill>
                  <a:schemeClr val="tx1"/>
                </a:solidFill>
              </a:ln>
              <a:effectLst>
                <a:outerShdw blurRad="40005" dist="19939" dir="5400000" algn="tl" rotWithShape="0">
                  <a:srgbClr val="000000">
                    <a:alpha val="38000"/>
                  </a:srgbClr>
                </a:outerShdw>
              </a:effectLst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6" name="Straight Connector 345"/>
              <p:cNvCxnSpPr/>
              <p:nvPr/>
            </p:nvCxnSpPr>
            <p:spPr bwMode="auto">
              <a:xfrm flipH="1" flipV="1">
                <a:off x="2996477" y="1733359"/>
                <a:ext cx="3171" cy="123743"/>
              </a:xfrm>
              <a:prstGeom prst="line">
                <a:avLst/>
              </a:prstGeom>
              <a:ln w="6350" cmpd="sng">
                <a:solidFill>
                  <a:schemeClr val="tx1"/>
                </a:solidFill>
              </a:ln>
              <a:effectLst>
                <a:outerShdw blurRad="40005" dist="19939" dir="5400000" algn="tl" rotWithShape="0">
                  <a:srgbClr val="000000">
                    <a:alpha val="38000"/>
                  </a:srgbClr>
                </a:outerShdw>
              </a:effectLst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35" name="Group 334"/>
            <p:cNvGrpSpPr/>
            <p:nvPr/>
          </p:nvGrpSpPr>
          <p:grpSpPr>
            <a:xfrm>
              <a:off x="1828502" y="2944584"/>
              <a:ext cx="374531" cy="289269"/>
              <a:chOff x="725185" y="1779875"/>
              <a:chExt cx="374531" cy="289269"/>
            </a:xfrm>
          </p:grpSpPr>
          <p:sp>
            <p:nvSpPr>
              <p:cNvPr id="336" name="Oval 335"/>
              <p:cNvSpPr/>
              <p:nvPr/>
            </p:nvSpPr>
            <p:spPr bwMode="auto">
              <a:xfrm>
                <a:off x="741398" y="1850752"/>
                <a:ext cx="356365" cy="168450"/>
              </a:xfrm>
              <a:prstGeom prst="ellipse">
                <a:avLst/>
              </a:prstGeom>
              <a:solidFill>
                <a:schemeClr val="bg1">
                  <a:alpha val="76000"/>
                </a:scheme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37" name="TextBox 336"/>
              <p:cNvSpPr txBox="1"/>
              <p:nvPr/>
            </p:nvSpPr>
            <p:spPr>
              <a:xfrm>
                <a:off x="725185" y="1779875"/>
                <a:ext cx="374531" cy="28926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/>
                  <a:t>s2</a:t>
                </a:r>
              </a:p>
            </p:txBody>
          </p:sp>
        </p:grpSp>
      </p:grpSp>
      <p:grpSp>
        <p:nvGrpSpPr>
          <p:cNvPr id="347" name="Group 346"/>
          <p:cNvGrpSpPr/>
          <p:nvPr/>
        </p:nvGrpSpPr>
        <p:grpSpPr>
          <a:xfrm>
            <a:off x="1910145" y="5999406"/>
            <a:ext cx="687402" cy="470406"/>
            <a:chOff x="1736090" y="2893762"/>
            <a:chExt cx="565150" cy="340091"/>
          </a:xfrm>
        </p:grpSpPr>
        <p:grpSp>
          <p:nvGrpSpPr>
            <p:cNvPr id="348" name="Group 327"/>
            <p:cNvGrpSpPr>
              <a:grpSpLocks/>
            </p:cNvGrpSpPr>
            <p:nvPr/>
          </p:nvGrpSpPr>
          <p:grpSpPr bwMode="auto">
            <a:xfrm>
              <a:off x="1736090" y="2893762"/>
              <a:ext cx="565150" cy="292100"/>
              <a:chOff x="1871277" y="1576300"/>
              <a:chExt cx="1128371" cy="437861"/>
            </a:xfrm>
          </p:grpSpPr>
          <p:sp>
            <p:nvSpPr>
              <p:cNvPr id="352" name="Oval 351"/>
              <p:cNvSpPr/>
              <p:nvPr/>
            </p:nvSpPr>
            <p:spPr bwMode="auto">
              <a:xfrm flipV="1">
                <a:off x="1874446" y="1692905"/>
                <a:ext cx="1125202" cy="321256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2">
                      <a:lumMod val="75000"/>
                    </a:schemeClr>
                  </a:gs>
                  <a:gs pos="5300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accent2">
                      <a:lumMod val="75000"/>
                    </a:schemeClr>
                  </a:gs>
                </a:gsLst>
                <a:lin ang="0" scaled="1"/>
                <a:tileRect/>
              </a:gradFill>
              <a:ln w="6350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>
                  <a:ln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353" name="Rectangle 352"/>
              <p:cNvSpPr/>
              <p:nvPr/>
            </p:nvSpPr>
            <p:spPr bwMode="auto">
              <a:xfrm>
                <a:off x="1871277" y="1740499"/>
                <a:ext cx="1128371" cy="114225"/>
              </a:xfrm>
              <a:prstGeom prst="rect">
                <a:avLst/>
              </a:prstGeom>
              <a:gradFill>
                <a:gsLst>
                  <a:gs pos="0">
                    <a:schemeClr val="accent2">
                      <a:lumMod val="75000"/>
                    </a:schemeClr>
                  </a:gs>
                  <a:gs pos="5300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accent2">
                      <a:lumMod val="75000"/>
                    </a:schemeClr>
                  </a:gs>
                </a:gsLst>
                <a:lin ang="10800000" scaled="0"/>
              </a:gradFill>
              <a:ln w="25400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354" name="Oval 353"/>
              <p:cNvSpPr/>
              <p:nvPr/>
            </p:nvSpPr>
            <p:spPr bwMode="auto">
              <a:xfrm flipV="1">
                <a:off x="1871277" y="1576300"/>
                <a:ext cx="1125200" cy="321257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 w="6350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>
                  <a:ln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355" name="Freeform 354"/>
              <p:cNvSpPr/>
              <p:nvPr/>
            </p:nvSpPr>
            <p:spPr bwMode="auto">
              <a:xfrm>
                <a:off x="2159708" y="1673868"/>
                <a:ext cx="548339" cy="159438"/>
              </a:xfrm>
              <a:custGeom>
                <a:avLst/>
                <a:gdLst>
                  <a:gd name="connsiteX0" fmla="*/ 1486231 w 2944854"/>
                  <a:gd name="connsiteY0" fmla="*/ 727041 h 1302232"/>
                  <a:gd name="connsiteX1" fmla="*/ 257675 w 2944854"/>
                  <a:gd name="connsiteY1" fmla="*/ 1302232 h 1302232"/>
                  <a:gd name="connsiteX2" fmla="*/ 0 w 2944854"/>
                  <a:gd name="connsiteY2" fmla="*/ 1228607 h 1302232"/>
                  <a:gd name="connsiteX3" fmla="*/ 911064 w 2944854"/>
                  <a:gd name="connsiteY3" fmla="*/ 837478 h 1302232"/>
                  <a:gd name="connsiteX4" fmla="*/ 883456 w 2944854"/>
                  <a:gd name="connsiteY4" fmla="*/ 450949 h 1302232"/>
                  <a:gd name="connsiteX5" fmla="*/ 161047 w 2944854"/>
                  <a:gd name="connsiteY5" fmla="*/ 119640 h 1302232"/>
                  <a:gd name="connsiteX6" fmla="*/ 404917 w 2944854"/>
                  <a:gd name="connsiteY6" fmla="*/ 50617 h 1302232"/>
                  <a:gd name="connsiteX7" fmla="*/ 1477028 w 2944854"/>
                  <a:gd name="connsiteY7" fmla="*/ 501566 h 1302232"/>
                  <a:gd name="connsiteX8" fmla="*/ 2572146 w 2944854"/>
                  <a:gd name="connsiteY8" fmla="*/ 0 h 1302232"/>
                  <a:gd name="connsiteX9" fmla="*/ 2875834 w 2944854"/>
                  <a:gd name="connsiteY9" fmla="*/ 96632 h 1302232"/>
                  <a:gd name="connsiteX10" fmla="*/ 2079803 w 2944854"/>
                  <a:gd name="connsiteY10" fmla="*/ 432543 h 1302232"/>
                  <a:gd name="connsiteX11" fmla="*/ 2240850 w 2944854"/>
                  <a:gd name="connsiteY11" fmla="*/ 920305 h 1302232"/>
                  <a:gd name="connsiteX12" fmla="*/ 2944854 w 2944854"/>
                  <a:gd name="connsiteY12" fmla="*/ 1228607 h 1302232"/>
                  <a:gd name="connsiteX13" fmla="*/ 2733192 w 2944854"/>
                  <a:gd name="connsiteY13" fmla="*/ 1297630 h 1302232"/>
                  <a:gd name="connsiteX14" fmla="*/ 1486231 w 2944854"/>
                  <a:gd name="connsiteY14" fmla="*/ 727041 h 1302232"/>
                  <a:gd name="connsiteX0" fmla="*/ 1486231 w 2944854"/>
                  <a:gd name="connsiteY0" fmla="*/ 727041 h 1316375"/>
                  <a:gd name="connsiteX1" fmla="*/ 257675 w 2944854"/>
                  <a:gd name="connsiteY1" fmla="*/ 1302232 h 1316375"/>
                  <a:gd name="connsiteX2" fmla="*/ 0 w 2944854"/>
                  <a:gd name="connsiteY2" fmla="*/ 1228607 h 1316375"/>
                  <a:gd name="connsiteX3" fmla="*/ 911064 w 2944854"/>
                  <a:gd name="connsiteY3" fmla="*/ 837478 h 1316375"/>
                  <a:gd name="connsiteX4" fmla="*/ 883456 w 2944854"/>
                  <a:gd name="connsiteY4" fmla="*/ 450949 h 1316375"/>
                  <a:gd name="connsiteX5" fmla="*/ 161047 w 2944854"/>
                  <a:gd name="connsiteY5" fmla="*/ 119640 h 1316375"/>
                  <a:gd name="connsiteX6" fmla="*/ 404917 w 2944854"/>
                  <a:gd name="connsiteY6" fmla="*/ 50617 h 1316375"/>
                  <a:gd name="connsiteX7" fmla="*/ 1477028 w 2944854"/>
                  <a:gd name="connsiteY7" fmla="*/ 501566 h 1316375"/>
                  <a:gd name="connsiteX8" fmla="*/ 2572146 w 2944854"/>
                  <a:gd name="connsiteY8" fmla="*/ 0 h 1316375"/>
                  <a:gd name="connsiteX9" fmla="*/ 2875834 w 2944854"/>
                  <a:gd name="connsiteY9" fmla="*/ 96632 h 1316375"/>
                  <a:gd name="connsiteX10" fmla="*/ 2079803 w 2944854"/>
                  <a:gd name="connsiteY10" fmla="*/ 432543 h 1316375"/>
                  <a:gd name="connsiteX11" fmla="*/ 2240850 w 2944854"/>
                  <a:gd name="connsiteY11" fmla="*/ 920305 h 1316375"/>
                  <a:gd name="connsiteX12" fmla="*/ 2944854 w 2944854"/>
                  <a:gd name="connsiteY12" fmla="*/ 1228607 h 1316375"/>
                  <a:gd name="connsiteX13" fmla="*/ 2756623 w 2944854"/>
                  <a:gd name="connsiteY13" fmla="*/ 1316375 h 1316375"/>
                  <a:gd name="connsiteX14" fmla="*/ 1486231 w 2944854"/>
                  <a:gd name="connsiteY14" fmla="*/ 727041 h 1316375"/>
                  <a:gd name="connsiteX0" fmla="*/ 1486231 w 3024520"/>
                  <a:gd name="connsiteY0" fmla="*/ 727041 h 1316375"/>
                  <a:gd name="connsiteX1" fmla="*/ 257675 w 3024520"/>
                  <a:gd name="connsiteY1" fmla="*/ 1302232 h 1316375"/>
                  <a:gd name="connsiteX2" fmla="*/ 0 w 3024520"/>
                  <a:gd name="connsiteY2" fmla="*/ 1228607 h 1316375"/>
                  <a:gd name="connsiteX3" fmla="*/ 911064 w 3024520"/>
                  <a:gd name="connsiteY3" fmla="*/ 837478 h 1316375"/>
                  <a:gd name="connsiteX4" fmla="*/ 883456 w 3024520"/>
                  <a:gd name="connsiteY4" fmla="*/ 450949 h 1316375"/>
                  <a:gd name="connsiteX5" fmla="*/ 161047 w 3024520"/>
                  <a:gd name="connsiteY5" fmla="*/ 119640 h 1316375"/>
                  <a:gd name="connsiteX6" fmla="*/ 404917 w 3024520"/>
                  <a:gd name="connsiteY6" fmla="*/ 50617 h 1316375"/>
                  <a:gd name="connsiteX7" fmla="*/ 1477028 w 3024520"/>
                  <a:gd name="connsiteY7" fmla="*/ 501566 h 1316375"/>
                  <a:gd name="connsiteX8" fmla="*/ 2572146 w 3024520"/>
                  <a:gd name="connsiteY8" fmla="*/ 0 h 1316375"/>
                  <a:gd name="connsiteX9" fmla="*/ 2875834 w 3024520"/>
                  <a:gd name="connsiteY9" fmla="*/ 96632 h 1316375"/>
                  <a:gd name="connsiteX10" fmla="*/ 2079803 w 3024520"/>
                  <a:gd name="connsiteY10" fmla="*/ 432543 h 1316375"/>
                  <a:gd name="connsiteX11" fmla="*/ 2240850 w 3024520"/>
                  <a:gd name="connsiteY11" fmla="*/ 920305 h 1316375"/>
                  <a:gd name="connsiteX12" fmla="*/ 3024520 w 3024520"/>
                  <a:gd name="connsiteY12" fmla="*/ 1228607 h 1316375"/>
                  <a:gd name="connsiteX13" fmla="*/ 2756623 w 3024520"/>
                  <a:gd name="connsiteY13" fmla="*/ 1316375 h 1316375"/>
                  <a:gd name="connsiteX14" fmla="*/ 1486231 w 3024520"/>
                  <a:gd name="connsiteY14" fmla="*/ 727041 h 1316375"/>
                  <a:gd name="connsiteX0" fmla="*/ 1537780 w 3076069"/>
                  <a:gd name="connsiteY0" fmla="*/ 727041 h 1316375"/>
                  <a:gd name="connsiteX1" fmla="*/ 309224 w 3076069"/>
                  <a:gd name="connsiteY1" fmla="*/ 1302232 h 1316375"/>
                  <a:gd name="connsiteX2" fmla="*/ 0 w 3076069"/>
                  <a:gd name="connsiteY2" fmla="*/ 1228607 h 1316375"/>
                  <a:gd name="connsiteX3" fmla="*/ 962613 w 3076069"/>
                  <a:gd name="connsiteY3" fmla="*/ 837478 h 1316375"/>
                  <a:gd name="connsiteX4" fmla="*/ 935005 w 3076069"/>
                  <a:gd name="connsiteY4" fmla="*/ 450949 h 1316375"/>
                  <a:gd name="connsiteX5" fmla="*/ 212596 w 3076069"/>
                  <a:gd name="connsiteY5" fmla="*/ 119640 h 1316375"/>
                  <a:gd name="connsiteX6" fmla="*/ 456466 w 3076069"/>
                  <a:gd name="connsiteY6" fmla="*/ 50617 h 1316375"/>
                  <a:gd name="connsiteX7" fmla="*/ 1528577 w 3076069"/>
                  <a:gd name="connsiteY7" fmla="*/ 501566 h 1316375"/>
                  <a:gd name="connsiteX8" fmla="*/ 2623695 w 3076069"/>
                  <a:gd name="connsiteY8" fmla="*/ 0 h 1316375"/>
                  <a:gd name="connsiteX9" fmla="*/ 2927383 w 3076069"/>
                  <a:gd name="connsiteY9" fmla="*/ 96632 h 1316375"/>
                  <a:gd name="connsiteX10" fmla="*/ 2131352 w 3076069"/>
                  <a:gd name="connsiteY10" fmla="*/ 432543 h 1316375"/>
                  <a:gd name="connsiteX11" fmla="*/ 2292399 w 3076069"/>
                  <a:gd name="connsiteY11" fmla="*/ 920305 h 1316375"/>
                  <a:gd name="connsiteX12" fmla="*/ 3076069 w 3076069"/>
                  <a:gd name="connsiteY12" fmla="*/ 1228607 h 1316375"/>
                  <a:gd name="connsiteX13" fmla="*/ 2808172 w 3076069"/>
                  <a:gd name="connsiteY13" fmla="*/ 1316375 h 1316375"/>
                  <a:gd name="connsiteX14" fmla="*/ 1537780 w 3076069"/>
                  <a:gd name="connsiteY14" fmla="*/ 727041 h 1316375"/>
                  <a:gd name="connsiteX0" fmla="*/ 1537780 w 3076069"/>
                  <a:gd name="connsiteY0" fmla="*/ 727041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27041 h 1321259"/>
                  <a:gd name="connsiteX0" fmla="*/ 1537780 w 3076069"/>
                  <a:gd name="connsiteY0" fmla="*/ 750825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50825 h 13212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3076069" h="132125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356" name="Freeform 355"/>
              <p:cNvSpPr/>
              <p:nvPr/>
            </p:nvSpPr>
            <p:spPr bwMode="auto">
              <a:xfrm>
                <a:off x="2102655" y="1633412"/>
                <a:ext cx="662444" cy="111846"/>
              </a:xfrm>
              <a:custGeom>
                <a:avLst/>
                <a:gdLst>
                  <a:gd name="connsiteX0" fmla="*/ 0 w 3645229"/>
                  <a:gd name="connsiteY0" fmla="*/ 214441 h 923747"/>
                  <a:gd name="connsiteX1" fmla="*/ 659770 w 3645229"/>
                  <a:gd name="connsiteY1" fmla="*/ 16495 h 923747"/>
                  <a:gd name="connsiteX2" fmla="*/ 1814367 w 3645229"/>
                  <a:gd name="connsiteY2" fmla="*/ 511360 h 923747"/>
                  <a:gd name="connsiteX3" fmla="*/ 2968965 w 3645229"/>
                  <a:gd name="connsiteY3" fmla="*/ 0 h 923747"/>
                  <a:gd name="connsiteX4" fmla="*/ 3645229 w 3645229"/>
                  <a:gd name="connsiteY4" fmla="*/ 197946 h 923747"/>
                  <a:gd name="connsiteX5" fmla="*/ 3199884 w 3645229"/>
                  <a:gd name="connsiteY5" fmla="*/ 461874 h 923747"/>
                  <a:gd name="connsiteX6" fmla="*/ 2985459 w 3645229"/>
                  <a:gd name="connsiteY6" fmla="*/ 379396 h 923747"/>
                  <a:gd name="connsiteX7" fmla="*/ 1830861 w 3645229"/>
                  <a:gd name="connsiteY7" fmla="*/ 923747 h 923747"/>
                  <a:gd name="connsiteX8" fmla="*/ 676264 w 3645229"/>
                  <a:gd name="connsiteY8" fmla="*/ 412387 h 923747"/>
                  <a:gd name="connsiteX9" fmla="*/ 527816 w 3645229"/>
                  <a:gd name="connsiteY9" fmla="*/ 478369 h 923747"/>
                  <a:gd name="connsiteX10" fmla="*/ 0 w 3645229"/>
                  <a:gd name="connsiteY10" fmla="*/ 21444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71662 w 3640627"/>
                  <a:gd name="connsiteY8" fmla="*/ 412387 h 923747"/>
                  <a:gd name="connsiteX9" fmla="*/ 523214 w 3640627"/>
                  <a:gd name="connsiteY9" fmla="*/ 478369 h 923747"/>
                  <a:gd name="connsiteX10" fmla="*/ 0 w 3640627"/>
                  <a:gd name="connsiteY10" fmla="*/ 24205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71662 w 3640627"/>
                  <a:gd name="connsiteY8" fmla="*/ 412387 h 923747"/>
                  <a:gd name="connsiteX9" fmla="*/ 523214 w 3640627"/>
                  <a:gd name="connsiteY9" fmla="*/ 482971 h 923747"/>
                  <a:gd name="connsiteX10" fmla="*/ 0 w 3640627"/>
                  <a:gd name="connsiteY10" fmla="*/ 24205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90067 w 3640627"/>
                  <a:gd name="connsiteY8" fmla="*/ 412387 h 923747"/>
                  <a:gd name="connsiteX9" fmla="*/ 523214 w 3640627"/>
                  <a:gd name="connsiteY9" fmla="*/ 482971 h 923747"/>
                  <a:gd name="connsiteX10" fmla="*/ 0 w 3640627"/>
                  <a:gd name="connsiteY10" fmla="*/ 242051 h 923747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09765 w 3640627"/>
                  <a:gd name="connsiteY2" fmla="*/ 511360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2980857 w 3640627"/>
                  <a:gd name="connsiteY6" fmla="*/ 379396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55778 w 3640627"/>
                  <a:gd name="connsiteY2" fmla="*/ 534367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2980857 w 3640627"/>
                  <a:gd name="connsiteY6" fmla="*/ 379396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55778 w 3640627"/>
                  <a:gd name="connsiteY2" fmla="*/ 534367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3008465 w 3640627"/>
                  <a:gd name="connsiteY6" fmla="*/ 402404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723451"/>
                  <a:gd name="connsiteY0" fmla="*/ 242051 h 946755"/>
                  <a:gd name="connsiteX1" fmla="*/ 655168 w 3723451"/>
                  <a:gd name="connsiteY1" fmla="*/ 16495 h 946755"/>
                  <a:gd name="connsiteX2" fmla="*/ 1855778 w 3723451"/>
                  <a:gd name="connsiteY2" fmla="*/ 534367 h 946755"/>
                  <a:gd name="connsiteX3" fmla="*/ 2964363 w 3723451"/>
                  <a:gd name="connsiteY3" fmla="*/ 0 h 946755"/>
                  <a:gd name="connsiteX4" fmla="*/ 3723451 w 3723451"/>
                  <a:gd name="connsiteY4" fmla="*/ 220954 h 946755"/>
                  <a:gd name="connsiteX5" fmla="*/ 3195282 w 3723451"/>
                  <a:gd name="connsiteY5" fmla="*/ 461874 h 946755"/>
                  <a:gd name="connsiteX6" fmla="*/ 3008465 w 3723451"/>
                  <a:gd name="connsiteY6" fmla="*/ 402404 h 946755"/>
                  <a:gd name="connsiteX7" fmla="*/ 1876873 w 3723451"/>
                  <a:gd name="connsiteY7" fmla="*/ 946755 h 946755"/>
                  <a:gd name="connsiteX8" fmla="*/ 690067 w 3723451"/>
                  <a:gd name="connsiteY8" fmla="*/ 412387 h 946755"/>
                  <a:gd name="connsiteX9" fmla="*/ 523214 w 3723451"/>
                  <a:gd name="connsiteY9" fmla="*/ 482971 h 946755"/>
                  <a:gd name="connsiteX10" fmla="*/ 0 w 3723451"/>
                  <a:gd name="connsiteY10" fmla="*/ 242051 h 946755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95282 w 3723451"/>
                  <a:gd name="connsiteY5" fmla="*/ 448069 h 932950"/>
                  <a:gd name="connsiteX6" fmla="*/ 3008465 w 3723451"/>
                  <a:gd name="connsiteY6" fmla="*/ 388599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95282 w 3723451"/>
                  <a:gd name="connsiteY5" fmla="*/ 448069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86079 w 3723451"/>
                  <a:gd name="connsiteY5" fmla="*/ 461874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86079 w 3723451"/>
                  <a:gd name="connsiteY5" fmla="*/ 461874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711613 w 3723451"/>
                  <a:gd name="connsiteY8" fmla="*/ 413055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723451" h="932950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357" name="Freeform 356"/>
              <p:cNvSpPr/>
              <p:nvPr/>
            </p:nvSpPr>
            <p:spPr bwMode="auto">
              <a:xfrm>
                <a:off x="2536889" y="1728599"/>
                <a:ext cx="244057" cy="97568"/>
              </a:xfrm>
              <a:custGeom>
                <a:avLst/>
                <a:gdLst>
                  <a:gd name="connsiteX0" fmla="*/ 55216 w 1421812"/>
                  <a:gd name="connsiteY0" fmla="*/ 0 h 800665"/>
                  <a:gd name="connsiteX1" fmla="*/ 1421812 w 1421812"/>
                  <a:gd name="connsiteY1" fmla="*/ 625807 h 800665"/>
                  <a:gd name="connsiteX2" fmla="*/ 947874 w 1421812"/>
                  <a:gd name="connsiteY2" fmla="*/ 800665 h 800665"/>
                  <a:gd name="connsiteX3" fmla="*/ 50614 w 1421812"/>
                  <a:gd name="connsiteY3" fmla="*/ 404934 h 800665"/>
                  <a:gd name="connsiteX4" fmla="*/ 0 w 1421812"/>
                  <a:gd name="connsiteY4" fmla="*/ 404934 h 800665"/>
                  <a:gd name="connsiteX5" fmla="*/ 55216 w 1421812"/>
                  <a:gd name="connsiteY5" fmla="*/ 0 h 800665"/>
                  <a:gd name="connsiteX0" fmla="*/ 4602 w 1371198"/>
                  <a:gd name="connsiteY0" fmla="*/ 0 h 800665"/>
                  <a:gd name="connsiteX1" fmla="*/ 1371198 w 1371198"/>
                  <a:gd name="connsiteY1" fmla="*/ 625807 h 800665"/>
                  <a:gd name="connsiteX2" fmla="*/ 897260 w 1371198"/>
                  <a:gd name="connsiteY2" fmla="*/ 800665 h 800665"/>
                  <a:gd name="connsiteX3" fmla="*/ 0 w 1371198"/>
                  <a:gd name="connsiteY3" fmla="*/ 404934 h 800665"/>
                  <a:gd name="connsiteX4" fmla="*/ 4602 w 1371198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9868"/>
                  <a:gd name="connsiteX1" fmla="*/ 1366596 w 1366596"/>
                  <a:gd name="connsiteY1" fmla="*/ 625807 h 809868"/>
                  <a:gd name="connsiteX2" fmla="*/ 865050 w 1366596"/>
                  <a:gd name="connsiteY2" fmla="*/ 809868 h 809868"/>
                  <a:gd name="connsiteX3" fmla="*/ 4601 w 1366596"/>
                  <a:gd name="connsiteY3" fmla="*/ 427942 h 809868"/>
                  <a:gd name="connsiteX4" fmla="*/ 0 w 1366596"/>
                  <a:gd name="connsiteY4" fmla="*/ 0 h 8098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6596" h="809868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358" name="Freeform 357"/>
              <p:cNvSpPr/>
              <p:nvPr/>
            </p:nvSpPr>
            <p:spPr bwMode="auto">
              <a:xfrm>
                <a:off x="2089977" y="1730980"/>
                <a:ext cx="240888" cy="95187"/>
              </a:xfrm>
              <a:custGeom>
                <a:avLst/>
                <a:gdLst>
                  <a:gd name="connsiteX0" fmla="*/ 1329786 w 1348191"/>
                  <a:gd name="connsiteY0" fmla="*/ 0 h 809869"/>
                  <a:gd name="connsiteX1" fmla="*/ 1348191 w 1348191"/>
                  <a:gd name="connsiteY1" fmla="*/ 400333 h 809869"/>
                  <a:gd name="connsiteX2" fmla="*/ 487742 w 1348191"/>
                  <a:gd name="connsiteY2" fmla="*/ 809869 h 809869"/>
                  <a:gd name="connsiteX3" fmla="*/ 0 w 1348191"/>
                  <a:gd name="connsiteY3" fmla="*/ 630409 h 809869"/>
                  <a:gd name="connsiteX4" fmla="*/ 1329786 w 1348191"/>
                  <a:gd name="connsiteY4" fmla="*/ 0 h 809869"/>
                  <a:gd name="connsiteX0" fmla="*/ 1329786 w 1348191"/>
                  <a:gd name="connsiteY0" fmla="*/ 0 h 791462"/>
                  <a:gd name="connsiteX1" fmla="*/ 1348191 w 1348191"/>
                  <a:gd name="connsiteY1" fmla="*/ 381926 h 791462"/>
                  <a:gd name="connsiteX2" fmla="*/ 487742 w 1348191"/>
                  <a:gd name="connsiteY2" fmla="*/ 791462 h 791462"/>
                  <a:gd name="connsiteX3" fmla="*/ 0 w 1348191"/>
                  <a:gd name="connsiteY3" fmla="*/ 612002 h 791462"/>
                  <a:gd name="connsiteX4" fmla="*/ 1329786 w 1348191"/>
                  <a:gd name="connsiteY4" fmla="*/ 0 h 7914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48191" h="791462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cxnSp>
            <p:nvCxnSpPr>
              <p:cNvPr id="359" name="Straight Connector 358"/>
              <p:cNvCxnSpPr>
                <a:endCxn id="354" idx="2"/>
              </p:cNvCxnSpPr>
              <p:nvPr/>
            </p:nvCxnSpPr>
            <p:spPr bwMode="auto">
              <a:xfrm flipH="1" flipV="1">
                <a:off x="1871277" y="1735739"/>
                <a:ext cx="3169" cy="123743"/>
              </a:xfrm>
              <a:prstGeom prst="line">
                <a:avLst/>
              </a:prstGeom>
              <a:ln w="6350" cmpd="sng">
                <a:solidFill>
                  <a:schemeClr val="tx1"/>
                </a:solidFill>
              </a:ln>
              <a:effectLst>
                <a:outerShdw blurRad="40005" dist="19939" dir="5400000" algn="tl" rotWithShape="0">
                  <a:srgbClr val="000000">
                    <a:alpha val="38000"/>
                  </a:srgbClr>
                </a:outerShdw>
              </a:effectLst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0" name="Straight Connector 359"/>
              <p:cNvCxnSpPr/>
              <p:nvPr/>
            </p:nvCxnSpPr>
            <p:spPr bwMode="auto">
              <a:xfrm flipH="1" flipV="1">
                <a:off x="2996477" y="1733359"/>
                <a:ext cx="3171" cy="123743"/>
              </a:xfrm>
              <a:prstGeom prst="line">
                <a:avLst/>
              </a:prstGeom>
              <a:ln w="6350" cmpd="sng">
                <a:solidFill>
                  <a:schemeClr val="tx1"/>
                </a:solidFill>
              </a:ln>
              <a:effectLst>
                <a:outerShdw blurRad="40005" dist="19939" dir="5400000" algn="tl" rotWithShape="0">
                  <a:srgbClr val="000000">
                    <a:alpha val="38000"/>
                  </a:srgbClr>
                </a:outerShdw>
              </a:effectLst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49" name="Group 348"/>
            <p:cNvGrpSpPr/>
            <p:nvPr/>
          </p:nvGrpSpPr>
          <p:grpSpPr>
            <a:xfrm>
              <a:off x="1828502" y="2944584"/>
              <a:ext cx="374531" cy="289269"/>
              <a:chOff x="725185" y="1779875"/>
              <a:chExt cx="374531" cy="289269"/>
            </a:xfrm>
          </p:grpSpPr>
          <p:sp>
            <p:nvSpPr>
              <p:cNvPr id="350" name="Oval 349"/>
              <p:cNvSpPr/>
              <p:nvPr/>
            </p:nvSpPr>
            <p:spPr bwMode="auto">
              <a:xfrm>
                <a:off x="741398" y="1850752"/>
                <a:ext cx="356365" cy="168450"/>
              </a:xfrm>
              <a:prstGeom prst="ellipse">
                <a:avLst/>
              </a:prstGeom>
              <a:solidFill>
                <a:schemeClr val="bg1">
                  <a:alpha val="76000"/>
                </a:scheme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51" name="TextBox 350"/>
              <p:cNvSpPr txBox="1"/>
              <p:nvPr/>
            </p:nvSpPr>
            <p:spPr>
              <a:xfrm>
                <a:off x="725185" y="1779875"/>
                <a:ext cx="374531" cy="28926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/>
                  <a:t>s3</a:t>
                </a:r>
              </a:p>
            </p:txBody>
          </p:sp>
        </p:grpSp>
      </p:grpSp>
      <p:grpSp>
        <p:nvGrpSpPr>
          <p:cNvPr id="361" name="Group 360"/>
          <p:cNvGrpSpPr/>
          <p:nvPr/>
        </p:nvGrpSpPr>
        <p:grpSpPr>
          <a:xfrm>
            <a:off x="3077553" y="5718280"/>
            <a:ext cx="687402" cy="470406"/>
            <a:chOff x="1736090" y="2893762"/>
            <a:chExt cx="565150" cy="340091"/>
          </a:xfrm>
        </p:grpSpPr>
        <p:grpSp>
          <p:nvGrpSpPr>
            <p:cNvPr id="362" name="Group 327"/>
            <p:cNvGrpSpPr>
              <a:grpSpLocks/>
            </p:cNvGrpSpPr>
            <p:nvPr/>
          </p:nvGrpSpPr>
          <p:grpSpPr bwMode="auto">
            <a:xfrm>
              <a:off x="1736090" y="2893762"/>
              <a:ext cx="565150" cy="292100"/>
              <a:chOff x="1871277" y="1576300"/>
              <a:chExt cx="1128371" cy="437861"/>
            </a:xfrm>
          </p:grpSpPr>
          <p:sp>
            <p:nvSpPr>
              <p:cNvPr id="366" name="Oval 365"/>
              <p:cNvSpPr/>
              <p:nvPr/>
            </p:nvSpPr>
            <p:spPr bwMode="auto">
              <a:xfrm flipV="1">
                <a:off x="1874446" y="1692905"/>
                <a:ext cx="1125202" cy="321256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2">
                      <a:lumMod val="75000"/>
                    </a:schemeClr>
                  </a:gs>
                  <a:gs pos="5300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accent2">
                      <a:lumMod val="75000"/>
                    </a:schemeClr>
                  </a:gs>
                </a:gsLst>
                <a:lin ang="0" scaled="1"/>
                <a:tileRect/>
              </a:gradFill>
              <a:ln w="6350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>
                  <a:ln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367" name="Rectangle 366"/>
              <p:cNvSpPr/>
              <p:nvPr/>
            </p:nvSpPr>
            <p:spPr bwMode="auto">
              <a:xfrm>
                <a:off x="1871277" y="1740499"/>
                <a:ext cx="1128371" cy="114225"/>
              </a:xfrm>
              <a:prstGeom prst="rect">
                <a:avLst/>
              </a:prstGeom>
              <a:gradFill>
                <a:gsLst>
                  <a:gs pos="0">
                    <a:schemeClr val="accent2">
                      <a:lumMod val="75000"/>
                    </a:schemeClr>
                  </a:gs>
                  <a:gs pos="5300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accent2">
                      <a:lumMod val="75000"/>
                    </a:schemeClr>
                  </a:gs>
                </a:gsLst>
                <a:lin ang="10800000" scaled="0"/>
              </a:gradFill>
              <a:ln w="25400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368" name="Oval 367"/>
              <p:cNvSpPr/>
              <p:nvPr/>
            </p:nvSpPr>
            <p:spPr bwMode="auto">
              <a:xfrm flipV="1">
                <a:off x="1871277" y="1576300"/>
                <a:ext cx="1125200" cy="321257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 w="6350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>
                  <a:ln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369" name="Freeform 368"/>
              <p:cNvSpPr/>
              <p:nvPr/>
            </p:nvSpPr>
            <p:spPr bwMode="auto">
              <a:xfrm>
                <a:off x="2159708" y="1673868"/>
                <a:ext cx="548339" cy="159438"/>
              </a:xfrm>
              <a:custGeom>
                <a:avLst/>
                <a:gdLst>
                  <a:gd name="connsiteX0" fmla="*/ 1486231 w 2944854"/>
                  <a:gd name="connsiteY0" fmla="*/ 727041 h 1302232"/>
                  <a:gd name="connsiteX1" fmla="*/ 257675 w 2944854"/>
                  <a:gd name="connsiteY1" fmla="*/ 1302232 h 1302232"/>
                  <a:gd name="connsiteX2" fmla="*/ 0 w 2944854"/>
                  <a:gd name="connsiteY2" fmla="*/ 1228607 h 1302232"/>
                  <a:gd name="connsiteX3" fmla="*/ 911064 w 2944854"/>
                  <a:gd name="connsiteY3" fmla="*/ 837478 h 1302232"/>
                  <a:gd name="connsiteX4" fmla="*/ 883456 w 2944854"/>
                  <a:gd name="connsiteY4" fmla="*/ 450949 h 1302232"/>
                  <a:gd name="connsiteX5" fmla="*/ 161047 w 2944854"/>
                  <a:gd name="connsiteY5" fmla="*/ 119640 h 1302232"/>
                  <a:gd name="connsiteX6" fmla="*/ 404917 w 2944854"/>
                  <a:gd name="connsiteY6" fmla="*/ 50617 h 1302232"/>
                  <a:gd name="connsiteX7" fmla="*/ 1477028 w 2944854"/>
                  <a:gd name="connsiteY7" fmla="*/ 501566 h 1302232"/>
                  <a:gd name="connsiteX8" fmla="*/ 2572146 w 2944854"/>
                  <a:gd name="connsiteY8" fmla="*/ 0 h 1302232"/>
                  <a:gd name="connsiteX9" fmla="*/ 2875834 w 2944854"/>
                  <a:gd name="connsiteY9" fmla="*/ 96632 h 1302232"/>
                  <a:gd name="connsiteX10" fmla="*/ 2079803 w 2944854"/>
                  <a:gd name="connsiteY10" fmla="*/ 432543 h 1302232"/>
                  <a:gd name="connsiteX11" fmla="*/ 2240850 w 2944854"/>
                  <a:gd name="connsiteY11" fmla="*/ 920305 h 1302232"/>
                  <a:gd name="connsiteX12" fmla="*/ 2944854 w 2944854"/>
                  <a:gd name="connsiteY12" fmla="*/ 1228607 h 1302232"/>
                  <a:gd name="connsiteX13" fmla="*/ 2733192 w 2944854"/>
                  <a:gd name="connsiteY13" fmla="*/ 1297630 h 1302232"/>
                  <a:gd name="connsiteX14" fmla="*/ 1486231 w 2944854"/>
                  <a:gd name="connsiteY14" fmla="*/ 727041 h 1302232"/>
                  <a:gd name="connsiteX0" fmla="*/ 1486231 w 2944854"/>
                  <a:gd name="connsiteY0" fmla="*/ 727041 h 1316375"/>
                  <a:gd name="connsiteX1" fmla="*/ 257675 w 2944854"/>
                  <a:gd name="connsiteY1" fmla="*/ 1302232 h 1316375"/>
                  <a:gd name="connsiteX2" fmla="*/ 0 w 2944854"/>
                  <a:gd name="connsiteY2" fmla="*/ 1228607 h 1316375"/>
                  <a:gd name="connsiteX3" fmla="*/ 911064 w 2944854"/>
                  <a:gd name="connsiteY3" fmla="*/ 837478 h 1316375"/>
                  <a:gd name="connsiteX4" fmla="*/ 883456 w 2944854"/>
                  <a:gd name="connsiteY4" fmla="*/ 450949 h 1316375"/>
                  <a:gd name="connsiteX5" fmla="*/ 161047 w 2944854"/>
                  <a:gd name="connsiteY5" fmla="*/ 119640 h 1316375"/>
                  <a:gd name="connsiteX6" fmla="*/ 404917 w 2944854"/>
                  <a:gd name="connsiteY6" fmla="*/ 50617 h 1316375"/>
                  <a:gd name="connsiteX7" fmla="*/ 1477028 w 2944854"/>
                  <a:gd name="connsiteY7" fmla="*/ 501566 h 1316375"/>
                  <a:gd name="connsiteX8" fmla="*/ 2572146 w 2944854"/>
                  <a:gd name="connsiteY8" fmla="*/ 0 h 1316375"/>
                  <a:gd name="connsiteX9" fmla="*/ 2875834 w 2944854"/>
                  <a:gd name="connsiteY9" fmla="*/ 96632 h 1316375"/>
                  <a:gd name="connsiteX10" fmla="*/ 2079803 w 2944854"/>
                  <a:gd name="connsiteY10" fmla="*/ 432543 h 1316375"/>
                  <a:gd name="connsiteX11" fmla="*/ 2240850 w 2944854"/>
                  <a:gd name="connsiteY11" fmla="*/ 920305 h 1316375"/>
                  <a:gd name="connsiteX12" fmla="*/ 2944854 w 2944854"/>
                  <a:gd name="connsiteY12" fmla="*/ 1228607 h 1316375"/>
                  <a:gd name="connsiteX13" fmla="*/ 2756623 w 2944854"/>
                  <a:gd name="connsiteY13" fmla="*/ 1316375 h 1316375"/>
                  <a:gd name="connsiteX14" fmla="*/ 1486231 w 2944854"/>
                  <a:gd name="connsiteY14" fmla="*/ 727041 h 1316375"/>
                  <a:gd name="connsiteX0" fmla="*/ 1486231 w 3024520"/>
                  <a:gd name="connsiteY0" fmla="*/ 727041 h 1316375"/>
                  <a:gd name="connsiteX1" fmla="*/ 257675 w 3024520"/>
                  <a:gd name="connsiteY1" fmla="*/ 1302232 h 1316375"/>
                  <a:gd name="connsiteX2" fmla="*/ 0 w 3024520"/>
                  <a:gd name="connsiteY2" fmla="*/ 1228607 h 1316375"/>
                  <a:gd name="connsiteX3" fmla="*/ 911064 w 3024520"/>
                  <a:gd name="connsiteY3" fmla="*/ 837478 h 1316375"/>
                  <a:gd name="connsiteX4" fmla="*/ 883456 w 3024520"/>
                  <a:gd name="connsiteY4" fmla="*/ 450949 h 1316375"/>
                  <a:gd name="connsiteX5" fmla="*/ 161047 w 3024520"/>
                  <a:gd name="connsiteY5" fmla="*/ 119640 h 1316375"/>
                  <a:gd name="connsiteX6" fmla="*/ 404917 w 3024520"/>
                  <a:gd name="connsiteY6" fmla="*/ 50617 h 1316375"/>
                  <a:gd name="connsiteX7" fmla="*/ 1477028 w 3024520"/>
                  <a:gd name="connsiteY7" fmla="*/ 501566 h 1316375"/>
                  <a:gd name="connsiteX8" fmla="*/ 2572146 w 3024520"/>
                  <a:gd name="connsiteY8" fmla="*/ 0 h 1316375"/>
                  <a:gd name="connsiteX9" fmla="*/ 2875834 w 3024520"/>
                  <a:gd name="connsiteY9" fmla="*/ 96632 h 1316375"/>
                  <a:gd name="connsiteX10" fmla="*/ 2079803 w 3024520"/>
                  <a:gd name="connsiteY10" fmla="*/ 432543 h 1316375"/>
                  <a:gd name="connsiteX11" fmla="*/ 2240850 w 3024520"/>
                  <a:gd name="connsiteY11" fmla="*/ 920305 h 1316375"/>
                  <a:gd name="connsiteX12" fmla="*/ 3024520 w 3024520"/>
                  <a:gd name="connsiteY12" fmla="*/ 1228607 h 1316375"/>
                  <a:gd name="connsiteX13" fmla="*/ 2756623 w 3024520"/>
                  <a:gd name="connsiteY13" fmla="*/ 1316375 h 1316375"/>
                  <a:gd name="connsiteX14" fmla="*/ 1486231 w 3024520"/>
                  <a:gd name="connsiteY14" fmla="*/ 727041 h 1316375"/>
                  <a:gd name="connsiteX0" fmla="*/ 1537780 w 3076069"/>
                  <a:gd name="connsiteY0" fmla="*/ 727041 h 1316375"/>
                  <a:gd name="connsiteX1" fmla="*/ 309224 w 3076069"/>
                  <a:gd name="connsiteY1" fmla="*/ 1302232 h 1316375"/>
                  <a:gd name="connsiteX2" fmla="*/ 0 w 3076069"/>
                  <a:gd name="connsiteY2" fmla="*/ 1228607 h 1316375"/>
                  <a:gd name="connsiteX3" fmla="*/ 962613 w 3076069"/>
                  <a:gd name="connsiteY3" fmla="*/ 837478 h 1316375"/>
                  <a:gd name="connsiteX4" fmla="*/ 935005 w 3076069"/>
                  <a:gd name="connsiteY4" fmla="*/ 450949 h 1316375"/>
                  <a:gd name="connsiteX5" fmla="*/ 212596 w 3076069"/>
                  <a:gd name="connsiteY5" fmla="*/ 119640 h 1316375"/>
                  <a:gd name="connsiteX6" fmla="*/ 456466 w 3076069"/>
                  <a:gd name="connsiteY6" fmla="*/ 50617 h 1316375"/>
                  <a:gd name="connsiteX7" fmla="*/ 1528577 w 3076069"/>
                  <a:gd name="connsiteY7" fmla="*/ 501566 h 1316375"/>
                  <a:gd name="connsiteX8" fmla="*/ 2623695 w 3076069"/>
                  <a:gd name="connsiteY8" fmla="*/ 0 h 1316375"/>
                  <a:gd name="connsiteX9" fmla="*/ 2927383 w 3076069"/>
                  <a:gd name="connsiteY9" fmla="*/ 96632 h 1316375"/>
                  <a:gd name="connsiteX10" fmla="*/ 2131352 w 3076069"/>
                  <a:gd name="connsiteY10" fmla="*/ 432543 h 1316375"/>
                  <a:gd name="connsiteX11" fmla="*/ 2292399 w 3076069"/>
                  <a:gd name="connsiteY11" fmla="*/ 920305 h 1316375"/>
                  <a:gd name="connsiteX12" fmla="*/ 3076069 w 3076069"/>
                  <a:gd name="connsiteY12" fmla="*/ 1228607 h 1316375"/>
                  <a:gd name="connsiteX13" fmla="*/ 2808172 w 3076069"/>
                  <a:gd name="connsiteY13" fmla="*/ 1316375 h 1316375"/>
                  <a:gd name="connsiteX14" fmla="*/ 1537780 w 3076069"/>
                  <a:gd name="connsiteY14" fmla="*/ 727041 h 1316375"/>
                  <a:gd name="connsiteX0" fmla="*/ 1537780 w 3076069"/>
                  <a:gd name="connsiteY0" fmla="*/ 727041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27041 h 1321259"/>
                  <a:gd name="connsiteX0" fmla="*/ 1537780 w 3076069"/>
                  <a:gd name="connsiteY0" fmla="*/ 750825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50825 h 13212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3076069" h="132125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370" name="Freeform 369"/>
              <p:cNvSpPr/>
              <p:nvPr/>
            </p:nvSpPr>
            <p:spPr bwMode="auto">
              <a:xfrm>
                <a:off x="2102655" y="1633412"/>
                <a:ext cx="662444" cy="111846"/>
              </a:xfrm>
              <a:custGeom>
                <a:avLst/>
                <a:gdLst>
                  <a:gd name="connsiteX0" fmla="*/ 0 w 3645229"/>
                  <a:gd name="connsiteY0" fmla="*/ 214441 h 923747"/>
                  <a:gd name="connsiteX1" fmla="*/ 659770 w 3645229"/>
                  <a:gd name="connsiteY1" fmla="*/ 16495 h 923747"/>
                  <a:gd name="connsiteX2" fmla="*/ 1814367 w 3645229"/>
                  <a:gd name="connsiteY2" fmla="*/ 511360 h 923747"/>
                  <a:gd name="connsiteX3" fmla="*/ 2968965 w 3645229"/>
                  <a:gd name="connsiteY3" fmla="*/ 0 h 923747"/>
                  <a:gd name="connsiteX4" fmla="*/ 3645229 w 3645229"/>
                  <a:gd name="connsiteY4" fmla="*/ 197946 h 923747"/>
                  <a:gd name="connsiteX5" fmla="*/ 3199884 w 3645229"/>
                  <a:gd name="connsiteY5" fmla="*/ 461874 h 923747"/>
                  <a:gd name="connsiteX6" fmla="*/ 2985459 w 3645229"/>
                  <a:gd name="connsiteY6" fmla="*/ 379396 h 923747"/>
                  <a:gd name="connsiteX7" fmla="*/ 1830861 w 3645229"/>
                  <a:gd name="connsiteY7" fmla="*/ 923747 h 923747"/>
                  <a:gd name="connsiteX8" fmla="*/ 676264 w 3645229"/>
                  <a:gd name="connsiteY8" fmla="*/ 412387 h 923747"/>
                  <a:gd name="connsiteX9" fmla="*/ 527816 w 3645229"/>
                  <a:gd name="connsiteY9" fmla="*/ 478369 h 923747"/>
                  <a:gd name="connsiteX10" fmla="*/ 0 w 3645229"/>
                  <a:gd name="connsiteY10" fmla="*/ 21444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71662 w 3640627"/>
                  <a:gd name="connsiteY8" fmla="*/ 412387 h 923747"/>
                  <a:gd name="connsiteX9" fmla="*/ 523214 w 3640627"/>
                  <a:gd name="connsiteY9" fmla="*/ 478369 h 923747"/>
                  <a:gd name="connsiteX10" fmla="*/ 0 w 3640627"/>
                  <a:gd name="connsiteY10" fmla="*/ 24205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71662 w 3640627"/>
                  <a:gd name="connsiteY8" fmla="*/ 412387 h 923747"/>
                  <a:gd name="connsiteX9" fmla="*/ 523214 w 3640627"/>
                  <a:gd name="connsiteY9" fmla="*/ 482971 h 923747"/>
                  <a:gd name="connsiteX10" fmla="*/ 0 w 3640627"/>
                  <a:gd name="connsiteY10" fmla="*/ 24205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90067 w 3640627"/>
                  <a:gd name="connsiteY8" fmla="*/ 412387 h 923747"/>
                  <a:gd name="connsiteX9" fmla="*/ 523214 w 3640627"/>
                  <a:gd name="connsiteY9" fmla="*/ 482971 h 923747"/>
                  <a:gd name="connsiteX10" fmla="*/ 0 w 3640627"/>
                  <a:gd name="connsiteY10" fmla="*/ 242051 h 923747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09765 w 3640627"/>
                  <a:gd name="connsiteY2" fmla="*/ 511360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2980857 w 3640627"/>
                  <a:gd name="connsiteY6" fmla="*/ 379396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55778 w 3640627"/>
                  <a:gd name="connsiteY2" fmla="*/ 534367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2980857 w 3640627"/>
                  <a:gd name="connsiteY6" fmla="*/ 379396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55778 w 3640627"/>
                  <a:gd name="connsiteY2" fmla="*/ 534367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3008465 w 3640627"/>
                  <a:gd name="connsiteY6" fmla="*/ 402404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723451"/>
                  <a:gd name="connsiteY0" fmla="*/ 242051 h 946755"/>
                  <a:gd name="connsiteX1" fmla="*/ 655168 w 3723451"/>
                  <a:gd name="connsiteY1" fmla="*/ 16495 h 946755"/>
                  <a:gd name="connsiteX2" fmla="*/ 1855778 w 3723451"/>
                  <a:gd name="connsiteY2" fmla="*/ 534367 h 946755"/>
                  <a:gd name="connsiteX3" fmla="*/ 2964363 w 3723451"/>
                  <a:gd name="connsiteY3" fmla="*/ 0 h 946755"/>
                  <a:gd name="connsiteX4" fmla="*/ 3723451 w 3723451"/>
                  <a:gd name="connsiteY4" fmla="*/ 220954 h 946755"/>
                  <a:gd name="connsiteX5" fmla="*/ 3195282 w 3723451"/>
                  <a:gd name="connsiteY5" fmla="*/ 461874 h 946755"/>
                  <a:gd name="connsiteX6" fmla="*/ 3008465 w 3723451"/>
                  <a:gd name="connsiteY6" fmla="*/ 402404 h 946755"/>
                  <a:gd name="connsiteX7" fmla="*/ 1876873 w 3723451"/>
                  <a:gd name="connsiteY7" fmla="*/ 946755 h 946755"/>
                  <a:gd name="connsiteX8" fmla="*/ 690067 w 3723451"/>
                  <a:gd name="connsiteY8" fmla="*/ 412387 h 946755"/>
                  <a:gd name="connsiteX9" fmla="*/ 523214 w 3723451"/>
                  <a:gd name="connsiteY9" fmla="*/ 482971 h 946755"/>
                  <a:gd name="connsiteX10" fmla="*/ 0 w 3723451"/>
                  <a:gd name="connsiteY10" fmla="*/ 242051 h 946755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95282 w 3723451"/>
                  <a:gd name="connsiteY5" fmla="*/ 448069 h 932950"/>
                  <a:gd name="connsiteX6" fmla="*/ 3008465 w 3723451"/>
                  <a:gd name="connsiteY6" fmla="*/ 388599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95282 w 3723451"/>
                  <a:gd name="connsiteY5" fmla="*/ 448069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86079 w 3723451"/>
                  <a:gd name="connsiteY5" fmla="*/ 461874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86079 w 3723451"/>
                  <a:gd name="connsiteY5" fmla="*/ 461874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711613 w 3723451"/>
                  <a:gd name="connsiteY8" fmla="*/ 413055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723451" h="932950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371" name="Freeform 370"/>
              <p:cNvSpPr/>
              <p:nvPr/>
            </p:nvSpPr>
            <p:spPr bwMode="auto">
              <a:xfrm>
                <a:off x="2536889" y="1728599"/>
                <a:ext cx="244057" cy="97568"/>
              </a:xfrm>
              <a:custGeom>
                <a:avLst/>
                <a:gdLst>
                  <a:gd name="connsiteX0" fmla="*/ 55216 w 1421812"/>
                  <a:gd name="connsiteY0" fmla="*/ 0 h 800665"/>
                  <a:gd name="connsiteX1" fmla="*/ 1421812 w 1421812"/>
                  <a:gd name="connsiteY1" fmla="*/ 625807 h 800665"/>
                  <a:gd name="connsiteX2" fmla="*/ 947874 w 1421812"/>
                  <a:gd name="connsiteY2" fmla="*/ 800665 h 800665"/>
                  <a:gd name="connsiteX3" fmla="*/ 50614 w 1421812"/>
                  <a:gd name="connsiteY3" fmla="*/ 404934 h 800665"/>
                  <a:gd name="connsiteX4" fmla="*/ 0 w 1421812"/>
                  <a:gd name="connsiteY4" fmla="*/ 404934 h 800665"/>
                  <a:gd name="connsiteX5" fmla="*/ 55216 w 1421812"/>
                  <a:gd name="connsiteY5" fmla="*/ 0 h 800665"/>
                  <a:gd name="connsiteX0" fmla="*/ 4602 w 1371198"/>
                  <a:gd name="connsiteY0" fmla="*/ 0 h 800665"/>
                  <a:gd name="connsiteX1" fmla="*/ 1371198 w 1371198"/>
                  <a:gd name="connsiteY1" fmla="*/ 625807 h 800665"/>
                  <a:gd name="connsiteX2" fmla="*/ 897260 w 1371198"/>
                  <a:gd name="connsiteY2" fmla="*/ 800665 h 800665"/>
                  <a:gd name="connsiteX3" fmla="*/ 0 w 1371198"/>
                  <a:gd name="connsiteY3" fmla="*/ 404934 h 800665"/>
                  <a:gd name="connsiteX4" fmla="*/ 4602 w 1371198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9868"/>
                  <a:gd name="connsiteX1" fmla="*/ 1366596 w 1366596"/>
                  <a:gd name="connsiteY1" fmla="*/ 625807 h 809868"/>
                  <a:gd name="connsiteX2" fmla="*/ 865050 w 1366596"/>
                  <a:gd name="connsiteY2" fmla="*/ 809868 h 809868"/>
                  <a:gd name="connsiteX3" fmla="*/ 4601 w 1366596"/>
                  <a:gd name="connsiteY3" fmla="*/ 427942 h 809868"/>
                  <a:gd name="connsiteX4" fmla="*/ 0 w 1366596"/>
                  <a:gd name="connsiteY4" fmla="*/ 0 h 8098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6596" h="809868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372" name="Freeform 371"/>
              <p:cNvSpPr/>
              <p:nvPr/>
            </p:nvSpPr>
            <p:spPr bwMode="auto">
              <a:xfrm>
                <a:off x="2089977" y="1730980"/>
                <a:ext cx="240888" cy="95187"/>
              </a:xfrm>
              <a:custGeom>
                <a:avLst/>
                <a:gdLst>
                  <a:gd name="connsiteX0" fmla="*/ 1329786 w 1348191"/>
                  <a:gd name="connsiteY0" fmla="*/ 0 h 809869"/>
                  <a:gd name="connsiteX1" fmla="*/ 1348191 w 1348191"/>
                  <a:gd name="connsiteY1" fmla="*/ 400333 h 809869"/>
                  <a:gd name="connsiteX2" fmla="*/ 487742 w 1348191"/>
                  <a:gd name="connsiteY2" fmla="*/ 809869 h 809869"/>
                  <a:gd name="connsiteX3" fmla="*/ 0 w 1348191"/>
                  <a:gd name="connsiteY3" fmla="*/ 630409 h 809869"/>
                  <a:gd name="connsiteX4" fmla="*/ 1329786 w 1348191"/>
                  <a:gd name="connsiteY4" fmla="*/ 0 h 809869"/>
                  <a:gd name="connsiteX0" fmla="*/ 1329786 w 1348191"/>
                  <a:gd name="connsiteY0" fmla="*/ 0 h 791462"/>
                  <a:gd name="connsiteX1" fmla="*/ 1348191 w 1348191"/>
                  <a:gd name="connsiteY1" fmla="*/ 381926 h 791462"/>
                  <a:gd name="connsiteX2" fmla="*/ 487742 w 1348191"/>
                  <a:gd name="connsiteY2" fmla="*/ 791462 h 791462"/>
                  <a:gd name="connsiteX3" fmla="*/ 0 w 1348191"/>
                  <a:gd name="connsiteY3" fmla="*/ 612002 h 791462"/>
                  <a:gd name="connsiteX4" fmla="*/ 1329786 w 1348191"/>
                  <a:gd name="connsiteY4" fmla="*/ 0 h 7914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48191" h="791462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cxnSp>
            <p:nvCxnSpPr>
              <p:cNvPr id="373" name="Straight Connector 372"/>
              <p:cNvCxnSpPr>
                <a:endCxn id="368" idx="2"/>
              </p:cNvCxnSpPr>
              <p:nvPr/>
            </p:nvCxnSpPr>
            <p:spPr bwMode="auto">
              <a:xfrm flipH="1" flipV="1">
                <a:off x="1871277" y="1735739"/>
                <a:ext cx="3169" cy="123743"/>
              </a:xfrm>
              <a:prstGeom prst="line">
                <a:avLst/>
              </a:prstGeom>
              <a:ln w="6350" cmpd="sng">
                <a:solidFill>
                  <a:schemeClr val="tx1"/>
                </a:solidFill>
              </a:ln>
              <a:effectLst>
                <a:outerShdw blurRad="40005" dist="19939" dir="5400000" algn="tl" rotWithShape="0">
                  <a:srgbClr val="000000">
                    <a:alpha val="38000"/>
                  </a:srgbClr>
                </a:outerShdw>
              </a:effectLst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4" name="Straight Connector 373"/>
              <p:cNvCxnSpPr/>
              <p:nvPr/>
            </p:nvCxnSpPr>
            <p:spPr bwMode="auto">
              <a:xfrm flipH="1" flipV="1">
                <a:off x="2996477" y="1733359"/>
                <a:ext cx="3171" cy="123743"/>
              </a:xfrm>
              <a:prstGeom prst="line">
                <a:avLst/>
              </a:prstGeom>
              <a:ln w="6350" cmpd="sng">
                <a:solidFill>
                  <a:schemeClr val="tx1"/>
                </a:solidFill>
              </a:ln>
              <a:effectLst>
                <a:outerShdw blurRad="40005" dist="19939" dir="5400000" algn="tl" rotWithShape="0">
                  <a:srgbClr val="000000">
                    <a:alpha val="38000"/>
                  </a:srgbClr>
                </a:outerShdw>
              </a:effectLst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63" name="Group 362"/>
            <p:cNvGrpSpPr/>
            <p:nvPr/>
          </p:nvGrpSpPr>
          <p:grpSpPr>
            <a:xfrm>
              <a:off x="1828502" y="2944584"/>
              <a:ext cx="374531" cy="289269"/>
              <a:chOff x="725185" y="1779875"/>
              <a:chExt cx="374531" cy="289269"/>
            </a:xfrm>
          </p:grpSpPr>
          <p:sp>
            <p:nvSpPr>
              <p:cNvPr id="364" name="Oval 363"/>
              <p:cNvSpPr/>
              <p:nvPr/>
            </p:nvSpPr>
            <p:spPr bwMode="auto">
              <a:xfrm>
                <a:off x="741398" y="1850752"/>
                <a:ext cx="356365" cy="168450"/>
              </a:xfrm>
              <a:prstGeom prst="ellipse">
                <a:avLst/>
              </a:prstGeom>
              <a:solidFill>
                <a:schemeClr val="bg1">
                  <a:alpha val="76000"/>
                </a:scheme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65" name="TextBox 364"/>
              <p:cNvSpPr txBox="1"/>
              <p:nvPr/>
            </p:nvSpPr>
            <p:spPr>
              <a:xfrm>
                <a:off x="725185" y="1779875"/>
                <a:ext cx="374531" cy="28926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/>
                  <a:t>s4</a:t>
                </a:r>
              </a:p>
            </p:txBody>
          </p:sp>
        </p:grpSp>
      </p:grpSp>
      <p:cxnSp>
        <p:nvCxnSpPr>
          <p:cNvPr id="240" name="Straight Arrow Connector 239"/>
          <p:cNvCxnSpPr/>
          <p:nvPr/>
        </p:nvCxnSpPr>
        <p:spPr bwMode="auto">
          <a:xfrm>
            <a:off x="2475946" y="4898482"/>
            <a:ext cx="906274" cy="769733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/>
            <a:tailEnd type="triangle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77" name="Title 1"/>
          <p:cNvSpPr txBox="1">
            <a:spLocks/>
          </p:cNvSpPr>
          <p:nvPr/>
        </p:nvSpPr>
        <p:spPr>
          <a:xfrm>
            <a:off x="354145" y="177332"/>
            <a:ext cx="8642801" cy="114300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+mj-lt"/>
                <a:ea typeface="ＭＳ Ｐゴシック" charset="0"/>
                <a:cs typeface="ＭＳ Ｐゴシック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  <a:ea typeface="ＭＳ Ｐゴシック" charset="0"/>
                <a:cs typeface="ＭＳ Ｐゴシック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  <a:ea typeface="ＭＳ Ｐゴシック" charset="0"/>
                <a:cs typeface="ＭＳ Ｐゴシック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  <a:ea typeface="ＭＳ Ｐゴシック" charset="0"/>
                <a:cs typeface="ＭＳ Ｐゴシック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  <a:ea typeface="ＭＳ Ｐゴシック" charset="0"/>
                <a:cs typeface="ＭＳ Ｐゴシック" charset="0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</a:defRPr>
            </a:lvl9pPr>
          </a:lstStyle>
          <a:p>
            <a:r>
              <a:rPr lang="en-US" sz="3600" dirty="0"/>
              <a:t>SDN: control/data plane interaction example</a:t>
            </a:r>
          </a:p>
        </p:txBody>
      </p:sp>
      <p:grpSp>
        <p:nvGrpSpPr>
          <p:cNvPr id="382" name="Group 381"/>
          <p:cNvGrpSpPr/>
          <p:nvPr/>
        </p:nvGrpSpPr>
        <p:grpSpPr>
          <a:xfrm>
            <a:off x="5359418" y="2228890"/>
            <a:ext cx="3388878" cy="1357349"/>
            <a:chOff x="5313965" y="1301119"/>
            <a:chExt cx="3388878" cy="1357349"/>
          </a:xfrm>
        </p:grpSpPr>
        <p:sp>
          <p:nvSpPr>
            <p:cNvPr id="383" name="TextBox 382"/>
            <p:cNvSpPr txBox="1"/>
            <p:nvPr/>
          </p:nvSpPr>
          <p:spPr>
            <a:xfrm>
              <a:off x="5654651" y="1315023"/>
              <a:ext cx="3048192" cy="13434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dirty="0">
                  <a:solidFill>
                    <a:srgbClr val="000000"/>
                  </a:solidFill>
                  <a:latin typeface="+mn-lt"/>
                </a:rPr>
                <a:t>link state routing app interacts with flow-table-computation component in SDN controller, which computes new flow tables needed</a:t>
              </a:r>
            </a:p>
          </p:txBody>
        </p:sp>
        <p:grpSp>
          <p:nvGrpSpPr>
            <p:cNvPr id="384" name="Group 383"/>
            <p:cNvGrpSpPr/>
            <p:nvPr/>
          </p:nvGrpSpPr>
          <p:grpSpPr>
            <a:xfrm>
              <a:off x="5313965" y="1301119"/>
              <a:ext cx="313044" cy="369332"/>
              <a:chOff x="418816" y="1964112"/>
              <a:chExt cx="289705" cy="369332"/>
            </a:xfrm>
          </p:grpSpPr>
          <p:sp>
            <p:nvSpPr>
              <p:cNvPr id="385" name="Oval 384"/>
              <p:cNvSpPr/>
              <p:nvPr/>
            </p:nvSpPr>
            <p:spPr>
              <a:xfrm>
                <a:off x="448041" y="2026177"/>
                <a:ext cx="251755" cy="263122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txBody>
              <a:bodyPr vert="horz" wrap="non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/>
                  <a:cs typeface="Arial"/>
                </a:endParaRPr>
              </a:p>
            </p:txBody>
          </p:sp>
          <p:sp>
            <p:nvSpPr>
              <p:cNvPr id="387" name="TextBox 386"/>
              <p:cNvSpPr txBox="1"/>
              <p:nvPr/>
            </p:nvSpPr>
            <p:spPr>
              <a:xfrm>
                <a:off x="418816" y="1964112"/>
                <a:ext cx="2897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Arial"/>
                    <a:cs typeface="Arial"/>
                  </a:rPr>
                  <a:t>5</a:t>
                </a:r>
              </a:p>
            </p:txBody>
          </p:sp>
        </p:grpSp>
      </p:grpSp>
      <p:grpSp>
        <p:nvGrpSpPr>
          <p:cNvPr id="393" name="Group 392"/>
          <p:cNvGrpSpPr/>
          <p:nvPr/>
        </p:nvGrpSpPr>
        <p:grpSpPr>
          <a:xfrm>
            <a:off x="5450329" y="3736844"/>
            <a:ext cx="3388878" cy="858751"/>
            <a:chOff x="5313965" y="1301119"/>
            <a:chExt cx="3388878" cy="858751"/>
          </a:xfrm>
        </p:grpSpPr>
        <p:sp>
          <p:nvSpPr>
            <p:cNvPr id="394" name="TextBox 393"/>
            <p:cNvSpPr txBox="1"/>
            <p:nvPr/>
          </p:nvSpPr>
          <p:spPr>
            <a:xfrm>
              <a:off x="5654651" y="1315023"/>
              <a:ext cx="3048192" cy="84484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dirty="0">
                  <a:solidFill>
                    <a:srgbClr val="000000"/>
                  </a:solidFill>
                  <a:latin typeface="+mn-lt"/>
                </a:rPr>
                <a:t>Controller uses OpenFlow to install new tables in switches that need updating</a:t>
              </a:r>
            </a:p>
          </p:txBody>
        </p:sp>
        <p:grpSp>
          <p:nvGrpSpPr>
            <p:cNvPr id="395" name="Group 394"/>
            <p:cNvGrpSpPr/>
            <p:nvPr/>
          </p:nvGrpSpPr>
          <p:grpSpPr>
            <a:xfrm>
              <a:off x="5313965" y="1301119"/>
              <a:ext cx="313044" cy="369332"/>
              <a:chOff x="418816" y="1964112"/>
              <a:chExt cx="289705" cy="369332"/>
            </a:xfrm>
          </p:grpSpPr>
          <p:sp>
            <p:nvSpPr>
              <p:cNvPr id="396" name="Oval 395"/>
              <p:cNvSpPr/>
              <p:nvPr/>
            </p:nvSpPr>
            <p:spPr>
              <a:xfrm>
                <a:off x="448041" y="2026177"/>
                <a:ext cx="251755" cy="263122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txBody>
              <a:bodyPr vert="horz" wrap="non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/>
                  <a:cs typeface="Arial"/>
                </a:endParaRPr>
              </a:p>
            </p:txBody>
          </p:sp>
          <p:sp>
            <p:nvSpPr>
              <p:cNvPr id="397" name="TextBox 396"/>
              <p:cNvSpPr txBox="1"/>
              <p:nvPr/>
            </p:nvSpPr>
            <p:spPr>
              <a:xfrm>
                <a:off x="418816" y="1964112"/>
                <a:ext cx="2897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Arial"/>
                    <a:cs typeface="Arial"/>
                  </a:rPr>
                  <a:t>6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837205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Rounded Rectangle 102"/>
          <p:cNvSpPr/>
          <p:nvPr/>
        </p:nvSpPr>
        <p:spPr>
          <a:xfrm>
            <a:off x="441164" y="2526628"/>
            <a:ext cx="5253789" cy="2392948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 w="12700">
            <a:noFill/>
            <a:tailEnd type="arrow"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2099837" y="2566732"/>
            <a:ext cx="3421328" cy="1774553"/>
          </a:xfrm>
          <a:prstGeom prst="roundRect">
            <a:avLst/>
          </a:prstGeom>
          <a:solidFill>
            <a:srgbClr val="008000"/>
          </a:solidFill>
          <a:ln w="12700">
            <a:solidFill>
              <a:schemeClr val="accent5">
                <a:lumMod val="75000"/>
              </a:schemeClr>
            </a:solidFill>
            <a:prstDash val="solid"/>
          </a:ln>
          <a:effectLst>
            <a:outerShdw blurRad="50800" dist="38100" dir="2700000" algn="tl" rotWithShape="0">
              <a:srgbClr val="CCFFCC">
                <a:alpha val="43000"/>
              </a:srgbClr>
            </a:outerShdw>
          </a:effectLst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/>
              <a:cs typeface="Arial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163980" y="3041095"/>
            <a:ext cx="991851" cy="563864"/>
            <a:chOff x="-2789389" y="3644860"/>
            <a:chExt cx="991851" cy="563864"/>
          </a:xfrm>
        </p:grpSpPr>
        <p:sp>
          <p:nvSpPr>
            <p:cNvPr id="4" name="Rounded Rectangle 3"/>
            <p:cNvSpPr/>
            <p:nvPr/>
          </p:nvSpPr>
          <p:spPr>
            <a:xfrm>
              <a:off x="-2789389" y="3656869"/>
              <a:ext cx="975975" cy="551855"/>
            </a:xfrm>
            <a:prstGeom prst="roundRect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</a:ln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196" name="TextBox 195"/>
            <p:cNvSpPr txBox="1"/>
            <p:nvPr/>
          </p:nvSpPr>
          <p:spPr>
            <a:xfrm>
              <a:off x="-2789389" y="3644860"/>
              <a:ext cx="991851" cy="5168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ts val="1800"/>
                </a:lnSpc>
              </a:pPr>
              <a:r>
                <a:rPr lang="en-US" sz="1400" dirty="0">
                  <a:latin typeface="Arial"/>
                  <a:cs typeface="Arial"/>
                </a:rPr>
                <a:t>topology</a:t>
              </a:r>
            </a:p>
            <a:p>
              <a:pPr algn="ctr">
                <a:lnSpc>
                  <a:spcPts val="1800"/>
                </a:lnSpc>
              </a:pPr>
              <a:r>
                <a:rPr lang="en-US" sz="1400" dirty="0">
                  <a:solidFill>
                    <a:srgbClr val="000000"/>
                  </a:solidFill>
                  <a:latin typeface="Arial"/>
                  <a:cs typeface="Arial"/>
                </a:rPr>
                <a:t>manager</a:t>
              </a:r>
            </a:p>
          </p:txBody>
        </p:sp>
      </p:grpSp>
      <p:sp>
        <p:nvSpPr>
          <p:cNvPr id="218" name="TextBox 217"/>
          <p:cNvSpPr txBox="1"/>
          <p:nvPr/>
        </p:nvSpPr>
        <p:spPr>
          <a:xfrm>
            <a:off x="2501202" y="2675114"/>
            <a:ext cx="2846484" cy="2778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400"/>
              </a:lnSpc>
            </a:pPr>
            <a:r>
              <a:rPr lang="en-US" sz="1400" dirty="0">
                <a:solidFill>
                  <a:schemeClr val="bg1"/>
                </a:solidFill>
                <a:latin typeface="Arial"/>
                <a:cs typeface="Arial"/>
              </a:rPr>
              <a:t>Basic Network Service Functions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441163" y="1938421"/>
            <a:ext cx="5160211" cy="515156"/>
            <a:chOff x="1045007" y="1459973"/>
            <a:chExt cx="6401028" cy="554537"/>
          </a:xfrm>
        </p:grpSpPr>
        <p:sp>
          <p:nvSpPr>
            <p:cNvPr id="99" name="Rounded Rectangle 98"/>
            <p:cNvSpPr/>
            <p:nvPr/>
          </p:nvSpPr>
          <p:spPr>
            <a:xfrm>
              <a:off x="1045007" y="1459973"/>
              <a:ext cx="6401028" cy="554537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  <a:ln w="12700">
              <a:noFill/>
              <a:tailEnd type="arrow"/>
            </a:ln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grpSp>
          <p:nvGrpSpPr>
            <p:cNvPr id="224" name="Group 223"/>
            <p:cNvGrpSpPr/>
            <p:nvPr/>
          </p:nvGrpSpPr>
          <p:grpSpPr>
            <a:xfrm>
              <a:off x="2827550" y="1535145"/>
              <a:ext cx="2699978" cy="375164"/>
              <a:chOff x="2793561" y="3559145"/>
              <a:chExt cx="2699978" cy="375164"/>
            </a:xfrm>
          </p:grpSpPr>
          <p:sp>
            <p:nvSpPr>
              <p:cNvPr id="225" name="Rounded Rectangle 224"/>
              <p:cNvSpPr/>
              <p:nvPr/>
            </p:nvSpPr>
            <p:spPr>
              <a:xfrm>
                <a:off x="2793561" y="3559145"/>
                <a:ext cx="2597382" cy="375164"/>
              </a:xfrm>
              <a:prstGeom prst="roundRect">
                <a:avLst/>
              </a:prstGeom>
              <a:solidFill>
                <a:srgbClr val="008000"/>
              </a:solidFill>
              <a:ln w="12700">
                <a:solidFill>
                  <a:schemeClr val="accent5">
                    <a:lumMod val="75000"/>
                  </a:schemeClr>
                </a:solidFill>
              </a:ln>
              <a:effectLst>
                <a:outerShdw blurRad="50800" dist="38100" dir="2700000" algn="tl" rotWithShape="0">
                  <a:srgbClr val="000000">
                    <a:alpha val="43000"/>
                  </a:srgbClr>
                </a:outerShdw>
              </a:effectLst>
            </p:spPr>
            <p:txBody>
              <a:bodyPr vert="horz" wrap="non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6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/>
                  <a:cs typeface="Arial"/>
                </a:endParaRPr>
              </a:p>
            </p:txBody>
          </p:sp>
          <p:sp>
            <p:nvSpPr>
              <p:cNvPr id="226" name="TextBox 225"/>
              <p:cNvSpPr txBox="1"/>
              <p:nvPr/>
            </p:nvSpPr>
            <p:spPr>
              <a:xfrm>
                <a:off x="3410430" y="3583293"/>
                <a:ext cx="2083109" cy="3478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ts val="1800"/>
                  </a:lnSpc>
                </a:pPr>
                <a:r>
                  <a:rPr lang="en-US" sz="1600" dirty="0">
                    <a:solidFill>
                      <a:schemeClr val="bg1"/>
                    </a:solidFill>
                    <a:latin typeface="Arial"/>
                    <a:cs typeface="Arial"/>
                  </a:rPr>
                  <a:t>REST    API</a:t>
                </a:r>
              </a:p>
            </p:txBody>
          </p:sp>
        </p:grpSp>
      </p:grpSp>
      <p:sp>
        <p:nvSpPr>
          <p:cNvPr id="100" name="Rounded Rectangle 99"/>
          <p:cNvSpPr/>
          <p:nvPr/>
        </p:nvSpPr>
        <p:spPr>
          <a:xfrm>
            <a:off x="427796" y="4998554"/>
            <a:ext cx="5293895" cy="627346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 w="12700">
            <a:noFill/>
            <a:tailEnd type="arrow"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grpSp>
        <p:nvGrpSpPr>
          <p:cNvPr id="10" name="Group 9"/>
          <p:cNvGrpSpPr/>
          <p:nvPr/>
        </p:nvGrpSpPr>
        <p:grpSpPr>
          <a:xfrm>
            <a:off x="1297733" y="5114776"/>
            <a:ext cx="1410942" cy="456940"/>
            <a:chOff x="2740484" y="4054371"/>
            <a:chExt cx="1574963" cy="373904"/>
          </a:xfrm>
        </p:grpSpPr>
        <p:sp>
          <p:nvSpPr>
            <p:cNvPr id="6" name="Rectangle 5"/>
            <p:cNvSpPr/>
            <p:nvPr/>
          </p:nvSpPr>
          <p:spPr>
            <a:xfrm>
              <a:off x="2785250" y="4054371"/>
              <a:ext cx="1530197" cy="373904"/>
            </a:xfrm>
            <a:prstGeom prst="rect">
              <a:avLst/>
            </a:prstGeom>
            <a:solidFill>
              <a:srgbClr val="008000"/>
            </a:solidFill>
            <a:ln w="12700">
              <a:solidFill>
                <a:schemeClr val="accent1">
                  <a:lumMod val="60000"/>
                  <a:lumOff val="40000"/>
                </a:schemeClr>
              </a:solidFill>
            </a:ln>
            <a:effectLst>
              <a:outerShdw blurRad="50800" dist="38100" dir="2700000" algn="tl" rotWithShape="0">
                <a:schemeClr val="bg1">
                  <a:alpha val="43000"/>
                </a:schemeClr>
              </a:outerShdw>
            </a:effectLst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/>
                <a:cs typeface="Arial"/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2740484" y="4076248"/>
              <a:ext cx="146205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solidFill>
                    <a:schemeClr val="bg1"/>
                  </a:solidFill>
                  <a:latin typeface="Arial"/>
                  <a:cs typeface="Arial"/>
                </a:rPr>
                <a:t>OpenFlow 1.0</a:t>
              </a:r>
            </a:p>
          </p:txBody>
        </p:sp>
      </p:grpSp>
      <p:sp>
        <p:nvSpPr>
          <p:cNvPr id="11" name="TextBox 10"/>
          <p:cNvSpPr txBox="1"/>
          <p:nvPr/>
        </p:nvSpPr>
        <p:spPr>
          <a:xfrm>
            <a:off x="2783284" y="4825720"/>
            <a:ext cx="533066" cy="7146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rgbClr val="008000"/>
                </a:solidFill>
                <a:latin typeface="Arial"/>
                <a:cs typeface="Arial"/>
              </a:rPr>
              <a:t>…</a:t>
            </a:r>
          </a:p>
        </p:txBody>
      </p:sp>
      <p:grpSp>
        <p:nvGrpSpPr>
          <p:cNvPr id="162" name="Group 161"/>
          <p:cNvGrpSpPr/>
          <p:nvPr/>
        </p:nvGrpSpPr>
        <p:grpSpPr>
          <a:xfrm>
            <a:off x="3430771" y="5114776"/>
            <a:ext cx="811437" cy="433015"/>
            <a:chOff x="5082411" y="4394035"/>
            <a:chExt cx="905766" cy="354327"/>
          </a:xfrm>
        </p:grpSpPr>
        <p:sp>
          <p:nvSpPr>
            <p:cNvPr id="256" name="Rectangle 255"/>
            <p:cNvSpPr/>
            <p:nvPr/>
          </p:nvSpPr>
          <p:spPr>
            <a:xfrm>
              <a:off x="5082411" y="4394035"/>
              <a:ext cx="905766" cy="354327"/>
            </a:xfrm>
            <a:prstGeom prst="rect">
              <a:avLst/>
            </a:prstGeom>
            <a:solidFill>
              <a:srgbClr val="008000"/>
            </a:solidFill>
            <a:ln w="12700">
              <a:solidFill>
                <a:schemeClr val="accent1">
                  <a:lumMod val="60000"/>
                  <a:lumOff val="40000"/>
                </a:schemeClr>
              </a:solidFill>
            </a:ln>
            <a:effectLst>
              <a:outerShdw blurRad="50800" dist="38100" dir="2700000" algn="tl" rotWithShape="0">
                <a:schemeClr val="bg1">
                  <a:alpha val="43000"/>
                </a:schemeClr>
              </a:outerShdw>
            </a:effectLst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/>
                <a:cs typeface="Arial"/>
              </a:endParaRPr>
            </a:p>
          </p:txBody>
        </p:sp>
        <p:sp>
          <p:nvSpPr>
            <p:cNvPr id="257" name="TextBox 256"/>
            <p:cNvSpPr txBox="1"/>
            <p:nvPr/>
          </p:nvSpPr>
          <p:spPr>
            <a:xfrm>
              <a:off x="5121486" y="4394035"/>
              <a:ext cx="774571" cy="3543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solidFill>
                    <a:schemeClr val="bg1"/>
                  </a:solidFill>
                  <a:latin typeface="Arial"/>
                  <a:cs typeface="Arial"/>
                </a:rPr>
                <a:t>SNMP</a:t>
              </a:r>
            </a:p>
          </p:txBody>
        </p:sp>
      </p:grpSp>
      <p:grpSp>
        <p:nvGrpSpPr>
          <p:cNvPr id="263" name="Group 262"/>
          <p:cNvGrpSpPr/>
          <p:nvPr/>
        </p:nvGrpSpPr>
        <p:grpSpPr>
          <a:xfrm>
            <a:off x="4289994" y="5109661"/>
            <a:ext cx="864376" cy="467213"/>
            <a:chOff x="5023318" y="4394035"/>
            <a:chExt cx="964859" cy="382310"/>
          </a:xfrm>
        </p:grpSpPr>
        <p:sp>
          <p:nvSpPr>
            <p:cNvPr id="264" name="Rectangle 263"/>
            <p:cNvSpPr/>
            <p:nvPr/>
          </p:nvSpPr>
          <p:spPr>
            <a:xfrm>
              <a:off x="5082411" y="4394035"/>
              <a:ext cx="905766" cy="354327"/>
            </a:xfrm>
            <a:prstGeom prst="rect">
              <a:avLst/>
            </a:prstGeom>
            <a:solidFill>
              <a:srgbClr val="008000"/>
            </a:solidFill>
            <a:ln w="12700">
              <a:solidFill>
                <a:schemeClr val="accent1">
                  <a:lumMod val="60000"/>
                  <a:lumOff val="40000"/>
                </a:schemeClr>
              </a:solidFill>
            </a:ln>
            <a:effectLst>
              <a:outerShdw blurRad="50800" dist="38100" dir="2700000" algn="tl" rotWithShape="0">
                <a:schemeClr val="bg1">
                  <a:alpha val="43000"/>
                </a:schemeClr>
              </a:outerShdw>
            </a:effectLst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/>
                <a:cs typeface="Arial"/>
              </a:endParaRPr>
            </a:p>
          </p:txBody>
        </p:sp>
        <p:sp>
          <p:nvSpPr>
            <p:cNvPr id="265" name="TextBox 264"/>
            <p:cNvSpPr txBox="1"/>
            <p:nvPr/>
          </p:nvSpPr>
          <p:spPr>
            <a:xfrm>
              <a:off x="5023318" y="4437791"/>
              <a:ext cx="90301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solidFill>
                    <a:schemeClr val="bg1"/>
                  </a:solidFill>
                  <a:latin typeface="Arial"/>
                  <a:cs typeface="Arial"/>
                </a:rPr>
                <a:t>OVSDB</a:t>
              </a:r>
            </a:p>
          </p:txBody>
        </p:sp>
      </p:grpSp>
      <p:grpSp>
        <p:nvGrpSpPr>
          <p:cNvPr id="114" name="Group 113"/>
          <p:cNvGrpSpPr/>
          <p:nvPr/>
        </p:nvGrpSpPr>
        <p:grpSpPr>
          <a:xfrm>
            <a:off x="2704254" y="3663505"/>
            <a:ext cx="1022911" cy="563864"/>
            <a:chOff x="-2804918" y="3644860"/>
            <a:chExt cx="1022911" cy="563864"/>
          </a:xfrm>
        </p:grpSpPr>
        <p:sp>
          <p:nvSpPr>
            <p:cNvPr id="115" name="Rounded Rectangle 114"/>
            <p:cNvSpPr/>
            <p:nvPr/>
          </p:nvSpPr>
          <p:spPr>
            <a:xfrm>
              <a:off x="-2789389" y="3656869"/>
              <a:ext cx="975975" cy="551855"/>
            </a:xfrm>
            <a:prstGeom prst="roundRect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</a:ln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116" name="TextBox 115"/>
            <p:cNvSpPr txBox="1"/>
            <p:nvPr/>
          </p:nvSpPr>
          <p:spPr>
            <a:xfrm>
              <a:off x="-2804918" y="3644860"/>
              <a:ext cx="1022911" cy="55143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ts val="1800"/>
                </a:lnSpc>
              </a:pPr>
              <a:r>
                <a:rPr lang="en-US" sz="1400" dirty="0">
                  <a:latin typeface="Arial"/>
                  <a:cs typeface="Arial"/>
                </a:rPr>
                <a:t>forwarding</a:t>
              </a:r>
            </a:p>
            <a:p>
              <a:pPr algn="ctr">
                <a:lnSpc>
                  <a:spcPts val="1800"/>
                </a:lnSpc>
              </a:pPr>
              <a:r>
                <a:rPr lang="en-US" sz="1400" dirty="0">
                  <a:solidFill>
                    <a:srgbClr val="000000"/>
                  </a:solidFill>
                  <a:latin typeface="Arial"/>
                  <a:cs typeface="Arial"/>
                </a:rPr>
                <a:t>manager</a:t>
              </a:r>
            </a:p>
          </p:txBody>
        </p:sp>
      </p:grpSp>
      <p:grpSp>
        <p:nvGrpSpPr>
          <p:cNvPr id="117" name="Group 116"/>
          <p:cNvGrpSpPr/>
          <p:nvPr/>
        </p:nvGrpSpPr>
        <p:grpSpPr>
          <a:xfrm>
            <a:off x="3312541" y="3029086"/>
            <a:ext cx="975975" cy="563864"/>
            <a:chOff x="-2789389" y="3644860"/>
            <a:chExt cx="975975" cy="563864"/>
          </a:xfrm>
        </p:grpSpPr>
        <p:sp>
          <p:nvSpPr>
            <p:cNvPr id="118" name="Rounded Rectangle 117"/>
            <p:cNvSpPr/>
            <p:nvPr/>
          </p:nvSpPr>
          <p:spPr>
            <a:xfrm>
              <a:off x="-2789389" y="3656869"/>
              <a:ext cx="975975" cy="551855"/>
            </a:xfrm>
            <a:prstGeom prst="roundRect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</a:ln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119" name="TextBox 118"/>
            <p:cNvSpPr txBox="1"/>
            <p:nvPr/>
          </p:nvSpPr>
          <p:spPr>
            <a:xfrm>
              <a:off x="-2744868" y="3644860"/>
              <a:ext cx="902811" cy="55143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ts val="1800"/>
                </a:lnSpc>
              </a:pPr>
              <a:r>
                <a:rPr lang="en-US" sz="1400" dirty="0">
                  <a:latin typeface="Arial"/>
                  <a:cs typeface="Arial"/>
                </a:rPr>
                <a:t>switch</a:t>
              </a:r>
            </a:p>
            <a:p>
              <a:pPr algn="ctr">
                <a:lnSpc>
                  <a:spcPts val="1800"/>
                </a:lnSpc>
              </a:pPr>
              <a:r>
                <a:rPr lang="en-US" sz="1400" dirty="0">
                  <a:solidFill>
                    <a:srgbClr val="000000"/>
                  </a:solidFill>
                  <a:latin typeface="Arial"/>
                  <a:cs typeface="Arial"/>
                </a:rPr>
                <a:t>manager</a:t>
              </a:r>
            </a:p>
          </p:txBody>
        </p:sp>
      </p:grpSp>
      <p:grpSp>
        <p:nvGrpSpPr>
          <p:cNvPr id="120" name="Group 119"/>
          <p:cNvGrpSpPr/>
          <p:nvPr/>
        </p:nvGrpSpPr>
        <p:grpSpPr>
          <a:xfrm>
            <a:off x="3913381" y="3651496"/>
            <a:ext cx="975975" cy="563864"/>
            <a:chOff x="-2789389" y="3644860"/>
            <a:chExt cx="975975" cy="563864"/>
          </a:xfrm>
        </p:grpSpPr>
        <p:sp>
          <p:nvSpPr>
            <p:cNvPr id="121" name="Rounded Rectangle 120"/>
            <p:cNvSpPr/>
            <p:nvPr/>
          </p:nvSpPr>
          <p:spPr>
            <a:xfrm>
              <a:off x="-2789389" y="3656869"/>
              <a:ext cx="975975" cy="551855"/>
            </a:xfrm>
            <a:prstGeom prst="roundRect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</a:ln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122" name="TextBox 121"/>
            <p:cNvSpPr txBox="1"/>
            <p:nvPr/>
          </p:nvSpPr>
          <p:spPr>
            <a:xfrm>
              <a:off x="-2744868" y="3644860"/>
              <a:ext cx="902811" cy="55143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ts val="1800"/>
                </a:lnSpc>
              </a:pPr>
              <a:r>
                <a:rPr lang="en-US" sz="1400" dirty="0">
                  <a:latin typeface="Arial"/>
                  <a:cs typeface="Arial"/>
                </a:rPr>
                <a:t>host</a:t>
              </a:r>
            </a:p>
            <a:p>
              <a:pPr algn="ctr">
                <a:lnSpc>
                  <a:spcPts val="1800"/>
                </a:lnSpc>
              </a:pPr>
              <a:r>
                <a:rPr lang="en-US" sz="1400" dirty="0">
                  <a:solidFill>
                    <a:srgbClr val="000000"/>
                  </a:solidFill>
                  <a:latin typeface="Arial"/>
                  <a:cs typeface="Arial"/>
                </a:rPr>
                <a:t>manager</a:t>
              </a:r>
            </a:p>
          </p:txBody>
        </p:sp>
      </p:grpSp>
      <p:grpSp>
        <p:nvGrpSpPr>
          <p:cNvPr id="123" name="Group 122"/>
          <p:cNvGrpSpPr/>
          <p:nvPr/>
        </p:nvGrpSpPr>
        <p:grpSpPr>
          <a:xfrm>
            <a:off x="4466158" y="3017077"/>
            <a:ext cx="975975" cy="563864"/>
            <a:chOff x="-2789389" y="3644860"/>
            <a:chExt cx="975975" cy="563864"/>
          </a:xfrm>
        </p:grpSpPr>
        <p:sp>
          <p:nvSpPr>
            <p:cNvPr id="124" name="Rounded Rectangle 123"/>
            <p:cNvSpPr/>
            <p:nvPr/>
          </p:nvSpPr>
          <p:spPr>
            <a:xfrm>
              <a:off x="-2789389" y="3656869"/>
              <a:ext cx="975975" cy="551855"/>
            </a:xfrm>
            <a:prstGeom prst="roundRect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</a:ln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125" name="TextBox 124"/>
            <p:cNvSpPr txBox="1"/>
            <p:nvPr/>
          </p:nvSpPr>
          <p:spPr>
            <a:xfrm>
              <a:off x="-2744868" y="3644860"/>
              <a:ext cx="902811" cy="55143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ts val="1800"/>
                </a:lnSpc>
              </a:pPr>
              <a:r>
                <a:rPr lang="en-US" sz="1400" dirty="0">
                  <a:latin typeface="Arial"/>
                  <a:cs typeface="Arial"/>
                </a:rPr>
                <a:t>stats</a:t>
              </a:r>
            </a:p>
            <a:p>
              <a:pPr algn="ctr">
                <a:lnSpc>
                  <a:spcPts val="1800"/>
                </a:lnSpc>
              </a:pPr>
              <a:r>
                <a:rPr lang="en-US" sz="1400" dirty="0">
                  <a:solidFill>
                    <a:srgbClr val="000000"/>
                  </a:solidFill>
                  <a:latin typeface="Arial"/>
                  <a:cs typeface="Arial"/>
                </a:rPr>
                <a:t>manager</a:t>
              </a:r>
            </a:p>
          </p:txBody>
        </p:sp>
      </p:grpSp>
      <p:sp>
        <p:nvSpPr>
          <p:cNvPr id="142" name="Rounded Rectangle 141"/>
          <p:cNvSpPr/>
          <p:nvPr/>
        </p:nvSpPr>
        <p:spPr>
          <a:xfrm>
            <a:off x="561484" y="2566733"/>
            <a:ext cx="1470518" cy="1766072"/>
          </a:xfrm>
          <a:prstGeom prst="roundRect">
            <a:avLst/>
          </a:prstGeom>
          <a:solidFill>
            <a:srgbClr val="008000"/>
          </a:solidFill>
          <a:ln w="12700">
            <a:solidFill>
              <a:schemeClr val="accent5">
                <a:lumMod val="75000"/>
              </a:schemeClr>
            </a:solidFill>
            <a:prstDash val="solid"/>
          </a:ln>
          <a:effectLst>
            <a:outerShdw blurRad="50800" dist="38100" dir="2700000" algn="tl" rotWithShape="0">
              <a:srgbClr val="CCFFCC">
                <a:alpha val="43000"/>
              </a:srgbClr>
            </a:outerShdw>
          </a:effectLst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/>
              <a:cs typeface="Arial"/>
            </a:endParaRPr>
          </a:p>
        </p:txBody>
      </p:sp>
      <p:sp>
        <p:nvSpPr>
          <p:cNvPr id="143" name="TextBox 142"/>
          <p:cNvSpPr txBox="1"/>
          <p:nvPr/>
        </p:nvSpPr>
        <p:spPr>
          <a:xfrm>
            <a:off x="604415" y="2578421"/>
            <a:ext cx="13750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Arial"/>
                <a:cs typeface="Arial"/>
              </a:rPr>
              <a:t>Network service apps </a:t>
            </a:r>
          </a:p>
        </p:txBody>
      </p:sp>
      <p:grpSp>
        <p:nvGrpSpPr>
          <p:cNvPr id="28" name="Group 27"/>
          <p:cNvGrpSpPr/>
          <p:nvPr/>
        </p:nvGrpSpPr>
        <p:grpSpPr>
          <a:xfrm>
            <a:off x="561479" y="4412544"/>
            <a:ext cx="5013159" cy="404700"/>
            <a:chOff x="1092699" y="3559145"/>
            <a:chExt cx="6178678" cy="404700"/>
          </a:xfrm>
        </p:grpSpPr>
        <p:sp>
          <p:nvSpPr>
            <p:cNvPr id="20" name="Rounded Rectangle 19"/>
            <p:cNvSpPr/>
            <p:nvPr/>
          </p:nvSpPr>
          <p:spPr>
            <a:xfrm>
              <a:off x="1092699" y="3559145"/>
              <a:ext cx="6178678" cy="404700"/>
            </a:xfrm>
            <a:prstGeom prst="roundRect">
              <a:avLst/>
            </a:prstGeom>
            <a:solidFill>
              <a:srgbClr val="008000"/>
            </a:solidFill>
            <a:ln w="12700">
              <a:solidFill>
                <a:schemeClr val="accent5">
                  <a:lumMod val="75000"/>
                </a:schemeClr>
              </a:solidFill>
            </a:ln>
            <a:effectLst>
              <a:outerShdw blurRad="50800" dist="38100" dir="2700000" algn="tl" rotWithShape="0">
                <a:srgbClr val="000000">
                  <a:alpha val="43000"/>
                </a:srgbClr>
              </a:outerShdw>
            </a:effectLst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/>
                <a:cs typeface="Arial"/>
              </a:endParaRPr>
            </a:p>
          </p:txBody>
        </p:sp>
        <p:sp>
          <p:nvSpPr>
            <p:cNvPr id="193" name="TextBox 192"/>
            <p:cNvSpPr txBox="1"/>
            <p:nvPr/>
          </p:nvSpPr>
          <p:spPr>
            <a:xfrm>
              <a:off x="2426534" y="3588680"/>
              <a:ext cx="3800001" cy="3257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ts val="1800"/>
                </a:lnSpc>
              </a:pPr>
              <a:r>
                <a:rPr lang="en-US" sz="1600" dirty="0">
                  <a:solidFill>
                    <a:schemeClr val="bg1"/>
                  </a:solidFill>
                  <a:latin typeface="Arial"/>
                  <a:cs typeface="Arial"/>
                </a:rPr>
                <a:t>Service Abstraction Layer (SAL)</a:t>
              </a:r>
            </a:p>
          </p:txBody>
        </p:sp>
      </p:grpSp>
      <p:cxnSp>
        <p:nvCxnSpPr>
          <p:cNvPr id="16" name="Straight Connector 15"/>
          <p:cNvCxnSpPr/>
          <p:nvPr/>
        </p:nvCxnSpPr>
        <p:spPr bwMode="auto">
          <a:xfrm>
            <a:off x="1016318" y="3561284"/>
            <a:ext cx="0" cy="919152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accent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4" name="Straight Connector 143"/>
          <p:cNvCxnSpPr/>
          <p:nvPr/>
        </p:nvCxnSpPr>
        <p:spPr bwMode="auto">
          <a:xfrm>
            <a:off x="1632306" y="4032908"/>
            <a:ext cx="0" cy="388921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accent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0" name="Straight Connector 129"/>
          <p:cNvCxnSpPr/>
          <p:nvPr/>
        </p:nvCxnSpPr>
        <p:spPr bwMode="auto">
          <a:xfrm>
            <a:off x="2658231" y="3604959"/>
            <a:ext cx="0" cy="83712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rgbClr val="CCFFCC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1" name="Straight Connector 130"/>
          <p:cNvCxnSpPr/>
          <p:nvPr/>
        </p:nvCxnSpPr>
        <p:spPr bwMode="auto">
          <a:xfrm>
            <a:off x="4988035" y="3580519"/>
            <a:ext cx="0" cy="908139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rgbClr val="CCFFCC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2" name="Straight Connector 131"/>
          <p:cNvCxnSpPr/>
          <p:nvPr/>
        </p:nvCxnSpPr>
        <p:spPr bwMode="auto">
          <a:xfrm>
            <a:off x="3792442" y="3590225"/>
            <a:ext cx="0" cy="851854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rgbClr val="CCFFCC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3" name="Straight Connector 132"/>
          <p:cNvCxnSpPr/>
          <p:nvPr/>
        </p:nvCxnSpPr>
        <p:spPr bwMode="auto">
          <a:xfrm>
            <a:off x="4400399" y="4209886"/>
            <a:ext cx="0" cy="278772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rgbClr val="CCFFCC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7" name="Straight Connector 136"/>
          <p:cNvCxnSpPr/>
          <p:nvPr/>
        </p:nvCxnSpPr>
        <p:spPr bwMode="auto">
          <a:xfrm>
            <a:off x="3218224" y="4215360"/>
            <a:ext cx="0" cy="226719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rgbClr val="CCFFCC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4" name="Straight Connector 103"/>
          <p:cNvCxnSpPr/>
          <p:nvPr/>
        </p:nvCxnSpPr>
        <p:spPr bwMode="auto">
          <a:xfrm>
            <a:off x="467901" y="5681579"/>
            <a:ext cx="5186947" cy="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13" name="Straight Connector 212"/>
          <p:cNvCxnSpPr/>
          <p:nvPr/>
        </p:nvCxnSpPr>
        <p:spPr bwMode="auto">
          <a:xfrm>
            <a:off x="454533" y="1871579"/>
            <a:ext cx="5026526" cy="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3" name="Group 12"/>
          <p:cNvGrpSpPr/>
          <p:nvPr/>
        </p:nvGrpSpPr>
        <p:grpSpPr>
          <a:xfrm>
            <a:off x="629185" y="3141575"/>
            <a:ext cx="1108720" cy="553739"/>
            <a:chOff x="-1602715" y="2206422"/>
            <a:chExt cx="1179425" cy="631007"/>
          </a:xfrm>
        </p:grpSpPr>
        <p:sp>
          <p:nvSpPr>
            <p:cNvPr id="214" name="Oval 213"/>
            <p:cNvSpPr/>
            <p:nvPr/>
          </p:nvSpPr>
          <p:spPr>
            <a:xfrm rot="5400000">
              <a:off x="-1328506" y="1932213"/>
              <a:ext cx="631007" cy="1179425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>
              <a:noFill/>
              <a:tailEnd type="arrow"/>
            </a:ln>
            <a:effectLst>
              <a:outerShdw blurRad="50800" dist="38100" dir="2700000" algn="tl" rotWithShape="0">
                <a:schemeClr val="accent1">
                  <a:lumMod val="75000"/>
                  <a:alpha val="43000"/>
                </a:schemeClr>
              </a:outerShdw>
            </a:effectLst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254" name="TextBox 253"/>
            <p:cNvSpPr txBox="1"/>
            <p:nvPr/>
          </p:nvSpPr>
          <p:spPr>
            <a:xfrm>
              <a:off x="-1381328" y="2261840"/>
              <a:ext cx="763425" cy="48372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sz="1400" dirty="0">
                  <a:latin typeface="Arial"/>
                  <a:cs typeface="Arial"/>
                </a:rPr>
                <a:t>Access</a:t>
              </a:r>
            </a:p>
            <a:p>
              <a:pPr algn="ctr">
                <a:lnSpc>
                  <a:spcPct val="90000"/>
                </a:lnSpc>
              </a:pPr>
              <a:r>
                <a:rPr lang="en-US" sz="1400" dirty="0">
                  <a:latin typeface="Arial"/>
                  <a:cs typeface="Arial"/>
                </a:rPr>
                <a:t>Control</a:t>
              </a:r>
            </a:p>
          </p:txBody>
        </p:sp>
      </p:grpSp>
      <p:sp>
        <p:nvSpPr>
          <p:cNvPr id="215" name="Oval 214"/>
          <p:cNvSpPr/>
          <p:nvPr/>
        </p:nvSpPr>
        <p:spPr>
          <a:xfrm rot="5400000">
            <a:off x="1237809" y="3522133"/>
            <a:ext cx="534744" cy="90560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12700">
            <a:noFill/>
            <a:tailEnd type="arrow"/>
          </a:ln>
          <a:effectLst>
            <a:outerShdw blurRad="50800" dist="38100" dir="2700000" algn="tl" rotWithShape="0">
              <a:schemeClr val="accent1">
                <a:lumMod val="75000"/>
                <a:alpha val="43000"/>
              </a:schemeClr>
            </a:outerShdw>
          </a:effectLst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grpSp>
        <p:nvGrpSpPr>
          <p:cNvPr id="21" name="Group 20"/>
          <p:cNvGrpSpPr/>
          <p:nvPr/>
        </p:nvGrpSpPr>
        <p:grpSpPr>
          <a:xfrm>
            <a:off x="1181540" y="1016000"/>
            <a:ext cx="3296896" cy="785006"/>
            <a:chOff x="2625315" y="928382"/>
            <a:chExt cx="3262119" cy="779044"/>
          </a:xfrm>
        </p:grpSpPr>
        <p:grpSp>
          <p:nvGrpSpPr>
            <p:cNvPr id="17" name="Group 16"/>
            <p:cNvGrpSpPr/>
            <p:nvPr/>
          </p:nvGrpSpPr>
          <p:grpSpPr>
            <a:xfrm>
              <a:off x="2625315" y="1073061"/>
              <a:ext cx="1442229" cy="631007"/>
              <a:chOff x="9766434" y="1112781"/>
              <a:chExt cx="1442229" cy="631007"/>
            </a:xfrm>
          </p:grpSpPr>
          <p:sp>
            <p:nvSpPr>
              <p:cNvPr id="217" name="Oval 216"/>
              <p:cNvSpPr/>
              <p:nvPr/>
            </p:nvSpPr>
            <p:spPr>
              <a:xfrm rot="5400000">
                <a:off x="10172045" y="707170"/>
                <a:ext cx="631007" cy="1442229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  <a:tailEnd type="arrow"/>
              </a:ln>
              <a:effectLst>
                <a:outerShdw blurRad="50800" dist="38100" dir="2700000" algn="tl" rotWithShape="0">
                  <a:schemeClr val="accent1">
                    <a:lumMod val="75000"/>
                    <a:alpha val="43000"/>
                  </a:schemeClr>
                </a:outerShdw>
              </a:effectLst>
            </p:spPr>
            <p:txBody>
              <a:bodyPr vert="horz" wrap="non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  <p:sp>
            <p:nvSpPr>
              <p:cNvPr id="253" name="TextBox 252"/>
              <p:cNvSpPr txBox="1"/>
              <p:nvPr/>
            </p:nvSpPr>
            <p:spPr>
              <a:xfrm>
                <a:off x="9865113" y="1189921"/>
                <a:ext cx="1279817" cy="50954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>
                  <a:lnSpc>
                    <a:spcPts val="1600"/>
                  </a:lnSpc>
                </a:pPr>
                <a:r>
                  <a:rPr lang="en-US" sz="1600" dirty="0">
                    <a:latin typeface="Arial"/>
                    <a:cs typeface="Arial"/>
                  </a:rPr>
                  <a:t>Traffic</a:t>
                </a:r>
              </a:p>
              <a:p>
                <a:pPr algn="ctr">
                  <a:lnSpc>
                    <a:spcPts val="1600"/>
                  </a:lnSpc>
                </a:pPr>
                <a:r>
                  <a:rPr lang="en-US" sz="1600" dirty="0">
                    <a:latin typeface="Arial"/>
                    <a:cs typeface="Arial"/>
                  </a:rPr>
                  <a:t>Engineering</a:t>
                </a:r>
              </a:p>
            </p:txBody>
          </p:sp>
        </p:grpSp>
        <p:sp>
          <p:nvSpPr>
            <p:cNvPr id="160" name="TextBox 159"/>
            <p:cNvSpPr txBox="1"/>
            <p:nvPr/>
          </p:nvSpPr>
          <p:spPr>
            <a:xfrm>
              <a:off x="4112974" y="928382"/>
              <a:ext cx="595035" cy="58477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>
                  <a:solidFill>
                    <a:schemeClr val="accent1">
                      <a:lumMod val="75000"/>
                    </a:schemeClr>
                  </a:solidFill>
                </a:rPr>
                <a:t>…  </a:t>
              </a:r>
            </a:p>
          </p:txBody>
        </p:sp>
        <p:sp>
          <p:nvSpPr>
            <p:cNvPr id="216" name="Oval 215"/>
            <p:cNvSpPr/>
            <p:nvPr/>
          </p:nvSpPr>
          <p:spPr>
            <a:xfrm rot="5400000">
              <a:off x="4982218" y="802210"/>
              <a:ext cx="631007" cy="1179425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>
              <a:noFill/>
              <a:tailEnd type="arrow"/>
            </a:ln>
            <a:effectLst>
              <a:outerShdw blurRad="50800" dist="38100" dir="2700000" algn="tl" rotWithShape="0">
                <a:schemeClr val="accent1">
                  <a:lumMod val="75000"/>
                  <a:alpha val="43000"/>
                </a:schemeClr>
              </a:outerShdw>
            </a:effectLst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</p:grpSp>
      <p:grpSp>
        <p:nvGrpSpPr>
          <p:cNvPr id="15" name="Group 14"/>
          <p:cNvGrpSpPr/>
          <p:nvPr/>
        </p:nvGrpSpPr>
        <p:grpSpPr>
          <a:xfrm>
            <a:off x="1470534" y="5735053"/>
            <a:ext cx="3248526" cy="1029368"/>
            <a:chOff x="-1550737" y="5173579"/>
            <a:chExt cx="3248526" cy="1029368"/>
          </a:xfrm>
        </p:grpSpPr>
        <p:grpSp>
          <p:nvGrpSpPr>
            <p:cNvPr id="221" name="Group 220"/>
            <p:cNvGrpSpPr/>
            <p:nvPr/>
          </p:nvGrpSpPr>
          <p:grpSpPr>
            <a:xfrm>
              <a:off x="-1425965" y="5182847"/>
              <a:ext cx="2979208" cy="973667"/>
              <a:chOff x="2592388" y="5601756"/>
              <a:chExt cx="4027487" cy="939800"/>
            </a:xfrm>
          </p:grpSpPr>
          <p:sp>
            <p:nvSpPr>
              <p:cNvPr id="222" name="Freeform 2"/>
              <p:cNvSpPr>
                <a:spLocks/>
              </p:cNvSpPr>
              <p:nvPr/>
            </p:nvSpPr>
            <p:spPr bwMode="auto">
              <a:xfrm>
                <a:off x="2592388" y="5601756"/>
                <a:ext cx="4027487" cy="939800"/>
              </a:xfrm>
              <a:custGeom>
                <a:avLst/>
                <a:gdLst>
                  <a:gd name="T0" fmla="*/ 648763 w 10001"/>
                  <a:gd name="T1" fmla="*/ 34777612 h 10125"/>
                  <a:gd name="T2" fmla="*/ 115976403 w 10001"/>
                  <a:gd name="T3" fmla="*/ 13733703 h 10125"/>
                  <a:gd name="T4" fmla="*/ 507700960 w 10001"/>
                  <a:gd name="T5" fmla="*/ 8662125 h 10125"/>
                  <a:gd name="T6" fmla="*/ 810212713 w 10001"/>
                  <a:gd name="T7" fmla="*/ 0 h 10125"/>
                  <a:gd name="T8" fmla="*/ 1090015738 w 10001"/>
                  <a:gd name="T9" fmla="*/ 8687929 h 10125"/>
                  <a:gd name="T10" fmla="*/ 1310938763 w 10001"/>
                  <a:gd name="T11" fmla="*/ 4279362 h 10125"/>
                  <a:gd name="T12" fmla="*/ 1620263134 w 10001"/>
                  <a:gd name="T13" fmla="*/ 25736690 h 10125"/>
                  <a:gd name="T14" fmla="*/ 1394798364 w 10001"/>
                  <a:gd name="T15" fmla="*/ 58525268 h 10125"/>
                  <a:gd name="T16" fmla="*/ 1134622140 w 10001"/>
                  <a:gd name="T17" fmla="*/ 80266624 h 10125"/>
                  <a:gd name="T18" fmla="*/ 860820276 w 10001"/>
                  <a:gd name="T19" fmla="*/ 76142271 h 10125"/>
                  <a:gd name="T20" fmla="*/ 708996782 w 10001"/>
                  <a:gd name="T21" fmla="*/ 85346835 h 10125"/>
                  <a:gd name="T22" fmla="*/ 509322667 w 10001"/>
                  <a:gd name="T23" fmla="*/ 86268164 h 10125"/>
                  <a:gd name="T24" fmla="*/ 353443899 w 10001"/>
                  <a:gd name="T25" fmla="*/ 67979516 h 10125"/>
                  <a:gd name="T26" fmla="*/ 192536914 w 10001"/>
                  <a:gd name="T27" fmla="*/ 64535347 h 10125"/>
                  <a:gd name="T28" fmla="*/ 648763 w 10001"/>
                  <a:gd name="T29" fmla="*/ 34777612 h 10125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0" t="0" r="r" b="b"/>
                <a:pathLst>
                  <a:path w="10001" h="10125">
                    <a:moveTo>
                      <a:pt x="4" y="4039"/>
                    </a:moveTo>
                    <a:cubicBezTo>
                      <a:pt x="-29" y="2271"/>
                      <a:pt x="194" y="2100"/>
                      <a:pt x="715" y="1595"/>
                    </a:cubicBezTo>
                    <a:cubicBezTo>
                      <a:pt x="1236" y="1089"/>
                      <a:pt x="2417" y="1272"/>
                      <a:pt x="3130" y="1006"/>
                    </a:cubicBezTo>
                    <a:cubicBezTo>
                      <a:pt x="3843" y="740"/>
                      <a:pt x="4397" y="0"/>
                      <a:pt x="4995" y="0"/>
                    </a:cubicBezTo>
                    <a:cubicBezTo>
                      <a:pt x="5593" y="1"/>
                      <a:pt x="6206" y="926"/>
                      <a:pt x="6720" y="1009"/>
                    </a:cubicBezTo>
                    <a:cubicBezTo>
                      <a:pt x="7234" y="1092"/>
                      <a:pt x="7536" y="241"/>
                      <a:pt x="8082" y="497"/>
                    </a:cubicBezTo>
                    <a:cubicBezTo>
                      <a:pt x="8628" y="756"/>
                      <a:pt x="9854" y="442"/>
                      <a:pt x="9989" y="2989"/>
                    </a:cubicBezTo>
                    <a:cubicBezTo>
                      <a:pt x="10124" y="5536"/>
                      <a:pt x="9098" y="5742"/>
                      <a:pt x="8599" y="6797"/>
                    </a:cubicBezTo>
                    <a:cubicBezTo>
                      <a:pt x="8100" y="7852"/>
                      <a:pt x="7544" y="8981"/>
                      <a:pt x="6995" y="9322"/>
                    </a:cubicBezTo>
                    <a:cubicBezTo>
                      <a:pt x="6446" y="9663"/>
                      <a:pt x="5793" y="8957"/>
                      <a:pt x="5307" y="8843"/>
                    </a:cubicBezTo>
                    <a:cubicBezTo>
                      <a:pt x="4819" y="8726"/>
                      <a:pt x="4628" y="10048"/>
                      <a:pt x="4371" y="9912"/>
                    </a:cubicBezTo>
                    <a:cubicBezTo>
                      <a:pt x="4114" y="9775"/>
                      <a:pt x="3505" y="10355"/>
                      <a:pt x="3140" y="10019"/>
                    </a:cubicBezTo>
                    <a:cubicBezTo>
                      <a:pt x="2774" y="9683"/>
                      <a:pt x="2820" y="8138"/>
                      <a:pt x="2179" y="7895"/>
                    </a:cubicBezTo>
                    <a:cubicBezTo>
                      <a:pt x="1586" y="6800"/>
                      <a:pt x="1549" y="8137"/>
                      <a:pt x="1187" y="7495"/>
                    </a:cubicBezTo>
                    <a:cubicBezTo>
                      <a:pt x="825" y="6852"/>
                      <a:pt x="-7" y="6157"/>
                      <a:pt x="4" y="4039"/>
                    </a:cubicBezTo>
                    <a:close/>
                  </a:path>
                </a:pathLst>
              </a:custGeom>
              <a:solidFill>
                <a:srgbClr val="66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cxnSp>
            <p:nvCxnSpPr>
              <p:cNvPr id="223" name="Straight Connector 222"/>
              <p:cNvCxnSpPr/>
              <p:nvPr/>
            </p:nvCxnSpPr>
            <p:spPr>
              <a:xfrm flipV="1">
                <a:off x="3262941" y="5752569"/>
                <a:ext cx="1316038" cy="131762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7" name="Straight Connector 226"/>
              <p:cNvCxnSpPr/>
              <p:nvPr/>
            </p:nvCxnSpPr>
            <p:spPr>
              <a:xfrm>
                <a:off x="3151816" y="5939894"/>
                <a:ext cx="2259013" cy="29845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8" name="Straight Connector 227"/>
              <p:cNvCxnSpPr/>
              <p:nvPr/>
            </p:nvCxnSpPr>
            <p:spPr>
              <a:xfrm>
                <a:off x="3164516" y="6044669"/>
                <a:ext cx="714375" cy="27622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9" name="Straight Connector 228"/>
              <p:cNvCxnSpPr/>
              <p:nvPr/>
            </p:nvCxnSpPr>
            <p:spPr>
              <a:xfrm flipV="1">
                <a:off x="4182104" y="6238344"/>
                <a:ext cx="1247775" cy="8255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0" name="Straight Connector 229"/>
              <p:cNvCxnSpPr/>
              <p:nvPr/>
            </p:nvCxnSpPr>
            <p:spPr>
              <a:xfrm>
                <a:off x="4842504" y="5785906"/>
                <a:ext cx="1057275" cy="12382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1" name="Straight Connector 230"/>
              <p:cNvCxnSpPr/>
              <p:nvPr/>
            </p:nvCxnSpPr>
            <p:spPr>
              <a:xfrm flipV="1">
                <a:off x="4126541" y="5939894"/>
                <a:ext cx="1790700" cy="29845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2" name="Straight Connector 231"/>
              <p:cNvCxnSpPr/>
              <p:nvPr/>
            </p:nvCxnSpPr>
            <p:spPr>
              <a:xfrm flipV="1">
                <a:off x="5453691" y="5968469"/>
                <a:ext cx="588963" cy="26987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3" name="Straight Connector 232"/>
              <p:cNvCxnSpPr/>
              <p:nvPr/>
            </p:nvCxnSpPr>
            <p:spPr>
              <a:xfrm>
                <a:off x="4596441" y="5752569"/>
                <a:ext cx="814388" cy="40163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34" name="Group 347"/>
              <p:cNvGrpSpPr>
                <a:grpSpLocks/>
              </p:cNvGrpSpPr>
              <p:nvPr/>
            </p:nvGrpSpPr>
            <p:grpSpPr bwMode="auto">
              <a:xfrm>
                <a:off x="5856401" y="5796097"/>
                <a:ext cx="588970" cy="242608"/>
                <a:chOff x="1871277" y="1576300"/>
                <a:chExt cx="1128371" cy="437861"/>
              </a:xfrm>
            </p:grpSpPr>
            <p:sp>
              <p:nvSpPr>
                <p:cNvPr id="282" name="Oval 281"/>
                <p:cNvSpPr/>
                <p:nvPr/>
              </p:nvSpPr>
              <p:spPr bwMode="auto">
                <a:xfrm flipV="1">
                  <a:off x="1874446" y="1694641"/>
                  <a:ext cx="1125202" cy="319520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accent2">
                        <a:lumMod val="75000"/>
                      </a:schemeClr>
                    </a:gs>
                    <a:gs pos="53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0" scaled="1"/>
                  <a:tileRect/>
                </a:gradFill>
                <a:ln w="6350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dirty="0">
                    <a:ln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283" name="Rectangle 282"/>
                <p:cNvSpPr/>
                <p:nvPr/>
              </p:nvSpPr>
              <p:spPr bwMode="auto">
                <a:xfrm>
                  <a:off x="1871277" y="1739611"/>
                  <a:ext cx="1128371" cy="115973"/>
                </a:xfrm>
                <a:prstGeom prst="rect">
                  <a:avLst/>
                </a:prstGeom>
                <a:gradFill>
                  <a:gsLst>
                    <a:gs pos="0">
                      <a:schemeClr val="accent2">
                        <a:lumMod val="75000"/>
                      </a:schemeClr>
                    </a:gs>
                    <a:gs pos="53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10800000" scaled="0"/>
                </a:gradFill>
                <a:ln w="25400"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284" name="Oval 283"/>
                <p:cNvSpPr/>
                <p:nvPr/>
              </p:nvSpPr>
              <p:spPr bwMode="auto">
                <a:xfrm flipV="1">
                  <a:off x="1871277" y="1576300"/>
                  <a:ext cx="1125200" cy="319520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 w="6350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dirty="0">
                    <a:ln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285" name="Freeform 284"/>
                <p:cNvSpPr/>
                <p:nvPr/>
              </p:nvSpPr>
              <p:spPr bwMode="auto">
                <a:xfrm>
                  <a:off x="2159708" y="1673340"/>
                  <a:ext cx="548339" cy="160943"/>
                </a:xfrm>
                <a:custGeom>
                  <a:avLst/>
                  <a:gdLst>
                    <a:gd name="connsiteX0" fmla="*/ 1486231 w 2944854"/>
                    <a:gd name="connsiteY0" fmla="*/ 727041 h 1302232"/>
                    <a:gd name="connsiteX1" fmla="*/ 257675 w 2944854"/>
                    <a:gd name="connsiteY1" fmla="*/ 1302232 h 1302232"/>
                    <a:gd name="connsiteX2" fmla="*/ 0 w 2944854"/>
                    <a:gd name="connsiteY2" fmla="*/ 1228607 h 1302232"/>
                    <a:gd name="connsiteX3" fmla="*/ 911064 w 2944854"/>
                    <a:gd name="connsiteY3" fmla="*/ 837478 h 1302232"/>
                    <a:gd name="connsiteX4" fmla="*/ 883456 w 2944854"/>
                    <a:gd name="connsiteY4" fmla="*/ 450949 h 1302232"/>
                    <a:gd name="connsiteX5" fmla="*/ 161047 w 2944854"/>
                    <a:gd name="connsiteY5" fmla="*/ 119640 h 1302232"/>
                    <a:gd name="connsiteX6" fmla="*/ 404917 w 2944854"/>
                    <a:gd name="connsiteY6" fmla="*/ 50617 h 1302232"/>
                    <a:gd name="connsiteX7" fmla="*/ 1477028 w 2944854"/>
                    <a:gd name="connsiteY7" fmla="*/ 501566 h 1302232"/>
                    <a:gd name="connsiteX8" fmla="*/ 2572146 w 2944854"/>
                    <a:gd name="connsiteY8" fmla="*/ 0 h 1302232"/>
                    <a:gd name="connsiteX9" fmla="*/ 2875834 w 2944854"/>
                    <a:gd name="connsiteY9" fmla="*/ 96632 h 1302232"/>
                    <a:gd name="connsiteX10" fmla="*/ 2079803 w 2944854"/>
                    <a:gd name="connsiteY10" fmla="*/ 432543 h 1302232"/>
                    <a:gd name="connsiteX11" fmla="*/ 2240850 w 2944854"/>
                    <a:gd name="connsiteY11" fmla="*/ 920305 h 1302232"/>
                    <a:gd name="connsiteX12" fmla="*/ 2944854 w 2944854"/>
                    <a:gd name="connsiteY12" fmla="*/ 1228607 h 1302232"/>
                    <a:gd name="connsiteX13" fmla="*/ 2733192 w 2944854"/>
                    <a:gd name="connsiteY13" fmla="*/ 1297630 h 1302232"/>
                    <a:gd name="connsiteX14" fmla="*/ 1486231 w 2944854"/>
                    <a:gd name="connsiteY14" fmla="*/ 727041 h 1302232"/>
                    <a:gd name="connsiteX0" fmla="*/ 1486231 w 2944854"/>
                    <a:gd name="connsiteY0" fmla="*/ 727041 h 1316375"/>
                    <a:gd name="connsiteX1" fmla="*/ 257675 w 2944854"/>
                    <a:gd name="connsiteY1" fmla="*/ 1302232 h 1316375"/>
                    <a:gd name="connsiteX2" fmla="*/ 0 w 2944854"/>
                    <a:gd name="connsiteY2" fmla="*/ 1228607 h 1316375"/>
                    <a:gd name="connsiteX3" fmla="*/ 911064 w 2944854"/>
                    <a:gd name="connsiteY3" fmla="*/ 837478 h 1316375"/>
                    <a:gd name="connsiteX4" fmla="*/ 883456 w 2944854"/>
                    <a:gd name="connsiteY4" fmla="*/ 450949 h 1316375"/>
                    <a:gd name="connsiteX5" fmla="*/ 161047 w 2944854"/>
                    <a:gd name="connsiteY5" fmla="*/ 119640 h 1316375"/>
                    <a:gd name="connsiteX6" fmla="*/ 404917 w 2944854"/>
                    <a:gd name="connsiteY6" fmla="*/ 50617 h 1316375"/>
                    <a:gd name="connsiteX7" fmla="*/ 1477028 w 2944854"/>
                    <a:gd name="connsiteY7" fmla="*/ 501566 h 1316375"/>
                    <a:gd name="connsiteX8" fmla="*/ 2572146 w 2944854"/>
                    <a:gd name="connsiteY8" fmla="*/ 0 h 1316375"/>
                    <a:gd name="connsiteX9" fmla="*/ 2875834 w 2944854"/>
                    <a:gd name="connsiteY9" fmla="*/ 96632 h 1316375"/>
                    <a:gd name="connsiteX10" fmla="*/ 2079803 w 2944854"/>
                    <a:gd name="connsiteY10" fmla="*/ 432543 h 1316375"/>
                    <a:gd name="connsiteX11" fmla="*/ 2240850 w 2944854"/>
                    <a:gd name="connsiteY11" fmla="*/ 920305 h 1316375"/>
                    <a:gd name="connsiteX12" fmla="*/ 2944854 w 2944854"/>
                    <a:gd name="connsiteY12" fmla="*/ 1228607 h 1316375"/>
                    <a:gd name="connsiteX13" fmla="*/ 2756623 w 2944854"/>
                    <a:gd name="connsiteY13" fmla="*/ 1316375 h 1316375"/>
                    <a:gd name="connsiteX14" fmla="*/ 1486231 w 2944854"/>
                    <a:gd name="connsiteY14" fmla="*/ 727041 h 1316375"/>
                    <a:gd name="connsiteX0" fmla="*/ 1486231 w 3024520"/>
                    <a:gd name="connsiteY0" fmla="*/ 727041 h 1316375"/>
                    <a:gd name="connsiteX1" fmla="*/ 257675 w 3024520"/>
                    <a:gd name="connsiteY1" fmla="*/ 1302232 h 1316375"/>
                    <a:gd name="connsiteX2" fmla="*/ 0 w 3024520"/>
                    <a:gd name="connsiteY2" fmla="*/ 1228607 h 1316375"/>
                    <a:gd name="connsiteX3" fmla="*/ 911064 w 3024520"/>
                    <a:gd name="connsiteY3" fmla="*/ 837478 h 1316375"/>
                    <a:gd name="connsiteX4" fmla="*/ 883456 w 3024520"/>
                    <a:gd name="connsiteY4" fmla="*/ 450949 h 1316375"/>
                    <a:gd name="connsiteX5" fmla="*/ 161047 w 3024520"/>
                    <a:gd name="connsiteY5" fmla="*/ 119640 h 1316375"/>
                    <a:gd name="connsiteX6" fmla="*/ 404917 w 3024520"/>
                    <a:gd name="connsiteY6" fmla="*/ 50617 h 1316375"/>
                    <a:gd name="connsiteX7" fmla="*/ 1477028 w 3024520"/>
                    <a:gd name="connsiteY7" fmla="*/ 501566 h 1316375"/>
                    <a:gd name="connsiteX8" fmla="*/ 2572146 w 3024520"/>
                    <a:gd name="connsiteY8" fmla="*/ 0 h 1316375"/>
                    <a:gd name="connsiteX9" fmla="*/ 2875834 w 3024520"/>
                    <a:gd name="connsiteY9" fmla="*/ 96632 h 1316375"/>
                    <a:gd name="connsiteX10" fmla="*/ 2079803 w 3024520"/>
                    <a:gd name="connsiteY10" fmla="*/ 432543 h 1316375"/>
                    <a:gd name="connsiteX11" fmla="*/ 2240850 w 3024520"/>
                    <a:gd name="connsiteY11" fmla="*/ 920305 h 1316375"/>
                    <a:gd name="connsiteX12" fmla="*/ 3024520 w 3024520"/>
                    <a:gd name="connsiteY12" fmla="*/ 1228607 h 1316375"/>
                    <a:gd name="connsiteX13" fmla="*/ 2756623 w 3024520"/>
                    <a:gd name="connsiteY13" fmla="*/ 1316375 h 1316375"/>
                    <a:gd name="connsiteX14" fmla="*/ 1486231 w 3024520"/>
                    <a:gd name="connsiteY14" fmla="*/ 727041 h 1316375"/>
                    <a:gd name="connsiteX0" fmla="*/ 1537780 w 3076069"/>
                    <a:gd name="connsiteY0" fmla="*/ 727041 h 1316375"/>
                    <a:gd name="connsiteX1" fmla="*/ 309224 w 3076069"/>
                    <a:gd name="connsiteY1" fmla="*/ 1302232 h 1316375"/>
                    <a:gd name="connsiteX2" fmla="*/ 0 w 3076069"/>
                    <a:gd name="connsiteY2" fmla="*/ 1228607 h 1316375"/>
                    <a:gd name="connsiteX3" fmla="*/ 962613 w 3076069"/>
                    <a:gd name="connsiteY3" fmla="*/ 837478 h 1316375"/>
                    <a:gd name="connsiteX4" fmla="*/ 935005 w 3076069"/>
                    <a:gd name="connsiteY4" fmla="*/ 450949 h 1316375"/>
                    <a:gd name="connsiteX5" fmla="*/ 212596 w 3076069"/>
                    <a:gd name="connsiteY5" fmla="*/ 119640 h 1316375"/>
                    <a:gd name="connsiteX6" fmla="*/ 456466 w 3076069"/>
                    <a:gd name="connsiteY6" fmla="*/ 50617 h 1316375"/>
                    <a:gd name="connsiteX7" fmla="*/ 1528577 w 3076069"/>
                    <a:gd name="connsiteY7" fmla="*/ 501566 h 1316375"/>
                    <a:gd name="connsiteX8" fmla="*/ 2623695 w 3076069"/>
                    <a:gd name="connsiteY8" fmla="*/ 0 h 1316375"/>
                    <a:gd name="connsiteX9" fmla="*/ 2927383 w 3076069"/>
                    <a:gd name="connsiteY9" fmla="*/ 96632 h 1316375"/>
                    <a:gd name="connsiteX10" fmla="*/ 2131352 w 3076069"/>
                    <a:gd name="connsiteY10" fmla="*/ 432543 h 1316375"/>
                    <a:gd name="connsiteX11" fmla="*/ 2292399 w 3076069"/>
                    <a:gd name="connsiteY11" fmla="*/ 920305 h 1316375"/>
                    <a:gd name="connsiteX12" fmla="*/ 3076069 w 3076069"/>
                    <a:gd name="connsiteY12" fmla="*/ 1228607 h 1316375"/>
                    <a:gd name="connsiteX13" fmla="*/ 2808172 w 3076069"/>
                    <a:gd name="connsiteY13" fmla="*/ 1316375 h 1316375"/>
                    <a:gd name="connsiteX14" fmla="*/ 1537780 w 3076069"/>
                    <a:gd name="connsiteY14" fmla="*/ 727041 h 1316375"/>
                    <a:gd name="connsiteX0" fmla="*/ 1537780 w 3076069"/>
                    <a:gd name="connsiteY0" fmla="*/ 727041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27041 h 1321259"/>
                    <a:gd name="connsiteX0" fmla="*/ 1537780 w 3076069"/>
                    <a:gd name="connsiteY0" fmla="*/ 750825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50825 h 13212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chemeClr val="accent2">
                    <a:lumMod val="60000"/>
                    <a:lumOff val="40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286" name="Freeform 285"/>
                <p:cNvSpPr/>
                <p:nvPr/>
              </p:nvSpPr>
              <p:spPr bwMode="auto">
                <a:xfrm>
                  <a:off x="2102655" y="1633103"/>
                  <a:ext cx="662444" cy="111241"/>
                </a:xfrm>
                <a:custGeom>
                  <a:avLst/>
                  <a:gdLst>
                    <a:gd name="connsiteX0" fmla="*/ 0 w 3645229"/>
                    <a:gd name="connsiteY0" fmla="*/ 214441 h 923747"/>
                    <a:gd name="connsiteX1" fmla="*/ 659770 w 3645229"/>
                    <a:gd name="connsiteY1" fmla="*/ 16495 h 923747"/>
                    <a:gd name="connsiteX2" fmla="*/ 1814367 w 3645229"/>
                    <a:gd name="connsiteY2" fmla="*/ 511360 h 923747"/>
                    <a:gd name="connsiteX3" fmla="*/ 2968965 w 3645229"/>
                    <a:gd name="connsiteY3" fmla="*/ 0 h 923747"/>
                    <a:gd name="connsiteX4" fmla="*/ 3645229 w 3645229"/>
                    <a:gd name="connsiteY4" fmla="*/ 197946 h 923747"/>
                    <a:gd name="connsiteX5" fmla="*/ 3199884 w 3645229"/>
                    <a:gd name="connsiteY5" fmla="*/ 461874 h 923747"/>
                    <a:gd name="connsiteX6" fmla="*/ 2985459 w 3645229"/>
                    <a:gd name="connsiteY6" fmla="*/ 379396 h 923747"/>
                    <a:gd name="connsiteX7" fmla="*/ 1830861 w 3645229"/>
                    <a:gd name="connsiteY7" fmla="*/ 923747 h 923747"/>
                    <a:gd name="connsiteX8" fmla="*/ 676264 w 3645229"/>
                    <a:gd name="connsiteY8" fmla="*/ 412387 h 923747"/>
                    <a:gd name="connsiteX9" fmla="*/ 527816 w 3645229"/>
                    <a:gd name="connsiteY9" fmla="*/ 478369 h 923747"/>
                    <a:gd name="connsiteX10" fmla="*/ 0 w 3645229"/>
                    <a:gd name="connsiteY10" fmla="*/ 21444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78369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90067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09765 w 3640627"/>
                    <a:gd name="connsiteY2" fmla="*/ 511360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3008465 w 3640627"/>
                    <a:gd name="connsiteY6" fmla="*/ 402404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723451"/>
                    <a:gd name="connsiteY0" fmla="*/ 242051 h 946755"/>
                    <a:gd name="connsiteX1" fmla="*/ 655168 w 3723451"/>
                    <a:gd name="connsiteY1" fmla="*/ 16495 h 946755"/>
                    <a:gd name="connsiteX2" fmla="*/ 1855778 w 3723451"/>
                    <a:gd name="connsiteY2" fmla="*/ 534367 h 946755"/>
                    <a:gd name="connsiteX3" fmla="*/ 2964363 w 3723451"/>
                    <a:gd name="connsiteY3" fmla="*/ 0 h 946755"/>
                    <a:gd name="connsiteX4" fmla="*/ 3723451 w 3723451"/>
                    <a:gd name="connsiteY4" fmla="*/ 220954 h 946755"/>
                    <a:gd name="connsiteX5" fmla="*/ 3195282 w 3723451"/>
                    <a:gd name="connsiteY5" fmla="*/ 461874 h 946755"/>
                    <a:gd name="connsiteX6" fmla="*/ 3008465 w 3723451"/>
                    <a:gd name="connsiteY6" fmla="*/ 402404 h 946755"/>
                    <a:gd name="connsiteX7" fmla="*/ 1876873 w 3723451"/>
                    <a:gd name="connsiteY7" fmla="*/ 946755 h 946755"/>
                    <a:gd name="connsiteX8" fmla="*/ 690067 w 3723451"/>
                    <a:gd name="connsiteY8" fmla="*/ 412387 h 946755"/>
                    <a:gd name="connsiteX9" fmla="*/ 523214 w 3723451"/>
                    <a:gd name="connsiteY9" fmla="*/ 482971 h 946755"/>
                    <a:gd name="connsiteX10" fmla="*/ 0 w 3723451"/>
                    <a:gd name="connsiteY10" fmla="*/ 242051 h 946755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08465 w 3723451"/>
                    <a:gd name="connsiteY6" fmla="*/ 388599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711613 w 3723451"/>
                    <a:gd name="connsiteY8" fmla="*/ 413055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287" name="Freeform 286"/>
                <p:cNvSpPr/>
                <p:nvPr/>
              </p:nvSpPr>
              <p:spPr bwMode="auto">
                <a:xfrm>
                  <a:off x="2536889" y="1727776"/>
                  <a:ext cx="244057" cy="97040"/>
                </a:xfrm>
                <a:custGeom>
                  <a:avLst/>
                  <a:gdLst>
                    <a:gd name="connsiteX0" fmla="*/ 55216 w 1421812"/>
                    <a:gd name="connsiteY0" fmla="*/ 0 h 800665"/>
                    <a:gd name="connsiteX1" fmla="*/ 1421812 w 1421812"/>
                    <a:gd name="connsiteY1" fmla="*/ 625807 h 800665"/>
                    <a:gd name="connsiteX2" fmla="*/ 947874 w 1421812"/>
                    <a:gd name="connsiteY2" fmla="*/ 800665 h 800665"/>
                    <a:gd name="connsiteX3" fmla="*/ 50614 w 1421812"/>
                    <a:gd name="connsiteY3" fmla="*/ 404934 h 800665"/>
                    <a:gd name="connsiteX4" fmla="*/ 0 w 1421812"/>
                    <a:gd name="connsiteY4" fmla="*/ 404934 h 800665"/>
                    <a:gd name="connsiteX5" fmla="*/ 55216 w 1421812"/>
                    <a:gd name="connsiteY5" fmla="*/ 0 h 800665"/>
                    <a:gd name="connsiteX0" fmla="*/ 4602 w 1371198"/>
                    <a:gd name="connsiteY0" fmla="*/ 0 h 800665"/>
                    <a:gd name="connsiteX1" fmla="*/ 1371198 w 1371198"/>
                    <a:gd name="connsiteY1" fmla="*/ 625807 h 800665"/>
                    <a:gd name="connsiteX2" fmla="*/ 897260 w 1371198"/>
                    <a:gd name="connsiteY2" fmla="*/ 800665 h 800665"/>
                    <a:gd name="connsiteX3" fmla="*/ 0 w 1371198"/>
                    <a:gd name="connsiteY3" fmla="*/ 404934 h 800665"/>
                    <a:gd name="connsiteX4" fmla="*/ 4602 w 1371198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9868"/>
                    <a:gd name="connsiteX1" fmla="*/ 1366596 w 1366596"/>
                    <a:gd name="connsiteY1" fmla="*/ 625807 h 809868"/>
                    <a:gd name="connsiteX2" fmla="*/ 865050 w 1366596"/>
                    <a:gd name="connsiteY2" fmla="*/ 809868 h 809868"/>
                    <a:gd name="connsiteX3" fmla="*/ 4601 w 1366596"/>
                    <a:gd name="connsiteY3" fmla="*/ 427942 h 809868"/>
                    <a:gd name="connsiteX4" fmla="*/ 0 w 1366596"/>
                    <a:gd name="connsiteY4" fmla="*/ 0 h 8098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288" name="Freeform 287"/>
                <p:cNvSpPr/>
                <p:nvPr/>
              </p:nvSpPr>
              <p:spPr bwMode="auto">
                <a:xfrm>
                  <a:off x="2089977" y="1730144"/>
                  <a:ext cx="240888" cy="97039"/>
                </a:xfrm>
                <a:custGeom>
                  <a:avLst/>
                  <a:gdLst>
                    <a:gd name="connsiteX0" fmla="*/ 1329786 w 1348191"/>
                    <a:gd name="connsiteY0" fmla="*/ 0 h 809869"/>
                    <a:gd name="connsiteX1" fmla="*/ 1348191 w 1348191"/>
                    <a:gd name="connsiteY1" fmla="*/ 400333 h 809869"/>
                    <a:gd name="connsiteX2" fmla="*/ 487742 w 1348191"/>
                    <a:gd name="connsiteY2" fmla="*/ 809869 h 809869"/>
                    <a:gd name="connsiteX3" fmla="*/ 0 w 1348191"/>
                    <a:gd name="connsiteY3" fmla="*/ 630409 h 809869"/>
                    <a:gd name="connsiteX4" fmla="*/ 1329786 w 1348191"/>
                    <a:gd name="connsiteY4" fmla="*/ 0 h 809869"/>
                    <a:gd name="connsiteX0" fmla="*/ 1329786 w 1348191"/>
                    <a:gd name="connsiteY0" fmla="*/ 0 h 791462"/>
                    <a:gd name="connsiteX1" fmla="*/ 1348191 w 1348191"/>
                    <a:gd name="connsiteY1" fmla="*/ 381926 h 791462"/>
                    <a:gd name="connsiteX2" fmla="*/ 487742 w 1348191"/>
                    <a:gd name="connsiteY2" fmla="*/ 791462 h 791462"/>
                    <a:gd name="connsiteX3" fmla="*/ 0 w 1348191"/>
                    <a:gd name="connsiteY3" fmla="*/ 612002 h 791462"/>
                    <a:gd name="connsiteX4" fmla="*/ 1329786 w 1348191"/>
                    <a:gd name="connsiteY4" fmla="*/ 0 h 7914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cxnSp>
              <p:nvCxnSpPr>
                <p:cNvPr id="289" name="Straight Connector 288"/>
                <p:cNvCxnSpPr>
                  <a:endCxn id="284" idx="2"/>
                </p:cNvCxnSpPr>
                <p:nvPr/>
              </p:nvCxnSpPr>
              <p:spPr bwMode="auto">
                <a:xfrm flipH="1" flipV="1">
                  <a:off x="1871277" y="1737243"/>
                  <a:ext cx="3169" cy="123074"/>
                </a:xfrm>
                <a:prstGeom prst="line">
                  <a:avLst/>
                </a:prstGeom>
                <a:ln w="6350" cmpd="sng">
                  <a:solidFill>
                    <a:schemeClr val="tx1"/>
                  </a:solidFill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0" name="Straight Connector 289"/>
                <p:cNvCxnSpPr/>
                <p:nvPr/>
              </p:nvCxnSpPr>
              <p:spPr bwMode="auto">
                <a:xfrm flipH="1" flipV="1">
                  <a:off x="2996477" y="1734877"/>
                  <a:ext cx="3171" cy="123074"/>
                </a:xfrm>
                <a:prstGeom prst="line">
                  <a:avLst/>
                </a:prstGeom>
                <a:ln w="6350" cmpd="sng">
                  <a:solidFill>
                    <a:schemeClr val="tx1"/>
                  </a:solidFill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5" name="Group 347"/>
              <p:cNvGrpSpPr>
                <a:grpSpLocks/>
              </p:cNvGrpSpPr>
              <p:nvPr/>
            </p:nvGrpSpPr>
            <p:grpSpPr bwMode="auto">
              <a:xfrm>
                <a:off x="4375328" y="5654000"/>
                <a:ext cx="588970" cy="242608"/>
                <a:chOff x="1871277" y="1576300"/>
                <a:chExt cx="1128371" cy="437861"/>
              </a:xfrm>
            </p:grpSpPr>
            <p:sp>
              <p:nvSpPr>
                <p:cNvPr id="273" name="Oval 272"/>
                <p:cNvSpPr/>
                <p:nvPr/>
              </p:nvSpPr>
              <p:spPr bwMode="auto">
                <a:xfrm flipV="1">
                  <a:off x="1874446" y="1694641"/>
                  <a:ext cx="1125202" cy="319520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accent2">
                        <a:lumMod val="75000"/>
                      </a:schemeClr>
                    </a:gs>
                    <a:gs pos="53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0" scaled="1"/>
                  <a:tileRect/>
                </a:gradFill>
                <a:ln w="6350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dirty="0">
                    <a:ln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274" name="Rectangle 273"/>
                <p:cNvSpPr/>
                <p:nvPr/>
              </p:nvSpPr>
              <p:spPr bwMode="auto">
                <a:xfrm>
                  <a:off x="1871277" y="1739611"/>
                  <a:ext cx="1128371" cy="115973"/>
                </a:xfrm>
                <a:prstGeom prst="rect">
                  <a:avLst/>
                </a:prstGeom>
                <a:gradFill>
                  <a:gsLst>
                    <a:gs pos="0">
                      <a:schemeClr val="accent2">
                        <a:lumMod val="75000"/>
                      </a:schemeClr>
                    </a:gs>
                    <a:gs pos="53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10800000" scaled="0"/>
                </a:gradFill>
                <a:ln w="25400"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275" name="Oval 274"/>
                <p:cNvSpPr/>
                <p:nvPr/>
              </p:nvSpPr>
              <p:spPr bwMode="auto">
                <a:xfrm flipV="1">
                  <a:off x="1871277" y="1576300"/>
                  <a:ext cx="1125200" cy="319520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 w="6350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dirty="0">
                    <a:ln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276" name="Freeform 275"/>
                <p:cNvSpPr/>
                <p:nvPr/>
              </p:nvSpPr>
              <p:spPr bwMode="auto">
                <a:xfrm>
                  <a:off x="2159708" y="1673340"/>
                  <a:ext cx="548339" cy="160943"/>
                </a:xfrm>
                <a:custGeom>
                  <a:avLst/>
                  <a:gdLst>
                    <a:gd name="connsiteX0" fmla="*/ 1486231 w 2944854"/>
                    <a:gd name="connsiteY0" fmla="*/ 727041 h 1302232"/>
                    <a:gd name="connsiteX1" fmla="*/ 257675 w 2944854"/>
                    <a:gd name="connsiteY1" fmla="*/ 1302232 h 1302232"/>
                    <a:gd name="connsiteX2" fmla="*/ 0 w 2944854"/>
                    <a:gd name="connsiteY2" fmla="*/ 1228607 h 1302232"/>
                    <a:gd name="connsiteX3" fmla="*/ 911064 w 2944854"/>
                    <a:gd name="connsiteY3" fmla="*/ 837478 h 1302232"/>
                    <a:gd name="connsiteX4" fmla="*/ 883456 w 2944854"/>
                    <a:gd name="connsiteY4" fmla="*/ 450949 h 1302232"/>
                    <a:gd name="connsiteX5" fmla="*/ 161047 w 2944854"/>
                    <a:gd name="connsiteY5" fmla="*/ 119640 h 1302232"/>
                    <a:gd name="connsiteX6" fmla="*/ 404917 w 2944854"/>
                    <a:gd name="connsiteY6" fmla="*/ 50617 h 1302232"/>
                    <a:gd name="connsiteX7" fmla="*/ 1477028 w 2944854"/>
                    <a:gd name="connsiteY7" fmla="*/ 501566 h 1302232"/>
                    <a:gd name="connsiteX8" fmla="*/ 2572146 w 2944854"/>
                    <a:gd name="connsiteY8" fmla="*/ 0 h 1302232"/>
                    <a:gd name="connsiteX9" fmla="*/ 2875834 w 2944854"/>
                    <a:gd name="connsiteY9" fmla="*/ 96632 h 1302232"/>
                    <a:gd name="connsiteX10" fmla="*/ 2079803 w 2944854"/>
                    <a:gd name="connsiteY10" fmla="*/ 432543 h 1302232"/>
                    <a:gd name="connsiteX11" fmla="*/ 2240850 w 2944854"/>
                    <a:gd name="connsiteY11" fmla="*/ 920305 h 1302232"/>
                    <a:gd name="connsiteX12" fmla="*/ 2944854 w 2944854"/>
                    <a:gd name="connsiteY12" fmla="*/ 1228607 h 1302232"/>
                    <a:gd name="connsiteX13" fmla="*/ 2733192 w 2944854"/>
                    <a:gd name="connsiteY13" fmla="*/ 1297630 h 1302232"/>
                    <a:gd name="connsiteX14" fmla="*/ 1486231 w 2944854"/>
                    <a:gd name="connsiteY14" fmla="*/ 727041 h 1302232"/>
                    <a:gd name="connsiteX0" fmla="*/ 1486231 w 2944854"/>
                    <a:gd name="connsiteY0" fmla="*/ 727041 h 1316375"/>
                    <a:gd name="connsiteX1" fmla="*/ 257675 w 2944854"/>
                    <a:gd name="connsiteY1" fmla="*/ 1302232 h 1316375"/>
                    <a:gd name="connsiteX2" fmla="*/ 0 w 2944854"/>
                    <a:gd name="connsiteY2" fmla="*/ 1228607 h 1316375"/>
                    <a:gd name="connsiteX3" fmla="*/ 911064 w 2944854"/>
                    <a:gd name="connsiteY3" fmla="*/ 837478 h 1316375"/>
                    <a:gd name="connsiteX4" fmla="*/ 883456 w 2944854"/>
                    <a:gd name="connsiteY4" fmla="*/ 450949 h 1316375"/>
                    <a:gd name="connsiteX5" fmla="*/ 161047 w 2944854"/>
                    <a:gd name="connsiteY5" fmla="*/ 119640 h 1316375"/>
                    <a:gd name="connsiteX6" fmla="*/ 404917 w 2944854"/>
                    <a:gd name="connsiteY6" fmla="*/ 50617 h 1316375"/>
                    <a:gd name="connsiteX7" fmla="*/ 1477028 w 2944854"/>
                    <a:gd name="connsiteY7" fmla="*/ 501566 h 1316375"/>
                    <a:gd name="connsiteX8" fmla="*/ 2572146 w 2944854"/>
                    <a:gd name="connsiteY8" fmla="*/ 0 h 1316375"/>
                    <a:gd name="connsiteX9" fmla="*/ 2875834 w 2944854"/>
                    <a:gd name="connsiteY9" fmla="*/ 96632 h 1316375"/>
                    <a:gd name="connsiteX10" fmla="*/ 2079803 w 2944854"/>
                    <a:gd name="connsiteY10" fmla="*/ 432543 h 1316375"/>
                    <a:gd name="connsiteX11" fmla="*/ 2240850 w 2944854"/>
                    <a:gd name="connsiteY11" fmla="*/ 920305 h 1316375"/>
                    <a:gd name="connsiteX12" fmla="*/ 2944854 w 2944854"/>
                    <a:gd name="connsiteY12" fmla="*/ 1228607 h 1316375"/>
                    <a:gd name="connsiteX13" fmla="*/ 2756623 w 2944854"/>
                    <a:gd name="connsiteY13" fmla="*/ 1316375 h 1316375"/>
                    <a:gd name="connsiteX14" fmla="*/ 1486231 w 2944854"/>
                    <a:gd name="connsiteY14" fmla="*/ 727041 h 1316375"/>
                    <a:gd name="connsiteX0" fmla="*/ 1486231 w 3024520"/>
                    <a:gd name="connsiteY0" fmla="*/ 727041 h 1316375"/>
                    <a:gd name="connsiteX1" fmla="*/ 257675 w 3024520"/>
                    <a:gd name="connsiteY1" fmla="*/ 1302232 h 1316375"/>
                    <a:gd name="connsiteX2" fmla="*/ 0 w 3024520"/>
                    <a:gd name="connsiteY2" fmla="*/ 1228607 h 1316375"/>
                    <a:gd name="connsiteX3" fmla="*/ 911064 w 3024520"/>
                    <a:gd name="connsiteY3" fmla="*/ 837478 h 1316375"/>
                    <a:gd name="connsiteX4" fmla="*/ 883456 w 3024520"/>
                    <a:gd name="connsiteY4" fmla="*/ 450949 h 1316375"/>
                    <a:gd name="connsiteX5" fmla="*/ 161047 w 3024520"/>
                    <a:gd name="connsiteY5" fmla="*/ 119640 h 1316375"/>
                    <a:gd name="connsiteX6" fmla="*/ 404917 w 3024520"/>
                    <a:gd name="connsiteY6" fmla="*/ 50617 h 1316375"/>
                    <a:gd name="connsiteX7" fmla="*/ 1477028 w 3024520"/>
                    <a:gd name="connsiteY7" fmla="*/ 501566 h 1316375"/>
                    <a:gd name="connsiteX8" fmla="*/ 2572146 w 3024520"/>
                    <a:gd name="connsiteY8" fmla="*/ 0 h 1316375"/>
                    <a:gd name="connsiteX9" fmla="*/ 2875834 w 3024520"/>
                    <a:gd name="connsiteY9" fmla="*/ 96632 h 1316375"/>
                    <a:gd name="connsiteX10" fmla="*/ 2079803 w 3024520"/>
                    <a:gd name="connsiteY10" fmla="*/ 432543 h 1316375"/>
                    <a:gd name="connsiteX11" fmla="*/ 2240850 w 3024520"/>
                    <a:gd name="connsiteY11" fmla="*/ 920305 h 1316375"/>
                    <a:gd name="connsiteX12" fmla="*/ 3024520 w 3024520"/>
                    <a:gd name="connsiteY12" fmla="*/ 1228607 h 1316375"/>
                    <a:gd name="connsiteX13" fmla="*/ 2756623 w 3024520"/>
                    <a:gd name="connsiteY13" fmla="*/ 1316375 h 1316375"/>
                    <a:gd name="connsiteX14" fmla="*/ 1486231 w 3024520"/>
                    <a:gd name="connsiteY14" fmla="*/ 727041 h 1316375"/>
                    <a:gd name="connsiteX0" fmla="*/ 1537780 w 3076069"/>
                    <a:gd name="connsiteY0" fmla="*/ 727041 h 1316375"/>
                    <a:gd name="connsiteX1" fmla="*/ 309224 w 3076069"/>
                    <a:gd name="connsiteY1" fmla="*/ 1302232 h 1316375"/>
                    <a:gd name="connsiteX2" fmla="*/ 0 w 3076069"/>
                    <a:gd name="connsiteY2" fmla="*/ 1228607 h 1316375"/>
                    <a:gd name="connsiteX3" fmla="*/ 962613 w 3076069"/>
                    <a:gd name="connsiteY3" fmla="*/ 837478 h 1316375"/>
                    <a:gd name="connsiteX4" fmla="*/ 935005 w 3076069"/>
                    <a:gd name="connsiteY4" fmla="*/ 450949 h 1316375"/>
                    <a:gd name="connsiteX5" fmla="*/ 212596 w 3076069"/>
                    <a:gd name="connsiteY5" fmla="*/ 119640 h 1316375"/>
                    <a:gd name="connsiteX6" fmla="*/ 456466 w 3076069"/>
                    <a:gd name="connsiteY6" fmla="*/ 50617 h 1316375"/>
                    <a:gd name="connsiteX7" fmla="*/ 1528577 w 3076069"/>
                    <a:gd name="connsiteY7" fmla="*/ 501566 h 1316375"/>
                    <a:gd name="connsiteX8" fmla="*/ 2623695 w 3076069"/>
                    <a:gd name="connsiteY8" fmla="*/ 0 h 1316375"/>
                    <a:gd name="connsiteX9" fmla="*/ 2927383 w 3076069"/>
                    <a:gd name="connsiteY9" fmla="*/ 96632 h 1316375"/>
                    <a:gd name="connsiteX10" fmla="*/ 2131352 w 3076069"/>
                    <a:gd name="connsiteY10" fmla="*/ 432543 h 1316375"/>
                    <a:gd name="connsiteX11" fmla="*/ 2292399 w 3076069"/>
                    <a:gd name="connsiteY11" fmla="*/ 920305 h 1316375"/>
                    <a:gd name="connsiteX12" fmla="*/ 3076069 w 3076069"/>
                    <a:gd name="connsiteY12" fmla="*/ 1228607 h 1316375"/>
                    <a:gd name="connsiteX13" fmla="*/ 2808172 w 3076069"/>
                    <a:gd name="connsiteY13" fmla="*/ 1316375 h 1316375"/>
                    <a:gd name="connsiteX14" fmla="*/ 1537780 w 3076069"/>
                    <a:gd name="connsiteY14" fmla="*/ 727041 h 1316375"/>
                    <a:gd name="connsiteX0" fmla="*/ 1537780 w 3076069"/>
                    <a:gd name="connsiteY0" fmla="*/ 727041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27041 h 1321259"/>
                    <a:gd name="connsiteX0" fmla="*/ 1537780 w 3076069"/>
                    <a:gd name="connsiteY0" fmla="*/ 750825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50825 h 13212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chemeClr val="accent2">
                    <a:lumMod val="60000"/>
                    <a:lumOff val="40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277" name="Freeform 276"/>
                <p:cNvSpPr/>
                <p:nvPr/>
              </p:nvSpPr>
              <p:spPr bwMode="auto">
                <a:xfrm>
                  <a:off x="2102655" y="1633103"/>
                  <a:ext cx="662444" cy="111241"/>
                </a:xfrm>
                <a:custGeom>
                  <a:avLst/>
                  <a:gdLst>
                    <a:gd name="connsiteX0" fmla="*/ 0 w 3645229"/>
                    <a:gd name="connsiteY0" fmla="*/ 214441 h 923747"/>
                    <a:gd name="connsiteX1" fmla="*/ 659770 w 3645229"/>
                    <a:gd name="connsiteY1" fmla="*/ 16495 h 923747"/>
                    <a:gd name="connsiteX2" fmla="*/ 1814367 w 3645229"/>
                    <a:gd name="connsiteY2" fmla="*/ 511360 h 923747"/>
                    <a:gd name="connsiteX3" fmla="*/ 2968965 w 3645229"/>
                    <a:gd name="connsiteY3" fmla="*/ 0 h 923747"/>
                    <a:gd name="connsiteX4" fmla="*/ 3645229 w 3645229"/>
                    <a:gd name="connsiteY4" fmla="*/ 197946 h 923747"/>
                    <a:gd name="connsiteX5" fmla="*/ 3199884 w 3645229"/>
                    <a:gd name="connsiteY5" fmla="*/ 461874 h 923747"/>
                    <a:gd name="connsiteX6" fmla="*/ 2985459 w 3645229"/>
                    <a:gd name="connsiteY6" fmla="*/ 379396 h 923747"/>
                    <a:gd name="connsiteX7" fmla="*/ 1830861 w 3645229"/>
                    <a:gd name="connsiteY7" fmla="*/ 923747 h 923747"/>
                    <a:gd name="connsiteX8" fmla="*/ 676264 w 3645229"/>
                    <a:gd name="connsiteY8" fmla="*/ 412387 h 923747"/>
                    <a:gd name="connsiteX9" fmla="*/ 527816 w 3645229"/>
                    <a:gd name="connsiteY9" fmla="*/ 478369 h 923747"/>
                    <a:gd name="connsiteX10" fmla="*/ 0 w 3645229"/>
                    <a:gd name="connsiteY10" fmla="*/ 21444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78369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90067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09765 w 3640627"/>
                    <a:gd name="connsiteY2" fmla="*/ 511360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3008465 w 3640627"/>
                    <a:gd name="connsiteY6" fmla="*/ 402404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723451"/>
                    <a:gd name="connsiteY0" fmla="*/ 242051 h 946755"/>
                    <a:gd name="connsiteX1" fmla="*/ 655168 w 3723451"/>
                    <a:gd name="connsiteY1" fmla="*/ 16495 h 946755"/>
                    <a:gd name="connsiteX2" fmla="*/ 1855778 w 3723451"/>
                    <a:gd name="connsiteY2" fmla="*/ 534367 h 946755"/>
                    <a:gd name="connsiteX3" fmla="*/ 2964363 w 3723451"/>
                    <a:gd name="connsiteY3" fmla="*/ 0 h 946755"/>
                    <a:gd name="connsiteX4" fmla="*/ 3723451 w 3723451"/>
                    <a:gd name="connsiteY4" fmla="*/ 220954 h 946755"/>
                    <a:gd name="connsiteX5" fmla="*/ 3195282 w 3723451"/>
                    <a:gd name="connsiteY5" fmla="*/ 461874 h 946755"/>
                    <a:gd name="connsiteX6" fmla="*/ 3008465 w 3723451"/>
                    <a:gd name="connsiteY6" fmla="*/ 402404 h 946755"/>
                    <a:gd name="connsiteX7" fmla="*/ 1876873 w 3723451"/>
                    <a:gd name="connsiteY7" fmla="*/ 946755 h 946755"/>
                    <a:gd name="connsiteX8" fmla="*/ 690067 w 3723451"/>
                    <a:gd name="connsiteY8" fmla="*/ 412387 h 946755"/>
                    <a:gd name="connsiteX9" fmla="*/ 523214 w 3723451"/>
                    <a:gd name="connsiteY9" fmla="*/ 482971 h 946755"/>
                    <a:gd name="connsiteX10" fmla="*/ 0 w 3723451"/>
                    <a:gd name="connsiteY10" fmla="*/ 242051 h 946755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08465 w 3723451"/>
                    <a:gd name="connsiteY6" fmla="*/ 388599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711613 w 3723451"/>
                    <a:gd name="connsiteY8" fmla="*/ 413055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278" name="Freeform 277"/>
                <p:cNvSpPr/>
                <p:nvPr/>
              </p:nvSpPr>
              <p:spPr bwMode="auto">
                <a:xfrm>
                  <a:off x="2536889" y="1727776"/>
                  <a:ext cx="244057" cy="97040"/>
                </a:xfrm>
                <a:custGeom>
                  <a:avLst/>
                  <a:gdLst>
                    <a:gd name="connsiteX0" fmla="*/ 55216 w 1421812"/>
                    <a:gd name="connsiteY0" fmla="*/ 0 h 800665"/>
                    <a:gd name="connsiteX1" fmla="*/ 1421812 w 1421812"/>
                    <a:gd name="connsiteY1" fmla="*/ 625807 h 800665"/>
                    <a:gd name="connsiteX2" fmla="*/ 947874 w 1421812"/>
                    <a:gd name="connsiteY2" fmla="*/ 800665 h 800665"/>
                    <a:gd name="connsiteX3" fmla="*/ 50614 w 1421812"/>
                    <a:gd name="connsiteY3" fmla="*/ 404934 h 800665"/>
                    <a:gd name="connsiteX4" fmla="*/ 0 w 1421812"/>
                    <a:gd name="connsiteY4" fmla="*/ 404934 h 800665"/>
                    <a:gd name="connsiteX5" fmla="*/ 55216 w 1421812"/>
                    <a:gd name="connsiteY5" fmla="*/ 0 h 800665"/>
                    <a:gd name="connsiteX0" fmla="*/ 4602 w 1371198"/>
                    <a:gd name="connsiteY0" fmla="*/ 0 h 800665"/>
                    <a:gd name="connsiteX1" fmla="*/ 1371198 w 1371198"/>
                    <a:gd name="connsiteY1" fmla="*/ 625807 h 800665"/>
                    <a:gd name="connsiteX2" fmla="*/ 897260 w 1371198"/>
                    <a:gd name="connsiteY2" fmla="*/ 800665 h 800665"/>
                    <a:gd name="connsiteX3" fmla="*/ 0 w 1371198"/>
                    <a:gd name="connsiteY3" fmla="*/ 404934 h 800665"/>
                    <a:gd name="connsiteX4" fmla="*/ 4602 w 1371198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9868"/>
                    <a:gd name="connsiteX1" fmla="*/ 1366596 w 1366596"/>
                    <a:gd name="connsiteY1" fmla="*/ 625807 h 809868"/>
                    <a:gd name="connsiteX2" fmla="*/ 865050 w 1366596"/>
                    <a:gd name="connsiteY2" fmla="*/ 809868 h 809868"/>
                    <a:gd name="connsiteX3" fmla="*/ 4601 w 1366596"/>
                    <a:gd name="connsiteY3" fmla="*/ 427942 h 809868"/>
                    <a:gd name="connsiteX4" fmla="*/ 0 w 1366596"/>
                    <a:gd name="connsiteY4" fmla="*/ 0 h 8098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279" name="Freeform 278"/>
                <p:cNvSpPr/>
                <p:nvPr/>
              </p:nvSpPr>
              <p:spPr bwMode="auto">
                <a:xfrm>
                  <a:off x="2089977" y="1730144"/>
                  <a:ext cx="240888" cy="97039"/>
                </a:xfrm>
                <a:custGeom>
                  <a:avLst/>
                  <a:gdLst>
                    <a:gd name="connsiteX0" fmla="*/ 1329786 w 1348191"/>
                    <a:gd name="connsiteY0" fmla="*/ 0 h 809869"/>
                    <a:gd name="connsiteX1" fmla="*/ 1348191 w 1348191"/>
                    <a:gd name="connsiteY1" fmla="*/ 400333 h 809869"/>
                    <a:gd name="connsiteX2" fmla="*/ 487742 w 1348191"/>
                    <a:gd name="connsiteY2" fmla="*/ 809869 h 809869"/>
                    <a:gd name="connsiteX3" fmla="*/ 0 w 1348191"/>
                    <a:gd name="connsiteY3" fmla="*/ 630409 h 809869"/>
                    <a:gd name="connsiteX4" fmla="*/ 1329786 w 1348191"/>
                    <a:gd name="connsiteY4" fmla="*/ 0 h 809869"/>
                    <a:gd name="connsiteX0" fmla="*/ 1329786 w 1348191"/>
                    <a:gd name="connsiteY0" fmla="*/ 0 h 791462"/>
                    <a:gd name="connsiteX1" fmla="*/ 1348191 w 1348191"/>
                    <a:gd name="connsiteY1" fmla="*/ 381926 h 791462"/>
                    <a:gd name="connsiteX2" fmla="*/ 487742 w 1348191"/>
                    <a:gd name="connsiteY2" fmla="*/ 791462 h 791462"/>
                    <a:gd name="connsiteX3" fmla="*/ 0 w 1348191"/>
                    <a:gd name="connsiteY3" fmla="*/ 612002 h 791462"/>
                    <a:gd name="connsiteX4" fmla="*/ 1329786 w 1348191"/>
                    <a:gd name="connsiteY4" fmla="*/ 0 h 7914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cxnSp>
              <p:nvCxnSpPr>
                <p:cNvPr id="280" name="Straight Connector 279"/>
                <p:cNvCxnSpPr>
                  <a:endCxn id="275" idx="2"/>
                </p:cNvCxnSpPr>
                <p:nvPr/>
              </p:nvCxnSpPr>
              <p:spPr bwMode="auto">
                <a:xfrm flipH="1" flipV="1">
                  <a:off x="1871277" y="1737243"/>
                  <a:ext cx="3169" cy="123074"/>
                </a:xfrm>
                <a:prstGeom prst="line">
                  <a:avLst/>
                </a:prstGeom>
                <a:ln w="6350" cmpd="sng">
                  <a:solidFill>
                    <a:schemeClr val="tx1"/>
                  </a:solidFill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1" name="Straight Connector 280"/>
                <p:cNvCxnSpPr/>
                <p:nvPr/>
              </p:nvCxnSpPr>
              <p:spPr bwMode="auto">
                <a:xfrm flipH="1" flipV="1">
                  <a:off x="2996477" y="1734877"/>
                  <a:ext cx="3171" cy="123074"/>
                </a:xfrm>
                <a:prstGeom prst="line">
                  <a:avLst/>
                </a:prstGeom>
                <a:ln w="6350" cmpd="sng">
                  <a:solidFill>
                    <a:schemeClr val="tx1"/>
                  </a:solidFill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6" name="Group 347"/>
              <p:cNvGrpSpPr>
                <a:grpSpLocks/>
              </p:cNvGrpSpPr>
              <p:nvPr/>
            </p:nvGrpSpPr>
            <p:grpSpPr bwMode="auto">
              <a:xfrm>
                <a:off x="2848241" y="5847813"/>
                <a:ext cx="588970" cy="242608"/>
                <a:chOff x="1871277" y="1576300"/>
                <a:chExt cx="1128371" cy="437861"/>
              </a:xfrm>
            </p:grpSpPr>
            <p:sp>
              <p:nvSpPr>
                <p:cNvPr id="261" name="Oval 260"/>
                <p:cNvSpPr/>
                <p:nvPr/>
              </p:nvSpPr>
              <p:spPr bwMode="auto">
                <a:xfrm flipV="1">
                  <a:off x="1874446" y="1694641"/>
                  <a:ext cx="1125202" cy="319520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accent2">
                        <a:lumMod val="75000"/>
                      </a:schemeClr>
                    </a:gs>
                    <a:gs pos="53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0" scaled="1"/>
                  <a:tileRect/>
                </a:gradFill>
                <a:ln w="6350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dirty="0">
                    <a:ln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262" name="Rectangle 261"/>
                <p:cNvSpPr/>
                <p:nvPr/>
              </p:nvSpPr>
              <p:spPr bwMode="auto">
                <a:xfrm>
                  <a:off x="1871277" y="1739611"/>
                  <a:ext cx="1128371" cy="115973"/>
                </a:xfrm>
                <a:prstGeom prst="rect">
                  <a:avLst/>
                </a:prstGeom>
                <a:gradFill>
                  <a:gsLst>
                    <a:gs pos="0">
                      <a:schemeClr val="accent2">
                        <a:lumMod val="75000"/>
                      </a:schemeClr>
                    </a:gs>
                    <a:gs pos="53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10800000" scaled="0"/>
                </a:gradFill>
                <a:ln w="25400"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266" name="Oval 265"/>
                <p:cNvSpPr/>
                <p:nvPr/>
              </p:nvSpPr>
              <p:spPr bwMode="auto">
                <a:xfrm flipV="1">
                  <a:off x="1871277" y="1576300"/>
                  <a:ext cx="1125200" cy="319520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 w="6350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dirty="0">
                    <a:ln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267" name="Freeform 266"/>
                <p:cNvSpPr/>
                <p:nvPr/>
              </p:nvSpPr>
              <p:spPr bwMode="auto">
                <a:xfrm>
                  <a:off x="2159708" y="1673340"/>
                  <a:ext cx="548339" cy="160943"/>
                </a:xfrm>
                <a:custGeom>
                  <a:avLst/>
                  <a:gdLst>
                    <a:gd name="connsiteX0" fmla="*/ 1486231 w 2944854"/>
                    <a:gd name="connsiteY0" fmla="*/ 727041 h 1302232"/>
                    <a:gd name="connsiteX1" fmla="*/ 257675 w 2944854"/>
                    <a:gd name="connsiteY1" fmla="*/ 1302232 h 1302232"/>
                    <a:gd name="connsiteX2" fmla="*/ 0 w 2944854"/>
                    <a:gd name="connsiteY2" fmla="*/ 1228607 h 1302232"/>
                    <a:gd name="connsiteX3" fmla="*/ 911064 w 2944854"/>
                    <a:gd name="connsiteY3" fmla="*/ 837478 h 1302232"/>
                    <a:gd name="connsiteX4" fmla="*/ 883456 w 2944854"/>
                    <a:gd name="connsiteY4" fmla="*/ 450949 h 1302232"/>
                    <a:gd name="connsiteX5" fmla="*/ 161047 w 2944854"/>
                    <a:gd name="connsiteY5" fmla="*/ 119640 h 1302232"/>
                    <a:gd name="connsiteX6" fmla="*/ 404917 w 2944854"/>
                    <a:gd name="connsiteY6" fmla="*/ 50617 h 1302232"/>
                    <a:gd name="connsiteX7" fmla="*/ 1477028 w 2944854"/>
                    <a:gd name="connsiteY7" fmla="*/ 501566 h 1302232"/>
                    <a:gd name="connsiteX8" fmla="*/ 2572146 w 2944854"/>
                    <a:gd name="connsiteY8" fmla="*/ 0 h 1302232"/>
                    <a:gd name="connsiteX9" fmla="*/ 2875834 w 2944854"/>
                    <a:gd name="connsiteY9" fmla="*/ 96632 h 1302232"/>
                    <a:gd name="connsiteX10" fmla="*/ 2079803 w 2944854"/>
                    <a:gd name="connsiteY10" fmla="*/ 432543 h 1302232"/>
                    <a:gd name="connsiteX11" fmla="*/ 2240850 w 2944854"/>
                    <a:gd name="connsiteY11" fmla="*/ 920305 h 1302232"/>
                    <a:gd name="connsiteX12" fmla="*/ 2944854 w 2944854"/>
                    <a:gd name="connsiteY12" fmla="*/ 1228607 h 1302232"/>
                    <a:gd name="connsiteX13" fmla="*/ 2733192 w 2944854"/>
                    <a:gd name="connsiteY13" fmla="*/ 1297630 h 1302232"/>
                    <a:gd name="connsiteX14" fmla="*/ 1486231 w 2944854"/>
                    <a:gd name="connsiteY14" fmla="*/ 727041 h 1302232"/>
                    <a:gd name="connsiteX0" fmla="*/ 1486231 w 2944854"/>
                    <a:gd name="connsiteY0" fmla="*/ 727041 h 1316375"/>
                    <a:gd name="connsiteX1" fmla="*/ 257675 w 2944854"/>
                    <a:gd name="connsiteY1" fmla="*/ 1302232 h 1316375"/>
                    <a:gd name="connsiteX2" fmla="*/ 0 w 2944854"/>
                    <a:gd name="connsiteY2" fmla="*/ 1228607 h 1316375"/>
                    <a:gd name="connsiteX3" fmla="*/ 911064 w 2944854"/>
                    <a:gd name="connsiteY3" fmla="*/ 837478 h 1316375"/>
                    <a:gd name="connsiteX4" fmla="*/ 883456 w 2944854"/>
                    <a:gd name="connsiteY4" fmla="*/ 450949 h 1316375"/>
                    <a:gd name="connsiteX5" fmla="*/ 161047 w 2944854"/>
                    <a:gd name="connsiteY5" fmla="*/ 119640 h 1316375"/>
                    <a:gd name="connsiteX6" fmla="*/ 404917 w 2944854"/>
                    <a:gd name="connsiteY6" fmla="*/ 50617 h 1316375"/>
                    <a:gd name="connsiteX7" fmla="*/ 1477028 w 2944854"/>
                    <a:gd name="connsiteY7" fmla="*/ 501566 h 1316375"/>
                    <a:gd name="connsiteX8" fmla="*/ 2572146 w 2944854"/>
                    <a:gd name="connsiteY8" fmla="*/ 0 h 1316375"/>
                    <a:gd name="connsiteX9" fmla="*/ 2875834 w 2944854"/>
                    <a:gd name="connsiteY9" fmla="*/ 96632 h 1316375"/>
                    <a:gd name="connsiteX10" fmla="*/ 2079803 w 2944854"/>
                    <a:gd name="connsiteY10" fmla="*/ 432543 h 1316375"/>
                    <a:gd name="connsiteX11" fmla="*/ 2240850 w 2944854"/>
                    <a:gd name="connsiteY11" fmla="*/ 920305 h 1316375"/>
                    <a:gd name="connsiteX12" fmla="*/ 2944854 w 2944854"/>
                    <a:gd name="connsiteY12" fmla="*/ 1228607 h 1316375"/>
                    <a:gd name="connsiteX13" fmla="*/ 2756623 w 2944854"/>
                    <a:gd name="connsiteY13" fmla="*/ 1316375 h 1316375"/>
                    <a:gd name="connsiteX14" fmla="*/ 1486231 w 2944854"/>
                    <a:gd name="connsiteY14" fmla="*/ 727041 h 1316375"/>
                    <a:gd name="connsiteX0" fmla="*/ 1486231 w 3024520"/>
                    <a:gd name="connsiteY0" fmla="*/ 727041 h 1316375"/>
                    <a:gd name="connsiteX1" fmla="*/ 257675 w 3024520"/>
                    <a:gd name="connsiteY1" fmla="*/ 1302232 h 1316375"/>
                    <a:gd name="connsiteX2" fmla="*/ 0 w 3024520"/>
                    <a:gd name="connsiteY2" fmla="*/ 1228607 h 1316375"/>
                    <a:gd name="connsiteX3" fmla="*/ 911064 w 3024520"/>
                    <a:gd name="connsiteY3" fmla="*/ 837478 h 1316375"/>
                    <a:gd name="connsiteX4" fmla="*/ 883456 w 3024520"/>
                    <a:gd name="connsiteY4" fmla="*/ 450949 h 1316375"/>
                    <a:gd name="connsiteX5" fmla="*/ 161047 w 3024520"/>
                    <a:gd name="connsiteY5" fmla="*/ 119640 h 1316375"/>
                    <a:gd name="connsiteX6" fmla="*/ 404917 w 3024520"/>
                    <a:gd name="connsiteY6" fmla="*/ 50617 h 1316375"/>
                    <a:gd name="connsiteX7" fmla="*/ 1477028 w 3024520"/>
                    <a:gd name="connsiteY7" fmla="*/ 501566 h 1316375"/>
                    <a:gd name="connsiteX8" fmla="*/ 2572146 w 3024520"/>
                    <a:gd name="connsiteY8" fmla="*/ 0 h 1316375"/>
                    <a:gd name="connsiteX9" fmla="*/ 2875834 w 3024520"/>
                    <a:gd name="connsiteY9" fmla="*/ 96632 h 1316375"/>
                    <a:gd name="connsiteX10" fmla="*/ 2079803 w 3024520"/>
                    <a:gd name="connsiteY10" fmla="*/ 432543 h 1316375"/>
                    <a:gd name="connsiteX11" fmla="*/ 2240850 w 3024520"/>
                    <a:gd name="connsiteY11" fmla="*/ 920305 h 1316375"/>
                    <a:gd name="connsiteX12" fmla="*/ 3024520 w 3024520"/>
                    <a:gd name="connsiteY12" fmla="*/ 1228607 h 1316375"/>
                    <a:gd name="connsiteX13" fmla="*/ 2756623 w 3024520"/>
                    <a:gd name="connsiteY13" fmla="*/ 1316375 h 1316375"/>
                    <a:gd name="connsiteX14" fmla="*/ 1486231 w 3024520"/>
                    <a:gd name="connsiteY14" fmla="*/ 727041 h 1316375"/>
                    <a:gd name="connsiteX0" fmla="*/ 1537780 w 3076069"/>
                    <a:gd name="connsiteY0" fmla="*/ 727041 h 1316375"/>
                    <a:gd name="connsiteX1" fmla="*/ 309224 w 3076069"/>
                    <a:gd name="connsiteY1" fmla="*/ 1302232 h 1316375"/>
                    <a:gd name="connsiteX2" fmla="*/ 0 w 3076069"/>
                    <a:gd name="connsiteY2" fmla="*/ 1228607 h 1316375"/>
                    <a:gd name="connsiteX3" fmla="*/ 962613 w 3076069"/>
                    <a:gd name="connsiteY3" fmla="*/ 837478 h 1316375"/>
                    <a:gd name="connsiteX4" fmla="*/ 935005 w 3076069"/>
                    <a:gd name="connsiteY4" fmla="*/ 450949 h 1316375"/>
                    <a:gd name="connsiteX5" fmla="*/ 212596 w 3076069"/>
                    <a:gd name="connsiteY5" fmla="*/ 119640 h 1316375"/>
                    <a:gd name="connsiteX6" fmla="*/ 456466 w 3076069"/>
                    <a:gd name="connsiteY6" fmla="*/ 50617 h 1316375"/>
                    <a:gd name="connsiteX7" fmla="*/ 1528577 w 3076069"/>
                    <a:gd name="connsiteY7" fmla="*/ 501566 h 1316375"/>
                    <a:gd name="connsiteX8" fmla="*/ 2623695 w 3076069"/>
                    <a:gd name="connsiteY8" fmla="*/ 0 h 1316375"/>
                    <a:gd name="connsiteX9" fmla="*/ 2927383 w 3076069"/>
                    <a:gd name="connsiteY9" fmla="*/ 96632 h 1316375"/>
                    <a:gd name="connsiteX10" fmla="*/ 2131352 w 3076069"/>
                    <a:gd name="connsiteY10" fmla="*/ 432543 h 1316375"/>
                    <a:gd name="connsiteX11" fmla="*/ 2292399 w 3076069"/>
                    <a:gd name="connsiteY11" fmla="*/ 920305 h 1316375"/>
                    <a:gd name="connsiteX12" fmla="*/ 3076069 w 3076069"/>
                    <a:gd name="connsiteY12" fmla="*/ 1228607 h 1316375"/>
                    <a:gd name="connsiteX13" fmla="*/ 2808172 w 3076069"/>
                    <a:gd name="connsiteY13" fmla="*/ 1316375 h 1316375"/>
                    <a:gd name="connsiteX14" fmla="*/ 1537780 w 3076069"/>
                    <a:gd name="connsiteY14" fmla="*/ 727041 h 1316375"/>
                    <a:gd name="connsiteX0" fmla="*/ 1537780 w 3076069"/>
                    <a:gd name="connsiteY0" fmla="*/ 727041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27041 h 1321259"/>
                    <a:gd name="connsiteX0" fmla="*/ 1537780 w 3076069"/>
                    <a:gd name="connsiteY0" fmla="*/ 750825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50825 h 13212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chemeClr val="accent2">
                    <a:lumMod val="60000"/>
                    <a:lumOff val="40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268" name="Freeform 267"/>
                <p:cNvSpPr/>
                <p:nvPr/>
              </p:nvSpPr>
              <p:spPr bwMode="auto">
                <a:xfrm>
                  <a:off x="2102655" y="1633103"/>
                  <a:ext cx="662444" cy="111241"/>
                </a:xfrm>
                <a:custGeom>
                  <a:avLst/>
                  <a:gdLst>
                    <a:gd name="connsiteX0" fmla="*/ 0 w 3645229"/>
                    <a:gd name="connsiteY0" fmla="*/ 214441 h 923747"/>
                    <a:gd name="connsiteX1" fmla="*/ 659770 w 3645229"/>
                    <a:gd name="connsiteY1" fmla="*/ 16495 h 923747"/>
                    <a:gd name="connsiteX2" fmla="*/ 1814367 w 3645229"/>
                    <a:gd name="connsiteY2" fmla="*/ 511360 h 923747"/>
                    <a:gd name="connsiteX3" fmla="*/ 2968965 w 3645229"/>
                    <a:gd name="connsiteY3" fmla="*/ 0 h 923747"/>
                    <a:gd name="connsiteX4" fmla="*/ 3645229 w 3645229"/>
                    <a:gd name="connsiteY4" fmla="*/ 197946 h 923747"/>
                    <a:gd name="connsiteX5" fmla="*/ 3199884 w 3645229"/>
                    <a:gd name="connsiteY5" fmla="*/ 461874 h 923747"/>
                    <a:gd name="connsiteX6" fmla="*/ 2985459 w 3645229"/>
                    <a:gd name="connsiteY6" fmla="*/ 379396 h 923747"/>
                    <a:gd name="connsiteX7" fmla="*/ 1830861 w 3645229"/>
                    <a:gd name="connsiteY7" fmla="*/ 923747 h 923747"/>
                    <a:gd name="connsiteX8" fmla="*/ 676264 w 3645229"/>
                    <a:gd name="connsiteY8" fmla="*/ 412387 h 923747"/>
                    <a:gd name="connsiteX9" fmla="*/ 527816 w 3645229"/>
                    <a:gd name="connsiteY9" fmla="*/ 478369 h 923747"/>
                    <a:gd name="connsiteX10" fmla="*/ 0 w 3645229"/>
                    <a:gd name="connsiteY10" fmla="*/ 21444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78369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90067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09765 w 3640627"/>
                    <a:gd name="connsiteY2" fmla="*/ 511360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3008465 w 3640627"/>
                    <a:gd name="connsiteY6" fmla="*/ 402404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723451"/>
                    <a:gd name="connsiteY0" fmla="*/ 242051 h 946755"/>
                    <a:gd name="connsiteX1" fmla="*/ 655168 w 3723451"/>
                    <a:gd name="connsiteY1" fmla="*/ 16495 h 946755"/>
                    <a:gd name="connsiteX2" fmla="*/ 1855778 w 3723451"/>
                    <a:gd name="connsiteY2" fmla="*/ 534367 h 946755"/>
                    <a:gd name="connsiteX3" fmla="*/ 2964363 w 3723451"/>
                    <a:gd name="connsiteY3" fmla="*/ 0 h 946755"/>
                    <a:gd name="connsiteX4" fmla="*/ 3723451 w 3723451"/>
                    <a:gd name="connsiteY4" fmla="*/ 220954 h 946755"/>
                    <a:gd name="connsiteX5" fmla="*/ 3195282 w 3723451"/>
                    <a:gd name="connsiteY5" fmla="*/ 461874 h 946755"/>
                    <a:gd name="connsiteX6" fmla="*/ 3008465 w 3723451"/>
                    <a:gd name="connsiteY6" fmla="*/ 402404 h 946755"/>
                    <a:gd name="connsiteX7" fmla="*/ 1876873 w 3723451"/>
                    <a:gd name="connsiteY7" fmla="*/ 946755 h 946755"/>
                    <a:gd name="connsiteX8" fmla="*/ 690067 w 3723451"/>
                    <a:gd name="connsiteY8" fmla="*/ 412387 h 946755"/>
                    <a:gd name="connsiteX9" fmla="*/ 523214 w 3723451"/>
                    <a:gd name="connsiteY9" fmla="*/ 482971 h 946755"/>
                    <a:gd name="connsiteX10" fmla="*/ 0 w 3723451"/>
                    <a:gd name="connsiteY10" fmla="*/ 242051 h 946755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08465 w 3723451"/>
                    <a:gd name="connsiteY6" fmla="*/ 388599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711613 w 3723451"/>
                    <a:gd name="connsiteY8" fmla="*/ 413055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269" name="Freeform 268"/>
                <p:cNvSpPr/>
                <p:nvPr/>
              </p:nvSpPr>
              <p:spPr bwMode="auto">
                <a:xfrm>
                  <a:off x="2536889" y="1727776"/>
                  <a:ext cx="244057" cy="97040"/>
                </a:xfrm>
                <a:custGeom>
                  <a:avLst/>
                  <a:gdLst>
                    <a:gd name="connsiteX0" fmla="*/ 55216 w 1421812"/>
                    <a:gd name="connsiteY0" fmla="*/ 0 h 800665"/>
                    <a:gd name="connsiteX1" fmla="*/ 1421812 w 1421812"/>
                    <a:gd name="connsiteY1" fmla="*/ 625807 h 800665"/>
                    <a:gd name="connsiteX2" fmla="*/ 947874 w 1421812"/>
                    <a:gd name="connsiteY2" fmla="*/ 800665 h 800665"/>
                    <a:gd name="connsiteX3" fmla="*/ 50614 w 1421812"/>
                    <a:gd name="connsiteY3" fmla="*/ 404934 h 800665"/>
                    <a:gd name="connsiteX4" fmla="*/ 0 w 1421812"/>
                    <a:gd name="connsiteY4" fmla="*/ 404934 h 800665"/>
                    <a:gd name="connsiteX5" fmla="*/ 55216 w 1421812"/>
                    <a:gd name="connsiteY5" fmla="*/ 0 h 800665"/>
                    <a:gd name="connsiteX0" fmla="*/ 4602 w 1371198"/>
                    <a:gd name="connsiteY0" fmla="*/ 0 h 800665"/>
                    <a:gd name="connsiteX1" fmla="*/ 1371198 w 1371198"/>
                    <a:gd name="connsiteY1" fmla="*/ 625807 h 800665"/>
                    <a:gd name="connsiteX2" fmla="*/ 897260 w 1371198"/>
                    <a:gd name="connsiteY2" fmla="*/ 800665 h 800665"/>
                    <a:gd name="connsiteX3" fmla="*/ 0 w 1371198"/>
                    <a:gd name="connsiteY3" fmla="*/ 404934 h 800665"/>
                    <a:gd name="connsiteX4" fmla="*/ 4602 w 1371198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9868"/>
                    <a:gd name="connsiteX1" fmla="*/ 1366596 w 1366596"/>
                    <a:gd name="connsiteY1" fmla="*/ 625807 h 809868"/>
                    <a:gd name="connsiteX2" fmla="*/ 865050 w 1366596"/>
                    <a:gd name="connsiteY2" fmla="*/ 809868 h 809868"/>
                    <a:gd name="connsiteX3" fmla="*/ 4601 w 1366596"/>
                    <a:gd name="connsiteY3" fmla="*/ 427942 h 809868"/>
                    <a:gd name="connsiteX4" fmla="*/ 0 w 1366596"/>
                    <a:gd name="connsiteY4" fmla="*/ 0 h 8098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270" name="Freeform 269"/>
                <p:cNvSpPr/>
                <p:nvPr/>
              </p:nvSpPr>
              <p:spPr bwMode="auto">
                <a:xfrm>
                  <a:off x="2089977" y="1730144"/>
                  <a:ext cx="240888" cy="97039"/>
                </a:xfrm>
                <a:custGeom>
                  <a:avLst/>
                  <a:gdLst>
                    <a:gd name="connsiteX0" fmla="*/ 1329786 w 1348191"/>
                    <a:gd name="connsiteY0" fmla="*/ 0 h 809869"/>
                    <a:gd name="connsiteX1" fmla="*/ 1348191 w 1348191"/>
                    <a:gd name="connsiteY1" fmla="*/ 400333 h 809869"/>
                    <a:gd name="connsiteX2" fmla="*/ 487742 w 1348191"/>
                    <a:gd name="connsiteY2" fmla="*/ 809869 h 809869"/>
                    <a:gd name="connsiteX3" fmla="*/ 0 w 1348191"/>
                    <a:gd name="connsiteY3" fmla="*/ 630409 h 809869"/>
                    <a:gd name="connsiteX4" fmla="*/ 1329786 w 1348191"/>
                    <a:gd name="connsiteY4" fmla="*/ 0 h 809869"/>
                    <a:gd name="connsiteX0" fmla="*/ 1329786 w 1348191"/>
                    <a:gd name="connsiteY0" fmla="*/ 0 h 791462"/>
                    <a:gd name="connsiteX1" fmla="*/ 1348191 w 1348191"/>
                    <a:gd name="connsiteY1" fmla="*/ 381926 h 791462"/>
                    <a:gd name="connsiteX2" fmla="*/ 487742 w 1348191"/>
                    <a:gd name="connsiteY2" fmla="*/ 791462 h 791462"/>
                    <a:gd name="connsiteX3" fmla="*/ 0 w 1348191"/>
                    <a:gd name="connsiteY3" fmla="*/ 612002 h 791462"/>
                    <a:gd name="connsiteX4" fmla="*/ 1329786 w 1348191"/>
                    <a:gd name="connsiteY4" fmla="*/ 0 h 7914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cxnSp>
              <p:nvCxnSpPr>
                <p:cNvPr id="271" name="Straight Connector 270"/>
                <p:cNvCxnSpPr>
                  <a:endCxn id="266" idx="2"/>
                </p:cNvCxnSpPr>
                <p:nvPr/>
              </p:nvCxnSpPr>
              <p:spPr bwMode="auto">
                <a:xfrm flipH="1" flipV="1">
                  <a:off x="1871277" y="1737243"/>
                  <a:ext cx="3169" cy="123074"/>
                </a:xfrm>
                <a:prstGeom prst="line">
                  <a:avLst/>
                </a:prstGeom>
                <a:ln w="6350" cmpd="sng">
                  <a:solidFill>
                    <a:schemeClr val="tx1"/>
                  </a:solidFill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2" name="Straight Connector 271"/>
                <p:cNvCxnSpPr/>
                <p:nvPr/>
              </p:nvCxnSpPr>
              <p:spPr bwMode="auto">
                <a:xfrm flipH="1" flipV="1">
                  <a:off x="2996477" y="1734877"/>
                  <a:ext cx="3171" cy="123074"/>
                </a:xfrm>
                <a:prstGeom prst="line">
                  <a:avLst/>
                </a:prstGeom>
                <a:ln w="6350" cmpd="sng">
                  <a:solidFill>
                    <a:schemeClr val="tx1"/>
                  </a:solidFill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7" name="Group 347"/>
              <p:cNvGrpSpPr>
                <a:grpSpLocks/>
              </p:cNvGrpSpPr>
              <p:nvPr/>
            </p:nvGrpSpPr>
            <p:grpSpPr bwMode="auto">
              <a:xfrm>
                <a:off x="5166757" y="6114152"/>
                <a:ext cx="588970" cy="242608"/>
                <a:chOff x="1871277" y="1576300"/>
                <a:chExt cx="1128371" cy="437861"/>
              </a:xfrm>
            </p:grpSpPr>
            <p:sp>
              <p:nvSpPr>
                <p:cNvPr id="248" name="Oval 247"/>
                <p:cNvSpPr/>
                <p:nvPr/>
              </p:nvSpPr>
              <p:spPr bwMode="auto">
                <a:xfrm flipV="1">
                  <a:off x="1874446" y="1694641"/>
                  <a:ext cx="1125202" cy="319520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accent2">
                        <a:lumMod val="75000"/>
                      </a:schemeClr>
                    </a:gs>
                    <a:gs pos="53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0" scaled="1"/>
                  <a:tileRect/>
                </a:gradFill>
                <a:ln w="6350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dirty="0">
                    <a:ln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249" name="Rectangle 248"/>
                <p:cNvSpPr/>
                <p:nvPr/>
              </p:nvSpPr>
              <p:spPr bwMode="auto">
                <a:xfrm>
                  <a:off x="1871277" y="1739611"/>
                  <a:ext cx="1128371" cy="115973"/>
                </a:xfrm>
                <a:prstGeom prst="rect">
                  <a:avLst/>
                </a:prstGeom>
                <a:gradFill>
                  <a:gsLst>
                    <a:gs pos="0">
                      <a:schemeClr val="accent2">
                        <a:lumMod val="75000"/>
                      </a:schemeClr>
                    </a:gs>
                    <a:gs pos="53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10800000" scaled="0"/>
                </a:gradFill>
                <a:ln w="25400"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250" name="Oval 249"/>
                <p:cNvSpPr/>
                <p:nvPr/>
              </p:nvSpPr>
              <p:spPr bwMode="auto">
                <a:xfrm flipV="1">
                  <a:off x="1871277" y="1576300"/>
                  <a:ext cx="1125200" cy="319520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 w="6350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dirty="0">
                    <a:ln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251" name="Freeform 250"/>
                <p:cNvSpPr/>
                <p:nvPr/>
              </p:nvSpPr>
              <p:spPr bwMode="auto">
                <a:xfrm>
                  <a:off x="2159708" y="1673340"/>
                  <a:ext cx="548339" cy="160943"/>
                </a:xfrm>
                <a:custGeom>
                  <a:avLst/>
                  <a:gdLst>
                    <a:gd name="connsiteX0" fmla="*/ 1486231 w 2944854"/>
                    <a:gd name="connsiteY0" fmla="*/ 727041 h 1302232"/>
                    <a:gd name="connsiteX1" fmla="*/ 257675 w 2944854"/>
                    <a:gd name="connsiteY1" fmla="*/ 1302232 h 1302232"/>
                    <a:gd name="connsiteX2" fmla="*/ 0 w 2944854"/>
                    <a:gd name="connsiteY2" fmla="*/ 1228607 h 1302232"/>
                    <a:gd name="connsiteX3" fmla="*/ 911064 w 2944854"/>
                    <a:gd name="connsiteY3" fmla="*/ 837478 h 1302232"/>
                    <a:gd name="connsiteX4" fmla="*/ 883456 w 2944854"/>
                    <a:gd name="connsiteY4" fmla="*/ 450949 h 1302232"/>
                    <a:gd name="connsiteX5" fmla="*/ 161047 w 2944854"/>
                    <a:gd name="connsiteY5" fmla="*/ 119640 h 1302232"/>
                    <a:gd name="connsiteX6" fmla="*/ 404917 w 2944854"/>
                    <a:gd name="connsiteY6" fmla="*/ 50617 h 1302232"/>
                    <a:gd name="connsiteX7" fmla="*/ 1477028 w 2944854"/>
                    <a:gd name="connsiteY7" fmla="*/ 501566 h 1302232"/>
                    <a:gd name="connsiteX8" fmla="*/ 2572146 w 2944854"/>
                    <a:gd name="connsiteY8" fmla="*/ 0 h 1302232"/>
                    <a:gd name="connsiteX9" fmla="*/ 2875834 w 2944854"/>
                    <a:gd name="connsiteY9" fmla="*/ 96632 h 1302232"/>
                    <a:gd name="connsiteX10" fmla="*/ 2079803 w 2944854"/>
                    <a:gd name="connsiteY10" fmla="*/ 432543 h 1302232"/>
                    <a:gd name="connsiteX11" fmla="*/ 2240850 w 2944854"/>
                    <a:gd name="connsiteY11" fmla="*/ 920305 h 1302232"/>
                    <a:gd name="connsiteX12" fmla="*/ 2944854 w 2944854"/>
                    <a:gd name="connsiteY12" fmla="*/ 1228607 h 1302232"/>
                    <a:gd name="connsiteX13" fmla="*/ 2733192 w 2944854"/>
                    <a:gd name="connsiteY13" fmla="*/ 1297630 h 1302232"/>
                    <a:gd name="connsiteX14" fmla="*/ 1486231 w 2944854"/>
                    <a:gd name="connsiteY14" fmla="*/ 727041 h 1302232"/>
                    <a:gd name="connsiteX0" fmla="*/ 1486231 w 2944854"/>
                    <a:gd name="connsiteY0" fmla="*/ 727041 h 1316375"/>
                    <a:gd name="connsiteX1" fmla="*/ 257675 w 2944854"/>
                    <a:gd name="connsiteY1" fmla="*/ 1302232 h 1316375"/>
                    <a:gd name="connsiteX2" fmla="*/ 0 w 2944854"/>
                    <a:gd name="connsiteY2" fmla="*/ 1228607 h 1316375"/>
                    <a:gd name="connsiteX3" fmla="*/ 911064 w 2944854"/>
                    <a:gd name="connsiteY3" fmla="*/ 837478 h 1316375"/>
                    <a:gd name="connsiteX4" fmla="*/ 883456 w 2944854"/>
                    <a:gd name="connsiteY4" fmla="*/ 450949 h 1316375"/>
                    <a:gd name="connsiteX5" fmla="*/ 161047 w 2944854"/>
                    <a:gd name="connsiteY5" fmla="*/ 119640 h 1316375"/>
                    <a:gd name="connsiteX6" fmla="*/ 404917 w 2944854"/>
                    <a:gd name="connsiteY6" fmla="*/ 50617 h 1316375"/>
                    <a:gd name="connsiteX7" fmla="*/ 1477028 w 2944854"/>
                    <a:gd name="connsiteY7" fmla="*/ 501566 h 1316375"/>
                    <a:gd name="connsiteX8" fmla="*/ 2572146 w 2944854"/>
                    <a:gd name="connsiteY8" fmla="*/ 0 h 1316375"/>
                    <a:gd name="connsiteX9" fmla="*/ 2875834 w 2944854"/>
                    <a:gd name="connsiteY9" fmla="*/ 96632 h 1316375"/>
                    <a:gd name="connsiteX10" fmla="*/ 2079803 w 2944854"/>
                    <a:gd name="connsiteY10" fmla="*/ 432543 h 1316375"/>
                    <a:gd name="connsiteX11" fmla="*/ 2240850 w 2944854"/>
                    <a:gd name="connsiteY11" fmla="*/ 920305 h 1316375"/>
                    <a:gd name="connsiteX12" fmla="*/ 2944854 w 2944854"/>
                    <a:gd name="connsiteY12" fmla="*/ 1228607 h 1316375"/>
                    <a:gd name="connsiteX13" fmla="*/ 2756623 w 2944854"/>
                    <a:gd name="connsiteY13" fmla="*/ 1316375 h 1316375"/>
                    <a:gd name="connsiteX14" fmla="*/ 1486231 w 2944854"/>
                    <a:gd name="connsiteY14" fmla="*/ 727041 h 1316375"/>
                    <a:gd name="connsiteX0" fmla="*/ 1486231 w 3024520"/>
                    <a:gd name="connsiteY0" fmla="*/ 727041 h 1316375"/>
                    <a:gd name="connsiteX1" fmla="*/ 257675 w 3024520"/>
                    <a:gd name="connsiteY1" fmla="*/ 1302232 h 1316375"/>
                    <a:gd name="connsiteX2" fmla="*/ 0 w 3024520"/>
                    <a:gd name="connsiteY2" fmla="*/ 1228607 h 1316375"/>
                    <a:gd name="connsiteX3" fmla="*/ 911064 w 3024520"/>
                    <a:gd name="connsiteY3" fmla="*/ 837478 h 1316375"/>
                    <a:gd name="connsiteX4" fmla="*/ 883456 w 3024520"/>
                    <a:gd name="connsiteY4" fmla="*/ 450949 h 1316375"/>
                    <a:gd name="connsiteX5" fmla="*/ 161047 w 3024520"/>
                    <a:gd name="connsiteY5" fmla="*/ 119640 h 1316375"/>
                    <a:gd name="connsiteX6" fmla="*/ 404917 w 3024520"/>
                    <a:gd name="connsiteY6" fmla="*/ 50617 h 1316375"/>
                    <a:gd name="connsiteX7" fmla="*/ 1477028 w 3024520"/>
                    <a:gd name="connsiteY7" fmla="*/ 501566 h 1316375"/>
                    <a:gd name="connsiteX8" fmla="*/ 2572146 w 3024520"/>
                    <a:gd name="connsiteY8" fmla="*/ 0 h 1316375"/>
                    <a:gd name="connsiteX9" fmla="*/ 2875834 w 3024520"/>
                    <a:gd name="connsiteY9" fmla="*/ 96632 h 1316375"/>
                    <a:gd name="connsiteX10" fmla="*/ 2079803 w 3024520"/>
                    <a:gd name="connsiteY10" fmla="*/ 432543 h 1316375"/>
                    <a:gd name="connsiteX11" fmla="*/ 2240850 w 3024520"/>
                    <a:gd name="connsiteY11" fmla="*/ 920305 h 1316375"/>
                    <a:gd name="connsiteX12" fmla="*/ 3024520 w 3024520"/>
                    <a:gd name="connsiteY12" fmla="*/ 1228607 h 1316375"/>
                    <a:gd name="connsiteX13" fmla="*/ 2756623 w 3024520"/>
                    <a:gd name="connsiteY13" fmla="*/ 1316375 h 1316375"/>
                    <a:gd name="connsiteX14" fmla="*/ 1486231 w 3024520"/>
                    <a:gd name="connsiteY14" fmla="*/ 727041 h 1316375"/>
                    <a:gd name="connsiteX0" fmla="*/ 1537780 w 3076069"/>
                    <a:gd name="connsiteY0" fmla="*/ 727041 h 1316375"/>
                    <a:gd name="connsiteX1" fmla="*/ 309224 w 3076069"/>
                    <a:gd name="connsiteY1" fmla="*/ 1302232 h 1316375"/>
                    <a:gd name="connsiteX2" fmla="*/ 0 w 3076069"/>
                    <a:gd name="connsiteY2" fmla="*/ 1228607 h 1316375"/>
                    <a:gd name="connsiteX3" fmla="*/ 962613 w 3076069"/>
                    <a:gd name="connsiteY3" fmla="*/ 837478 h 1316375"/>
                    <a:gd name="connsiteX4" fmla="*/ 935005 w 3076069"/>
                    <a:gd name="connsiteY4" fmla="*/ 450949 h 1316375"/>
                    <a:gd name="connsiteX5" fmla="*/ 212596 w 3076069"/>
                    <a:gd name="connsiteY5" fmla="*/ 119640 h 1316375"/>
                    <a:gd name="connsiteX6" fmla="*/ 456466 w 3076069"/>
                    <a:gd name="connsiteY6" fmla="*/ 50617 h 1316375"/>
                    <a:gd name="connsiteX7" fmla="*/ 1528577 w 3076069"/>
                    <a:gd name="connsiteY7" fmla="*/ 501566 h 1316375"/>
                    <a:gd name="connsiteX8" fmla="*/ 2623695 w 3076069"/>
                    <a:gd name="connsiteY8" fmla="*/ 0 h 1316375"/>
                    <a:gd name="connsiteX9" fmla="*/ 2927383 w 3076069"/>
                    <a:gd name="connsiteY9" fmla="*/ 96632 h 1316375"/>
                    <a:gd name="connsiteX10" fmla="*/ 2131352 w 3076069"/>
                    <a:gd name="connsiteY10" fmla="*/ 432543 h 1316375"/>
                    <a:gd name="connsiteX11" fmla="*/ 2292399 w 3076069"/>
                    <a:gd name="connsiteY11" fmla="*/ 920305 h 1316375"/>
                    <a:gd name="connsiteX12" fmla="*/ 3076069 w 3076069"/>
                    <a:gd name="connsiteY12" fmla="*/ 1228607 h 1316375"/>
                    <a:gd name="connsiteX13" fmla="*/ 2808172 w 3076069"/>
                    <a:gd name="connsiteY13" fmla="*/ 1316375 h 1316375"/>
                    <a:gd name="connsiteX14" fmla="*/ 1537780 w 3076069"/>
                    <a:gd name="connsiteY14" fmla="*/ 727041 h 1316375"/>
                    <a:gd name="connsiteX0" fmla="*/ 1537780 w 3076069"/>
                    <a:gd name="connsiteY0" fmla="*/ 727041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27041 h 1321259"/>
                    <a:gd name="connsiteX0" fmla="*/ 1537780 w 3076069"/>
                    <a:gd name="connsiteY0" fmla="*/ 750825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50825 h 13212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chemeClr val="accent2">
                    <a:lumMod val="60000"/>
                    <a:lumOff val="40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252" name="Freeform 251"/>
                <p:cNvSpPr/>
                <p:nvPr/>
              </p:nvSpPr>
              <p:spPr bwMode="auto">
                <a:xfrm>
                  <a:off x="2102655" y="1633103"/>
                  <a:ext cx="662444" cy="111241"/>
                </a:xfrm>
                <a:custGeom>
                  <a:avLst/>
                  <a:gdLst>
                    <a:gd name="connsiteX0" fmla="*/ 0 w 3645229"/>
                    <a:gd name="connsiteY0" fmla="*/ 214441 h 923747"/>
                    <a:gd name="connsiteX1" fmla="*/ 659770 w 3645229"/>
                    <a:gd name="connsiteY1" fmla="*/ 16495 h 923747"/>
                    <a:gd name="connsiteX2" fmla="*/ 1814367 w 3645229"/>
                    <a:gd name="connsiteY2" fmla="*/ 511360 h 923747"/>
                    <a:gd name="connsiteX3" fmla="*/ 2968965 w 3645229"/>
                    <a:gd name="connsiteY3" fmla="*/ 0 h 923747"/>
                    <a:gd name="connsiteX4" fmla="*/ 3645229 w 3645229"/>
                    <a:gd name="connsiteY4" fmla="*/ 197946 h 923747"/>
                    <a:gd name="connsiteX5" fmla="*/ 3199884 w 3645229"/>
                    <a:gd name="connsiteY5" fmla="*/ 461874 h 923747"/>
                    <a:gd name="connsiteX6" fmla="*/ 2985459 w 3645229"/>
                    <a:gd name="connsiteY6" fmla="*/ 379396 h 923747"/>
                    <a:gd name="connsiteX7" fmla="*/ 1830861 w 3645229"/>
                    <a:gd name="connsiteY7" fmla="*/ 923747 h 923747"/>
                    <a:gd name="connsiteX8" fmla="*/ 676264 w 3645229"/>
                    <a:gd name="connsiteY8" fmla="*/ 412387 h 923747"/>
                    <a:gd name="connsiteX9" fmla="*/ 527816 w 3645229"/>
                    <a:gd name="connsiteY9" fmla="*/ 478369 h 923747"/>
                    <a:gd name="connsiteX10" fmla="*/ 0 w 3645229"/>
                    <a:gd name="connsiteY10" fmla="*/ 21444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78369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90067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09765 w 3640627"/>
                    <a:gd name="connsiteY2" fmla="*/ 511360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3008465 w 3640627"/>
                    <a:gd name="connsiteY6" fmla="*/ 402404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723451"/>
                    <a:gd name="connsiteY0" fmla="*/ 242051 h 946755"/>
                    <a:gd name="connsiteX1" fmla="*/ 655168 w 3723451"/>
                    <a:gd name="connsiteY1" fmla="*/ 16495 h 946755"/>
                    <a:gd name="connsiteX2" fmla="*/ 1855778 w 3723451"/>
                    <a:gd name="connsiteY2" fmla="*/ 534367 h 946755"/>
                    <a:gd name="connsiteX3" fmla="*/ 2964363 w 3723451"/>
                    <a:gd name="connsiteY3" fmla="*/ 0 h 946755"/>
                    <a:gd name="connsiteX4" fmla="*/ 3723451 w 3723451"/>
                    <a:gd name="connsiteY4" fmla="*/ 220954 h 946755"/>
                    <a:gd name="connsiteX5" fmla="*/ 3195282 w 3723451"/>
                    <a:gd name="connsiteY5" fmla="*/ 461874 h 946755"/>
                    <a:gd name="connsiteX6" fmla="*/ 3008465 w 3723451"/>
                    <a:gd name="connsiteY6" fmla="*/ 402404 h 946755"/>
                    <a:gd name="connsiteX7" fmla="*/ 1876873 w 3723451"/>
                    <a:gd name="connsiteY7" fmla="*/ 946755 h 946755"/>
                    <a:gd name="connsiteX8" fmla="*/ 690067 w 3723451"/>
                    <a:gd name="connsiteY8" fmla="*/ 412387 h 946755"/>
                    <a:gd name="connsiteX9" fmla="*/ 523214 w 3723451"/>
                    <a:gd name="connsiteY9" fmla="*/ 482971 h 946755"/>
                    <a:gd name="connsiteX10" fmla="*/ 0 w 3723451"/>
                    <a:gd name="connsiteY10" fmla="*/ 242051 h 946755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08465 w 3723451"/>
                    <a:gd name="connsiteY6" fmla="*/ 388599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711613 w 3723451"/>
                    <a:gd name="connsiteY8" fmla="*/ 413055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255" name="Freeform 254"/>
                <p:cNvSpPr/>
                <p:nvPr/>
              </p:nvSpPr>
              <p:spPr bwMode="auto">
                <a:xfrm>
                  <a:off x="2536889" y="1727776"/>
                  <a:ext cx="244057" cy="97040"/>
                </a:xfrm>
                <a:custGeom>
                  <a:avLst/>
                  <a:gdLst>
                    <a:gd name="connsiteX0" fmla="*/ 55216 w 1421812"/>
                    <a:gd name="connsiteY0" fmla="*/ 0 h 800665"/>
                    <a:gd name="connsiteX1" fmla="*/ 1421812 w 1421812"/>
                    <a:gd name="connsiteY1" fmla="*/ 625807 h 800665"/>
                    <a:gd name="connsiteX2" fmla="*/ 947874 w 1421812"/>
                    <a:gd name="connsiteY2" fmla="*/ 800665 h 800665"/>
                    <a:gd name="connsiteX3" fmla="*/ 50614 w 1421812"/>
                    <a:gd name="connsiteY3" fmla="*/ 404934 h 800665"/>
                    <a:gd name="connsiteX4" fmla="*/ 0 w 1421812"/>
                    <a:gd name="connsiteY4" fmla="*/ 404934 h 800665"/>
                    <a:gd name="connsiteX5" fmla="*/ 55216 w 1421812"/>
                    <a:gd name="connsiteY5" fmla="*/ 0 h 800665"/>
                    <a:gd name="connsiteX0" fmla="*/ 4602 w 1371198"/>
                    <a:gd name="connsiteY0" fmla="*/ 0 h 800665"/>
                    <a:gd name="connsiteX1" fmla="*/ 1371198 w 1371198"/>
                    <a:gd name="connsiteY1" fmla="*/ 625807 h 800665"/>
                    <a:gd name="connsiteX2" fmla="*/ 897260 w 1371198"/>
                    <a:gd name="connsiteY2" fmla="*/ 800665 h 800665"/>
                    <a:gd name="connsiteX3" fmla="*/ 0 w 1371198"/>
                    <a:gd name="connsiteY3" fmla="*/ 404934 h 800665"/>
                    <a:gd name="connsiteX4" fmla="*/ 4602 w 1371198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9868"/>
                    <a:gd name="connsiteX1" fmla="*/ 1366596 w 1366596"/>
                    <a:gd name="connsiteY1" fmla="*/ 625807 h 809868"/>
                    <a:gd name="connsiteX2" fmla="*/ 865050 w 1366596"/>
                    <a:gd name="connsiteY2" fmla="*/ 809868 h 809868"/>
                    <a:gd name="connsiteX3" fmla="*/ 4601 w 1366596"/>
                    <a:gd name="connsiteY3" fmla="*/ 427942 h 809868"/>
                    <a:gd name="connsiteX4" fmla="*/ 0 w 1366596"/>
                    <a:gd name="connsiteY4" fmla="*/ 0 h 8098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258" name="Freeform 257"/>
                <p:cNvSpPr/>
                <p:nvPr/>
              </p:nvSpPr>
              <p:spPr bwMode="auto">
                <a:xfrm>
                  <a:off x="2089977" y="1730144"/>
                  <a:ext cx="240888" cy="97039"/>
                </a:xfrm>
                <a:custGeom>
                  <a:avLst/>
                  <a:gdLst>
                    <a:gd name="connsiteX0" fmla="*/ 1329786 w 1348191"/>
                    <a:gd name="connsiteY0" fmla="*/ 0 h 809869"/>
                    <a:gd name="connsiteX1" fmla="*/ 1348191 w 1348191"/>
                    <a:gd name="connsiteY1" fmla="*/ 400333 h 809869"/>
                    <a:gd name="connsiteX2" fmla="*/ 487742 w 1348191"/>
                    <a:gd name="connsiteY2" fmla="*/ 809869 h 809869"/>
                    <a:gd name="connsiteX3" fmla="*/ 0 w 1348191"/>
                    <a:gd name="connsiteY3" fmla="*/ 630409 h 809869"/>
                    <a:gd name="connsiteX4" fmla="*/ 1329786 w 1348191"/>
                    <a:gd name="connsiteY4" fmla="*/ 0 h 809869"/>
                    <a:gd name="connsiteX0" fmla="*/ 1329786 w 1348191"/>
                    <a:gd name="connsiteY0" fmla="*/ 0 h 791462"/>
                    <a:gd name="connsiteX1" fmla="*/ 1348191 w 1348191"/>
                    <a:gd name="connsiteY1" fmla="*/ 381926 h 791462"/>
                    <a:gd name="connsiteX2" fmla="*/ 487742 w 1348191"/>
                    <a:gd name="connsiteY2" fmla="*/ 791462 h 791462"/>
                    <a:gd name="connsiteX3" fmla="*/ 0 w 1348191"/>
                    <a:gd name="connsiteY3" fmla="*/ 612002 h 791462"/>
                    <a:gd name="connsiteX4" fmla="*/ 1329786 w 1348191"/>
                    <a:gd name="connsiteY4" fmla="*/ 0 h 7914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cxnSp>
              <p:nvCxnSpPr>
                <p:cNvPr id="259" name="Straight Connector 258"/>
                <p:cNvCxnSpPr>
                  <a:endCxn id="250" idx="2"/>
                </p:cNvCxnSpPr>
                <p:nvPr/>
              </p:nvCxnSpPr>
              <p:spPr bwMode="auto">
                <a:xfrm flipH="1" flipV="1">
                  <a:off x="1871277" y="1737243"/>
                  <a:ext cx="3169" cy="123074"/>
                </a:xfrm>
                <a:prstGeom prst="line">
                  <a:avLst/>
                </a:prstGeom>
                <a:ln w="6350" cmpd="sng">
                  <a:solidFill>
                    <a:schemeClr val="tx1"/>
                  </a:solidFill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0" name="Straight Connector 259"/>
                <p:cNvCxnSpPr/>
                <p:nvPr/>
              </p:nvCxnSpPr>
              <p:spPr bwMode="auto">
                <a:xfrm flipH="1" flipV="1">
                  <a:off x="2996477" y="1734877"/>
                  <a:ext cx="3171" cy="123074"/>
                </a:xfrm>
                <a:prstGeom prst="line">
                  <a:avLst/>
                </a:prstGeom>
                <a:ln w="6350" cmpd="sng">
                  <a:solidFill>
                    <a:schemeClr val="tx1"/>
                  </a:solidFill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8" name="Group 347"/>
              <p:cNvGrpSpPr>
                <a:grpSpLocks/>
              </p:cNvGrpSpPr>
              <p:nvPr/>
            </p:nvGrpSpPr>
            <p:grpSpPr bwMode="auto">
              <a:xfrm>
                <a:off x="3704088" y="6206732"/>
                <a:ext cx="588970" cy="242608"/>
                <a:chOff x="1871277" y="1576300"/>
                <a:chExt cx="1128371" cy="437861"/>
              </a:xfrm>
            </p:grpSpPr>
            <p:sp>
              <p:nvSpPr>
                <p:cNvPr id="239" name="Oval 238"/>
                <p:cNvSpPr/>
                <p:nvPr/>
              </p:nvSpPr>
              <p:spPr bwMode="auto">
                <a:xfrm flipV="1">
                  <a:off x="1874446" y="1694641"/>
                  <a:ext cx="1125202" cy="319520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accent2">
                        <a:lumMod val="75000"/>
                      </a:schemeClr>
                    </a:gs>
                    <a:gs pos="53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0" scaled="1"/>
                  <a:tileRect/>
                </a:gradFill>
                <a:ln w="6350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dirty="0">
                    <a:ln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240" name="Rectangle 239"/>
                <p:cNvSpPr/>
                <p:nvPr/>
              </p:nvSpPr>
              <p:spPr bwMode="auto">
                <a:xfrm>
                  <a:off x="1871277" y="1739611"/>
                  <a:ext cx="1128371" cy="115973"/>
                </a:xfrm>
                <a:prstGeom prst="rect">
                  <a:avLst/>
                </a:prstGeom>
                <a:gradFill>
                  <a:gsLst>
                    <a:gs pos="0">
                      <a:schemeClr val="accent2">
                        <a:lumMod val="75000"/>
                      </a:schemeClr>
                    </a:gs>
                    <a:gs pos="53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10800000" scaled="0"/>
                </a:gradFill>
                <a:ln w="25400"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241" name="Oval 240"/>
                <p:cNvSpPr/>
                <p:nvPr/>
              </p:nvSpPr>
              <p:spPr bwMode="auto">
                <a:xfrm flipV="1">
                  <a:off x="1871277" y="1576300"/>
                  <a:ext cx="1125200" cy="319520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 w="6350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dirty="0">
                    <a:ln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242" name="Freeform 241"/>
                <p:cNvSpPr/>
                <p:nvPr/>
              </p:nvSpPr>
              <p:spPr bwMode="auto">
                <a:xfrm>
                  <a:off x="2159708" y="1673340"/>
                  <a:ext cx="548339" cy="160943"/>
                </a:xfrm>
                <a:custGeom>
                  <a:avLst/>
                  <a:gdLst>
                    <a:gd name="connsiteX0" fmla="*/ 1486231 w 2944854"/>
                    <a:gd name="connsiteY0" fmla="*/ 727041 h 1302232"/>
                    <a:gd name="connsiteX1" fmla="*/ 257675 w 2944854"/>
                    <a:gd name="connsiteY1" fmla="*/ 1302232 h 1302232"/>
                    <a:gd name="connsiteX2" fmla="*/ 0 w 2944854"/>
                    <a:gd name="connsiteY2" fmla="*/ 1228607 h 1302232"/>
                    <a:gd name="connsiteX3" fmla="*/ 911064 w 2944854"/>
                    <a:gd name="connsiteY3" fmla="*/ 837478 h 1302232"/>
                    <a:gd name="connsiteX4" fmla="*/ 883456 w 2944854"/>
                    <a:gd name="connsiteY4" fmla="*/ 450949 h 1302232"/>
                    <a:gd name="connsiteX5" fmla="*/ 161047 w 2944854"/>
                    <a:gd name="connsiteY5" fmla="*/ 119640 h 1302232"/>
                    <a:gd name="connsiteX6" fmla="*/ 404917 w 2944854"/>
                    <a:gd name="connsiteY6" fmla="*/ 50617 h 1302232"/>
                    <a:gd name="connsiteX7" fmla="*/ 1477028 w 2944854"/>
                    <a:gd name="connsiteY7" fmla="*/ 501566 h 1302232"/>
                    <a:gd name="connsiteX8" fmla="*/ 2572146 w 2944854"/>
                    <a:gd name="connsiteY8" fmla="*/ 0 h 1302232"/>
                    <a:gd name="connsiteX9" fmla="*/ 2875834 w 2944854"/>
                    <a:gd name="connsiteY9" fmla="*/ 96632 h 1302232"/>
                    <a:gd name="connsiteX10" fmla="*/ 2079803 w 2944854"/>
                    <a:gd name="connsiteY10" fmla="*/ 432543 h 1302232"/>
                    <a:gd name="connsiteX11" fmla="*/ 2240850 w 2944854"/>
                    <a:gd name="connsiteY11" fmla="*/ 920305 h 1302232"/>
                    <a:gd name="connsiteX12" fmla="*/ 2944854 w 2944854"/>
                    <a:gd name="connsiteY12" fmla="*/ 1228607 h 1302232"/>
                    <a:gd name="connsiteX13" fmla="*/ 2733192 w 2944854"/>
                    <a:gd name="connsiteY13" fmla="*/ 1297630 h 1302232"/>
                    <a:gd name="connsiteX14" fmla="*/ 1486231 w 2944854"/>
                    <a:gd name="connsiteY14" fmla="*/ 727041 h 1302232"/>
                    <a:gd name="connsiteX0" fmla="*/ 1486231 w 2944854"/>
                    <a:gd name="connsiteY0" fmla="*/ 727041 h 1316375"/>
                    <a:gd name="connsiteX1" fmla="*/ 257675 w 2944854"/>
                    <a:gd name="connsiteY1" fmla="*/ 1302232 h 1316375"/>
                    <a:gd name="connsiteX2" fmla="*/ 0 w 2944854"/>
                    <a:gd name="connsiteY2" fmla="*/ 1228607 h 1316375"/>
                    <a:gd name="connsiteX3" fmla="*/ 911064 w 2944854"/>
                    <a:gd name="connsiteY3" fmla="*/ 837478 h 1316375"/>
                    <a:gd name="connsiteX4" fmla="*/ 883456 w 2944854"/>
                    <a:gd name="connsiteY4" fmla="*/ 450949 h 1316375"/>
                    <a:gd name="connsiteX5" fmla="*/ 161047 w 2944854"/>
                    <a:gd name="connsiteY5" fmla="*/ 119640 h 1316375"/>
                    <a:gd name="connsiteX6" fmla="*/ 404917 w 2944854"/>
                    <a:gd name="connsiteY6" fmla="*/ 50617 h 1316375"/>
                    <a:gd name="connsiteX7" fmla="*/ 1477028 w 2944854"/>
                    <a:gd name="connsiteY7" fmla="*/ 501566 h 1316375"/>
                    <a:gd name="connsiteX8" fmla="*/ 2572146 w 2944854"/>
                    <a:gd name="connsiteY8" fmla="*/ 0 h 1316375"/>
                    <a:gd name="connsiteX9" fmla="*/ 2875834 w 2944854"/>
                    <a:gd name="connsiteY9" fmla="*/ 96632 h 1316375"/>
                    <a:gd name="connsiteX10" fmla="*/ 2079803 w 2944854"/>
                    <a:gd name="connsiteY10" fmla="*/ 432543 h 1316375"/>
                    <a:gd name="connsiteX11" fmla="*/ 2240850 w 2944854"/>
                    <a:gd name="connsiteY11" fmla="*/ 920305 h 1316375"/>
                    <a:gd name="connsiteX12" fmla="*/ 2944854 w 2944854"/>
                    <a:gd name="connsiteY12" fmla="*/ 1228607 h 1316375"/>
                    <a:gd name="connsiteX13" fmla="*/ 2756623 w 2944854"/>
                    <a:gd name="connsiteY13" fmla="*/ 1316375 h 1316375"/>
                    <a:gd name="connsiteX14" fmla="*/ 1486231 w 2944854"/>
                    <a:gd name="connsiteY14" fmla="*/ 727041 h 1316375"/>
                    <a:gd name="connsiteX0" fmla="*/ 1486231 w 3024520"/>
                    <a:gd name="connsiteY0" fmla="*/ 727041 h 1316375"/>
                    <a:gd name="connsiteX1" fmla="*/ 257675 w 3024520"/>
                    <a:gd name="connsiteY1" fmla="*/ 1302232 h 1316375"/>
                    <a:gd name="connsiteX2" fmla="*/ 0 w 3024520"/>
                    <a:gd name="connsiteY2" fmla="*/ 1228607 h 1316375"/>
                    <a:gd name="connsiteX3" fmla="*/ 911064 w 3024520"/>
                    <a:gd name="connsiteY3" fmla="*/ 837478 h 1316375"/>
                    <a:gd name="connsiteX4" fmla="*/ 883456 w 3024520"/>
                    <a:gd name="connsiteY4" fmla="*/ 450949 h 1316375"/>
                    <a:gd name="connsiteX5" fmla="*/ 161047 w 3024520"/>
                    <a:gd name="connsiteY5" fmla="*/ 119640 h 1316375"/>
                    <a:gd name="connsiteX6" fmla="*/ 404917 w 3024520"/>
                    <a:gd name="connsiteY6" fmla="*/ 50617 h 1316375"/>
                    <a:gd name="connsiteX7" fmla="*/ 1477028 w 3024520"/>
                    <a:gd name="connsiteY7" fmla="*/ 501566 h 1316375"/>
                    <a:gd name="connsiteX8" fmla="*/ 2572146 w 3024520"/>
                    <a:gd name="connsiteY8" fmla="*/ 0 h 1316375"/>
                    <a:gd name="connsiteX9" fmla="*/ 2875834 w 3024520"/>
                    <a:gd name="connsiteY9" fmla="*/ 96632 h 1316375"/>
                    <a:gd name="connsiteX10" fmla="*/ 2079803 w 3024520"/>
                    <a:gd name="connsiteY10" fmla="*/ 432543 h 1316375"/>
                    <a:gd name="connsiteX11" fmla="*/ 2240850 w 3024520"/>
                    <a:gd name="connsiteY11" fmla="*/ 920305 h 1316375"/>
                    <a:gd name="connsiteX12" fmla="*/ 3024520 w 3024520"/>
                    <a:gd name="connsiteY12" fmla="*/ 1228607 h 1316375"/>
                    <a:gd name="connsiteX13" fmla="*/ 2756623 w 3024520"/>
                    <a:gd name="connsiteY13" fmla="*/ 1316375 h 1316375"/>
                    <a:gd name="connsiteX14" fmla="*/ 1486231 w 3024520"/>
                    <a:gd name="connsiteY14" fmla="*/ 727041 h 1316375"/>
                    <a:gd name="connsiteX0" fmla="*/ 1537780 w 3076069"/>
                    <a:gd name="connsiteY0" fmla="*/ 727041 h 1316375"/>
                    <a:gd name="connsiteX1" fmla="*/ 309224 w 3076069"/>
                    <a:gd name="connsiteY1" fmla="*/ 1302232 h 1316375"/>
                    <a:gd name="connsiteX2" fmla="*/ 0 w 3076069"/>
                    <a:gd name="connsiteY2" fmla="*/ 1228607 h 1316375"/>
                    <a:gd name="connsiteX3" fmla="*/ 962613 w 3076069"/>
                    <a:gd name="connsiteY3" fmla="*/ 837478 h 1316375"/>
                    <a:gd name="connsiteX4" fmla="*/ 935005 w 3076069"/>
                    <a:gd name="connsiteY4" fmla="*/ 450949 h 1316375"/>
                    <a:gd name="connsiteX5" fmla="*/ 212596 w 3076069"/>
                    <a:gd name="connsiteY5" fmla="*/ 119640 h 1316375"/>
                    <a:gd name="connsiteX6" fmla="*/ 456466 w 3076069"/>
                    <a:gd name="connsiteY6" fmla="*/ 50617 h 1316375"/>
                    <a:gd name="connsiteX7" fmla="*/ 1528577 w 3076069"/>
                    <a:gd name="connsiteY7" fmla="*/ 501566 h 1316375"/>
                    <a:gd name="connsiteX8" fmla="*/ 2623695 w 3076069"/>
                    <a:gd name="connsiteY8" fmla="*/ 0 h 1316375"/>
                    <a:gd name="connsiteX9" fmla="*/ 2927383 w 3076069"/>
                    <a:gd name="connsiteY9" fmla="*/ 96632 h 1316375"/>
                    <a:gd name="connsiteX10" fmla="*/ 2131352 w 3076069"/>
                    <a:gd name="connsiteY10" fmla="*/ 432543 h 1316375"/>
                    <a:gd name="connsiteX11" fmla="*/ 2292399 w 3076069"/>
                    <a:gd name="connsiteY11" fmla="*/ 920305 h 1316375"/>
                    <a:gd name="connsiteX12" fmla="*/ 3076069 w 3076069"/>
                    <a:gd name="connsiteY12" fmla="*/ 1228607 h 1316375"/>
                    <a:gd name="connsiteX13" fmla="*/ 2808172 w 3076069"/>
                    <a:gd name="connsiteY13" fmla="*/ 1316375 h 1316375"/>
                    <a:gd name="connsiteX14" fmla="*/ 1537780 w 3076069"/>
                    <a:gd name="connsiteY14" fmla="*/ 727041 h 1316375"/>
                    <a:gd name="connsiteX0" fmla="*/ 1537780 w 3076069"/>
                    <a:gd name="connsiteY0" fmla="*/ 727041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27041 h 1321259"/>
                    <a:gd name="connsiteX0" fmla="*/ 1537780 w 3076069"/>
                    <a:gd name="connsiteY0" fmla="*/ 750825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50825 h 13212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chemeClr val="accent2">
                    <a:lumMod val="60000"/>
                    <a:lumOff val="40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243" name="Freeform 242"/>
                <p:cNvSpPr/>
                <p:nvPr/>
              </p:nvSpPr>
              <p:spPr bwMode="auto">
                <a:xfrm>
                  <a:off x="2102655" y="1633103"/>
                  <a:ext cx="662444" cy="111241"/>
                </a:xfrm>
                <a:custGeom>
                  <a:avLst/>
                  <a:gdLst>
                    <a:gd name="connsiteX0" fmla="*/ 0 w 3645229"/>
                    <a:gd name="connsiteY0" fmla="*/ 214441 h 923747"/>
                    <a:gd name="connsiteX1" fmla="*/ 659770 w 3645229"/>
                    <a:gd name="connsiteY1" fmla="*/ 16495 h 923747"/>
                    <a:gd name="connsiteX2" fmla="*/ 1814367 w 3645229"/>
                    <a:gd name="connsiteY2" fmla="*/ 511360 h 923747"/>
                    <a:gd name="connsiteX3" fmla="*/ 2968965 w 3645229"/>
                    <a:gd name="connsiteY3" fmla="*/ 0 h 923747"/>
                    <a:gd name="connsiteX4" fmla="*/ 3645229 w 3645229"/>
                    <a:gd name="connsiteY4" fmla="*/ 197946 h 923747"/>
                    <a:gd name="connsiteX5" fmla="*/ 3199884 w 3645229"/>
                    <a:gd name="connsiteY5" fmla="*/ 461874 h 923747"/>
                    <a:gd name="connsiteX6" fmla="*/ 2985459 w 3645229"/>
                    <a:gd name="connsiteY6" fmla="*/ 379396 h 923747"/>
                    <a:gd name="connsiteX7" fmla="*/ 1830861 w 3645229"/>
                    <a:gd name="connsiteY7" fmla="*/ 923747 h 923747"/>
                    <a:gd name="connsiteX8" fmla="*/ 676264 w 3645229"/>
                    <a:gd name="connsiteY8" fmla="*/ 412387 h 923747"/>
                    <a:gd name="connsiteX9" fmla="*/ 527816 w 3645229"/>
                    <a:gd name="connsiteY9" fmla="*/ 478369 h 923747"/>
                    <a:gd name="connsiteX10" fmla="*/ 0 w 3645229"/>
                    <a:gd name="connsiteY10" fmla="*/ 21444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78369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90067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09765 w 3640627"/>
                    <a:gd name="connsiteY2" fmla="*/ 511360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3008465 w 3640627"/>
                    <a:gd name="connsiteY6" fmla="*/ 402404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723451"/>
                    <a:gd name="connsiteY0" fmla="*/ 242051 h 946755"/>
                    <a:gd name="connsiteX1" fmla="*/ 655168 w 3723451"/>
                    <a:gd name="connsiteY1" fmla="*/ 16495 h 946755"/>
                    <a:gd name="connsiteX2" fmla="*/ 1855778 w 3723451"/>
                    <a:gd name="connsiteY2" fmla="*/ 534367 h 946755"/>
                    <a:gd name="connsiteX3" fmla="*/ 2964363 w 3723451"/>
                    <a:gd name="connsiteY3" fmla="*/ 0 h 946755"/>
                    <a:gd name="connsiteX4" fmla="*/ 3723451 w 3723451"/>
                    <a:gd name="connsiteY4" fmla="*/ 220954 h 946755"/>
                    <a:gd name="connsiteX5" fmla="*/ 3195282 w 3723451"/>
                    <a:gd name="connsiteY5" fmla="*/ 461874 h 946755"/>
                    <a:gd name="connsiteX6" fmla="*/ 3008465 w 3723451"/>
                    <a:gd name="connsiteY6" fmla="*/ 402404 h 946755"/>
                    <a:gd name="connsiteX7" fmla="*/ 1876873 w 3723451"/>
                    <a:gd name="connsiteY7" fmla="*/ 946755 h 946755"/>
                    <a:gd name="connsiteX8" fmla="*/ 690067 w 3723451"/>
                    <a:gd name="connsiteY8" fmla="*/ 412387 h 946755"/>
                    <a:gd name="connsiteX9" fmla="*/ 523214 w 3723451"/>
                    <a:gd name="connsiteY9" fmla="*/ 482971 h 946755"/>
                    <a:gd name="connsiteX10" fmla="*/ 0 w 3723451"/>
                    <a:gd name="connsiteY10" fmla="*/ 242051 h 946755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08465 w 3723451"/>
                    <a:gd name="connsiteY6" fmla="*/ 388599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711613 w 3723451"/>
                    <a:gd name="connsiteY8" fmla="*/ 413055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244" name="Freeform 243"/>
                <p:cNvSpPr/>
                <p:nvPr/>
              </p:nvSpPr>
              <p:spPr bwMode="auto">
                <a:xfrm>
                  <a:off x="2536889" y="1727776"/>
                  <a:ext cx="244057" cy="97040"/>
                </a:xfrm>
                <a:custGeom>
                  <a:avLst/>
                  <a:gdLst>
                    <a:gd name="connsiteX0" fmla="*/ 55216 w 1421812"/>
                    <a:gd name="connsiteY0" fmla="*/ 0 h 800665"/>
                    <a:gd name="connsiteX1" fmla="*/ 1421812 w 1421812"/>
                    <a:gd name="connsiteY1" fmla="*/ 625807 h 800665"/>
                    <a:gd name="connsiteX2" fmla="*/ 947874 w 1421812"/>
                    <a:gd name="connsiteY2" fmla="*/ 800665 h 800665"/>
                    <a:gd name="connsiteX3" fmla="*/ 50614 w 1421812"/>
                    <a:gd name="connsiteY3" fmla="*/ 404934 h 800665"/>
                    <a:gd name="connsiteX4" fmla="*/ 0 w 1421812"/>
                    <a:gd name="connsiteY4" fmla="*/ 404934 h 800665"/>
                    <a:gd name="connsiteX5" fmla="*/ 55216 w 1421812"/>
                    <a:gd name="connsiteY5" fmla="*/ 0 h 800665"/>
                    <a:gd name="connsiteX0" fmla="*/ 4602 w 1371198"/>
                    <a:gd name="connsiteY0" fmla="*/ 0 h 800665"/>
                    <a:gd name="connsiteX1" fmla="*/ 1371198 w 1371198"/>
                    <a:gd name="connsiteY1" fmla="*/ 625807 h 800665"/>
                    <a:gd name="connsiteX2" fmla="*/ 897260 w 1371198"/>
                    <a:gd name="connsiteY2" fmla="*/ 800665 h 800665"/>
                    <a:gd name="connsiteX3" fmla="*/ 0 w 1371198"/>
                    <a:gd name="connsiteY3" fmla="*/ 404934 h 800665"/>
                    <a:gd name="connsiteX4" fmla="*/ 4602 w 1371198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9868"/>
                    <a:gd name="connsiteX1" fmla="*/ 1366596 w 1366596"/>
                    <a:gd name="connsiteY1" fmla="*/ 625807 h 809868"/>
                    <a:gd name="connsiteX2" fmla="*/ 865050 w 1366596"/>
                    <a:gd name="connsiteY2" fmla="*/ 809868 h 809868"/>
                    <a:gd name="connsiteX3" fmla="*/ 4601 w 1366596"/>
                    <a:gd name="connsiteY3" fmla="*/ 427942 h 809868"/>
                    <a:gd name="connsiteX4" fmla="*/ 0 w 1366596"/>
                    <a:gd name="connsiteY4" fmla="*/ 0 h 8098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245" name="Freeform 244"/>
                <p:cNvSpPr/>
                <p:nvPr/>
              </p:nvSpPr>
              <p:spPr bwMode="auto">
                <a:xfrm>
                  <a:off x="2089977" y="1730144"/>
                  <a:ext cx="240888" cy="97039"/>
                </a:xfrm>
                <a:custGeom>
                  <a:avLst/>
                  <a:gdLst>
                    <a:gd name="connsiteX0" fmla="*/ 1329786 w 1348191"/>
                    <a:gd name="connsiteY0" fmla="*/ 0 h 809869"/>
                    <a:gd name="connsiteX1" fmla="*/ 1348191 w 1348191"/>
                    <a:gd name="connsiteY1" fmla="*/ 400333 h 809869"/>
                    <a:gd name="connsiteX2" fmla="*/ 487742 w 1348191"/>
                    <a:gd name="connsiteY2" fmla="*/ 809869 h 809869"/>
                    <a:gd name="connsiteX3" fmla="*/ 0 w 1348191"/>
                    <a:gd name="connsiteY3" fmla="*/ 630409 h 809869"/>
                    <a:gd name="connsiteX4" fmla="*/ 1329786 w 1348191"/>
                    <a:gd name="connsiteY4" fmla="*/ 0 h 809869"/>
                    <a:gd name="connsiteX0" fmla="*/ 1329786 w 1348191"/>
                    <a:gd name="connsiteY0" fmla="*/ 0 h 791462"/>
                    <a:gd name="connsiteX1" fmla="*/ 1348191 w 1348191"/>
                    <a:gd name="connsiteY1" fmla="*/ 381926 h 791462"/>
                    <a:gd name="connsiteX2" fmla="*/ 487742 w 1348191"/>
                    <a:gd name="connsiteY2" fmla="*/ 791462 h 791462"/>
                    <a:gd name="connsiteX3" fmla="*/ 0 w 1348191"/>
                    <a:gd name="connsiteY3" fmla="*/ 612002 h 791462"/>
                    <a:gd name="connsiteX4" fmla="*/ 1329786 w 1348191"/>
                    <a:gd name="connsiteY4" fmla="*/ 0 h 7914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cxnSp>
              <p:nvCxnSpPr>
                <p:cNvPr id="246" name="Straight Connector 245"/>
                <p:cNvCxnSpPr>
                  <a:endCxn id="241" idx="2"/>
                </p:cNvCxnSpPr>
                <p:nvPr/>
              </p:nvCxnSpPr>
              <p:spPr bwMode="auto">
                <a:xfrm flipH="1" flipV="1">
                  <a:off x="1871277" y="1737243"/>
                  <a:ext cx="3169" cy="123074"/>
                </a:xfrm>
                <a:prstGeom prst="line">
                  <a:avLst/>
                </a:prstGeom>
                <a:ln w="6350" cmpd="sng">
                  <a:solidFill>
                    <a:schemeClr val="tx1"/>
                  </a:solidFill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7" name="Straight Connector 246"/>
                <p:cNvCxnSpPr/>
                <p:nvPr/>
              </p:nvCxnSpPr>
              <p:spPr bwMode="auto">
                <a:xfrm flipH="1" flipV="1">
                  <a:off x="2996477" y="1734877"/>
                  <a:ext cx="3171" cy="123074"/>
                </a:xfrm>
                <a:prstGeom prst="line">
                  <a:avLst/>
                </a:prstGeom>
                <a:ln w="6350" cmpd="sng">
                  <a:solidFill>
                    <a:schemeClr val="tx1"/>
                  </a:solidFill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295" name="Rectangle 294"/>
            <p:cNvSpPr/>
            <p:nvPr/>
          </p:nvSpPr>
          <p:spPr bwMode="auto">
            <a:xfrm>
              <a:off x="-1550737" y="5173579"/>
              <a:ext cx="3248526" cy="1029368"/>
            </a:xfrm>
            <a:prstGeom prst="rect">
              <a:avLst/>
            </a:prstGeom>
            <a:solidFill>
              <a:schemeClr val="bg1">
                <a:alpha val="77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97" name="Title 1"/>
          <p:cNvSpPr txBox="1">
            <a:spLocks/>
          </p:cNvSpPr>
          <p:nvPr/>
        </p:nvSpPr>
        <p:spPr>
          <a:xfrm>
            <a:off x="399720" y="120318"/>
            <a:ext cx="7772400" cy="972758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+mj-lt"/>
                <a:ea typeface="ＭＳ Ｐゴシック" charset="0"/>
                <a:cs typeface="ＭＳ Ｐゴシック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  <a:ea typeface="ＭＳ Ｐゴシック" charset="0"/>
                <a:cs typeface="ＭＳ Ｐゴシック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  <a:ea typeface="ＭＳ Ｐゴシック" charset="0"/>
                <a:cs typeface="ＭＳ Ｐゴシック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  <a:ea typeface="ＭＳ Ｐゴシック" charset="0"/>
                <a:cs typeface="ＭＳ Ｐゴシック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  <a:ea typeface="ＭＳ Ｐゴシック" charset="0"/>
                <a:cs typeface="ＭＳ Ｐゴシック" charset="0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</a:defRPr>
            </a:lvl9pPr>
          </a:lstStyle>
          <a:p>
            <a:r>
              <a:rPr lang="en-US" sz="4000" dirty="0"/>
              <a:t>OpenDaylight (ODL) controller</a:t>
            </a:r>
          </a:p>
        </p:txBody>
      </p:sp>
      <p:sp>
        <p:nvSpPr>
          <p:cNvPr id="298" name="Content Placeholder 3"/>
          <p:cNvSpPr txBox="1">
            <a:spLocks/>
          </p:cNvSpPr>
          <p:nvPr/>
        </p:nvSpPr>
        <p:spPr>
          <a:xfrm>
            <a:off x="5915061" y="1433585"/>
            <a:ext cx="3135360" cy="464820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defRPr sz="28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ＭＳ Ｐゴシック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Comic Sans MS" pitchFamily="66" charset="0"/>
                <a:ea typeface="ＭＳ Ｐゴシック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9pPr>
          </a:lstStyle>
          <a:p>
            <a:r>
              <a:rPr lang="en-US" sz="2400" dirty="0">
                <a:solidFill>
                  <a:srgbClr val="000000"/>
                </a:solidFill>
              </a:rPr>
              <a:t>ODL Lithium controller</a:t>
            </a:r>
          </a:p>
          <a:p>
            <a:r>
              <a:rPr lang="en-US" sz="2400" dirty="0">
                <a:solidFill>
                  <a:srgbClr val="000000"/>
                </a:solidFill>
              </a:rPr>
              <a:t>network apps may be contained within, or be external to SDN controller</a:t>
            </a:r>
          </a:p>
          <a:p>
            <a:r>
              <a:rPr lang="en-US" sz="2400" dirty="0">
                <a:solidFill>
                  <a:srgbClr val="000000"/>
                </a:solidFill>
              </a:rPr>
              <a:t>Service Abstraction Layer: interconnects internal, external applications and services</a:t>
            </a:r>
          </a:p>
        </p:txBody>
      </p:sp>
    </p:spTree>
    <p:extLst>
      <p:ext uri="{BB962C8B-B14F-4D97-AF65-F5344CB8AC3E}">
        <p14:creationId xmlns:p14="http://schemas.microsoft.com/office/powerpoint/2010/main" val="10959441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Rounded Rectangle 102"/>
          <p:cNvSpPr/>
          <p:nvPr/>
        </p:nvSpPr>
        <p:spPr>
          <a:xfrm>
            <a:off x="404938" y="2840593"/>
            <a:ext cx="4898361" cy="1408726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 w="12700">
            <a:noFill/>
            <a:tailEnd type="arrow"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386925" y="1301692"/>
            <a:ext cx="1302460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Arial"/>
                <a:cs typeface="Arial"/>
              </a:rPr>
              <a:t>Network </a:t>
            </a:r>
          </a:p>
          <a:p>
            <a:r>
              <a:rPr lang="en-US" sz="1600" dirty="0">
                <a:latin typeface="Arial"/>
                <a:cs typeface="Arial"/>
              </a:rPr>
              <a:t>control apps </a:t>
            </a:r>
          </a:p>
        </p:txBody>
      </p:sp>
      <p:sp>
        <p:nvSpPr>
          <p:cNvPr id="217" name="Oval 216"/>
          <p:cNvSpPr/>
          <p:nvPr/>
        </p:nvSpPr>
        <p:spPr>
          <a:xfrm rot="5400000">
            <a:off x="2177010" y="841271"/>
            <a:ext cx="631007" cy="1442229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12700">
            <a:noFill/>
            <a:tailEnd type="arrow"/>
          </a:ln>
          <a:effectLst>
            <a:outerShdw blurRad="50800" dist="38100" dir="2700000" algn="tl" rotWithShape="0">
              <a:schemeClr val="accent1">
                <a:lumMod val="75000"/>
                <a:alpha val="43000"/>
              </a:schemeClr>
            </a:outerShdw>
          </a:effectLst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60" name="TextBox 159"/>
          <p:cNvSpPr txBox="1"/>
          <p:nvPr/>
        </p:nvSpPr>
        <p:spPr>
          <a:xfrm>
            <a:off x="3259058" y="1102203"/>
            <a:ext cx="595035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chemeClr val="accent1">
                    <a:lumMod val="75000"/>
                  </a:schemeClr>
                </a:solidFill>
              </a:rPr>
              <a:t>…  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404938" y="2058742"/>
            <a:ext cx="4811594" cy="665305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 w="12700">
            <a:noFill/>
            <a:tailEnd type="arrow"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grpSp>
        <p:nvGrpSpPr>
          <p:cNvPr id="224" name="Group 223"/>
          <p:cNvGrpSpPr/>
          <p:nvPr/>
        </p:nvGrpSpPr>
        <p:grpSpPr>
          <a:xfrm>
            <a:off x="666771" y="2244682"/>
            <a:ext cx="1503376" cy="375164"/>
            <a:chOff x="2793562" y="3559145"/>
            <a:chExt cx="1607438" cy="375164"/>
          </a:xfrm>
        </p:grpSpPr>
        <p:sp>
          <p:nvSpPr>
            <p:cNvPr id="225" name="Rounded Rectangle 224"/>
            <p:cNvSpPr/>
            <p:nvPr/>
          </p:nvSpPr>
          <p:spPr>
            <a:xfrm>
              <a:off x="2793562" y="3559145"/>
              <a:ext cx="1457313" cy="375164"/>
            </a:xfrm>
            <a:prstGeom prst="roundRect">
              <a:avLst/>
            </a:prstGeom>
            <a:solidFill>
              <a:srgbClr val="008000"/>
            </a:solidFill>
            <a:ln w="12700">
              <a:solidFill>
                <a:schemeClr val="accent5">
                  <a:lumMod val="75000"/>
                </a:schemeClr>
              </a:solidFill>
            </a:ln>
            <a:effectLst>
              <a:outerShdw blurRad="50800" dist="38100" dir="2700000" algn="tl" rotWithShape="0">
                <a:srgbClr val="000000">
                  <a:alpha val="43000"/>
                </a:srgbClr>
              </a:outerShdw>
            </a:effectLst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/>
                <a:cs typeface="Arial"/>
              </a:endParaRPr>
            </a:p>
          </p:txBody>
        </p:sp>
        <p:sp>
          <p:nvSpPr>
            <p:cNvPr id="226" name="TextBox 225"/>
            <p:cNvSpPr txBox="1"/>
            <p:nvPr/>
          </p:nvSpPr>
          <p:spPr>
            <a:xfrm>
              <a:off x="2840280" y="3583293"/>
              <a:ext cx="1560720" cy="3308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ts val="1800"/>
                </a:lnSpc>
              </a:pPr>
              <a:r>
                <a:rPr lang="en-US" sz="1600" dirty="0">
                  <a:solidFill>
                    <a:schemeClr val="bg1"/>
                  </a:solidFill>
                  <a:latin typeface="Arial"/>
                  <a:cs typeface="Arial"/>
                </a:rPr>
                <a:t>REST    API</a:t>
              </a:r>
            </a:p>
          </p:txBody>
        </p:sp>
      </p:grpSp>
      <p:sp>
        <p:nvSpPr>
          <p:cNvPr id="100" name="Rounded Rectangle 99"/>
          <p:cNvSpPr/>
          <p:nvPr/>
        </p:nvSpPr>
        <p:spPr>
          <a:xfrm>
            <a:off x="383727" y="4578311"/>
            <a:ext cx="5005602" cy="880097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 w="12700">
            <a:noFill/>
            <a:tailEnd type="arrow"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104" name="Straight Connector 103"/>
          <p:cNvCxnSpPr/>
          <p:nvPr/>
        </p:nvCxnSpPr>
        <p:spPr bwMode="auto">
          <a:xfrm>
            <a:off x="505728" y="4402051"/>
            <a:ext cx="4811594" cy="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13" name="Straight Connector 212"/>
          <p:cNvCxnSpPr/>
          <p:nvPr/>
        </p:nvCxnSpPr>
        <p:spPr bwMode="auto">
          <a:xfrm>
            <a:off x="404938" y="2002183"/>
            <a:ext cx="4811594" cy="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16" name="Oval 215"/>
          <p:cNvSpPr/>
          <p:nvPr/>
        </p:nvSpPr>
        <p:spPr>
          <a:xfrm rot="5400000">
            <a:off x="4128302" y="976031"/>
            <a:ext cx="631007" cy="1179425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12700">
            <a:noFill/>
            <a:tailEnd type="arrow"/>
          </a:ln>
          <a:effectLst>
            <a:outerShdw blurRad="50800" dist="38100" dir="2700000" algn="tl" rotWithShape="0">
              <a:schemeClr val="accent1">
                <a:lumMod val="75000"/>
                <a:alpha val="43000"/>
              </a:schemeClr>
            </a:outerShdw>
          </a:effectLst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19" name="TextBox 218"/>
          <p:cNvSpPr txBox="1"/>
          <p:nvPr/>
        </p:nvSpPr>
        <p:spPr>
          <a:xfrm>
            <a:off x="4076818" y="3493314"/>
            <a:ext cx="1356273" cy="7612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1600" dirty="0">
                <a:latin typeface="Arial"/>
                <a:cs typeface="Arial"/>
              </a:rPr>
              <a:t>ONOS</a:t>
            </a:r>
          </a:p>
          <a:p>
            <a:pPr>
              <a:lnSpc>
                <a:spcPct val="90000"/>
              </a:lnSpc>
            </a:pPr>
            <a:r>
              <a:rPr lang="en-US" sz="1600" dirty="0">
                <a:latin typeface="Arial"/>
                <a:cs typeface="Arial"/>
              </a:rPr>
              <a:t>distributed core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4012781" y="4621982"/>
            <a:ext cx="1610917" cy="7612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1600" dirty="0">
                <a:latin typeface="Arial"/>
                <a:cs typeface="Arial"/>
              </a:rPr>
              <a:t>southbound abstractions,</a:t>
            </a:r>
          </a:p>
          <a:p>
            <a:pPr>
              <a:lnSpc>
                <a:spcPct val="90000"/>
              </a:lnSpc>
            </a:pPr>
            <a:r>
              <a:rPr lang="en-US" sz="1600" dirty="0">
                <a:latin typeface="Arial"/>
                <a:cs typeface="Arial"/>
              </a:rPr>
              <a:t>protocols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514814" y="5040198"/>
            <a:ext cx="1119818" cy="338554"/>
            <a:chOff x="1929852" y="4542126"/>
            <a:chExt cx="1119818" cy="338554"/>
          </a:xfrm>
        </p:grpSpPr>
        <p:sp>
          <p:nvSpPr>
            <p:cNvPr id="220" name="Rounded Rectangle 219"/>
            <p:cNvSpPr/>
            <p:nvPr/>
          </p:nvSpPr>
          <p:spPr>
            <a:xfrm>
              <a:off x="1951130" y="4566892"/>
              <a:ext cx="1062275" cy="298242"/>
            </a:xfrm>
            <a:prstGeom prst="roundRect">
              <a:avLst/>
            </a:prstGeom>
            <a:solidFill>
              <a:srgbClr val="008000"/>
            </a:solidFill>
            <a:ln w="12700">
              <a:solidFill>
                <a:schemeClr val="accent5">
                  <a:lumMod val="75000"/>
                </a:schemeClr>
              </a:solidFill>
              <a:prstDash val="solid"/>
            </a:ln>
            <a:effectLst>
              <a:outerShdw blurRad="50800" dist="38100" dir="2700000" algn="tl" rotWithShape="0">
                <a:srgbClr val="CCFFCC">
                  <a:alpha val="43000"/>
                </a:srgbClr>
              </a:outerShdw>
            </a:effectLst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/>
                <a:cs typeface="Arial"/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929852" y="4542126"/>
              <a:ext cx="111981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solidFill>
                    <a:schemeClr val="bg1"/>
                  </a:solidFill>
                  <a:latin typeface="Arial"/>
                  <a:cs typeface="Arial"/>
                </a:rPr>
                <a:t>OpenFlow</a:t>
              </a:r>
            </a:p>
          </p:txBody>
        </p:sp>
      </p:grpSp>
      <p:grpSp>
        <p:nvGrpSpPr>
          <p:cNvPr id="7" name="Group 6"/>
          <p:cNvGrpSpPr/>
          <p:nvPr/>
        </p:nvGrpSpPr>
        <p:grpSpPr>
          <a:xfrm>
            <a:off x="1726606" y="5041658"/>
            <a:ext cx="1062275" cy="338554"/>
            <a:chOff x="2774641" y="4248836"/>
            <a:chExt cx="1062275" cy="338554"/>
          </a:xfrm>
        </p:grpSpPr>
        <p:sp>
          <p:nvSpPr>
            <p:cNvPr id="223" name="Rounded Rectangle 222"/>
            <p:cNvSpPr/>
            <p:nvPr/>
          </p:nvSpPr>
          <p:spPr>
            <a:xfrm>
              <a:off x="2774641" y="4279216"/>
              <a:ext cx="1062275" cy="298242"/>
            </a:xfrm>
            <a:prstGeom prst="roundRect">
              <a:avLst/>
            </a:prstGeom>
            <a:solidFill>
              <a:srgbClr val="008000"/>
            </a:solidFill>
            <a:ln w="12700">
              <a:solidFill>
                <a:schemeClr val="accent5">
                  <a:lumMod val="75000"/>
                </a:schemeClr>
              </a:solidFill>
              <a:prstDash val="solid"/>
            </a:ln>
            <a:effectLst>
              <a:outerShdw blurRad="50800" dist="38100" dir="2700000" algn="tl" rotWithShape="0">
                <a:srgbClr val="CCFFCC">
                  <a:alpha val="43000"/>
                </a:srgbClr>
              </a:outerShdw>
            </a:effectLst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/>
                <a:cs typeface="Arial"/>
              </a:endParaRPr>
            </a:p>
          </p:txBody>
        </p:sp>
        <p:sp>
          <p:nvSpPr>
            <p:cNvPr id="221" name="TextBox 220"/>
            <p:cNvSpPr txBox="1"/>
            <p:nvPr/>
          </p:nvSpPr>
          <p:spPr>
            <a:xfrm>
              <a:off x="2873106" y="4248836"/>
              <a:ext cx="90281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solidFill>
                    <a:schemeClr val="bg1"/>
                  </a:solidFill>
                  <a:latin typeface="Arial"/>
                  <a:cs typeface="Arial"/>
                </a:rPr>
                <a:t>Netconf</a:t>
              </a:r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2979322" y="5053826"/>
            <a:ext cx="858974" cy="413739"/>
            <a:chOff x="4304185" y="4617263"/>
            <a:chExt cx="858974" cy="413739"/>
          </a:xfrm>
        </p:grpSpPr>
        <p:sp>
          <p:nvSpPr>
            <p:cNvPr id="222" name="Rounded Rectangle 221"/>
            <p:cNvSpPr/>
            <p:nvPr/>
          </p:nvSpPr>
          <p:spPr>
            <a:xfrm>
              <a:off x="4304185" y="4647691"/>
              <a:ext cx="858974" cy="298242"/>
            </a:xfrm>
            <a:prstGeom prst="roundRect">
              <a:avLst/>
            </a:prstGeom>
            <a:solidFill>
              <a:srgbClr val="008000"/>
            </a:solidFill>
            <a:ln w="12700">
              <a:solidFill>
                <a:schemeClr val="accent5">
                  <a:lumMod val="75000"/>
                </a:schemeClr>
              </a:solidFill>
              <a:prstDash val="solid"/>
            </a:ln>
            <a:effectLst>
              <a:outerShdw blurRad="50800" dist="38100" dir="2700000" algn="tl" rotWithShape="0">
                <a:srgbClr val="CCFFCC">
                  <a:alpha val="43000"/>
                </a:srgbClr>
              </a:outerShdw>
            </a:effectLst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/>
                <a:cs typeface="Arial"/>
              </a:endParaRPr>
            </a:p>
          </p:txBody>
        </p:sp>
        <p:sp>
          <p:nvSpPr>
            <p:cNvPr id="265" name="TextBox 264"/>
            <p:cNvSpPr txBox="1"/>
            <p:nvPr/>
          </p:nvSpPr>
          <p:spPr>
            <a:xfrm>
              <a:off x="4307335" y="4617263"/>
              <a:ext cx="842600" cy="41373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solidFill>
                    <a:schemeClr val="bg1"/>
                  </a:solidFill>
                  <a:latin typeface="Arial"/>
                  <a:cs typeface="Arial"/>
                </a:rPr>
                <a:t>OVSDB</a:t>
              </a:r>
            </a:p>
          </p:txBody>
        </p:sp>
      </p:grpSp>
      <p:grpSp>
        <p:nvGrpSpPr>
          <p:cNvPr id="227" name="Group 226"/>
          <p:cNvGrpSpPr/>
          <p:nvPr/>
        </p:nvGrpSpPr>
        <p:grpSpPr>
          <a:xfrm>
            <a:off x="524833" y="4631710"/>
            <a:ext cx="777777" cy="338554"/>
            <a:chOff x="1929852" y="4542126"/>
            <a:chExt cx="1083553" cy="338554"/>
          </a:xfrm>
        </p:grpSpPr>
        <p:sp>
          <p:nvSpPr>
            <p:cNvPr id="228" name="Rounded Rectangle 227"/>
            <p:cNvSpPr/>
            <p:nvPr/>
          </p:nvSpPr>
          <p:spPr>
            <a:xfrm>
              <a:off x="1951130" y="4566892"/>
              <a:ext cx="1062275" cy="298242"/>
            </a:xfrm>
            <a:prstGeom prst="roundRect">
              <a:avLst/>
            </a:prstGeom>
            <a:solidFill>
              <a:srgbClr val="008000"/>
            </a:solidFill>
            <a:ln w="12700">
              <a:solidFill>
                <a:schemeClr val="accent5">
                  <a:lumMod val="75000"/>
                </a:schemeClr>
              </a:solidFill>
              <a:prstDash val="solid"/>
            </a:ln>
            <a:effectLst>
              <a:outerShdw blurRad="50800" dist="38100" dir="2700000" algn="tl" rotWithShape="0">
                <a:srgbClr val="CCFFCC">
                  <a:alpha val="43000"/>
                </a:srgbClr>
              </a:outerShdw>
            </a:effectLst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/>
                <a:cs typeface="Arial"/>
              </a:endParaRPr>
            </a:p>
          </p:txBody>
        </p:sp>
        <p:sp>
          <p:nvSpPr>
            <p:cNvPr id="229" name="TextBox 228"/>
            <p:cNvSpPr txBox="1"/>
            <p:nvPr/>
          </p:nvSpPr>
          <p:spPr>
            <a:xfrm>
              <a:off x="1929852" y="4542126"/>
              <a:ext cx="77777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solidFill>
                    <a:schemeClr val="bg1"/>
                  </a:solidFill>
                  <a:latin typeface="Arial"/>
                  <a:cs typeface="Arial"/>
                </a:rPr>
                <a:t>device</a:t>
              </a:r>
            </a:p>
          </p:txBody>
        </p:sp>
      </p:grpSp>
      <p:grpSp>
        <p:nvGrpSpPr>
          <p:cNvPr id="230" name="Group 229"/>
          <p:cNvGrpSpPr/>
          <p:nvPr/>
        </p:nvGrpSpPr>
        <p:grpSpPr>
          <a:xfrm>
            <a:off x="1356003" y="4629752"/>
            <a:ext cx="573691" cy="338554"/>
            <a:chOff x="1951130" y="4538598"/>
            <a:chExt cx="1062275" cy="338554"/>
          </a:xfrm>
        </p:grpSpPr>
        <p:sp>
          <p:nvSpPr>
            <p:cNvPr id="231" name="Rounded Rectangle 230"/>
            <p:cNvSpPr/>
            <p:nvPr/>
          </p:nvSpPr>
          <p:spPr>
            <a:xfrm>
              <a:off x="1951130" y="4566892"/>
              <a:ext cx="1062275" cy="298242"/>
            </a:xfrm>
            <a:prstGeom prst="roundRect">
              <a:avLst/>
            </a:prstGeom>
            <a:solidFill>
              <a:srgbClr val="008000"/>
            </a:solidFill>
            <a:ln w="12700">
              <a:solidFill>
                <a:schemeClr val="accent5">
                  <a:lumMod val="75000"/>
                </a:schemeClr>
              </a:solidFill>
              <a:prstDash val="solid"/>
            </a:ln>
            <a:effectLst>
              <a:outerShdw blurRad="50800" dist="38100" dir="2700000" algn="tl" rotWithShape="0">
                <a:srgbClr val="CCFFCC">
                  <a:alpha val="43000"/>
                </a:srgbClr>
              </a:outerShdw>
            </a:effectLst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/>
                <a:cs typeface="Arial"/>
              </a:endParaRPr>
            </a:p>
          </p:txBody>
        </p:sp>
        <p:sp>
          <p:nvSpPr>
            <p:cNvPr id="232" name="TextBox 231"/>
            <p:cNvSpPr txBox="1"/>
            <p:nvPr/>
          </p:nvSpPr>
          <p:spPr>
            <a:xfrm>
              <a:off x="2014708" y="4538598"/>
              <a:ext cx="70390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solidFill>
                    <a:schemeClr val="bg1"/>
                  </a:solidFill>
                  <a:latin typeface="Arial"/>
                  <a:cs typeface="Arial"/>
                </a:rPr>
                <a:t>link</a:t>
              </a:r>
            </a:p>
          </p:txBody>
        </p:sp>
      </p:grpSp>
      <p:grpSp>
        <p:nvGrpSpPr>
          <p:cNvPr id="233" name="Group 232"/>
          <p:cNvGrpSpPr/>
          <p:nvPr/>
        </p:nvGrpSpPr>
        <p:grpSpPr>
          <a:xfrm>
            <a:off x="1964566" y="4630736"/>
            <a:ext cx="561323" cy="338554"/>
            <a:chOff x="1921370" y="4542126"/>
            <a:chExt cx="1092035" cy="338554"/>
          </a:xfrm>
        </p:grpSpPr>
        <p:sp>
          <p:nvSpPr>
            <p:cNvPr id="234" name="Rounded Rectangle 233"/>
            <p:cNvSpPr/>
            <p:nvPr/>
          </p:nvSpPr>
          <p:spPr>
            <a:xfrm>
              <a:off x="1951130" y="4566892"/>
              <a:ext cx="1062275" cy="298242"/>
            </a:xfrm>
            <a:prstGeom prst="roundRect">
              <a:avLst/>
            </a:prstGeom>
            <a:solidFill>
              <a:srgbClr val="008000"/>
            </a:solidFill>
            <a:ln w="12700">
              <a:solidFill>
                <a:schemeClr val="accent5">
                  <a:lumMod val="75000"/>
                </a:schemeClr>
              </a:solidFill>
              <a:prstDash val="solid"/>
            </a:ln>
            <a:effectLst>
              <a:outerShdw blurRad="50800" dist="38100" dir="2700000" algn="tl" rotWithShape="0">
                <a:srgbClr val="CCFFCC">
                  <a:alpha val="43000"/>
                </a:srgbClr>
              </a:outerShdw>
            </a:effectLst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/>
                <a:cs typeface="Arial"/>
              </a:endParaRPr>
            </a:p>
          </p:txBody>
        </p:sp>
        <p:sp>
          <p:nvSpPr>
            <p:cNvPr id="235" name="TextBox 234"/>
            <p:cNvSpPr txBox="1"/>
            <p:nvPr/>
          </p:nvSpPr>
          <p:spPr>
            <a:xfrm>
              <a:off x="1921370" y="4542126"/>
              <a:ext cx="79756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solidFill>
                    <a:schemeClr val="bg1"/>
                  </a:solidFill>
                  <a:latin typeface="Arial"/>
                  <a:cs typeface="Arial"/>
                </a:rPr>
                <a:t>host</a:t>
              </a:r>
            </a:p>
          </p:txBody>
        </p:sp>
      </p:grpSp>
      <p:grpSp>
        <p:nvGrpSpPr>
          <p:cNvPr id="236" name="Group 235"/>
          <p:cNvGrpSpPr/>
          <p:nvPr/>
        </p:nvGrpSpPr>
        <p:grpSpPr>
          <a:xfrm>
            <a:off x="2571425" y="4630736"/>
            <a:ext cx="533020" cy="338554"/>
            <a:chOff x="1933590" y="4542126"/>
            <a:chExt cx="1079815" cy="338554"/>
          </a:xfrm>
        </p:grpSpPr>
        <p:sp>
          <p:nvSpPr>
            <p:cNvPr id="237" name="Rounded Rectangle 236"/>
            <p:cNvSpPr/>
            <p:nvPr/>
          </p:nvSpPr>
          <p:spPr>
            <a:xfrm>
              <a:off x="1951130" y="4566892"/>
              <a:ext cx="1062275" cy="298242"/>
            </a:xfrm>
            <a:prstGeom prst="roundRect">
              <a:avLst/>
            </a:prstGeom>
            <a:solidFill>
              <a:srgbClr val="008000"/>
            </a:solidFill>
            <a:ln w="12700">
              <a:solidFill>
                <a:schemeClr val="accent5">
                  <a:lumMod val="75000"/>
                </a:schemeClr>
              </a:solidFill>
              <a:prstDash val="solid"/>
            </a:ln>
            <a:effectLst>
              <a:outerShdw blurRad="50800" dist="38100" dir="2700000" algn="tl" rotWithShape="0">
                <a:srgbClr val="CCFFCC">
                  <a:alpha val="43000"/>
                </a:srgbClr>
              </a:outerShdw>
            </a:effectLst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/>
                <a:cs typeface="Arial"/>
              </a:endParaRPr>
            </a:p>
          </p:txBody>
        </p:sp>
        <p:sp>
          <p:nvSpPr>
            <p:cNvPr id="238" name="TextBox 237"/>
            <p:cNvSpPr txBox="1"/>
            <p:nvPr/>
          </p:nvSpPr>
          <p:spPr>
            <a:xfrm>
              <a:off x="1933590" y="4542126"/>
              <a:ext cx="76559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solidFill>
                    <a:schemeClr val="bg1"/>
                  </a:solidFill>
                  <a:latin typeface="Arial"/>
                  <a:cs typeface="Arial"/>
                </a:rPr>
                <a:t>flow</a:t>
              </a:r>
            </a:p>
          </p:txBody>
        </p:sp>
      </p:grpSp>
      <p:grpSp>
        <p:nvGrpSpPr>
          <p:cNvPr id="239" name="Group 238"/>
          <p:cNvGrpSpPr/>
          <p:nvPr/>
        </p:nvGrpSpPr>
        <p:grpSpPr>
          <a:xfrm>
            <a:off x="3122581" y="4615304"/>
            <a:ext cx="768563" cy="341965"/>
            <a:chOff x="1907908" y="4523169"/>
            <a:chExt cx="1105497" cy="341965"/>
          </a:xfrm>
        </p:grpSpPr>
        <p:sp>
          <p:nvSpPr>
            <p:cNvPr id="240" name="Rounded Rectangle 239"/>
            <p:cNvSpPr/>
            <p:nvPr/>
          </p:nvSpPr>
          <p:spPr>
            <a:xfrm>
              <a:off x="1951130" y="4566892"/>
              <a:ext cx="1062275" cy="298242"/>
            </a:xfrm>
            <a:prstGeom prst="roundRect">
              <a:avLst/>
            </a:prstGeom>
            <a:solidFill>
              <a:srgbClr val="008000"/>
            </a:solidFill>
            <a:ln w="12700">
              <a:solidFill>
                <a:schemeClr val="accent5">
                  <a:lumMod val="75000"/>
                </a:schemeClr>
              </a:solidFill>
              <a:prstDash val="solid"/>
            </a:ln>
            <a:effectLst>
              <a:outerShdw blurRad="50800" dist="38100" dir="2700000" algn="tl" rotWithShape="0">
                <a:srgbClr val="CCFFCC">
                  <a:alpha val="43000"/>
                </a:srgbClr>
              </a:outerShdw>
            </a:effectLst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/>
                <a:cs typeface="Arial"/>
              </a:endParaRPr>
            </a:p>
          </p:txBody>
        </p:sp>
        <p:sp>
          <p:nvSpPr>
            <p:cNvPr id="241" name="TextBox 240"/>
            <p:cNvSpPr txBox="1"/>
            <p:nvPr/>
          </p:nvSpPr>
          <p:spPr>
            <a:xfrm>
              <a:off x="1907908" y="4523169"/>
              <a:ext cx="109946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solidFill>
                    <a:schemeClr val="bg1"/>
                  </a:solidFill>
                  <a:latin typeface="Arial"/>
                  <a:cs typeface="Arial"/>
                </a:rPr>
                <a:t>packet</a:t>
              </a:r>
            </a:p>
          </p:txBody>
        </p:sp>
      </p:grpSp>
      <p:sp>
        <p:nvSpPr>
          <p:cNvPr id="243" name="TextBox 242"/>
          <p:cNvSpPr txBox="1"/>
          <p:nvPr/>
        </p:nvSpPr>
        <p:spPr>
          <a:xfrm>
            <a:off x="3905769" y="2005996"/>
            <a:ext cx="1610917" cy="7612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1600" dirty="0">
                <a:latin typeface="Arial"/>
                <a:cs typeface="Arial"/>
              </a:rPr>
              <a:t>northbound abstractions,</a:t>
            </a:r>
          </a:p>
          <a:p>
            <a:pPr>
              <a:lnSpc>
                <a:spcPct val="90000"/>
              </a:lnSpc>
            </a:pPr>
            <a:r>
              <a:rPr lang="en-US" sz="1600" dirty="0">
                <a:latin typeface="Arial"/>
                <a:cs typeface="Arial"/>
              </a:rPr>
              <a:t>protocols</a:t>
            </a:r>
          </a:p>
        </p:txBody>
      </p:sp>
      <p:grpSp>
        <p:nvGrpSpPr>
          <p:cNvPr id="245" name="Group 244"/>
          <p:cNvGrpSpPr/>
          <p:nvPr/>
        </p:nvGrpSpPr>
        <p:grpSpPr>
          <a:xfrm>
            <a:off x="2270558" y="2244682"/>
            <a:ext cx="1362970" cy="375164"/>
            <a:chOff x="2793562" y="3559145"/>
            <a:chExt cx="1457313" cy="375164"/>
          </a:xfrm>
        </p:grpSpPr>
        <p:sp>
          <p:nvSpPr>
            <p:cNvPr id="246" name="Rounded Rectangle 245"/>
            <p:cNvSpPr/>
            <p:nvPr/>
          </p:nvSpPr>
          <p:spPr>
            <a:xfrm>
              <a:off x="2793562" y="3559145"/>
              <a:ext cx="1457313" cy="375164"/>
            </a:xfrm>
            <a:prstGeom prst="roundRect">
              <a:avLst/>
            </a:prstGeom>
            <a:solidFill>
              <a:srgbClr val="008000"/>
            </a:solidFill>
            <a:ln w="12700">
              <a:solidFill>
                <a:schemeClr val="accent5">
                  <a:lumMod val="75000"/>
                </a:schemeClr>
              </a:solidFill>
            </a:ln>
            <a:effectLst>
              <a:outerShdw blurRad="50800" dist="38100" dir="2700000" algn="tl" rotWithShape="0">
                <a:srgbClr val="000000">
                  <a:alpha val="43000"/>
                </a:srgbClr>
              </a:outerShdw>
            </a:effectLst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/>
                <a:cs typeface="Arial"/>
              </a:endParaRPr>
            </a:p>
          </p:txBody>
        </p:sp>
        <p:sp>
          <p:nvSpPr>
            <p:cNvPr id="247" name="TextBox 246"/>
            <p:cNvSpPr txBox="1"/>
            <p:nvPr/>
          </p:nvSpPr>
          <p:spPr>
            <a:xfrm>
              <a:off x="3085361" y="3583293"/>
              <a:ext cx="895069" cy="3308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ts val="1800"/>
                </a:lnSpc>
              </a:pPr>
              <a:r>
                <a:rPr lang="en-US" sz="1600" dirty="0">
                  <a:solidFill>
                    <a:schemeClr val="bg1"/>
                  </a:solidFill>
                  <a:latin typeface="Arial"/>
                  <a:cs typeface="Arial"/>
                </a:rPr>
                <a:t>Intent</a:t>
              </a:r>
            </a:p>
          </p:txBody>
        </p:sp>
      </p:grpSp>
      <p:grpSp>
        <p:nvGrpSpPr>
          <p:cNvPr id="248" name="Group 247"/>
          <p:cNvGrpSpPr/>
          <p:nvPr/>
        </p:nvGrpSpPr>
        <p:grpSpPr>
          <a:xfrm>
            <a:off x="2879342" y="3577951"/>
            <a:ext cx="971340" cy="459826"/>
            <a:chOff x="3067713" y="457817"/>
            <a:chExt cx="1563748" cy="459826"/>
          </a:xfrm>
        </p:grpSpPr>
        <p:sp>
          <p:nvSpPr>
            <p:cNvPr id="249" name="Rounded Rectangle 248"/>
            <p:cNvSpPr/>
            <p:nvPr/>
          </p:nvSpPr>
          <p:spPr>
            <a:xfrm>
              <a:off x="3128876" y="457817"/>
              <a:ext cx="1432326" cy="459826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>
              <a:solidFill>
                <a:schemeClr val="accent1">
                  <a:lumMod val="20000"/>
                  <a:lumOff val="80000"/>
                </a:schemeClr>
              </a:solidFill>
            </a:ln>
            <a:effectLst>
              <a:outerShdw blurRad="50800" dist="38100" dir="2700000" algn="tl" rotWithShape="0">
                <a:schemeClr val="accent1">
                  <a:lumMod val="75000"/>
                  <a:alpha val="99000"/>
                </a:schemeClr>
              </a:outerShdw>
            </a:effectLst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250" name="TextBox 249"/>
            <p:cNvSpPr txBox="1"/>
            <p:nvPr/>
          </p:nvSpPr>
          <p:spPr>
            <a:xfrm>
              <a:off x="3067713" y="541671"/>
              <a:ext cx="1563748" cy="30435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ts val="1600"/>
                </a:lnSpc>
              </a:pPr>
              <a:r>
                <a:rPr lang="en-US" sz="1600" dirty="0">
                  <a:latin typeface="Arial"/>
                  <a:cs typeface="Arial"/>
                </a:rPr>
                <a:t>statistics</a:t>
              </a:r>
              <a:endParaRPr lang="en-US" sz="1400" dirty="0">
                <a:latin typeface="Arial"/>
                <a:cs typeface="Arial"/>
              </a:endParaRPr>
            </a:p>
          </p:txBody>
        </p:sp>
      </p:grpSp>
      <p:grpSp>
        <p:nvGrpSpPr>
          <p:cNvPr id="251" name="Group 250"/>
          <p:cNvGrpSpPr/>
          <p:nvPr/>
        </p:nvGrpSpPr>
        <p:grpSpPr>
          <a:xfrm>
            <a:off x="637141" y="3564396"/>
            <a:ext cx="889706" cy="459826"/>
            <a:chOff x="3128876" y="457817"/>
            <a:chExt cx="1432326" cy="459826"/>
          </a:xfrm>
        </p:grpSpPr>
        <p:sp>
          <p:nvSpPr>
            <p:cNvPr id="252" name="Rounded Rectangle 251"/>
            <p:cNvSpPr/>
            <p:nvPr/>
          </p:nvSpPr>
          <p:spPr>
            <a:xfrm>
              <a:off x="3128876" y="457817"/>
              <a:ext cx="1432326" cy="459826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>
              <a:solidFill>
                <a:schemeClr val="accent1">
                  <a:lumMod val="20000"/>
                  <a:lumOff val="80000"/>
                </a:schemeClr>
              </a:solidFill>
            </a:ln>
            <a:effectLst>
              <a:outerShdw blurRad="50800" dist="38100" dir="2700000" algn="tl" rotWithShape="0">
                <a:schemeClr val="accent1">
                  <a:lumMod val="75000"/>
                  <a:alpha val="99000"/>
                </a:schemeClr>
              </a:outerShdw>
            </a:effectLst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255" name="TextBox 254"/>
            <p:cNvSpPr txBox="1"/>
            <p:nvPr/>
          </p:nvSpPr>
          <p:spPr>
            <a:xfrm>
              <a:off x="3140940" y="541671"/>
              <a:ext cx="1417294" cy="30435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ts val="1600"/>
                </a:lnSpc>
              </a:pPr>
              <a:r>
                <a:rPr lang="en-US" sz="1600" dirty="0">
                  <a:latin typeface="Arial"/>
                  <a:cs typeface="Arial"/>
                </a:rPr>
                <a:t>devices</a:t>
              </a:r>
              <a:endParaRPr lang="en-US" sz="1400" dirty="0">
                <a:latin typeface="Arial"/>
                <a:cs typeface="Arial"/>
              </a:endParaRPr>
            </a:p>
          </p:txBody>
        </p:sp>
      </p:grpSp>
      <p:grpSp>
        <p:nvGrpSpPr>
          <p:cNvPr id="259" name="Group 258"/>
          <p:cNvGrpSpPr/>
          <p:nvPr/>
        </p:nvGrpSpPr>
        <p:grpSpPr>
          <a:xfrm>
            <a:off x="648682" y="3004281"/>
            <a:ext cx="889706" cy="459826"/>
            <a:chOff x="3128876" y="457817"/>
            <a:chExt cx="1432326" cy="459826"/>
          </a:xfrm>
        </p:grpSpPr>
        <p:sp>
          <p:nvSpPr>
            <p:cNvPr id="260" name="Rounded Rectangle 259"/>
            <p:cNvSpPr/>
            <p:nvPr/>
          </p:nvSpPr>
          <p:spPr>
            <a:xfrm>
              <a:off x="3128876" y="457817"/>
              <a:ext cx="1432326" cy="459826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>
              <a:solidFill>
                <a:schemeClr val="accent1">
                  <a:lumMod val="20000"/>
                  <a:lumOff val="80000"/>
                </a:schemeClr>
              </a:solidFill>
            </a:ln>
            <a:effectLst>
              <a:outerShdw blurRad="50800" dist="38100" dir="2700000" algn="tl" rotWithShape="0">
                <a:schemeClr val="accent1">
                  <a:lumMod val="75000"/>
                  <a:alpha val="99000"/>
                </a:schemeClr>
              </a:outerShdw>
            </a:effectLst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261" name="TextBox 260"/>
            <p:cNvSpPr txBox="1"/>
            <p:nvPr/>
          </p:nvSpPr>
          <p:spPr>
            <a:xfrm>
              <a:off x="3306184" y="541671"/>
              <a:ext cx="1086810" cy="30435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ts val="1600"/>
                </a:lnSpc>
              </a:pPr>
              <a:r>
                <a:rPr lang="en-US" sz="1600" dirty="0">
                  <a:latin typeface="Arial"/>
                  <a:cs typeface="Arial"/>
                </a:rPr>
                <a:t>hosts</a:t>
              </a:r>
              <a:endParaRPr lang="en-US" sz="1400" dirty="0">
                <a:latin typeface="Arial"/>
                <a:cs typeface="Arial"/>
              </a:endParaRPr>
            </a:p>
          </p:txBody>
        </p:sp>
      </p:grpSp>
      <p:grpSp>
        <p:nvGrpSpPr>
          <p:cNvPr id="266" name="Group 265"/>
          <p:cNvGrpSpPr/>
          <p:nvPr/>
        </p:nvGrpSpPr>
        <p:grpSpPr>
          <a:xfrm>
            <a:off x="1778595" y="3564396"/>
            <a:ext cx="889706" cy="459826"/>
            <a:chOff x="3128876" y="457817"/>
            <a:chExt cx="1432326" cy="459826"/>
          </a:xfrm>
        </p:grpSpPr>
        <p:sp>
          <p:nvSpPr>
            <p:cNvPr id="267" name="Rounded Rectangle 266"/>
            <p:cNvSpPr/>
            <p:nvPr/>
          </p:nvSpPr>
          <p:spPr>
            <a:xfrm>
              <a:off x="3128876" y="457817"/>
              <a:ext cx="1432326" cy="459826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>
              <a:solidFill>
                <a:schemeClr val="accent1">
                  <a:lumMod val="20000"/>
                  <a:lumOff val="80000"/>
                </a:schemeClr>
              </a:solidFill>
            </a:ln>
            <a:effectLst>
              <a:outerShdw blurRad="50800" dist="38100" dir="2700000" algn="tl" rotWithShape="0">
                <a:schemeClr val="accent1">
                  <a:lumMod val="75000"/>
                  <a:alpha val="99000"/>
                </a:schemeClr>
              </a:outerShdw>
            </a:effectLst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268" name="TextBox 267"/>
            <p:cNvSpPr txBox="1"/>
            <p:nvPr/>
          </p:nvSpPr>
          <p:spPr>
            <a:xfrm>
              <a:off x="3370539" y="541671"/>
              <a:ext cx="958100" cy="30435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ts val="1600"/>
                </a:lnSpc>
              </a:pPr>
              <a:r>
                <a:rPr lang="en-US" sz="1600" dirty="0">
                  <a:latin typeface="Arial"/>
                  <a:cs typeface="Arial"/>
                </a:rPr>
                <a:t>links</a:t>
              </a:r>
              <a:endParaRPr lang="en-US" sz="1400" dirty="0">
                <a:latin typeface="Arial"/>
                <a:cs typeface="Arial"/>
              </a:endParaRPr>
            </a:p>
          </p:txBody>
        </p:sp>
      </p:grpSp>
      <p:grpSp>
        <p:nvGrpSpPr>
          <p:cNvPr id="269" name="Group 268"/>
          <p:cNvGrpSpPr/>
          <p:nvPr/>
        </p:nvGrpSpPr>
        <p:grpSpPr>
          <a:xfrm>
            <a:off x="1778595" y="3004281"/>
            <a:ext cx="889706" cy="459826"/>
            <a:chOff x="3128876" y="457817"/>
            <a:chExt cx="1432326" cy="459826"/>
          </a:xfrm>
        </p:grpSpPr>
        <p:sp>
          <p:nvSpPr>
            <p:cNvPr id="270" name="Rounded Rectangle 269"/>
            <p:cNvSpPr/>
            <p:nvPr/>
          </p:nvSpPr>
          <p:spPr>
            <a:xfrm>
              <a:off x="3128876" y="457817"/>
              <a:ext cx="1432326" cy="459826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>
              <a:solidFill>
                <a:schemeClr val="accent1">
                  <a:lumMod val="20000"/>
                  <a:lumOff val="80000"/>
                </a:schemeClr>
              </a:solidFill>
            </a:ln>
            <a:effectLst>
              <a:outerShdw blurRad="50800" dist="38100" dir="2700000" algn="tl" rotWithShape="0">
                <a:schemeClr val="accent1">
                  <a:lumMod val="75000"/>
                  <a:alpha val="99000"/>
                </a:schemeClr>
              </a:outerShdw>
            </a:effectLst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271" name="TextBox 270"/>
            <p:cNvSpPr txBox="1"/>
            <p:nvPr/>
          </p:nvSpPr>
          <p:spPr>
            <a:xfrm>
              <a:off x="3296911" y="541671"/>
              <a:ext cx="1105358" cy="30435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ts val="1600"/>
                </a:lnSpc>
              </a:pPr>
              <a:r>
                <a:rPr lang="en-US" sz="1600" dirty="0">
                  <a:latin typeface="Arial"/>
                  <a:cs typeface="Arial"/>
                </a:rPr>
                <a:t>paths</a:t>
              </a:r>
              <a:endParaRPr lang="en-US" sz="1400" dirty="0">
                <a:latin typeface="Arial"/>
                <a:cs typeface="Arial"/>
              </a:endParaRPr>
            </a:p>
          </p:txBody>
        </p:sp>
      </p:grpSp>
      <p:grpSp>
        <p:nvGrpSpPr>
          <p:cNvPr id="272" name="Group 271"/>
          <p:cNvGrpSpPr/>
          <p:nvPr/>
        </p:nvGrpSpPr>
        <p:grpSpPr>
          <a:xfrm>
            <a:off x="2809351" y="3004281"/>
            <a:ext cx="1166221" cy="459826"/>
            <a:chOff x="3003364" y="457817"/>
            <a:chExt cx="1692457" cy="459826"/>
          </a:xfrm>
        </p:grpSpPr>
        <p:sp>
          <p:nvSpPr>
            <p:cNvPr id="273" name="Rounded Rectangle 272"/>
            <p:cNvSpPr/>
            <p:nvPr/>
          </p:nvSpPr>
          <p:spPr>
            <a:xfrm>
              <a:off x="3128876" y="457817"/>
              <a:ext cx="1432326" cy="459826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>
              <a:solidFill>
                <a:schemeClr val="accent1">
                  <a:lumMod val="20000"/>
                  <a:lumOff val="80000"/>
                </a:schemeClr>
              </a:solidFill>
            </a:ln>
            <a:effectLst>
              <a:outerShdw blurRad="50800" dist="38100" dir="2700000" algn="tl" rotWithShape="0">
                <a:schemeClr val="accent1">
                  <a:lumMod val="75000"/>
                  <a:alpha val="99000"/>
                </a:schemeClr>
              </a:outerShdw>
            </a:effectLst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274" name="TextBox 273"/>
            <p:cNvSpPr txBox="1"/>
            <p:nvPr/>
          </p:nvSpPr>
          <p:spPr>
            <a:xfrm>
              <a:off x="3003364" y="541671"/>
              <a:ext cx="1692457" cy="30435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ts val="1600"/>
                </a:lnSpc>
              </a:pPr>
              <a:r>
                <a:rPr lang="en-US" sz="1600" dirty="0">
                  <a:latin typeface="Arial"/>
                  <a:cs typeface="Arial"/>
                </a:rPr>
                <a:t>flow rules</a:t>
              </a:r>
              <a:endParaRPr lang="en-US" sz="1400" dirty="0">
                <a:latin typeface="Arial"/>
                <a:cs typeface="Arial"/>
              </a:endParaRPr>
            </a:p>
          </p:txBody>
        </p:sp>
      </p:grpSp>
      <p:grpSp>
        <p:nvGrpSpPr>
          <p:cNvPr id="275" name="Group 274"/>
          <p:cNvGrpSpPr/>
          <p:nvPr/>
        </p:nvGrpSpPr>
        <p:grpSpPr>
          <a:xfrm>
            <a:off x="4110124" y="3008876"/>
            <a:ext cx="986973" cy="459826"/>
            <a:chOff x="3128876" y="457817"/>
            <a:chExt cx="1432326" cy="459826"/>
          </a:xfrm>
        </p:grpSpPr>
        <p:sp>
          <p:nvSpPr>
            <p:cNvPr id="276" name="Rounded Rectangle 275"/>
            <p:cNvSpPr/>
            <p:nvPr/>
          </p:nvSpPr>
          <p:spPr>
            <a:xfrm>
              <a:off x="3128876" y="457817"/>
              <a:ext cx="1432326" cy="459826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>
              <a:solidFill>
                <a:schemeClr val="accent1">
                  <a:lumMod val="20000"/>
                  <a:lumOff val="80000"/>
                </a:schemeClr>
              </a:solidFill>
            </a:ln>
            <a:effectLst>
              <a:outerShdw blurRad="50800" dist="38100" dir="2700000" algn="tl" rotWithShape="0">
                <a:schemeClr val="accent1">
                  <a:lumMod val="75000"/>
                  <a:alpha val="99000"/>
                </a:schemeClr>
              </a:outerShdw>
            </a:effectLst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277" name="TextBox 276"/>
            <p:cNvSpPr txBox="1"/>
            <p:nvPr/>
          </p:nvSpPr>
          <p:spPr>
            <a:xfrm>
              <a:off x="3152699" y="541671"/>
              <a:ext cx="1393790" cy="30435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ts val="1600"/>
                </a:lnSpc>
              </a:pPr>
              <a:r>
                <a:rPr lang="en-US" sz="1600" dirty="0">
                  <a:latin typeface="Arial"/>
                  <a:cs typeface="Arial"/>
                </a:rPr>
                <a:t>topology</a:t>
              </a:r>
              <a:endParaRPr lang="en-US" sz="1400" dirty="0">
                <a:latin typeface="Arial"/>
                <a:cs typeface="Arial"/>
              </a:endParaRPr>
            </a:p>
          </p:txBody>
        </p:sp>
      </p:grpSp>
      <p:grpSp>
        <p:nvGrpSpPr>
          <p:cNvPr id="193" name="Group 192"/>
          <p:cNvGrpSpPr/>
          <p:nvPr/>
        </p:nvGrpSpPr>
        <p:grpSpPr>
          <a:xfrm>
            <a:off x="1470534" y="5574637"/>
            <a:ext cx="3248526" cy="1029368"/>
            <a:chOff x="-1550737" y="5173579"/>
            <a:chExt cx="3248526" cy="1029368"/>
          </a:xfrm>
        </p:grpSpPr>
        <p:grpSp>
          <p:nvGrpSpPr>
            <p:cNvPr id="196" name="Group 195"/>
            <p:cNvGrpSpPr/>
            <p:nvPr/>
          </p:nvGrpSpPr>
          <p:grpSpPr>
            <a:xfrm>
              <a:off x="-1425965" y="5182847"/>
              <a:ext cx="2979208" cy="973667"/>
              <a:chOff x="2592388" y="5601756"/>
              <a:chExt cx="4027487" cy="939800"/>
            </a:xfrm>
          </p:grpSpPr>
          <p:sp>
            <p:nvSpPr>
              <p:cNvPr id="215" name="Freeform 2"/>
              <p:cNvSpPr>
                <a:spLocks/>
              </p:cNvSpPr>
              <p:nvPr/>
            </p:nvSpPr>
            <p:spPr bwMode="auto">
              <a:xfrm>
                <a:off x="2592388" y="5601756"/>
                <a:ext cx="4027487" cy="939800"/>
              </a:xfrm>
              <a:custGeom>
                <a:avLst/>
                <a:gdLst>
                  <a:gd name="T0" fmla="*/ 648763 w 10001"/>
                  <a:gd name="T1" fmla="*/ 34777612 h 10125"/>
                  <a:gd name="T2" fmla="*/ 115976403 w 10001"/>
                  <a:gd name="T3" fmla="*/ 13733703 h 10125"/>
                  <a:gd name="T4" fmla="*/ 507700960 w 10001"/>
                  <a:gd name="T5" fmla="*/ 8662125 h 10125"/>
                  <a:gd name="T6" fmla="*/ 810212713 w 10001"/>
                  <a:gd name="T7" fmla="*/ 0 h 10125"/>
                  <a:gd name="T8" fmla="*/ 1090015738 w 10001"/>
                  <a:gd name="T9" fmla="*/ 8687929 h 10125"/>
                  <a:gd name="T10" fmla="*/ 1310938763 w 10001"/>
                  <a:gd name="T11" fmla="*/ 4279362 h 10125"/>
                  <a:gd name="T12" fmla="*/ 1620263134 w 10001"/>
                  <a:gd name="T13" fmla="*/ 25736690 h 10125"/>
                  <a:gd name="T14" fmla="*/ 1394798364 w 10001"/>
                  <a:gd name="T15" fmla="*/ 58525268 h 10125"/>
                  <a:gd name="T16" fmla="*/ 1134622140 w 10001"/>
                  <a:gd name="T17" fmla="*/ 80266624 h 10125"/>
                  <a:gd name="T18" fmla="*/ 860820276 w 10001"/>
                  <a:gd name="T19" fmla="*/ 76142271 h 10125"/>
                  <a:gd name="T20" fmla="*/ 708996782 w 10001"/>
                  <a:gd name="T21" fmla="*/ 85346835 h 10125"/>
                  <a:gd name="T22" fmla="*/ 509322667 w 10001"/>
                  <a:gd name="T23" fmla="*/ 86268164 h 10125"/>
                  <a:gd name="T24" fmla="*/ 353443899 w 10001"/>
                  <a:gd name="T25" fmla="*/ 67979516 h 10125"/>
                  <a:gd name="T26" fmla="*/ 192536914 w 10001"/>
                  <a:gd name="T27" fmla="*/ 64535347 h 10125"/>
                  <a:gd name="T28" fmla="*/ 648763 w 10001"/>
                  <a:gd name="T29" fmla="*/ 34777612 h 10125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0" t="0" r="r" b="b"/>
                <a:pathLst>
                  <a:path w="10001" h="10125">
                    <a:moveTo>
                      <a:pt x="4" y="4039"/>
                    </a:moveTo>
                    <a:cubicBezTo>
                      <a:pt x="-29" y="2271"/>
                      <a:pt x="194" y="2100"/>
                      <a:pt x="715" y="1595"/>
                    </a:cubicBezTo>
                    <a:cubicBezTo>
                      <a:pt x="1236" y="1089"/>
                      <a:pt x="2417" y="1272"/>
                      <a:pt x="3130" y="1006"/>
                    </a:cubicBezTo>
                    <a:cubicBezTo>
                      <a:pt x="3843" y="740"/>
                      <a:pt x="4397" y="0"/>
                      <a:pt x="4995" y="0"/>
                    </a:cubicBezTo>
                    <a:cubicBezTo>
                      <a:pt x="5593" y="1"/>
                      <a:pt x="6206" y="926"/>
                      <a:pt x="6720" y="1009"/>
                    </a:cubicBezTo>
                    <a:cubicBezTo>
                      <a:pt x="7234" y="1092"/>
                      <a:pt x="7536" y="241"/>
                      <a:pt x="8082" y="497"/>
                    </a:cubicBezTo>
                    <a:cubicBezTo>
                      <a:pt x="8628" y="756"/>
                      <a:pt x="9854" y="442"/>
                      <a:pt x="9989" y="2989"/>
                    </a:cubicBezTo>
                    <a:cubicBezTo>
                      <a:pt x="10124" y="5536"/>
                      <a:pt x="9098" y="5742"/>
                      <a:pt x="8599" y="6797"/>
                    </a:cubicBezTo>
                    <a:cubicBezTo>
                      <a:pt x="8100" y="7852"/>
                      <a:pt x="7544" y="8981"/>
                      <a:pt x="6995" y="9322"/>
                    </a:cubicBezTo>
                    <a:cubicBezTo>
                      <a:pt x="6446" y="9663"/>
                      <a:pt x="5793" y="8957"/>
                      <a:pt x="5307" y="8843"/>
                    </a:cubicBezTo>
                    <a:cubicBezTo>
                      <a:pt x="4819" y="8726"/>
                      <a:pt x="4628" y="10048"/>
                      <a:pt x="4371" y="9912"/>
                    </a:cubicBezTo>
                    <a:cubicBezTo>
                      <a:pt x="4114" y="9775"/>
                      <a:pt x="3505" y="10355"/>
                      <a:pt x="3140" y="10019"/>
                    </a:cubicBezTo>
                    <a:cubicBezTo>
                      <a:pt x="2774" y="9683"/>
                      <a:pt x="2820" y="8138"/>
                      <a:pt x="2179" y="7895"/>
                    </a:cubicBezTo>
                    <a:cubicBezTo>
                      <a:pt x="1586" y="6800"/>
                      <a:pt x="1549" y="8137"/>
                      <a:pt x="1187" y="7495"/>
                    </a:cubicBezTo>
                    <a:cubicBezTo>
                      <a:pt x="825" y="6852"/>
                      <a:pt x="-7" y="6157"/>
                      <a:pt x="4" y="4039"/>
                    </a:cubicBezTo>
                    <a:close/>
                  </a:path>
                </a:pathLst>
              </a:custGeom>
              <a:solidFill>
                <a:srgbClr val="66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cxnSp>
            <p:nvCxnSpPr>
              <p:cNvPr id="218" name="Straight Connector 217"/>
              <p:cNvCxnSpPr/>
              <p:nvPr/>
            </p:nvCxnSpPr>
            <p:spPr>
              <a:xfrm flipV="1">
                <a:off x="3262941" y="5752569"/>
                <a:ext cx="1316038" cy="131762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2" name="Straight Connector 241"/>
              <p:cNvCxnSpPr/>
              <p:nvPr/>
            </p:nvCxnSpPr>
            <p:spPr>
              <a:xfrm>
                <a:off x="3151816" y="5939894"/>
                <a:ext cx="2259013" cy="29845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4" name="Straight Connector 243"/>
              <p:cNvCxnSpPr/>
              <p:nvPr/>
            </p:nvCxnSpPr>
            <p:spPr>
              <a:xfrm>
                <a:off x="3164516" y="6044669"/>
                <a:ext cx="714375" cy="27622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3" name="Straight Connector 252"/>
              <p:cNvCxnSpPr/>
              <p:nvPr/>
            </p:nvCxnSpPr>
            <p:spPr>
              <a:xfrm flipV="1">
                <a:off x="4182104" y="6238344"/>
                <a:ext cx="1247775" cy="8255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4" name="Straight Connector 253"/>
              <p:cNvCxnSpPr/>
              <p:nvPr/>
            </p:nvCxnSpPr>
            <p:spPr>
              <a:xfrm>
                <a:off x="4842504" y="5785906"/>
                <a:ext cx="1057275" cy="12382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6" name="Straight Connector 255"/>
              <p:cNvCxnSpPr/>
              <p:nvPr/>
            </p:nvCxnSpPr>
            <p:spPr>
              <a:xfrm flipV="1">
                <a:off x="4126541" y="5939894"/>
                <a:ext cx="1790700" cy="29845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7" name="Straight Connector 256"/>
              <p:cNvCxnSpPr/>
              <p:nvPr/>
            </p:nvCxnSpPr>
            <p:spPr>
              <a:xfrm flipV="1">
                <a:off x="5453691" y="5968469"/>
                <a:ext cx="588963" cy="26987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8" name="Straight Connector 257"/>
              <p:cNvCxnSpPr/>
              <p:nvPr/>
            </p:nvCxnSpPr>
            <p:spPr>
              <a:xfrm>
                <a:off x="4596441" y="5752569"/>
                <a:ext cx="814388" cy="40163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62" name="Group 347"/>
              <p:cNvGrpSpPr>
                <a:grpSpLocks/>
              </p:cNvGrpSpPr>
              <p:nvPr/>
            </p:nvGrpSpPr>
            <p:grpSpPr bwMode="auto">
              <a:xfrm>
                <a:off x="5856401" y="5796097"/>
                <a:ext cx="588970" cy="242608"/>
                <a:chOff x="1871277" y="1576300"/>
                <a:chExt cx="1128371" cy="437861"/>
              </a:xfrm>
            </p:grpSpPr>
            <p:sp>
              <p:nvSpPr>
                <p:cNvPr id="316" name="Oval 315"/>
                <p:cNvSpPr/>
                <p:nvPr/>
              </p:nvSpPr>
              <p:spPr bwMode="auto">
                <a:xfrm flipV="1">
                  <a:off x="1874446" y="1694641"/>
                  <a:ext cx="1125202" cy="319520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accent2">
                        <a:lumMod val="75000"/>
                      </a:schemeClr>
                    </a:gs>
                    <a:gs pos="53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0" scaled="1"/>
                  <a:tileRect/>
                </a:gradFill>
                <a:ln w="6350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dirty="0">
                    <a:ln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317" name="Rectangle 316"/>
                <p:cNvSpPr/>
                <p:nvPr/>
              </p:nvSpPr>
              <p:spPr bwMode="auto">
                <a:xfrm>
                  <a:off x="1871277" y="1739611"/>
                  <a:ext cx="1128371" cy="115973"/>
                </a:xfrm>
                <a:prstGeom prst="rect">
                  <a:avLst/>
                </a:prstGeom>
                <a:gradFill>
                  <a:gsLst>
                    <a:gs pos="0">
                      <a:schemeClr val="accent2">
                        <a:lumMod val="75000"/>
                      </a:schemeClr>
                    </a:gs>
                    <a:gs pos="53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10800000" scaled="0"/>
                </a:gradFill>
                <a:ln w="25400"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318" name="Oval 317"/>
                <p:cNvSpPr/>
                <p:nvPr/>
              </p:nvSpPr>
              <p:spPr bwMode="auto">
                <a:xfrm flipV="1">
                  <a:off x="1871277" y="1576300"/>
                  <a:ext cx="1125200" cy="319520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 w="6350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dirty="0">
                    <a:ln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319" name="Freeform 318"/>
                <p:cNvSpPr/>
                <p:nvPr/>
              </p:nvSpPr>
              <p:spPr bwMode="auto">
                <a:xfrm>
                  <a:off x="2159708" y="1673340"/>
                  <a:ext cx="548339" cy="160943"/>
                </a:xfrm>
                <a:custGeom>
                  <a:avLst/>
                  <a:gdLst>
                    <a:gd name="connsiteX0" fmla="*/ 1486231 w 2944854"/>
                    <a:gd name="connsiteY0" fmla="*/ 727041 h 1302232"/>
                    <a:gd name="connsiteX1" fmla="*/ 257675 w 2944854"/>
                    <a:gd name="connsiteY1" fmla="*/ 1302232 h 1302232"/>
                    <a:gd name="connsiteX2" fmla="*/ 0 w 2944854"/>
                    <a:gd name="connsiteY2" fmla="*/ 1228607 h 1302232"/>
                    <a:gd name="connsiteX3" fmla="*/ 911064 w 2944854"/>
                    <a:gd name="connsiteY3" fmla="*/ 837478 h 1302232"/>
                    <a:gd name="connsiteX4" fmla="*/ 883456 w 2944854"/>
                    <a:gd name="connsiteY4" fmla="*/ 450949 h 1302232"/>
                    <a:gd name="connsiteX5" fmla="*/ 161047 w 2944854"/>
                    <a:gd name="connsiteY5" fmla="*/ 119640 h 1302232"/>
                    <a:gd name="connsiteX6" fmla="*/ 404917 w 2944854"/>
                    <a:gd name="connsiteY6" fmla="*/ 50617 h 1302232"/>
                    <a:gd name="connsiteX7" fmla="*/ 1477028 w 2944854"/>
                    <a:gd name="connsiteY7" fmla="*/ 501566 h 1302232"/>
                    <a:gd name="connsiteX8" fmla="*/ 2572146 w 2944854"/>
                    <a:gd name="connsiteY8" fmla="*/ 0 h 1302232"/>
                    <a:gd name="connsiteX9" fmla="*/ 2875834 w 2944854"/>
                    <a:gd name="connsiteY9" fmla="*/ 96632 h 1302232"/>
                    <a:gd name="connsiteX10" fmla="*/ 2079803 w 2944854"/>
                    <a:gd name="connsiteY10" fmla="*/ 432543 h 1302232"/>
                    <a:gd name="connsiteX11" fmla="*/ 2240850 w 2944854"/>
                    <a:gd name="connsiteY11" fmla="*/ 920305 h 1302232"/>
                    <a:gd name="connsiteX12" fmla="*/ 2944854 w 2944854"/>
                    <a:gd name="connsiteY12" fmla="*/ 1228607 h 1302232"/>
                    <a:gd name="connsiteX13" fmla="*/ 2733192 w 2944854"/>
                    <a:gd name="connsiteY13" fmla="*/ 1297630 h 1302232"/>
                    <a:gd name="connsiteX14" fmla="*/ 1486231 w 2944854"/>
                    <a:gd name="connsiteY14" fmla="*/ 727041 h 1302232"/>
                    <a:gd name="connsiteX0" fmla="*/ 1486231 w 2944854"/>
                    <a:gd name="connsiteY0" fmla="*/ 727041 h 1316375"/>
                    <a:gd name="connsiteX1" fmla="*/ 257675 w 2944854"/>
                    <a:gd name="connsiteY1" fmla="*/ 1302232 h 1316375"/>
                    <a:gd name="connsiteX2" fmla="*/ 0 w 2944854"/>
                    <a:gd name="connsiteY2" fmla="*/ 1228607 h 1316375"/>
                    <a:gd name="connsiteX3" fmla="*/ 911064 w 2944854"/>
                    <a:gd name="connsiteY3" fmla="*/ 837478 h 1316375"/>
                    <a:gd name="connsiteX4" fmla="*/ 883456 w 2944854"/>
                    <a:gd name="connsiteY4" fmla="*/ 450949 h 1316375"/>
                    <a:gd name="connsiteX5" fmla="*/ 161047 w 2944854"/>
                    <a:gd name="connsiteY5" fmla="*/ 119640 h 1316375"/>
                    <a:gd name="connsiteX6" fmla="*/ 404917 w 2944854"/>
                    <a:gd name="connsiteY6" fmla="*/ 50617 h 1316375"/>
                    <a:gd name="connsiteX7" fmla="*/ 1477028 w 2944854"/>
                    <a:gd name="connsiteY7" fmla="*/ 501566 h 1316375"/>
                    <a:gd name="connsiteX8" fmla="*/ 2572146 w 2944854"/>
                    <a:gd name="connsiteY8" fmla="*/ 0 h 1316375"/>
                    <a:gd name="connsiteX9" fmla="*/ 2875834 w 2944854"/>
                    <a:gd name="connsiteY9" fmla="*/ 96632 h 1316375"/>
                    <a:gd name="connsiteX10" fmla="*/ 2079803 w 2944854"/>
                    <a:gd name="connsiteY10" fmla="*/ 432543 h 1316375"/>
                    <a:gd name="connsiteX11" fmla="*/ 2240850 w 2944854"/>
                    <a:gd name="connsiteY11" fmla="*/ 920305 h 1316375"/>
                    <a:gd name="connsiteX12" fmla="*/ 2944854 w 2944854"/>
                    <a:gd name="connsiteY12" fmla="*/ 1228607 h 1316375"/>
                    <a:gd name="connsiteX13" fmla="*/ 2756623 w 2944854"/>
                    <a:gd name="connsiteY13" fmla="*/ 1316375 h 1316375"/>
                    <a:gd name="connsiteX14" fmla="*/ 1486231 w 2944854"/>
                    <a:gd name="connsiteY14" fmla="*/ 727041 h 1316375"/>
                    <a:gd name="connsiteX0" fmla="*/ 1486231 w 3024520"/>
                    <a:gd name="connsiteY0" fmla="*/ 727041 h 1316375"/>
                    <a:gd name="connsiteX1" fmla="*/ 257675 w 3024520"/>
                    <a:gd name="connsiteY1" fmla="*/ 1302232 h 1316375"/>
                    <a:gd name="connsiteX2" fmla="*/ 0 w 3024520"/>
                    <a:gd name="connsiteY2" fmla="*/ 1228607 h 1316375"/>
                    <a:gd name="connsiteX3" fmla="*/ 911064 w 3024520"/>
                    <a:gd name="connsiteY3" fmla="*/ 837478 h 1316375"/>
                    <a:gd name="connsiteX4" fmla="*/ 883456 w 3024520"/>
                    <a:gd name="connsiteY4" fmla="*/ 450949 h 1316375"/>
                    <a:gd name="connsiteX5" fmla="*/ 161047 w 3024520"/>
                    <a:gd name="connsiteY5" fmla="*/ 119640 h 1316375"/>
                    <a:gd name="connsiteX6" fmla="*/ 404917 w 3024520"/>
                    <a:gd name="connsiteY6" fmla="*/ 50617 h 1316375"/>
                    <a:gd name="connsiteX7" fmla="*/ 1477028 w 3024520"/>
                    <a:gd name="connsiteY7" fmla="*/ 501566 h 1316375"/>
                    <a:gd name="connsiteX8" fmla="*/ 2572146 w 3024520"/>
                    <a:gd name="connsiteY8" fmla="*/ 0 h 1316375"/>
                    <a:gd name="connsiteX9" fmla="*/ 2875834 w 3024520"/>
                    <a:gd name="connsiteY9" fmla="*/ 96632 h 1316375"/>
                    <a:gd name="connsiteX10" fmla="*/ 2079803 w 3024520"/>
                    <a:gd name="connsiteY10" fmla="*/ 432543 h 1316375"/>
                    <a:gd name="connsiteX11" fmla="*/ 2240850 w 3024520"/>
                    <a:gd name="connsiteY11" fmla="*/ 920305 h 1316375"/>
                    <a:gd name="connsiteX12" fmla="*/ 3024520 w 3024520"/>
                    <a:gd name="connsiteY12" fmla="*/ 1228607 h 1316375"/>
                    <a:gd name="connsiteX13" fmla="*/ 2756623 w 3024520"/>
                    <a:gd name="connsiteY13" fmla="*/ 1316375 h 1316375"/>
                    <a:gd name="connsiteX14" fmla="*/ 1486231 w 3024520"/>
                    <a:gd name="connsiteY14" fmla="*/ 727041 h 1316375"/>
                    <a:gd name="connsiteX0" fmla="*/ 1537780 w 3076069"/>
                    <a:gd name="connsiteY0" fmla="*/ 727041 h 1316375"/>
                    <a:gd name="connsiteX1" fmla="*/ 309224 w 3076069"/>
                    <a:gd name="connsiteY1" fmla="*/ 1302232 h 1316375"/>
                    <a:gd name="connsiteX2" fmla="*/ 0 w 3076069"/>
                    <a:gd name="connsiteY2" fmla="*/ 1228607 h 1316375"/>
                    <a:gd name="connsiteX3" fmla="*/ 962613 w 3076069"/>
                    <a:gd name="connsiteY3" fmla="*/ 837478 h 1316375"/>
                    <a:gd name="connsiteX4" fmla="*/ 935005 w 3076069"/>
                    <a:gd name="connsiteY4" fmla="*/ 450949 h 1316375"/>
                    <a:gd name="connsiteX5" fmla="*/ 212596 w 3076069"/>
                    <a:gd name="connsiteY5" fmla="*/ 119640 h 1316375"/>
                    <a:gd name="connsiteX6" fmla="*/ 456466 w 3076069"/>
                    <a:gd name="connsiteY6" fmla="*/ 50617 h 1316375"/>
                    <a:gd name="connsiteX7" fmla="*/ 1528577 w 3076069"/>
                    <a:gd name="connsiteY7" fmla="*/ 501566 h 1316375"/>
                    <a:gd name="connsiteX8" fmla="*/ 2623695 w 3076069"/>
                    <a:gd name="connsiteY8" fmla="*/ 0 h 1316375"/>
                    <a:gd name="connsiteX9" fmla="*/ 2927383 w 3076069"/>
                    <a:gd name="connsiteY9" fmla="*/ 96632 h 1316375"/>
                    <a:gd name="connsiteX10" fmla="*/ 2131352 w 3076069"/>
                    <a:gd name="connsiteY10" fmla="*/ 432543 h 1316375"/>
                    <a:gd name="connsiteX11" fmla="*/ 2292399 w 3076069"/>
                    <a:gd name="connsiteY11" fmla="*/ 920305 h 1316375"/>
                    <a:gd name="connsiteX12" fmla="*/ 3076069 w 3076069"/>
                    <a:gd name="connsiteY12" fmla="*/ 1228607 h 1316375"/>
                    <a:gd name="connsiteX13" fmla="*/ 2808172 w 3076069"/>
                    <a:gd name="connsiteY13" fmla="*/ 1316375 h 1316375"/>
                    <a:gd name="connsiteX14" fmla="*/ 1537780 w 3076069"/>
                    <a:gd name="connsiteY14" fmla="*/ 727041 h 1316375"/>
                    <a:gd name="connsiteX0" fmla="*/ 1537780 w 3076069"/>
                    <a:gd name="connsiteY0" fmla="*/ 727041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27041 h 1321259"/>
                    <a:gd name="connsiteX0" fmla="*/ 1537780 w 3076069"/>
                    <a:gd name="connsiteY0" fmla="*/ 750825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50825 h 13212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chemeClr val="accent2">
                    <a:lumMod val="60000"/>
                    <a:lumOff val="40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320" name="Freeform 319"/>
                <p:cNvSpPr/>
                <p:nvPr/>
              </p:nvSpPr>
              <p:spPr bwMode="auto">
                <a:xfrm>
                  <a:off x="2102655" y="1633103"/>
                  <a:ext cx="662444" cy="111241"/>
                </a:xfrm>
                <a:custGeom>
                  <a:avLst/>
                  <a:gdLst>
                    <a:gd name="connsiteX0" fmla="*/ 0 w 3645229"/>
                    <a:gd name="connsiteY0" fmla="*/ 214441 h 923747"/>
                    <a:gd name="connsiteX1" fmla="*/ 659770 w 3645229"/>
                    <a:gd name="connsiteY1" fmla="*/ 16495 h 923747"/>
                    <a:gd name="connsiteX2" fmla="*/ 1814367 w 3645229"/>
                    <a:gd name="connsiteY2" fmla="*/ 511360 h 923747"/>
                    <a:gd name="connsiteX3" fmla="*/ 2968965 w 3645229"/>
                    <a:gd name="connsiteY3" fmla="*/ 0 h 923747"/>
                    <a:gd name="connsiteX4" fmla="*/ 3645229 w 3645229"/>
                    <a:gd name="connsiteY4" fmla="*/ 197946 h 923747"/>
                    <a:gd name="connsiteX5" fmla="*/ 3199884 w 3645229"/>
                    <a:gd name="connsiteY5" fmla="*/ 461874 h 923747"/>
                    <a:gd name="connsiteX6" fmla="*/ 2985459 w 3645229"/>
                    <a:gd name="connsiteY6" fmla="*/ 379396 h 923747"/>
                    <a:gd name="connsiteX7" fmla="*/ 1830861 w 3645229"/>
                    <a:gd name="connsiteY7" fmla="*/ 923747 h 923747"/>
                    <a:gd name="connsiteX8" fmla="*/ 676264 w 3645229"/>
                    <a:gd name="connsiteY8" fmla="*/ 412387 h 923747"/>
                    <a:gd name="connsiteX9" fmla="*/ 527816 w 3645229"/>
                    <a:gd name="connsiteY9" fmla="*/ 478369 h 923747"/>
                    <a:gd name="connsiteX10" fmla="*/ 0 w 3645229"/>
                    <a:gd name="connsiteY10" fmla="*/ 21444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78369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90067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09765 w 3640627"/>
                    <a:gd name="connsiteY2" fmla="*/ 511360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3008465 w 3640627"/>
                    <a:gd name="connsiteY6" fmla="*/ 402404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723451"/>
                    <a:gd name="connsiteY0" fmla="*/ 242051 h 946755"/>
                    <a:gd name="connsiteX1" fmla="*/ 655168 w 3723451"/>
                    <a:gd name="connsiteY1" fmla="*/ 16495 h 946755"/>
                    <a:gd name="connsiteX2" fmla="*/ 1855778 w 3723451"/>
                    <a:gd name="connsiteY2" fmla="*/ 534367 h 946755"/>
                    <a:gd name="connsiteX3" fmla="*/ 2964363 w 3723451"/>
                    <a:gd name="connsiteY3" fmla="*/ 0 h 946755"/>
                    <a:gd name="connsiteX4" fmla="*/ 3723451 w 3723451"/>
                    <a:gd name="connsiteY4" fmla="*/ 220954 h 946755"/>
                    <a:gd name="connsiteX5" fmla="*/ 3195282 w 3723451"/>
                    <a:gd name="connsiteY5" fmla="*/ 461874 h 946755"/>
                    <a:gd name="connsiteX6" fmla="*/ 3008465 w 3723451"/>
                    <a:gd name="connsiteY6" fmla="*/ 402404 h 946755"/>
                    <a:gd name="connsiteX7" fmla="*/ 1876873 w 3723451"/>
                    <a:gd name="connsiteY7" fmla="*/ 946755 h 946755"/>
                    <a:gd name="connsiteX8" fmla="*/ 690067 w 3723451"/>
                    <a:gd name="connsiteY8" fmla="*/ 412387 h 946755"/>
                    <a:gd name="connsiteX9" fmla="*/ 523214 w 3723451"/>
                    <a:gd name="connsiteY9" fmla="*/ 482971 h 946755"/>
                    <a:gd name="connsiteX10" fmla="*/ 0 w 3723451"/>
                    <a:gd name="connsiteY10" fmla="*/ 242051 h 946755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08465 w 3723451"/>
                    <a:gd name="connsiteY6" fmla="*/ 388599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711613 w 3723451"/>
                    <a:gd name="connsiteY8" fmla="*/ 413055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321" name="Freeform 320"/>
                <p:cNvSpPr/>
                <p:nvPr/>
              </p:nvSpPr>
              <p:spPr bwMode="auto">
                <a:xfrm>
                  <a:off x="2536889" y="1727776"/>
                  <a:ext cx="244057" cy="97040"/>
                </a:xfrm>
                <a:custGeom>
                  <a:avLst/>
                  <a:gdLst>
                    <a:gd name="connsiteX0" fmla="*/ 55216 w 1421812"/>
                    <a:gd name="connsiteY0" fmla="*/ 0 h 800665"/>
                    <a:gd name="connsiteX1" fmla="*/ 1421812 w 1421812"/>
                    <a:gd name="connsiteY1" fmla="*/ 625807 h 800665"/>
                    <a:gd name="connsiteX2" fmla="*/ 947874 w 1421812"/>
                    <a:gd name="connsiteY2" fmla="*/ 800665 h 800665"/>
                    <a:gd name="connsiteX3" fmla="*/ 50614 w 1421812"/>
                    <a:gd name="connsiteY3" fmla="*/ 404934 h 800665"/>
                    <a:gd name="connsiteX4" fmla="*/ 0 w 1421812"/>
                    <a:gd name="connsiteY4" fmla="*/ 404934 h 800665"/>
                    <a:gd name="connsiteX5" fmla="*/ 55216 w 1421812"/>
                    <a:gd name="connsiteY5" fmla="*/ 0 h 800665"/>
                    <a:gd name="connsiteX0" fmla="*/ 4602 w 1371198"/>
                    <a:gd name="connsiteY0" fmla="*/ 0 h 800665"/>
                    <a:gd name="connsiteX1" fmla="*/ 1371198 w 1371198"/>
                    <a:gd name="connsiteY1" fmla="*/ 625807 h 800665"/>
                    <a:gd name="connsiteX2" fmla="*/ 897260 w 1371198"/>
                    <a:gd name="connsiteY2" fmla="*/ 800665 h 800665"/>
                    <a:gd name="connsiteX3" fmla="*/ 0 w 1371198"/>
                    <a:gd name="connsiteY3" fmla="*/ 404934 h 800665"/>
                    <a:gd name="connsiteX4" fmla="*/ 4602 w 1371198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9868"/>
                    <a:gd name="connsiteX1" fmla="*/ 1366596 w 1366596"/>
                    <a:gd name="connsiteY1" fmla="*/ 625807 h 809868"/>
                    <a:gd name="connsiteX2" fmla="*/ 865050 w 1366596"/>
                    <a:gd name="connsiteY2" fmla="*/ 809868 h 809868"/>
                    <a:gd name="connsiteX3" fmla="*/ 4601 w 1366596"/>
                    <a:gd name="connsiteY3" fmla="*/ 427942 h 809868"/>
                    <a:gd name="connsiteX4" fmla="*/ 0 w 1366596"/>
                    <a:gd name="connsiteY4" fmla="*/ 0 h 8098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322" name="Freeform 321"/>
                <p:cNvSpPr/>
                <p:nvPr/>
              </p:nvSpPr>
              <p:spPr bwMode="auto">
                <a:xfrm>
                  <a:off x="2089977" y="1730144"/>
                  <a:ext cx="240888" cy="97039"/>
                </a:xfrm>
                <a:custGeom>
                  <a:avLst/>
                  <a:gdLst>
                    <a:gd name="connsiteX0" fmla="*/ 1329786 w 1348191"/>
                    <a:gd name="connsiteY0" fmla="*/ 0 h 809869"/>
                    <a:gd name="connsiteX1" fmla="*/ 1348191 w 1348191"/>
                    <a:gd name="connsiteY1" fmla="*/ 400333 h 809869"/>
                    <a:gd name="connsiteX2" fmla="*/ 487742 w 1348191"/>
                    <a:gd name="connsiteY2" fmla="*/ 809869 h 809869"/>
                    <a:gd name="connsiteX3" fmla="*/ 0 w 1348191"/>
                    <a:gd name="connsiteY3" fmla="*/ 630409 h 809869"/>
                    <a:gd name="connsiteX4" fmla="*/ 1329786 w 1348191"/>
                    <a:gd name="connsiteY4" fmla="*/ 0 h 809869"/>
                    <a:gd name="connsiteX0" fmla="*/ 1329786 w 1348191"/>
                    <a:gd name="connsiteY0" fmla="*/ 0 h 791462"/>
                    <a:gd name="connsiteX1" fmla="*/ 1348191 w 1348191"/>
                    <a:gd name="connsiteY1" fmla="*/ 381926 h 791462"/>
                    <a:gd name="connsiteX2" fmla="*/ 487742 w 1348191"/>
                    <a:gd name="connsiteY2" fmla="*/ 791462 h 791462"/>
                    <a:gd name="connsiteX3" fmla="*/ 0 w 1348191"/>
                    <a:gd name="connsiteY3" fmla="*/ 612002 h 791462"/>
                    <a:gd name="connsiteX4" fmla="*/ 1329786 w 1348191"/>
                    <a:gd name="connsiteY4" fmla="*/ 0 h 7914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cxnSp>
              <p:nvCxnSpPr>
                <p:cNvPr id="323" name="Straight Connector 322"/>
                <p:cNvCxnSpPr>
                  <a:endCxn id="318" idx="2"/>
                </p:cNvCxnSpPr>
                <p:nvPr/>
              </p:nvCxnSpPr>
              <p:spPr bwMode="auto">
                <a:xfrm flipH="1" flipV="1">
                  <a:off x="1871277" y="1737243"/>
                  <a:ext cx="3169" cy="123074"/>
                </a:xfrm>
                <a:prstGeom prst="line">
                  <a:avLst/>
                </a:prstGeom>
                <a:ln w="6350" cmpd="sng">
                  <a:solidFill>
                    <a:schemeClr val="tx1"/>
                  </a:solidFill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4" name="Straight Connector 323"/>
                <p:cNvCxnSpPr/>
                <p:nvPr/>
              </p:nvCxnSpPr>
              <p:spPr bwMode="auto">
                <a:xfrm flipH="1" flipV="1">
                  <a:off x="2996477" y="1734877"/>
                  <a:ext cx="3171" cy="123074"/>
                </a:xfrm>
                <a:prstGeom prst="line">
                  <a:avLst/>
                </a:prstGeom>
                <a:ln w="6350" cmpd="sng">
                  <a:solidFill>
                    <a:schemeClr val="tx1"/>
                  </a:solidFill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63" name="Group 347"/>
              <p:cNvGrpSpPr>
                <a:grpSpLocks/>
              </p:cNvGrpSpPr>
              <p:nvPr/>
            </p:nvGrpSpPr>
            <p:grpSpPr bwMode="auto">
              <a:xfrm>
                <a:off x="4375328" y="5654000"/>
                <a:ext cx="588970" cy="242608"/>
                <a:chOff x="1871277" y="1576300"/>
                <a:chExt cx="1128371" cy="437861"/>
              </a:xfrm>
            </p:grpSpPr>
            <p:sp>
              <p:nvSpPr>
                <p:cNvPr id="307" name="Oval 306"/>
                <p:cNvSpPr/>
                <p:nvPr/>
              </p:nvSpPr>
              <p:spPr bwMode="auto">
                <a:xfrm flipV="1">
                  <a:off x="1874446" y="1694641"/>
                  <a:ext cx="1125202" cy="319520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accent2">
                        <a:lumMod val="75000"/>
                      </a:schemeClr>
                    </a:gs>
                    <a:gs pos="53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0" scaled="1"/>
                  <a:tileRect/>
                </a:gradFill>
                <a:ln w="6350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dirty="0">
                    <a:ln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308" name="Rectangle 307"/>
                <p:cNvSpPr/>
                <p:nvPr/>
              </p:nvSpPr>
              <p:spPr bwMode="auto">
                <a:xfrm>
                  <a:off x="1871277" y="1739611"/>
                  <a:ext cx="1128371" cy="115973"/>
                </a:xfrm>
                <a:prstGeom prst="rect">
                  <a:avLst/>
                </a:prstGeom>
                <a:gradFill>
                  <a:gsLst>
                    <a:gs pos="0">
                      <a:schemeClr val="accent2">
                        <a:lumMod val="75000"/>
                      </a:schemeClr>
                    </a:gs>
                    <a:gs pos="53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10800000" scaled="0"/>
                </a:gradFill>
                <a:ln w="25400"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309" name="Oval 308"/>
                <p:cNvSpPr/>
                <p:nvPr/>
              </p:nvSpPr>
              <p:spPr bwMode="auto">
                <a:xfrm flipV="1">
                  <a:off x="1871277" y="1576300"/>
                  <a:ext cx="1125200" cy="319520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 w="6350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dirty="0">
                    <a:ln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310" name="Freeform 309"/>
                <p:cNvSpPr/>
                <p:nvPr/>
              </p:nvSpPr>
              <p:spPr bwMode="auto">
                <a:xfrm>
                  <a:off x="2159708" y="1673340"/>
                  <a:ext cx="548339" cy="160943"/>
                </a:xfrm>
                <a:custGeom>
                  <a:avLst/>
                  <a:gdLst>
                    <a:gd name="connsiteX0" fmla="*/ 1486231 w 2944854"/>
                    <a:gd name="connsiteY0" fmla="*/ 727041 h 1302232"/>
                    <a:gd name="connsiteX1" fmla="*/ 257675 w 2944854"/>
                    <a:gd name="connsiteY1" fmla="*/ 1302232 h 1302232"/>
                    <a:gd name="connsiteX2" fmla="*/ 0 w 2944854"/>
                    <a:gd name="connsiteY2" fmla="*/ 1228607 h 1302232"/>
                    <a:gd name="connsiteX3" fmla="*/ 911064 w 2944854"/>
                    <a:gd name="connsiteY3" fmla="*/ 837478 h 1302232"/>
                    <a:gd name="connsiteX4" fmla="*/ 883456 w 2944854"/>
                    <a:gd name="connsiteY4" fmla="*/ 450949 h 1302232"/>
                    <a:gd name="connsiteX5" fmla="*/ 161047 w 2944854"/>
                    <a:gd name="connsiteY5" fmla="*/ 119640 h 1302232"/>
                    <a:gd name="connsiteX6" fmla="*/ 404917 w 2944854"/>
                    <a:gd name="connsiteY6" fmla="*/ 50617 h 1302232"/>
                    <a:gd name="connsiteX7" fmla="*/ 1477028 w 2944854"/>
                    <a:gd name="connsiteY7" fmla="*/ 501566 h 1302232"/>
                    <a:gd name="connsiteX8" fmla="*/ 2572146 w 2944854"/>
                    <a:gd name="connsiteY8" fmla="*/ 0 h 1302232"/>
                    <a:gd name="connsiteX9" fmla="*/ 2875834 w 2944854"/>
                    <a:gd name="connsiteY9" fmla="*/ 96632 h 1302232"/>
                    <a:gd name="connsiteX10" fmla="*/ 2079803 w 2944854"/>
                    <a:gd name="connsiteY10" fmla="*/ 432543 h 1302232"/>
                    <a:gd name="connsiteX11" fmla="*/ 2240850 w 2944854"/>
                    <a:gd name="connsiteY11" fmla="*/ 920305 h 1302232"/>
                    <a:gd name="connsiteX12" fmla="*/ 2944854 w 2944854"/>
                    <a:gd name="connsiteY12" fmla="*/ 1228607 h 1302232"/>
                    <a:gd name="connsiteX13" fmla="*/ 2733192 w 2944854"/>
                    <a:gd name="connsiteY13" fmla="*/ 1297630 h 1302232"/>
                    <a:gd name="connsiteX14" fmla="*/ 1486231 w 2944854"/>
                    <a:gd name="connsiteY14" fmla="*/ 727041 h 1302232"/>
                    <a:gd name="connsiteX0" fmla="*/ 1486231 w 2944854"/>
                    <a:gd name="connsiteY0" fmla="*/ 727041 h 1316375"/>
                    <a:gd name="connsiteX1" fmla="*/ 257675 w 2944854"/>
                    <a:gd name="connsiteY1" fmla="*/ 1302232 h 1316375"/>
                    <a:gd name="connsiteX2" fmla="*/ 0 w 2944854"/>
                    <a:gd name="connsiteY2" fmla="*/ 1228607 h 1316375"/>
                    <a:gd name="connsiteX3" fmla="*/ 911064 w 2944854"/>
                    <a:gd name="connsiteY3" fmla="*/ 837478 h 1316375"/>
                    <a:gd name="connsiteX4" fmla="*/ 883456 w 2944854"/>
                    <a:gd name="connsiteY4" fmla="*/ 450949 h 1316375"/>
                    <a:gd name="connsiteX5" fmla="*/ 161047 w 2944854"/>
                    <a:gd name="connsiteY5" fmla="*/ 119640 h 1316375"/>
                    <a:gd name="connsiteX6" fmla="*/ 404917 w 2944854"/>
                    <a:gd name="connsiteY6" fmla="*/ 50617 h 1316375"/>
                    <a:gd name="connsiteX7" fmla="*/ 1477028 w 2944854"/>
                    <a:gd name="connsiteY7" fmla="*/ 501566 h 1316375"/>
                    <a:gd name="connsiteX8" fmla="*/ 2572146 w 2944854"/>
                    <a:gd name="connsiteY8" fmla="*/ 0 h 1316375"/>
                    <a:gd name="connsiteX9" fmla="*/ 2875834 w 2944854"/>
                    <a:gd name="connsiteY9" fmla="*/ 96632 h 1316375"/>
                    <a:gd name="connsiteX10" fmla="*/ 2079803 w 2944854"/>
                    <a:gd name="connsiteY10" fmla="*/ 432543 h 1316375"/>
                    <a:gd name="connsiteX11" fmla="*/ 2240850 w 2944854"/>
                    <a:gd name="connsiteY11" fmla="*/ 920305 h 1316375"/>
                    <a:gd name="connsiteX12" fmla="*/ 2944854 w 2944854"/>
                    <a:gd name="connsiteY12" fmla="*/ 1228607 h 1316375"/>
                    <a:gd name="connsiteX13" fmla="*/ 2756623 w 2944854"/>
                    <a:gd name="connsiteY13" fmla="*/ 1316375 h 1316375"/>
                    <a:gd name="connsiteX14" fmla="*/ 1486231 w 2944854"/>
                    <a:gd name="connsiteY14" fmla="*/ 727041 h 1316375"/>
                    <a:gd name="connsiteX0" fmla="*/ 1486231 w 3024520"/>
                    <a:gd name="connsiteY0" fmla="*/ 727041 h 1316375"/>
                    <a:gd name="connsiteX1" fmla="*/ 257675 w 3024520"/>
                    <a:gd name="connsiteY1" fmla="*/ 1302232 h 1316375"/>
                    <a:gd name="connsiteX2" fmla="*/ 0 w 3024520"/>
                    <a:gd name="connsiteY2" fmla="*/ 1228607 h 1316375"/>
                    <a:gd name="connsiteX3" fmla="*/ 911064 w 3024520"/>
                    <a:gd name="connsiteY3" fmla="*/ 837478 h 1316375"/>
                    <a:gd name="connsiteX4" fmla="*/ 883456 w 3024520"/>
                    <a:gd name="connsiteY4" fmla="*/ 450949 h 1316375"/>
                    <a:gd name="connsiteX5" fmla="*/ 161047 w 3024520"/>
                    <a:gd name="connsiteY5" fmla="*/ 119640 h 1316375"/>
                    <a:gd name="connsiteX6" fmla="*/ 404917 w 3024520"/>
                    <a:gd name="connsiteY6" fmla="*/ 50617 h 1316375"/>
                    <a:gd name="connsiteX7" fmla="*/ 1477028 w 3024520"/>
                    <a:gd name="connsiteY7" fmla="*/ 501566 h 1316375"/>
                    <a:gd name="connsiteX8" fmla="*/ 2572146 w 3024520"/>
                    <a:gd name="connsiteY8" fmla="*/ 0 h 1316375"/>
                    <a:gd name="connsiteX9" fmla="*/ 2875834 w 3024520"/>
                    <a:gd name="connsiteY9" fmla="*/ 96632 h 1316375"/>
                    <a:gd name="connsiteX10" fmla="*/ 2079803 w 3024520"/>
                    <a:gd name="connsiteY10" fmla="*/ 432543 h 1316375"/>
                    <a:gd name="connsiteX11" fmla="*/ 2240850 w 3024520"/>
                    <a:gd name="connsiteY11" fmla="*/ 920305 h 1316375"/>
                    <a:gd name="connsiteX12" fmla="*/ 3024520 w 3024520"/>
                    <a:gd name="connsiteY12" fmla="*/ 1228607 h 1316375"/>
                    <a:gd name="connsiteX13" fmla="*/ 2756623 w 3024520"/>
                    <a:gd name="connsiteY13" fmla="*/ 1316375 h 1316375"/>
                    <a:gd name="connsiteX14" fmla="*/ 1486231 w 3024520"/>
                    <a:gd name="connsiteY14" fmla="*/ 727041 h 1316375"/>
                    <a:gd name="connsiteX0" fmla="*/ 1537780 w 3076069"/>
                    <a:gd name="connsiteY0" fmla="*/ 727041 h 1316375"/>
                    <a:gd name="connsiteX1" fmla="*/ 309224 w 3076069"/>
                    <a:gd name="connsiteY1" fmla="*/ 1302232 h 1316375"/>
                    <a:gd name="connsiteX2" fmla="*/ 0 w 3076069"/>
                    <a:gd name="connsiteY2" fmla="*/ 1228607 h 1316375"/>
                    <a:gd name="connsiteX3" fmla="*/ 962613 w 3076069"/>
                    <a:gd name="connsiteY3" fmla="*/ 837478 h 1316375"/>
                    <a:gd name="connsiteX4" fmla="*/ 935005 w 3076069"/>
                    <a:gd name="connsiteY4" fmla="*/ 450949 h 1316375"/>
                    <a:gd name="connsiteX5" fmla="*/ 212596 w 3076069"/>
                    <a:gd name="connsiteY5" fmla="*/ 119640 h 1316375"/>
                    <a:gd name="connsiteX6" fmla="*/ 456466 w 3076069"/>
                    <a:gd name="connsiteY6" fmla="*/ 50617 h 1316375"/>
                    <a:gd name="connsiteX7" fmla="*/ 1528577 w 3076069"/>
                    <a:gd name="connsiteY7" fmla="*/ 501566 h 1316375"/>
                    <a:gd name="connsiteX8" fmla="*/ 2623695 w 3076069"/>
                    <a:gd name="connsiteY8" fmla="*/ 0 h 1316375"/>
                    <a:gd name="connsiteX9" fmla="*/ 2927383 w 3076069"/>
                    <a:gd name="connsiteY9" fmla="*/ 96632 h 1316375"/>
                    <a:gd name="connsiteX10" fmla="*/ 2131352 w 3076069"/>
                    <a:gd name="connsiteY10" fmla="*/ 432543 h 1316375"/>
                    <a:gd name="connsiteX11" fmla="*/ 2292399 w 3076069"/>
                    <a:gd name="connsiteY11" fmla="*/ 920305 h 1316375"/>
                    <a:gd name="connsiteX12" fmla="*/ 3076069 w 3076069"/>
                    <a:gd name="connsiteY12" fmla="*/ 1228607 h 1316375"/>
                    <a:gd name="connsiteX13" fmla="*/ 2808172 w 3076069"/>
                    <a:gd name="connsiteY13" fmla="*/ 1316375 h 1316375"/>
                    <a:gd name="connsiteX14" fmla="*/ 1537780 w 3076069"/>
                    <a:gd name="connsiteY14" fmla="*/ 727041 h 1316375"/>
                    <a:gd name="connsiteX0" fmla="*/ 1537780 w 3076069"/>
                    <a:gd name="connsiteY0" fmla="*/ 727041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27041 h 1321259"/>
                    <a:gd name="connsiteX0" fmla="*/ 1537780 w 3076069"/>
                    <a:gd name="connsiteY0" fmla="*/ 750825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50825 h 13212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chemeClr val="accent2">
                    <a:lumMod val="60000"/>
                    <a:lumOff val="40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311" name="Freeform 310"/>
                <p:cNvSpPr/>
                <p:nvPr/>
              </p:nvSpPr>
              <p:spPr bwMode="auto">
                <a:xfrm>
                  <a:off x="2102655" y="1633103"/>
                  <a:ext cx="662444" cy="111241"/>
                </a:xfrm>
                <a:custGeom>
                  <a:avLst/>
                  <a:gdLst>
                    <a:gd name="connsiteX0" fmla="*/ 0 w 3645229"/>
                    <a:gd name="connsiteY0" fmla="*/ 214441 h 923747"/>
                    <a:gd name="connsiteX1" fmla="*/ 659770 w 3645229"/>
                    <a:gd name="connsiteY1" fmla="*/ 16495 h 923747"/>
                    <a:gd name="connsiteX2" fmla="*/ 1814367 w 3645229"/>
                    <a:gd name="connsiteY2" fmla="*/ 511360 h 923747"/>
                    <a:gd name="connsiteX3" fmla="*/ 2968965 w 3645229"/>
                    <a:gd name="connsiteY3" fmla="*/ 0 h 923747"/>
                    <a:gd name="connsiteX4" fmla="*/ 3645229 w 3645229"/>
                    <a:gd name="connsiteY4" fmla="*/ 197946 h 923747"/>
                    <a:gd name="connsiteX5" fmla="*/ 3199884 w 3645229"/>
                    <a:gd name="connsiteY5" fmla="*/ 461874 h 923747"/>
                    <a:gd name="connsiteX6" fmla="*/ 2985459 w 3645229"/>
                    <a:gd name="connsiteY6" fmla="*/ 379396 h 923747"/>
                    <a:gd name="connsiteX7" fmla="*/ 1830861 w 3645229"/>
                    <a:gd name="connsiteY7" fmla="*/ 923747 h 923747"/>
                    <a:gd name="connsiteX8" fmla="*/ 676264 w 3645229"/>
                    <a:gd name="connsiteY8" fmla="*/ 412387 h 923747"/>
                    <a:gd name="connsiteX9" fmla="*/ 527816 w 3645229"/>
                    <a:gd name="connsiteY9" fmla="*/ 478369 h 923747"/>
                    <a:gd name="connsiteX10" fmla="*/ 0 w 3645229"/>
                    <a:gd name="connsiteY10" fmla="*/ 21444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78369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90067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09765 w 3640627"/>
                    <a:gd name="connsiteY2" fmla="*/ 511360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3008465 w 3640627"/>
                    <a:gd name="connsiteY6" fmla="*/ 402404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723451"/>
                    <a:gd name="connsiteY0" fmla="*/ 242051 h 946755"/>
                    <a:gd name="connsiteX1" fmla="*/ 655168 w 3723451"/>
                    <a:gd name="connsiteY1" fmla="*/ 16495 h 946755"/>
                    <a:gd name="connsiteX2" fmla="*/ 1855778 w 3723451"/>
                    <a:gd name="connsiteY2" fmla="*/ 534367 h 946755"/>
                    <a:gd name="connsiteX3" fmla="*/ 2964363 w 3723451"/>
                    <a:gd name="connsiteY3" fmla="*/ 0 h 946755"/>
                    <a:gd name="connsiteX4" fmla="*/ 3723451 w 3723451"/>
                    <a:gd name="connsiteY4" fmla="*/ 220954 h 946755"/>
                    <a:gd name="connsiteX5" fmla="*/ 3195282 w 3723451"/>
                    <a:gd name="connsiteY5" fmla="*/ 461874 h 946755"/>
                    <a:gd name="connsiteX6" fmla="*/ 3008465 w 3723451"/>
                    <a:gd name="connsiteY6" fmla="*/ 402404 h 946755"/>
                    <a:gd name="connsiteX7" fmla="*/ 1876873 w 3723451"/>
                    <a:gd name="connsiteY7" fmla="*/ 946755 h 946755"/>
                    <a:gd name="connsiteX8" fmla="*/ 690067 w 3723451"/>
                    <a:gd name="connsiteY8" fmla="*/ 412387 h 946755"/>
                    <a:gd name="connsiteX9" fmla="*/ 523214 w 3723451"/>
                    <a:gd name="connsiteY9" fmla="*/ 482971 h 946755"/>
                    <a:gd name="connsiteX10" fmla="*/ 0 w 3723451"/>
                    <a:gd name="connsiteY10" fmla="*/ 242051 h 946755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08465 w 3723451"/>
                    <a:gd name="connsiteY6" fmla="*/ 388599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711613 w 3723451"/>
                    <a:gd name="connsiteY8" fmla="*/ 413055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312" name="Freeform 311"/>
                <p:cNvSpPr/>
                <p:nvPr/>
              </p:nvSpPr>
              <p:spPr bwMode="auto">
                <a:xfrm>
                  <a:off x="2536889" y="1727776"/>
                  <a:ext cx="244057" cy="97040"/>
                </a:xfrm>
                <a:custGeom>
                  <a:avLst/>
                  <a:gdLst>
                    <a:gd name="connsiteX0" fmla="*/ 55216 w 1421812"/>
                    <a:gd name="connsiteY0" fmla="*/ 0 h 800665"/>
                    <a:gd name="connsiteX1" fmla="*/ 1421812 w 1421812"/>
                    <a:gd name="connsiteY1" fmla="*/ 625807 h 800665"/>
                    <a:gd name="connsiteX2" fmla="*/ 947874 w 1421812"/>
                    <a:gd name="connsiteY2" fmla="*/ 800665 h 800665"/>
                    <a:gd name="connsiteX3" fmla="*/ 50614 w 1421812"/>
                    <a:gd name="connsiteY3" fmla="*/ 404934 h 800665"/>
                    <a:gd name="connsiteX4" fmla="*/ 0 w 1421812"/>
                    <a:gd name="connsiteY4" fmla="*/ 404934 h 800665"/>
                    <a:gd name="connsiteX5" fmla="*/ 55216 w 1421812"/>
                    <a:gd name="connsiteY5" fmla="*/ 0 h 800665"/>
                    <a:gd name="connsiteX0" fmla="*/ 4602 w 1371198"/>
                    <a:gd name="connsiteY0" fmla="*/ 0 h 800665"/>
                    <a:gd name="connsiteX1" fmla="*/ 1371198 w 1371198"/>
                    <a:gd name="connsiteY1" fmla="*/ 625807 h 800665"/>
                    <a:gd name="connsiteX2" fmla="*/ 897260 w 1371198"/>
                    <a:gd name="connsiteY2" fmla="*/ 800665 h 800665"/>
                    <a:gd name="connsiteX3" fmla="*/ 0 w 1371198"/>
                    <a:gd name="connsiteY3" fmla="*/ 404934 h 800665"/>
                    <a:gd name="connsiteX4" fmla="*/ 4602 w 1371198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9868"/>
                    <a:gd name="connsiteX1" fmla="*/ 1366596 w 1366596"/>
                    <a:gd name="connsiteY1" fmla="*/ 625807 h 809868"/>
                    <a:gd name="connsiteX2" fmla="*/ 865050 w 1366596"/>
                    <a:gd name="connsiteY2" fmla="*/ 809868 h 809868"/>
                    <a:gd name="connsiteX3" fmla="*/ 4601 w 1366596"/>
                    <a:gd name="connsiteY3" fmla="*/ 427942 h 809868"/>
                    <a:gd name="connsiteX4" fmla="*/ 0 w 1366596"/>
                    <a:gd name="connsiteY4" fmla="*/ 0 h 8098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313" name="Freeform 312"/>
                <p:cNvSpPr/>
                <p:nvPr/>
              </p:nvSpPr>
              <p:spPr bwMode="auto">
                <a:xfrm>
                  <a:off x="2089977" y="1730144"/>
                  <a:ext cx="240888" cy="97039"/>
                </a:xfrm>
                <a:custGeom>
                  <a:avLst/>
                  <a:gdLst>
                    <a:gd name="connsiteX0" fmla="*/ 1329786 w 1348191"/>
                    <a:gd name="connsiteY0" fmla="*/ 0 h 809869"/>
                    <a:gd name="connsiteX1" fmla="*/ 1348191 w 1348191"/>
                    <a:gd name="connsiteY1" fmla="*/ 400333 h 809869"/>
                    <a:gd name="connsiteX2" fmla="*/ 487742 w 1348191"/>
                    <a:gd name="connsiteY2" fmla="*/ 809869 h 809869"/>
                    <a:gd name="connsiteX3" fmla="*/ 0 w 1348191"/>
                    <a:gd name="connsiteY3" fmla="*/ 630409 h 809869"/>
                    <a:gd name="connsiteX4" fmla="*/ 1329786 w 1348191"/>
                    <a:gd name="connsiteY4" fmla="*/ 0 h 809869"/>
                    <a:gd name="connsiteX0" fmla="*/ 1329786 w 1348191"/>
                    <a:gd name="connsiteY0" fmla="*/ 0 h 791462"/>
                    <a:gd name="connsiteX1" fmla="*/ 1348191 w 1348191"/>
                    <a:gd name="connsiteY1" fmla="*/ 381926 h 791462"/>
                    <a:gd name="connsiteX2" fmla="*/ 487742 w 1348191"/>
                    <a:gd name="connsiteY2" fmla="*/ 791462 h 791462"/>
                    <a:gd name="connsiteX3" fmla="*/ 0 w 1348191"/>
                    <a:gd name="connsiteY3" fmla="*/ 612002 h 791462"/>
                    <a:gd name="connsiteX4" fmla="*/ 1329786 w 1348191"/>
                    <a:gd name="connsiteY4" fmla="*/ 0 h 7914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cxnSp>
              <p:nvCxnSpPr>
                <p:cNvPr id="314" name="Straight Connector 313"/>
                <p:cNvCxnSpPr>
                  <a:endCxn id="309" idx="2"/>
                </p:cNvCxnSpPr>
                <p:nvPr/>
              </p:nvCxnSpPr>
              <p:spPr bwMode="auto">
                <a:xfrm flipH="1" flipV="1">
                  <a:off x="1871277" y="1737243"/>
                  <a:ext cx="3169" cy="123074"/>
                </a:xfrm>
                <a:prstGeom prst="line">
                  <a:avLst/>
                </a:prstGeom>
                <a:ln w="6350" cmpd="sng">
                  <a:solidFill>
                    <a:schemeClr val="tx1"/>
                  </a:solidFill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5" name="Straight Connector 314"/>
                <p:cNvCxnSpPr/>
                <p:nvPr/>
              </p:nvCxnSpPr>
              <p:spPr bwMode="auto">
                <a:xfrm flipH="1" flipV="1">
                  <a:off x="2996477" y="1734877"/>
                  <a:ext cx="3171" cy="123074"/>
                </a:xfrm>
                <a:prstGeom prst="line">
                  <a:avLst/>
                </a:prstGeom>
                <a:ln w="6350" cmpd="sng">
                  <a:solidFill>
                    <a:schemeClr val="tx1"/>
                  </a:solidFill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64" name="Group 347"/>
              <p:cNvGrpSpPr>
                <a:grpSpLocks/>
              </p:cNvGrpSpPr>
              <p:nvPr/>
            </p:nvGrpSpPr>
            <p:grpSpPr bwMode="auto">
              <a:xfrm>
                <a:off x="2848241" y="5847813"/>
                <a:ext cx="588970" cy="242608"/>
                <a:chOff x="1871277" y="1576300"/>
                <a:chExt cx="1128371" cy="437861"/>
              </a:xfrm>
            </p:grpSpPr>
            <p:sp>
              <p:nvSpPr>
                <p:cNvPr id="298" name="Oval 297"/>
                <p:cNvSpPr/>
                <p:nvPr/>
              </p:nvSpPr>
              <p:spPr bwMode="auto">
                <a:xfrm flipV="1">
                  <a:off x="1874446" y="1694641"/>
                  <a:ext cx="1125202" cy="319520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accent2">
                        <a:lumMod val="75000"/>
                      </a:schemeClr>
                    </a:gs>
                    <a:gs pos="53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0" scaled="1"/>
                  <a:tileRect/>
                </a:gradFill>
                <a:ln w="6350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dirty="0">
                    <a:ln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299" name="Rectangle 298"/>
                <p:cNvSpPr/>
                <p:nvPr/>
              </p:nvSpPr>
              <p:spPr bwMode="auto">
                <a:xfrm>
                  <a:off x="1871277" y="1739611"/>
                  <a:ext cx="1128371" cy="115973"/>
                </a:xfrm>
                <a:prstGeom prst="rect">
                  <a:avLst/>
                </a:prstGeom>
                <a:gradFill>
                  <a:gsLst>
                    <a:gs pos="0">
                      <a:schemeClr val="accent2">
                        <a:lumMod val="75000"/>
                      </a:schemeClr>
                    </a:gs>
                    <a:gs pos="53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10800000" scaled="0"/>
                </a:gradFill>
                <a:ln w="25400"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300" name="Oval 299"/>
                <p:cNvSpPr/>
                <p:nvPr/>
              </p:nvSpPr>
              <p:spPr bwMode="auto">
                <a:xfrm flipV="1">
                  <a:off x="1871277" y="1576300"/>
                  <a:ext cx="1125200" cy="319520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 w="6350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dirty="0">
                    <a:ln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301" name="Freeform 300"/>
                <p:cNvSpPr/>
                <p:nvPr/>
              </p:nvSpPr>
              <p:spPr bwMode="auto">
                <a:xfrm>
                  <a:off x="2159708" y="1673340"/>
                  <a:ext cx="548339" cy="160943"/>
                </a:xfrm>
                <a:custGeom>
                  <a:avLst/>
                  <a:gdLst>
                    <a:gd name="connsiteX0" fmla="*/ 1486231 w 2944854"/>
                    <a:gd name="connsiteY0" fmla="*/ 727041 h 1302232"/>
                    <a:gd name="connsiteX1" fmla="*/ 257675 w 2944854"/>
                    <a:gd name="connsiteY1" fmla="*/ 1302232 h 1302232"/>
                    <a:gd name="connsiteX2" fmla="*/ 0 w 2944854"/>
                    <a:gd name="connsiteY2" fmla="*/ 1228607 h 1302232"/>
                    <a:gd name="connsiteX3" fmla="*/ 911064 w 2944854"/>
                    <a:gd name="connsiteY3" fmla="*/ 837478 h 1302232"/>
                    <a:gd name="connsiteX4" fmla="*/ 883456 w 2944854"/>
                    <a:gd name="connsiteY4" fmla="*/ 450949 h 1302232"/>
                    <a:gd name="connsiteX5" fmla="*/ 161047 w 2944854"/>
                    <a:gd name="connsiteY5" fmla="*/ 119640 h 1302232"/>
                    <a:gd name="connsiteX6" fmla="*/ 404917 w 2944854"/>
                    <a:gd name="connsiteY6" fmla="*/ 50617 h 1302232"/>
                    <a:gd name="connsiteX7" fmla="*/ 1477028 w 2944854"/>
                    <a:gd name="connsiteY7" fmla="*/ 501566 h 1302232"/>
                    <a:gd name="connsiteX8" fmla="*/ 2572146 w 2944854"/>
                    <a:gd name="connsiteY8" fmla="*/ 0 h 1302232"/>
                    <a:gd name="connsiteX9" fmla="*/ 2875834 w 2944854"/>
                    <a:gd name="connsiteY9" fmla="*/ 96632 h 1302232"/>
                    <a:gd name="connsiteX10" fmla="*/ 2079803 w 2944854"/>
                    <a:gd name="connsiteY10" fmla="*/ 432543 h 1302232"/>
                    <a:gd name="connsiteX11" fmla="*/ 2240850 w 2944854"/>
                    <a:gd name="connsiteY11" fmla="*/ 920305 h 1302232"/>
                    <a:gd name="connsiteX12" fmla="*/ 2944854 w 2944854"/>
                    <a:gd name="connsiteY12" fmla="*/ 1228607 h 1302232"/>
                    <a:gd name="connsiteX13" fmla="*/ 2733192 w 2944854"/>
                    <a:gd name="connsiteY13" fmla="*/ 1297630 h 1302232"/>
                    <a:gd name="connsiteX14" fmla="*/ 1486231 w 2944854"/>
                    <a:gd name="connsiteY14" fmla="*/ 727041 h 1302232"/>
                    <a:gd name="connsiteX0" fmla="*/ 1486231 w 2944854"/>
                    <a:gd name="connsiteY0" fmla="*/ 727041 h 1316375"/>
                    <a:gd name="connsiteX1" fmla="*/ 257675 w 2944854"/>
                    <a:gd name="connsiteY1" fmla="*/ 1302232 h 1316375"/>
                    <a:gd name="connsiteX2" fmla="*/ 0 w 2944854"/>
                    <a:gd name="connsiteY2" fmla="*/ 1228607 h 1316375"/>
                    <a:gd name="connsiteX3" fmla="*/ 911064 w 2944854"/>
                    <a:gd name="connsiteY3" fmla="*/ 837478 h 1316375"/>
                    <a:gd name="connsiteX4" fmla="*/ 883456 w 2944854"/>
                    <a:gd name="connsiteY4" fmla="*/ 450949 h 1316375"/>
                    <a:gd name="connsiteX5" fmla="*/ 161047 w 2944854"/>
                    <a:gd name="connsiteY5" fmla="*/ 119640 h 1316375"/>
                    <a:gd name="connsiteX6" fmla="*/ 404917 w 2944854"/>
                    <a:gd name="connsiteY6" fmla="*/ 50617 h 1316375"/>
                    <a:gd name="connsiteX7" fmla="*/ 1477028 w 2944854"/>
                    <a:gd name="connsiteY7" fmla="*/ 501566 h 1316375"/>
                    <a:gd name="connsiteX8" fmla="*/ 2572146 w 2944854"/>
                    <a:gd name="connsiteY8" fmla="*/ 0 h 1316375"/>
                    <a:gd name="connsiteX9" fmla="*/ 2875834 w 2944854"/>
                    <a:gd name="connsiteY9" fmla="*/ 96632 h 1316375"/>
                    <a:gd name="connsiteX10" fmla="*/ 2079803 w 2944854"/>
                    <a:gd name="connsiteY10" fmla="*/ 432543 h 1316375"/>
                    <a:gd name="connsiteX11" fmla="*/ 2240850 w 2944854"/>
                    <a:gd name="connsiteY11" fmla="*/ 920305 h 1316375"/>
                    <a:gd name="connsiteX12" fmla="*/ 2944854 w 2944854"/>
                    <a:gd name="connsiteY12" fmla="*/ 1228607 h 1316375"/>
                    <a:gd name="connsiteX13" fmla="*/ 2756623 w 2944854"/>
                    <a:gd name="connsiteY13" fmla="*/ 1316375 h 1316375"/>
                    <a:gd name="connsiteX14" fmla="*/ 1486231 w 2944854"/>
                    <a:gd name="connsiteY14" fmla="*/ 727041 h 1316375"/>
                    <a:gd name="connsiteX0" fmla="*/ 1486231 w 3024520"/>
                    <a:gd name="connsiteY0" fmla="*/ 727041 h 1316375"/>
                    <a:gd name="connsiteX1" fmla="*/ 257675 w 3024520"/>
                    <a:gd name="connsiteY1" fmla="*/ 1302232 h 1316375"/>
                    <a:gd name="connsiteX2" fmla="*/ 0 w 3024520"/>
                    <a:gd name="connsiteY2" fmla="*/ 1228607 h 1316375"/>
                    <a:gd name="connsiteX3" fmla="*/ 911064 w 3024520"/>
                    <a:gd name="connsiteY3" fmla="*/ 837478 h 1316375"/>
                    <a:gd name="connsiteX4" fmla="*/ 883456 w 3024520"/>
                    <a:gd name="connsiteY4" fmla="*/ 450949 h 1316375"/>
                    <a:gd name="connsiteX5" fmla="*/ 161047 w 3024520"/>
                    <a:gd name="connsiteY5" fmla="*/ 119640 h 1316375"/>
                    <a:gd name="connsiteX6" fmla="*/ 404917 w 3024520"/>
                    <a:gd name="connsiteY6" fmla="*/ 50617 h 1316375"/>
                    <a:gd name="connsiteX7" fmla="*/ 1477028 w 3024520"/>
                    <a:gd name="connsiteY7" fmla="*/ 501566 h 1316375"/>
                    <a:gd name="connsiteX8" fmla="*/ 2572146 w 3024520"/>
                    <a:gd name="connsiteY8" fmla="*/ 0 h 1316375"/>
                    <a:gd name="connsiteX9" fmla="*/ 2875834 w 3024520"/>
                    <a:gd name="connsiteY9" fmla="*/ 96632 h 1316375"/>
                    <a:gd name="connsiteX10" fmla="*/ 2079803 w 3024520"/>
                    <a:gd name="connsiteY10" fmla="*/ 432543 h 1316375"/>
                    <a:gd name="connsiteX11" fmla="*/ 2240850 w 3024520"/>
                    <a:gd name="connsiteY11" fmla="*/ 920305 h 1316375"/>
                    <a:gd name="connsiteX12" fmla="*/ 3024520 w 3024520"/>
                    <a:gd name="connsiteY12" fmla="*/ 1228607 h 1316375"/>
                    <a:gd name="connsiteX13" fmla="*/ 2756623 w 3024520"/>
                    <a:gd name="connsiteY13" fmla="*/ 1316375 h 1316375"/>
                    <a:gd name="connsiteX14" fmla="*/ 1486231 w 3024520"/>
                    <a:gd name="connsiteY14" fmla="*/ 727041 h 1316375"/>
                    <a:gd name="connsiteX0" fmla="*/ 1537780 w 3076069"/>
                    <a:gd name="connsiteY0" fmla="*/ 727041 h 1316375"/>
                    <a:gd name="connsiteX1" fmla="*/ 309224 w 3076069"/>
                    <a:gd name="connsiteY1" fmla="*/ 1302232 h 1316375"/>
                    <a:gd name="connsiteX2" fmla="*/ 0 w 3076069"/>
                    <a:gd name="connsiteY2" fmla="*/ 1228607 h 1316375"/>
                    <a:gd name="connsiteX3" fmla="*/ 962613 w 3076069"/>
                    <a:gd name="connsiteY3" fmla="*/ 837478 h 1316375"/>
                    <a:gd name="connsiteX4" fmla="*/ 935005 w 3076069"/>
                    <a:gd name="connsiteY4" fmla="*/ 450949 h 1316375"/>
                    <a:gd name="connsiteX5" fmla="*/ 212596 w 3076069"/>
                    <a:gd name="connsiteY5" fmla="*/ 119640 h 1316375"/>
                    <a:gd name="connsiteX6" fmla="*/ 456466 w 3076069"/>
                    <a:gd name="connsiteY6" fmla="*/ 50617 h 1316375"/>
                    <a:gd name="connsiteX7" fmla="*/ 1528577 w 3076069"/>
                    <a:gd name="connsiteY7" fmla="*/ 501566 h 1316375"/>
                    <a:gd name="connsiteX8" fmla="*/ 2623695 w 3076069"/>
                    <a:gd name="connsiteY8" fmla="*/ 0 h 1316375"/>
                    <a:gd name="connsiteX9" fmla="*/ 2927383 w 3076069"/>
                    <a:gd name="connsiteY9" fmla="*/ 96632 h 1316375"/>
                    <a:gd name="connsiteX10" fmla="*/ 2131352 w 3076069"/>
                    <a:gd name="connsiteY10" fmla="*/ 432543 h 1316375"/>
                    <a:gd name="connsiteX11" fmla="*/ 2292399 w 3076069"/>
                    <a:gd name="connsiteY11" fmla="*/ 920305 h 1316375"/>
                    <a:gd name="connsiteX12" fmla="*/ 3076069 w 3076069"/>
                    <a:gd name="connsiteY12" fmla="*/ 1228607 h 1316375"/>
                    <a:gd name="connsiteX13" fmla="*/ 2808172 w 3076069"/>
                    <a:gd name="connsiteY13" fmla="*/ 1316375 h 1316375"/>
                    <a:gd name="connsiteX14" fmla="*/ 1537780 w 3076069"/>
                    <a:gd name="connsiteY14" fmla="*/ 727041 h 1316375"/>
                    <a:gd name="connsiteX0" fmla="*/ 1537780 w 3076069"/>
                    <a:gd name="connsiteY0" fmla="*/ 727041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27041 h 1321259"/>
                    <a:gd name="connsiteX0" fmla="*/ 1537780 w 3076069"/>
                    <a:gd name="connsiteY0" fmla="*/ 750825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50825 h 13212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chemeClr val="accent2">
                    <a:lumMod val="60000"/>
                    <a:lumOff val="40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302" name="Freeform 301"/>
                <p:cNvSpPr/>
                <p:nvPr/>
              </p:nvSpPr>
              <p:spPr bwMode="auto">
                <a:xfrm>
                  <a:off x="2102655" y="1633103"/>
                  <a:ext cx="662444" cy="111241"/>
                </a:xfrm>
                <a:custGeom>
                  <a:avLst/>
                  <a:gdLst>
                    <a:gd name="connsiteX0" fmla="*/ 0 w 3645229"/>
                    <a:gd name="connsiteY0" fmla="*/ 214441 h 923747"/>
                    <a:gd name="connsiteX1" fmla="*/ 659770 w 3645229"/>
                    <a:gd name="connsiteY1" fmla="*/ 16495 h 923747"/>
                    <a:gd name="connsiteX2" fmla="*/ 1814367 w 3645229"/>
                    <a:gd name="connsiteY2" fmla="*/ 511360 h 923747"/>
                    <a:gd name="connsiteX3" fmla="*/ 2968965 w 3645229"/>
                    <a:gd name="connsiteY3" fmla="*/ 0 h 923747"/>
                    <a:gd name="connsiteX4" fmla="*/ 3645229 w 3645229"/>
                    <a:gd name="connsiteY4" fmla="*/ 197946 h 923747"/>
                    <a:gd name="connsiteX5" fmla="*/ 3199884 w 3645229"/>
                    <a:gd name="connsiteY5" fmla="*/ 461874 h 923747"/>
                    <a:gd name="connsiteX6" fmla="*/ 2985459 w 3645229"/>
                    <a:gd name="connsiteY6" fmla="*/ 379396 h 923747"/>
                    <a:gd name="connsiteX7" fmla="*/ 1830861 w 3645229"/>
                    <a:gd name="connsiteY7" fmla="*/ 923747 h 923747"/>
                    <a:gd name="connsiteX8" fmla="*/ 676264 w 3645229"/>
                    <a:gd name="connsiteY8" fmla="*/ 412387 h 923747"/>
                    <a:gd name="connsiteX9" fmla="*/ 527816 w 3645229"/>
                    <a:gd name="connsiteY9" fmla="*/ 478369 h 923747"/>
                    <a:gd name="connsiteX10" fmla="*/ 0 w 3645229"/>
                    <a:gd name="connsiteY10" fmla="*/ 21444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78369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90067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09765 w 3640627"/>
                    <a:gd name="connsiteY2" fmla="*/ 511360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3008465 w 3640627"/>
                    <a:gd name="connsiteY6" fmla="*/ 402404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723451"/>
                    <a:gd name="connsiteY0" fmla="*/ 242051 h 946755"/>
                    <a:gd name="connsiteX1" fmla="*/ 655168 w 3723451"/>
                    <a:gd name="connsiteY1" fmla="*/ 16495 h 946755"/>
                    <a:gd name="connsiteX2" fmla="*/ 1855778 w 3723451"/>
                    <a:gd name="connsiteY2" fmla="*/ 534367 h 946755"/>
                    <a:gd name="connsiteX3" fmla="*/ 2964363 w 3723451"/>
                    <a:gd name="connsiteY3" fmla="*/ 0 h 946755"/>
                    <a:gd name="connsiteX4" fmla="*/ 3723451 w 3723451"/>
                    <a:gd name="connsiteY4" fmla="*/ 220954 h 946755"/>
                    <a:gd name="connsiteX5" fmla="*/ 3195282 w 3723451"/>
                    <a:gd name="connsiteY5" fmla="*/ 461874 h 946755"/>
                    <a:gd name="connsiteX6" fmla="*/ 3008465 w 3723451"/>
                    <a:gd name="connsiteY6" fmla="*/ 402404 h 946755"/>
                    <a:gd name="connsiteX7" fmla="*/ 1876873 w 3723451"/>
                    <a:gd name="connsiteY7" fmla="*/ 946755 h 946755"/>
                    <a:gd name="connsiteX8" fmla="*/ 690067 w 3723451"/>
                    <a:gd name="connsiteY8" fmla="*/ 412387 h 946755"/>
                    <a:gd name="connsiteX9" fmla="*/ 523214 w 3723451"/>
                    <a:gd name="connsiteY9" fmla="*/ 482971 h 946755"/>
                    <a:gd name="connsiteX10" fmla="*/ 0 w 3723451"/>
                    <a:gd name="connsiteY10" fmla="*/ 242051 h 946755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08465 w 3723451"/>
                    <a:gd name="connsiteY6" fmla="*/ 388599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711613 w 3723451"/>
                    <a:gd name="connsiteY8" fmla="*/ 413055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303" name="Freeform 302"/>
                <p:cNvSpPr/>
                <p:nvPr/>
              </p:nvSpPr>
              <p:spPr bwMode="auto">
                <a:xfrm>
                  <a:off x="2536889" y="1727776"/>
                  <a:ext cx="244057" cy="97040"/>
                </a:xfrm>
                <a:custGeom>
                  <a:avLst/>
                  <a:gdLst>
                    <a:gd name="connsiteX0" fmla="*/ 55216 w 1421812"/>
                    <a:gd name="connsiteY0" fmla="*/ 0 h 800665"/>
                    <a:gd name="connsiteX1" fmla="*/ 1421812 w 1421812"/>
                    <a:gd name="connsiteY1" fmla="*/ 625807 h 800665"/>
                    <a:gd name="connsiteX2" fmla="*/ 947874 w 1421812"/>
                    <a:gd name="connsiteY2" fmla="*/ 800665 h 800665"/>
                    <a:gd name="connsiteX3" fmla="*/ 50614 w 1421812"/>
                    <a:gd name="connsiteY3" fmla="*/ 404934 h 800665"/>
                    <a:gd name="connsiteX4" fmla="*/ 0 w 1421812"/>
                    <a:gd name="connsiteY4" fmla="*/ 404934 h 800665"/>
                    <a:gd name="connsiteX5" fmla="*/ 55216 w 1421812"/>
                    <a:gd name="connsiteY5" fmla="*/ 0 h 800665"/>
                    <a:gd name="connsiteX0" fmla="*/ 4602 w 1371198"/>
                    <a:gd name="connsiteY0" fmla="*/ 0 h 800665"/>
                    <a:gd name="connsiteX1" fmla="*/ 1371198 w 1371198"/>
                    <a:gd name="connsiteY1" fmla="*/ 625807 h 800665"/>
                    <a:gd name="connsiteX2" fmla="*/ 897260 w 1371198"/>
                    <a:gd name="connsiteY2" fmla="*/ 800665 h 800665"/>
                    <a:gd name="connsiteX3" fmla="*/ 0 w 1371198"/>
                    <a:gd name="connsiteY3" fmla="*/ 404934 h 800665"/>
                    <a:gd name="connsiteX4" fmla="*/ 4602 w 1371198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9868"/>
                    <a:gd name="connsiteX1" fmla="*/ 1366596 w 1366596"/>
                    <a:gd name="connsiteY1" fmla="*/ 625807 h 809868"/>
                    <a:gd name="connsiteX2" fmla="*/ 865050 w 1366596"/>
                    <a:gd name="connsiteY2" fmla="*/ 809868 h 809868"/>
                    <a:gd name="connsiteX3" fmla="*/ 4601 w 1366596"/>
                    <a:gd name="connsiteY3" fmla="*/ 427942 h 809868"/>
                    <a:gd name="connsiteX4" fmla="*/ 0 w 1366596"/>
                    <a:gd name="connsiteY4" fmla="*/ 0 h 8098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304" name="Freeform 303"/>
                <p:cNvSpPr/>
                <p:nvPr/>
              </p:nvSpPr>
              <p:spPr bwMode="auto">
                <a:xfrm>
                  <a:off x="2089977" y="1730144"/>
                  <a:ext cx="240888" cy="97039"/>
                </a:xfrm>
                <a:custGeom>
                  <a:avLst/>
                  <a:gdLst>
                    <a:gd name="connsiteX0" fmla="*/ 1329786 w 1348191"/>
                    <a:gd name="connsiteY0" fmla="*/ 0 h 809869"/>
                    <a:gd name="connsiteX1" fmla="*/ 1348191 w 1348191"/>
                    <a:gd name="connsiteY1" fmla="*/ 400333 h 809869"/>
                    <a:gd name="connsiteX2" fmla="*/ 487742 w 1348191"/>
                    <a:gd name="connsiteY2" fmla="*/ 809869 h 809869"/>
                    <a:gd name="connsiteX3" fmla="*/ 0 w 1348191"/>
                    <a:gd name="connsiteY3" fmla="*/ 630409 h 809869"/>
                    <a:gd name="connsiteX4" fmla="*/ 1329786 w 1348191"/>
                    <a:gd name="connsiteY4" fmla="*/ 0 h 809869"/>
                    <a:gd name="connsiteX0" fmla="*/ 1329786 w 1348191"/>
                    <a:gd name="connsiteY0" fmla="*/ 0 h 791462"/>
                    <a:gd name="connsiteX1" fmla="*/ 1348191 w 1348191"/>
                    <a:gd name="connsiteY1" fmla="*/ 381926 h 791462"/>
                    <a:gd name="connsiteX2" fmla="*/ 487742 w 1348191"/>
                    <a:gd name="connsiteY2" fmla="*/ 791462 h 791462"/>
                    <a:gd name="connsiteX3" fmla="*/ 0 w 1348191"/>
                    <a:gd name="connsiteY3" fmla="*/ 612002 h 791462"/>
                    <a:gd name="connsiteX4" fmla="*/ 1329786 w 1348191"/>
                    <a:gd name="connsiteY4" fmla="*/ 0 h 7914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cxnSp>
              <p:nvCxnSpPr>
                <p:cNvPr id="305" name="Straight Connector 304"/>
                <p:cNvCxnSpPr>
                  <a:endCxn id="300" idx="2"/>
                </p:cNvCxnSpPr>
                <p:nvPr/>
              </p:nvCxnSpPr>
              <p:spPr bwMode="auto">
                <a:xfrm flipH="1" flipV="1">
                  <a:off x="1871277" y="1737243"/>
                  <a:ext cx="3169" cy="123074"/>
                </a:xfrm>
                <a:prstGeom prst="line">
                  <a:avLst/>
                </a:prstGeom>
                <a:ln w="6350" cmpd="sng">
                  <a:solidFill>
                    <a:schemeClr val="tx1"/>
                  </a:solidFill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6" name="Straight Connector 305"/>
                <p:cNvCxnSpPr/>
                <p:nvPr/>
              </p:nvCxnSpPr>
              <p:spPr bwMode="auto">
                <a:xfrm flipH="1" flipV="1">
                  <a:off x="2996477" y="1734877"/>
                  <a:ext cx="3171" cy="123074"/>
                </a:xfrm>
                <a:prstGeom prst="line">
                  <a:avLst/>
                </a:prstGeom>
                <a:ln w="6350" cmpd="sng">
                  <a:solidFill>
                    <a:schemeClr val="tx1"/>
                  </a:solidFill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8" name="Group 347"/>
              <p:cNvGrpSpPr>
                <a:grpSpLocks/>
              </p:cNvGrpSpPr>
              <p:nvPr/>
            </p:nvGrpSpPr>
            <p:grpSpPr bwMode="auto">
              <a:xfrm>
                <a:off x="5166757" y="6114152"/>
                <a:ext cx="588970" cy="242608"/>
                <a:chOff x="1871277" y="1576300"/>
                <a:chExt cx="1128371" cy="437861"/>
              </a:xfrm>
            </p:grpSpPr>
            <p:sp>
              <p:nvSpPr>
                <p:cNvPr id="289" name="Oval 288"/>
                <p:cNvSpPr/>
                <p:nvPr/>
              </p:nvSpPr>
              <p:spPr bwMode="auto">
                <a:xfrm flipV="1">
                  <a:off x="1874446" y="1694641"/>
                  <a:ext cx="1125202" cy="319520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accent2">
                        <a:lumMod val="75000"/>
                      </a:schemeClr>
                    </a:gs>
                    <a:gs pos="53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0" scaled="1"/>
                  <a:tileRect/>
                </a:gradFill>
                <a:ln w="6350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dirty="0">
                    <a:ln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290" name="Rectangle 289"/>
                <p:cNvSpPr/>
                <p:nvPr/>
              </p:nvSpPr>
              <p:spPr bwMode="auto">
                <a:xfrm>
                  <a:off x="1871277" y="1739611"/>
                  <a:ext cx="1128371" cy="115973"/>
                </a:xfrm>
                <a:prstGeom prst="rect">
                  <a:avLst/>
                </a:prstGeom>
                <a:gradFill>
                  <a:gsLst>
                    <a:gs pos="0">
                      <a:schemeClr val="accent2">
                        <a:lumMod val="75000"/>
                      </a:schemeClr>
                    </a:gs>
                    <a:gs pos="53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10800000" scaled="0"/>
                </a:gradFill>
                <a:ln w="25400"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291" name="Oval 290"/>
                <p:cNvSpPr/>
                <p:nvPr/>
              </p:nvSpPr>
              <p:spPr bwMode="auto">
                <a:xfrm flipV="1">
                  <a:off x="1871277" y="1576300"/>
                  <a:ext cx="1125200" cy="319520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 w="6350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dirty="0">
                    <a:ln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292" name="Freeform 291"/>
                <p:cNvSpPr/>
                <p:nvPr/>
              </p:nvSpPr>
              <p:spPr bwMode="auto">
                <a:xfrm>
                  <a:off x="2159708" y="1673340"/>
                  <a:ext cx="548339" cy="160943"/>
                </a:xfrm>
                <a:custGeom>
                  <a:avLst/>
                  <a:gdLst>
                    <a:gd name="connsiteX0" fmla="*/ 1486231 w 2944854"/>
                    <a:gd name="connsiteY0" fmla="*/ 727041 h 1302232"/>
                    <a:gd name="connsiteX1" fmla="*/ 257675 w 2944854"/>
                    <a:gd name="connsiteY1" fmla="*/ 1302232 h 1302232"/>
                    <a:gd name="connsiteX2" fmla="*/ 0 w 2944854"/>
                    <a:gd name="connsiteY2" fmla="*/ 1228607 h 1302232"/>
                    <a:gd name="connsiteX3" fmla="*/ 911064 w 2944854"/>
                    <a:gd name="connsiteY3" fmla="*/ 837478 h 1302232"/>
                    <a:gd name="connsiteX4" fmla="*/ 883456 w 2944854"/>
                    <a:gd name="connsiteY4" fmla="*/ 450949 h 1302232"/>
                    <a:gd name="connsiteX5" fmla="*/ 161047 w 2944854"/>
                    <a:gd name="connsiteY5" fmla="*/ 119640 h 1302232"/>
                    <a:gd name="connsiteX6" fmla="*/ 404917 w 2944854"/>
                    <a:gd name="connsiteY6" fmla="*/ 50617 h 1302232"/>
                    <a:gd name="connsiteX7" fmla="*/ 1477028 w 2944854"/>
                    <a:gd name="connsiteY7" fmla="*/ 501566 h 1302232"/>
                    <a:gd name="connsiteX8" fmla="*/ 2572146 w 2944854"/>
                    <a:gd name="connsiteY8" fmla="*/ 0 h 1302232"/>
                    <a:gd name="connsiteX9" fmla="*/ 2875834 w 2944854"/>
                    <a:gd name="connsiteY9" fmla="*/ 96632 h 1302232"/>
                    <a:gd name="connsiteX10" fmla="*/ 2079803 w 2944854"/>
                    <a:gd name="connsiteY10" fmla="*/ 432543 h 1302232"/>
                    <a:gd name="connsiteX11" fmla="*/ 2240850 w 2944854"/>
                    <a:gd name="connsiteY11" fmla="*/ 920305 h 1302232"/>
                    <a:gd name="connsiteX12" fmla="*/ 2944854 w 2944854"/>
                    <a:gd name="connsiteY12" fmla="*/ 1228607 h 1302232"/>
                    <a:gd name="connsiteX13" fmla="*/ 2733192 w 2944854"/>
                    <a:gd name="connsiteY13" fmla="*/ 1297630 h 1302232"/>
                    <a:gd name="connsiteX14" fmla="*/ 1486231 w 2944854"/>
                    <a:gd name="connsiteY14" fmla="*/ 727041 h 1302232"/>
                    <a:gd name="connsiteX0" fmla="*/ 1486231 w 2944854"/>
                    <a:gd name="connsiteY0" fmla="*/ 727041 h 1316375"/>
                    <a:gd name="connsiteX1" fmla="*/ 257675 w 2944854"/>
                    <a:gd name="connsiteY1" fmla="*/ 1302232 h 1316375"/>
                    <a:gd name="connsiteX2" fmla="*/ 0 w 2944854"/>
                    <a:gd name="connsiteY2" fmla="*/ 1228607 h 1316375"/>
                    <a:gd name="connsiteX3" fmla="*/ 911064 w 2944854"/>
                    <a:gd name="connsiteY3" fmla="*/ 837478 h 1316375"/>
                    <a:gd name="connsiteX4" fmla="*/ 883456 w 2944854"/>
                    <a:gd name="connsiteY4" fmla="*/ 450949 h 1316375"/>
                    <a:gd name="connsiteX5" fmla="*/ 161047 w 2944854"/>
                    <a:gd name="connsiteY5" fmla="*/ 119640 h 1316375"/>
                    <a:gd name="connsiteX6" fmla="*/ 404917 w 2944854"/>
                    <a:gd name="connsiteY6" fmla="*/ 50617 h 1316375"/>
                    <a:gd name="connsiteX7" fmla="*/ 1477028 w 2944854"/>
                    <a:gd name="connsiteY7" fmla="*/ 501566 h 1316375"/>
                    <a:gd name="connsiteX8" fmla="*/ 2572146 w 2944854"/>
                    <a:gd name="connsiteY8" fmla="*/ 0 h 1316375"/>
                    <a:gd name="connsiteX9" fmla="*/ 2875834 w 2944854"/>
                    <a:gd name="connsiteY9" fmla="*/ 96632 h 1316375"/>
                    <a:gd name="connsiteX10" fmla="*/ 2079803 w 2944854"/>
                    <a:gd name="connsiteY10" fmla="*/ 432543 h 1316375"/>
                    <a:gd name="connsiteX11" fmla="*/ 2240850 w 2944854"/>
                    <a:gd name="connsiteY11" fmla="*/ 920305 h 1316375"/>
                    <a:gd name="connsiteX12" fmla="*/ 2944854 w 2944854"/>
                    <a:gd name="connsiteY12" fmla="*/ 1228607 h 1316375"/>
                    <a:gd name="connsiteX13" fmla="*/ 2756623 w 2944854"/>
                    <a:gd name="connsiteY13" fmla="*/ 1316375 h 1316375"/>
                    <a:gd name="connsiteX14" fmla="*/ 1486231 w 2944854"/>
                    <a:gd name="connsiteY14" fmla="*/ 727041 h 1316375"/>
                    <a:gd name="connsiteX0" fmla="*/ 1486231 w 3024520"/>
                    <a:gd name="connsiteY0" fmla="*/ 727041 h 1316375"/>
                    <a:gd name="connsiteX1" fmla="*/ 257675 w 3024520"/>
                    <a:gd name="connsiteY1" fmla="*/ 1302232 h 1316375"/>
                    <a:gd name="connsiteX2" fmla="*/ 0 w 3024520"/>
                    <a:gd name="connsiteY2" fmla="*/ 1228607 h 1316375"/>
                    <a:gd name="connsiteX3" fmla="*/ 911064 w 3024520"/>
                    <a:gd name="connsiteY3" fmla="*/ 837478 h 1316375"/>
                    <a:gd name="connsiteX4" fmla="*/ 883456 w 3024520"/>
                    <a:gd name="connsiteY4" fmla="*/ 450949 h 1316375"/>
                    <a:gd name="connsiteX5" fmla="*/ 161047 w 3024520"/>
                    <a:gd name="connsiteY5" fmla="*/ 119640 h 1316375"/>
                    <a:gd name="connsiteX6" fmla="*/ 404917 w 3024520"/>
                    <a:gd name="connsiteY6" fmla="*/ 50617 h 1316375"/>
                    <a:gd name="connsiteX7" fmla="*/ 1477028 w 3024520"/>
                    <a:gd name="connsiteY7" fmla="*/ 501566 h 1316375"/>
                    <a:gd name="connsiteX8" fmla="*/ 2572146 w 3024520"/>
                    <a:gd name="connsiteY8" fmla="*/ 0 h 1316375"/>
                    <a:gd name="connsiteX9" fmla="*/ 2875834 w 3024520"/>
                    <a:gd name="connsiteY9" fmla="*/ 96632 h 1316375"/>
                    <a:gd name="connsiteX10" fmla="*/ 2079803 w 3024520"/>
                    <a:gd name="connsiteY10" fmla="*/ 432543 h 1316375"/>
                    <a:gd name="connsiteX11" fmla="*/ 2240850 w 3024520"/>
                    <a:gd name="connsiteY11" fmla="*/ 920305 h 1316375"/>
                    <a:gd name="connsiteX12" fmla="*/ 3024520 w 3024520"/>
                    <a:gd name="connsiteY12" fmla="*/ 1228607 h 1316375"/>
                    <a:gd name="connsiteX13" fmla="*/ 2756623 w 3024520"/>
                    <a:gd name="connsiteY13" fmla="*/ 1316375 h 1316375"/>
                    <a:gd name="connsiteX14" fmla="*/ 1486231 w 3024520"/>
                    <a:gd name="connsiteY14" fmla="*/ 727041 h 1316375"/>
                    <a:gd name="connsiteX0" fmla="*/ 1537780 w 3076069"/>
                    <a:gd name="connsiteY0" fmla="*/ 727041 h 1316375"/>
                    <a:gd name="connsiteX1" fmla="*/ 309224 w 3076069"/>
                    <a:gd name="connsiteY1" fmla="*/ 1302232 h 1316375"/>
                    <a:gd name="connsiteX2" fmla="*/ 0 w 3076069"/>
                    <a:gd name="connsiteY2" fmla="*/ 1228607 h 1316375"/>
                    <a:gd name="connsiteX3" fmla="*/ 962613 w 3076069"/>
                    <a:gd name="connsiteY3" fmla="*/ 837478 h 1316375"/>
                    <a:gd name="connsiteX4" fmla="*/ 935005 w 3076069"/>
                    <a:gd name="connsiteY4" fmla="*/ 450949 h 1316375"/>
                    <a:gd name="connsiteX5" fmla="*/ 212596 w 3076069"/>
                    <a:gd name="connsiteY5" fmla="*/ 119640 h 1316375"/>
                    <a:gd name="connsiteX6" fmla="*/ 456466 w 3076069"/>
                    <a:gd name="connsiteY6" fmla="*/ 50617 h 1316375"/>
                    <a:gd name="connsiteX7" fmla="*/ 1528577 w 3076069"/>
                    <a:gd name="connsiteY7" fmla="*/ 501566 h 1316375"/>
                    <a:gd name="connsiteX8" fmla="*/ 2623695 w 3076069"/>
                    <a:gd name="connsiteY8" fmla="*/ 0 h 1316375"/>
                    <a:gd name="connsiteX9" fmla="*/ 2927383 w 3076069"/>
                    <a:gd name="connsiteY9" fmla="*/ 96632 h 1316375"/>
                    <a:gd name="connsiteX10" fmla="*/ 2131352 w 3076069"/>
                    <a:gd name="connsiteY10" fmla="*/ 432543 h 1316375"/>
                    <a:gd name="connsiteX11" fmla="*/ 2292399 w 3076069"/>
                    <a:gd name="connsiteY11" fmla="*/ 920305 h 1316375"/>
                    <a:gd name="connsiteX12" fmla="*/ 3076069 w 3076069"/>
                    <a:gd name="connsiteY12" fmla="*/ 1228607 h 1316375"/>
                    <a:gd name="connsiteX13" fmla="*/ 2808172 w 3076069"/>
                    <a:gd name="connsiteY13" fmla="*/ 1316375 h 1316375"/>
                    <a:gd name="connsiteX14" fmla="*/ 1537780 w 3076069"/>
                    <a:gd name="connsiteY14" fmla="*/ 727041 h 1316375"/>
                    <a:gd name="connsiteX0" fmla="*/ 1537780 w 3076069"/>
                    <a:gd name="connsiteY0" fmla="*/ 727041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27041 h 1321259"/>
                    <a:gd name="connsiteX0" fmla="*/ 1537780 w 3076069"/>
                    <a:gd name="connsiteY0" fmla="*/ 750825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50825 h 13212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chemeClr val="accent2">
                    <a:lumMod val="60000"/>
                    <a:lumOff val="40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293" name="Freeform 292"/>
                <p:cNvSpPr/>
                <p:nvPr/>
              </p:nvSpPr>
              <p:spPr bwMode="auto">
                <a:xfrm>
                  <a:off x="2102655" y="1633103"/>
                  <a:ext cx="662444" cy="111241"/>
                </a:xfrm>
                <a:custGeom>
                  <a:avLst/>
                  <a:gdLst>
                    <a:gd name="connsiteX0" fmla="*/ 0 w 3645229"/>
                    <a:gd name="connsiteY0" fmla="*/ 214441 h 923747"/>
                    <a:gd name="connsiteX1" fmla="*/ 659770 w 3645229"/>
                    <a:gd name="connsiteY1" fmla="*/ 16495 h 923747"/>
                    <a:gd name="connsiteX2" fmla="*/ 1814367 w 3645229"/>
                    <a:gd name="connsiteY2" fmla="*/ 511360 h 923747"/>
                    <a:gd name="connsiteX3" fmla="*/ 2968965 w 3645229"/>
                    <a:gd name="connsiteY3" fmla="*/ 0 h 923747"/>
                    <a:gd name="connsiteX4" fmla="*/ 3645229 w 3645229"/>
                    <a:gd name="connsiteY4" fmla="*/ 197946 h 923747"/>
                    <a:gd name="connsiteX5" fmla="*/ 3199884 w 3645229"/>
                    <a:gd name="connsiteY5" fmla="*/ 461874 h 923747"/>
                    <a:gd name="connsiteX6" fmla="*/ 2985459 w 3645229"/>
                    <a:gd name="connsiteY6" fmla="*/ 379396 h 923747"/>
                    <a:gd name="connsiteX7" fmla="*/ 1830861 w 3645229"/>
                    <a:gd name="connsiteY7" fmla="*/ 923747 h 923747"/>
                    <a:gd name="connsiteX8" fmla="*/ 676264 w 3645229"/>
                    <a:gd name="connsiteY8" fmla="*/ 412387 h 923747"/>
                    <a:gd name="connsiteX9" fmla="*/ 527816 w 3645229"/>
                    <a:gd name="connsiteY9" fmla="*/ 478369 h 923747"/>
                    <a:gd name="connsiteX10" fmla="*/ 0 w 3645229"/>
                    <a:gd name="connsiteY10" fmla="*/ 21444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78369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90067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09765 w 3640627"/>
                    <a:gd name="connsiteY2" fmla="*/ 511360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3008465 w 3640627"/>
                    <a:gd name="connsiteY6" fmla="*/ 402404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723451"/>
                    <a:gd name="connsiteY0" fmla="*/ 242051 h 946755"/>
                    <a:gd name="connsiteX1" fmla="*/ 655168 w 3723451"/>
                    <a:gd name="connsiteY1" fmla="*/ 16495 h 946755"/>
                    <a:gd name="connsiteX2" fmla="*/ 1855778 w 3723451"/>
                    <a:gd name="connsiteY2" fmla="*/ 534367 h 946755"/>
                    <a:gd name="connsiteX3" fmla="*/ 2964363 w 3723451"/>
                    <a:gd name="connsiteY3" fmla="*/ 0 h 946755"/>
                    <a:gd name="connsiteX4" fmla="*/ 3723451 w 3723451"/>
                    <a:gd name="connsiteY4" fmla="*/ 220954 h 946755"/>
                    <a:gd name="connsiteX5" fmla="*/ 3195282 w 3723451"/>
                    <a:gd name="connsiteY5" fmla="*/ 461874 h 946755"/>
                    <a:gd name="connsiteX6" fmla="*/ 3008465 w 3723451"/>
                    <a:gd name="connsiteY6" fmla="*/ 402404 h 946755"/>
                    <a:gd name="connsiteX7" fmla="*/ 1876873 w 3723451"/>
                    <a:gd name="connsiteY7" fmla="*/ 946755 h 946755"/>
                    <a:gd name="connsiteX8" fmla="*/ 690067 w 3723451"/>
                    <a:gd name="connsiteY8" fmla="*/ 412387 h 946755"/>
                    <a:gd name="connsiteX9" fmla="*/ 523214 w 3723451"/>
                    <a:gd name="connsiteY9" fmla="*/ 482971 h 946755"/>
                    <a:gd name="connsiteX10" fmla="*/ 0 w 3723451"/>
                    <a:gd name="connsiteY10" fmla="*/ 242051 h 946755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08465 w 3723451"/>
                    <a:gd name="connsiteY6" fmla="*/ 388599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711613 w 3723451"/>
                    <a:gd name="connsiteY8" fmla="*/ 413055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294" name="Freeform 293"/>
                <p:cNvSpPr/>
                <p:nvPr/>
              </p:nvSpPr>
              <p:spPr bwMode="auto">
                <a:xfrm>
                  <a:off x="2536889" y="1727776"/>
                  <a:ext cx="244057" cy="97040"/>
                </a:xfrm>
                <a:custGeom>
                  <a:avLst/>
                  <a:gdLst>
                    <a:gd name="connsiteX0" fmla="*/ 55216 w 1421812"/>
                    <a:gd name="connsiteY0" fmla="*/ 0 h 800665"/>
                    <a:gd name="connsiteX1" fmla="*/ 1421812 w 1421812"/>
                    <a:gd name="connsiteY1" fmla="*/ 625807 h 800665"/>
                    <a:gd name="connsiteX2" fmla="*/ 947874 w 1421812"/>
                    <a:gd name="connsiteY2" fmla="*/ 800665 h 800665"/>
                    <a:gd name="connsiteX3" fmla="*/ 50614 w 1421812"/>
                    <a:gd name="connsiteY3" fmla="*/ 404934 h 800665"/>
                    <a:gd name="connsiteX4" fmla="*/ 0 w 1421812"/>
                    <a:gd name="connsiteY4" fmla="*/ 404934 h 800665"/>
                    <a:gd name="connsiteX5" fmla="*/ 55216 w 1421812"/>
                    <a:gd name="connsiteY5" fmla="*/ 0 h 800665"/>
                    <a:gd name="connsiteX0" fmla="*/ 4602 w 1371198"/>
                    <a:gd name="connsiteY0" fmla="*/ 0 h 800665"/>
                    <a:gd name="connsiteX1" fmla="*/ 1371198 w 1371198"/>
                    <a:gd name="connsiteY1" fmla="*/ 625807 h 800665"/>
                    <a:gd name="connsiteX2" fmla="*/ 897260 w 1371198"/>
                    <a:gd name="connsiteY2" fmla="*/ 800665 h 800665"/>
                    <a:gd name="connsiteX3" fmla="*/ 0 w 1371198"/>
                    <a:gd name="connsiteY3" fmla="*/ 404934 h 800665"/>
                    <a:gd name="connsiteX4" fmla="*/ 4602 w 1371198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9868"/>
                    <a:gd name="connsiteX1" fmla="*/ 1366596 w 1366596"/>
                    <a:gd name="connsiteY1" fmla="*/ 625807 h 809868"/>
                    <a:gd name="connsiteX2" fmla="*/ 865050 w 1366596"/>
                    <a:gd name="connsiteY2" fmla="*/ 809868 h 809868"/>
                    <a:gd name="connsiteX3" fmla="*/ 4601 w 1366596"/>
                    <a:gd name="connsiteY3" fmla="*/ 427942 h 809868"/>
                    <a:gd name="connsiteX4" fmla="*/ 0 w 1366596"/>
                    <a:gd name="connsiteY4" fmla="*/ 0 h 8098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295" name="Freeform 294"/>
                <p:cNvSpPr/>
                <p:nvPr/>
              </p:nvSpPr>
              <p:spPr bwMode="auto">
                <a:xfrm>
                  <a:off x="2089977" y="1730144"/>
                  <a:ext cx="240888" cy="97039"/>
                </a:xfrm>
                <a:custGeom>
                  <a:avLst/>
                  <a:gdLst>
                    <a:gd name="connsiteX0" fmla="*/ 1329786 w 1348191"/>
                    <a:gd name="connsiteY0" fmla="*/ 0 h 809869"/>
                    <a:gd name="connsiteX1" fmla="*/ 1348191 w 1348191"/>
                    <a:gd name="connsiteY1" fmla="*/ 400333 h 809869"/>
                    <a:gd name="connsiteX2" fmla="*/ 487742 w 1348191"/>
                    <a:gd name="connsiteY2" fmla="*/ 809869 h 809869"/>
                    <a:gd name="connsiteX3" fmla="*/ 0 w 1348191"/>
                    <a:gd name="connsiteY3" fmla="*/ 630409 h 809869"/>
                    <a:gd name="connsiteX4" fmla="*/ 1329786 w 1348191"/>
                    <a:gd name="connsiteY4" fmla="*/ 0 h 809869"/>
                    <a:gd name="connsiteX0" fmla="*/ 1329786 w 1348191"/>
                    <a:gd name="connsiteY0" fmla="*/ 0 h 791462"/>
                    <a:gd name="connsiteX1" fmla="*/ 1348191 w 1348191"/>
                    <a:gd name="connsiteY1" fmla="*/ 381926 h 791462"/>
                    <a:gd name="connsiteX2" fmla="*/ 487742 w 1348191"/>
                    <a:gd name="connsiteY2" fmla="*/ 791462 h 791462"/>
                    <a:gd name="connsiteX3" fmla="*/ 0 w 1348191"/>
                    <a:gd name="connsiteY3" fmla="*/ 612002 h 791462"/>
                    <a:gd name="connsiteX4" fmla="*/ 1329786 w 1348191"/>
                    <a:gd name="connsiteY4" fmla="*/ 0 h 7914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cxnSp>
              <p:nvCxnSpPr>
                <p:cNvPr id="296" name="Straight Connector 295"/>
                <p:cNvCxnSpPr>
                  <a:endCxn id="291" idx="2"/>
                </p:cNvCxnSpPr>
                <p:nvPr/>
              </p:nvCxnSpPr>
              <p:spPr bwMode="auto">
                <a:xfrm flipH="1" flipV="1">
                  <a:off x="1871277" y="1737243"/>
                  <a:ext cx="3169" cy="123074"/>
                </a:xfrm>
                <a:prstGeom prst="line">
                  <a:avLst/>
                </a:prstGeom>
                <a:ln w="6350" cmpd="sng">
                  <a:solidFill>
                    <a:schemeClr val="tx1"/>
                  </a:solidFill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7" name="Straight Connector 296"/>
                <p:cNvCxnSpPr/>
                <p:nvPr/>
              </p:nvCxnSpPr>
              <p:spPr bwMode="auto">
                <a:xfrm flipH="1" flipV="1">
                  <a:off x="2996477" y="1734877"/>
                  <a:ext cx="3171" cy="123074"/>
                </a:xfrm>
                <a:prstGeom prst="line">
                  <a:avLst/>
                </a:prstGeom>
                <a:ln w="6350" cmpd="sng">
                  <a:solidFill>
                    <a:schemeClr val="tx1"/>
                  </a:solidFill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9" name="Group 347"/>
              <p:cNvGrpSpPr>
                <a:grpSpLocks/>
              </p:cNvGrpSpPr>
              <p:nvPr/>
            </p:nvGrpSpPr>
            <p:grpSpPr bwMode="auto">
              <a:xfrm>
                <a:off x="3704088" y="6206732"/>
                <a:ext cx="588970" cy="242608"/>
                <a:chOff x="1871277" y="1576300"/>
                <a:chExt cx="1128371" cy="437861"/>
              </a:xfrm>
            </p:grpSpPr>
            <p:sp>
              <p:nvSpPr>
                <p:cNvPr id="280" name="Oval 279"/>
                <p:cNvSpPr/>
                <p:nvPr/>
              </p:nvSpPr>
              <p:spPr bwMode="auto">
                <a:xfrm flipV="1">
                  <a:off x="1874446" y="1694641"/>
                  <a:ext cx="1125202" cy="319520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accent2">
                        <a:lumMod val="75000"/>
                      </a:schemeClr>
                    </a:gs>
                    <a:gs pos="53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0" scaled="1"/>
                  <a:tileRect/>
                </a:gradFill>
                <a:ln w="6350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dirty="0">
                    <a:ln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281" name="Rectangle 280"/>
                <p:cNvSpPr/>
                <p:nvPr/>
              </p:nvSpPr>
              <p:spPr bwMode="auto">
                <a:xfrm>
                  <a:off x="1871277" y="1739611"/>
                  <a:ext cx="1128371" cy="115973"/>
                </a:xfrm>
                <a:prstGeom prst="rect">
                  <a:avLst/>
                </a:prstGeom>
                <a:gradFill>
                  <a:gsLst>
                    <a:gs pos="0">
                      <a:schemeClr val="accent2">
                        <a:lumMod val="75000"/>
                      </a:schemeClr>
                    </a:gs>
                    <a:gs pos="53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10800000" scaled="0"/>
                </a:gradFill>
                <a:ln w="25400"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282" name="Oval 281"/>
                <p:cNvSpPr/>
                <p:nvPr/>
              </p:nvSpPr>
              <p:spPr bwMode="auto">
                <a:xfrm flipV="1">
                  <a:off x="1871277" y="1576300"/>
                  <a:ext cx="1125200" cy="319520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 w="6350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dirty="0">
                    <a:ln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283" name="Freeform 282"/>
                <p:cNvSpPr/>
                <p:nvPr/>
              </p:nvSpPr>
              <p:spPr bwMode="auto">
                <a:xfrm>
                  <a:off x="2159708" y="1673340"/>
                  <a:ext cx="548339" cy="160943"/>
                </a:xfrm>
                <a:custGeom>
                  <a:avLst/>
                  <a:gdLst>
                    <a:gd name="connsiteX0" fmla="*/ 1486231 w 2944854"/>
                    <a:gd name="connsiteY0" fmla="*/ 727041 h 1302232"/>
                    <a:gd name="connsiteX1" fmla="*/ 257675 w 2944854"/>
                    <a:gd name="connsiteY1" fmla="*/ 1302232 h 1302232"/>
                    <a:gd name="connsiteX2" fmla="*/ 0 w 2944854"/>
                    <a:gd name="connsiteY2" fmla="*/ 1228607 h 1302232"/>
                    <a:gd name="connsiteX3" fmla="*/ 911064 w 2944854"/>
                    <a:gd name="connsiteY3" fmla="*/ 837478 h 1302232"/>
                    <a:gd name="connsiteX4" fmla="*/ 883456 w 2944854"/>
                    <a:gd name="connsiteY4" fmla="*/ 450949 h 1302232"/>
                    <a:gd name="connsiteX5" fmla="*/ 161047 w 2944854"/>
                    <a:gd name="connsiteY5" fmla="*/ 119640 h 1302232"/>
                    <a:gd name="connsiteX6" fmla="*/ 404917 w 2944854"/>
                    <a:gd name="connsiteY6" fmla="*/ 50617 h 1302232"/>
                    <a:gd name="connsiteX7" fmla="*/ 1477028 w 2944854"/>
                    <a:gd name="connsiteY7" fmla="*/ 501566 h 1302232"/>
                    <a:gd name="connsiteX8" fmla="*/ 2572146 w 2944854"/>
                    <a:gd name="connsiteY8" fmla="*/ 0 h 1302232"/>
                    <a:gd name="connsiteX9" fmla="*/ 2875834 w 2944854"/>
                    <a:gd name="connsiteY9" fmla="*/ 96632 h 1302232"/>
                    <a:gd name="connsiteX10" fmla="*/ 2079803 w 2944854"/>
                    <a:gd name="connsiteY10" fmla="*/ 432543 h 1302232"/>
                    <a:gd name="connsiteX11" fmla="*/ 2240850 w 2944854"/>
                    <a:gd name="connsiteY11" fmla="*/ 920305 h 1302232"/>
                    <a:gd name="connsiteX12" fmla="*/ 2944854 w 2944854"/>
                    <a:gd name="connsiteY12" fmla="*/ 1228607 h 1302232"/>
                    <a:gd name="connsiteX13" fmla="*/ 2733192 w 2944854"/>
                    <a:gd name="connsiteY13" fmla="*/ 1297630 h 1302232"/>
                    <a:gd name="connsiteX14" fmla="*/ 1486231 w 2944854"/>
                    <a:gd name="connsiteY14" fmla="*/ 727041 h 1302232"/>
                    <a:gd name="connsiteX0" fmla="*/ 1486231 w 2944854"/>
                    <a:gd name="connsiteY0" fmla="*/ 727041 h 1316375"/>
                    <a:gd name="connsiteX1" fmla="*/ 257675 w 2944854"/>
                    <a:gd name="connsiteY1" fmla="*/ 1302232 h 1316375"/>
                    <a:gd name="connsiteX2" fmla="*/ 0 w 2944854"/>
                    <a:gd name="connsiteY2" fmla="*/ 1228607 h 1316375"/>
                    <a:gd name="connsiteX3" fmla="*/ 911064 w 2944854"/>
                    <a:gd name="connsiteY3" fmla="*/ 837478 h 1316375"/>
                    <a:gd name="connsiteX4" fmla="*/ 883456 w 2944854"/>
                    <a:gd name="connsiteY4" fmla="*/ 450949 h 1316375"/>
                    <a:gd name="connsiteX5" fmla="*/ 161047 w 2944854"/>
                    <a:gd name="connsiteY5" fmla="*/ 119640 h 1316375"/>
                    <a:gd name="connsiteX6" fmla="*/ 404917 w 2944854"/>
                    <a:gd name="connsiteY6" fmla="*/ 50617 h 1316375"/>
                    <a:gd name="connsiteX7" fmla="*/ 1477028 w 2944854"/>
                    <a:gd name="connsiteY7" fmla="*/ 501566 h 1316375"/>
                    <a:gd name="connsiteX8" fmla="*/ 2572146 w 2944854"/>
                    <a:gd name="connsiteY8" fmla="*/ 0 h 1316375"/>
                    <a:gd name="connsiteX9" fmla="*/ 2875834 w 2944854"/>
                    <a:gd name="connsiteY9" fmla="*/ 96632 h 1316375"/>
                    <a:gd name="connsiteX10" fmla="*/ 2079803 w 2944854"/>
                    <a:gd name="connsiteY10" fmla="*/ 432543 h 1316375"/>
                    <a:gd name="connsiteX11" fmla="*/ 2240850 w 2944854"/>
                    <a:gd name="connsiteY11" fmla="*/ 920305 h 1316375"/>
                    <a:gd name="connsiteX12" fmla="*/ 2944854 w 2944854"/>
                    <a:gd name="connsiteY12" fmla="*/ 1228607 h 1316375"/>
                    <a:gd name="connsiteX13" fmla="*/ 2756623 w 2944854"/>
                    <a:gd name="connsiteY13" fmla="*/ 1316375 h 1316375"/>
                    <a:gd name="connsiteX14" fmla="*/ 1486231 w 2944854"/>
                    <a:gd name="connsiteY14" fmla="*/ 727041 h 1316375"/>
                    <a:gd name="connsiteX0" fmla="*/ 1486231 w 3024520"/>
                    <a:gd name="connsiteY0" fmla="*/ 727041 h 1316375"/>
                    <a:gd name="connsiteX1" fmla="*/ 257675 w 3024520"/>
                    <a:gd name="connsiteY1" fmla="*/ 1302232 h 1316375"/>
                    <a:gd name="connsiteX2" fmla="*/ 0 w 3024520"/>
                    <a:gd name="connsiteY2" fmla="*/ 1228607 h 1316375"/>
                    <a:gd name="connsiteX3" fmla="*/ 911064 w 3024520"/>
                    <a:gd name="connsiteY3" fmla="*/ 837478 h 1316375"/>
                    <a:gd name="connsiteX4" fmla="*/ 883456 w 3024520"/>
                    <a:gd name="connsiteY4" fmla="*/ 450949 h 1316375"/>
                    <a:gd name="connsiteX5" fmla="*/ 161047 w 3024520"/>
                    <a:gd name="connsiteY5" fmla="*/ 119640 h 1316375"/>
                    <a:gd name="connsiteX6" fmla="*/ 404917 w 3024520"/>
                    <a:gd name="connsiteY6" fmla="*/ 50617 h 1316375"/>
                    <a:gd name="connsiteX7" fmla="*/ 1477028 w 3024520"/>
                    <a:gd name="connsiteY7" fmla="*/ 501566 h 1316375"/>
                    <a:gd name="connsiteX8" fmla="*/ 2572146 w 3024520"/>
                    <a:gd name="connsiteY8" fmla="*/ 0 h 1316375"/>
                    <a:gd name="connsiteX9" fmla="*/ 2875834 w 3024520"/>
                    <a:gd name="connsiteY9" fmla="*/ 96632 h 1316375"/>
                    <a:gd name="connsiteX10" fmla="*/ 2079803 w 3024520"/>
                    <a:gd name="connsiteY10" fmla="*/ 432543 h 1316375"/>
                    <a:gd name="connsiteX11" fmla="*/ 2240850 w 3024520"/>
                    <a:gd name="connsiteY11" fmla="*/ 920305 h 1316375"/>
                    <a:gd name="connsiteX12" fmla="*/ 3024520 w 3024520"/>
                    <a:gd name="connsiteY12" fmla="*/ 1228607 h 1316375"/>
                    <a:gd name="connsiteX13" fmla="*/ 2756623 w 3024520"/>
                    <a:gd name="connsiteY13" fmla="*/ 1316375 h 1316375"/>
                    <a:gd name="connsiteX14" fmla="*/ 1486231 w 3024520"/>
                    <a:gd name="connsiteY14" fmla="*/ 727041 h 1316375"/>
                    <a:gd name="connsiteX0" fmla="*/ 1537780 w 3076069"/>
                    <a:gd name="connsiteY0" fmla="*/ 727041 h 1316375"/>
                    <a:gd name="connsiteX1" fmla="*/ 309224 w 3076069"/>
                    <a:gd name="connsiteY1" fmla="*/ 1302232 h 1316375"/>
                    <a:gd name="connsiteX2" fmla="*/ 0 w 3076069"/>
                    <a:gd name="connsiteY2" fmla="*/ 1228607 h 1316375"/>
                    <a:gd name="connsiteX3" fmla="*/ 962613 w 3076069"/>
                    <a:gd name="connsiteY3" fmla="*/ 837478 h 1316375"/>
                    <a:gd name="connsiteX4" fmla="*/ 935005 w 3076069"/>
                    <a:gd name="connsiteY4" fmla="*/ 450949 h 1316375"/>
                    <a:gd name="connsiteX5" fmla="*/ 212596 w 3076069"/>
                    <a:gd name="connsiteY5" fmla="*/ 119640 h 1316375"/>
                    <a:gd name="connsiteX6" fmla="*/ 456466 w 3076069"/>
                    <a:gd name="connsiteY6" fmla="*/ 50617 h 1316375"/>
                    <a:gd name="connsiteX7" fmla="*/ 1528577 w 3076069"/>
                    <a:gd name="connsiteY7" fmla="*/ 501566 h 1316375"/>
                    <a:gd name="connsiteX8" fmla="*/ 2623695 w 3076069"/>
                    <a:gd name="connsiteY8" fmla="*/ 0 h 1316375"/>
                    <a:gd name="connsiteX9" fmla="*/ 2927383 w 3076069"/>
                    <a:gd name="connsiteY9" fmla="*/ 96632 h 1316375"/>
                    <a:gd name="connsiteX10" fmla="*/ 2131352 w 3076069"/>
                    <a:gd name="connsiteY10" fmla="*/ 432543 h 1316375"/>
                    <a:gd name="connsiteX11" fmla="*/ 2292399 w 3076069"/>
                    <a:gd name="connsiteY11" fmla="*/ 920305 h 1316375"/>
                    <a:gd name="connsiteX12" fmla="*/ 3076069 w 3076069"/>
                    <a:gd name="connsiteY12" fmla="*/ 1228607 h 1316375"/>
                    <a:gd name="connsiteX13" fmla="*/ 2808172 w 3076069"/>
                    <a:gd name="connsiteY13" fmla="*/ 1316375 h 1316375"/>
                    <a:gd name="connsiteX14" fmla="*/ 1537780 w 3076069"/>
                    <a:gd name="connsiteY14" fmla="*/ 727041 h 1316375"/>
                    <a:gd name="connsiteX0" fmla="*/ 1537780 w 3076069"/>
                    <a:gd name="connsiteY0" fmla="*/ 727041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27041 h 1321259"/>
                    <a:gd name="connsiteX0" fmla="*/ 1537780 w 3076069"/>
                    <a:gd name="connsiteY0" fmla="*/ 750825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50825 h 13212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chemeClr val="accent2">
                    <a:lumMod val="60000"/>
                    <a:lumOff val="40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284" name="Freeform 283"/>
                <p:cNvSpPr/>
                <p:nvPr/>
              </p:nvSpPr>
              <p:spPr bwMode="auto">
                <a:xfrm>
                  <a:off x="2102655" y="1633103"/>
                  <a:ext cx="662444" cy="111241"/>
                </a:xfrm>
                <a:custGeom>
                  <a:avLst/>
                  <a:gdLst>
                    <a:gd name="connsiteX0" fmla="*/ 0 w 3645229"/>
                    <a:gd name="connsiteY0" fmla="*/ 214441 h 923747"/>
                    <a:gd name="connsiteX1" fmla="*/ 659770 w 3645229"/>
                    <a:gd name="connsiteY1" fmla="*/ 16495 h 923747"/>
                    <a:gd name="connsiteX2" fmla="*/ 1814367 w 3645229"/>
                    <a:gd name="connsiteY2" fmla="*/ 511360 h 923747"/>
                    <a:gd name="connsiteX3" fmla="*/ 2968965 w 3645229"/>
                    <a:gd name="connsiteY3" fmla="*/ 0 h 923747"/>
                    <a:gd name="connsiteX4" fmla="*/ 3645229 w 3645229"/>
                    <a:gd name="connsiteY4" fmla="*/ 197946 h 923747"/>
                    <a:gd name="connsiteX5" fmla="*/ 3199884 w 3645229"/>
                    <a:gd name="connsiteY5" fmla="*/ 461874 h 923747"/>
                    <a:gd name="connsiteX6" fmla="*/ 2985459 w 3645229"/>
                    <a:gd name="connsiteY6" fmla="*/ 379396 h 923747"/>
                    <a:gd name="connsiteX7" fmla="*/ 1830861 w 3645229"/>
                    <a:gd name="connsiteY7" fmla="*/ 923747 h 923747"/>
                    <a:gd name="connsiteX8" fmla="*/ 676264 w 3645229"/>
                    <a:gd name="connsiteY8" fmla="*/ 412387 h 923747"/>
                    <a:gd name="connsiteX9" fmla="*/ 527816 w 3645229"/>
                    <a:gd name="connsiteY9" fmla="*/ 478369 h 923747"/>
                    <a:gd name="connsiteX10" fmla="*/ 0 w 3645229"/>
                    <a:gd name="connsiteY10" fmla="*/ 21444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78369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90067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09765 w 3640627"/>
                    <a:gd name="connsiteY2" fmla="*/ 511360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3008465 w 3640627"/>
                    <a:gd name="connsiteY6" fmla="*/ 402404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723451"/>
                    <a:gd name="connsiteY0" fmla="*/ 242051 h 946755"/>
                    <a:gd name="connsiteX1" fmla="*/ 655168 w 3723451"/>
                    <a:gd name="connsiteY1" fmla="*/ 16495 h 946755"/>
                    <a:gd name="connsiteX2" fmla="*/ 1855778 w 3723451"/>
                    <a:gd name="connsiteY2" fmla="*/ 534367 h 946755"/>
                    <a:gd name="connsiteX3" fmla="*/ 2964363 w 3723451"/>
                    <a:gd name="connsiteY3" fmla="*/ 0 h 946755"/>
                    <a:gd name="connsiteX4" fmla="*/ 3723451 w 3723451"/>
                    <a:gd name="connsiteY4" fmla="*/ 220954 h 946755"/>
                    <a:gd name="connsiteX5" fmla="*/ 3195282 w 3723451"/>
                    <a:gd name="connsiteY5" fmla="*/ 461874 h 946755"/>
                    <a:gd name="connsiteX6" fmla="*/ 3008465 w 3723451"/>
                    <a:gd name="connsiteY6" fmla="*/ 402404 h 946755"/>
                    <a:gd name="connsiteX7" fmla="*/ 1876873 w 3723451"/>
                    <a:gd name="connsiteY7" fmla="*/ 946755 h 946755"/>
                    <a:gd name="connsiteX8" fmla="*/ 690067 w 3723451"/>
                    <a:gd name="connsiteY8" fmla="*/ 412387 h 946755"/>
                    <a:gd name="connsiteX9" fmla="*/ 523214 w 3723451"/>
                    <a:gd name="connsiteY9" fmla="*/ 482971 h 946755"/>
                    <a:gd name="connsiteX10" fmla="*/ 0 w 3723451"/>
                    <a:gd name="connsiteY10" fmla="*/ 242051 h 946755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08465 w 3723451"/>
                    <a:gd name="connsiteY6" fmla="*/ 388599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711613 w 3723451"/>
                    <a:gd name="connsiteY8" fmla="*/ 413055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285" name="Freeform 284"/>
                <p:cNvSpPr/>
                <p:nvPr/>
              </p:nvSpPr>
              <p:spPr bwMode="auto">
                <a:xfrm>
                  <a:off x="2536889" y="1727776"/>
                  <a:ext cx="244057" cy="97040"/>
                </a:xfrm>
                <a:custGeom>
                  <a:avLst/>
                  <a:gdLst>
                    <a:gd name="connsiteX0" fmla="*/ 55216 w 1421812"/>
                    <a:gd name="connsiteY0" fmla="*/ 0 h 800665"/>
                    <a:gd name="connsiteX1" fmla="*/ 1421812 w 1421812"/>
                    <a:gd name="connsiteY1" fmla="*/ 625807 h 800665"/>
                    <a:gd name="connsiteX2" fmla="*/ 947874 w 1421812"/>
                    <a:gd name="connsiteY2" fmla="*/ 800665 h 800665"/>
                    <a:gd name="connsiteX3" fmla="*/ 50614 w 1421812"/>
                    <a:gd name="connsiteY3" fmla="*/ 404934 h 800665"/>
                    <a:gd name="connsiteX4" fmla="*/ 0 w 1421812"/>
                    <a:gd name="connsiteY4" fmla="*/ 404934 h 800665"/>
                    <a:gd name="connsiteX5" fmla="*/ 55216 w 1421812"/>
                    <a:gd name="connsiteY5" fmla="*/ 0 h 800665"/>
                    <a:gd name="connsiteX0" fmla="*/ 4602 w 1371198"/>
                    <a:gd name="connsiteY0" fmla="*/ 0 h 800665"/>
                    <a:gd name="connsiteX1" fmla="*/ 1371198 w 1371198"/>
                    <a:gd name="connsiteY1" fmla="*/ 625807 h 800665"/>
                    <a:gd name="connsiteX2" fmla="*/ 897260 w 1371198"/>
                    <a:gd name="connsiteY2" fmla="*/ 800665 h 800665"/>
                    <a:gd name="connsiteX3" fmla="*/ 0 w 1371198"/>
                    <a:gd name="connsiteY3" fmla="*/ 404934 h 800665"/>
                    <a:gd name="connsiteX4" fmla="*/ 4602 w 1371198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9868"/>
                    <a:gd name="connsiteX1" fmla="*/ 1366596 w 1366596"/>
                    <a:gd name="connsiteY1" fmla="*/ 625807 h 809868"/>
                    <a:gd name="connsiteX2" fmla="*/ 865050 w 1366596"/>
                    <a:gd name="connsiteY2" fmla="*/ 809868 h 809868"/>
                    <a:gd name="connsiteX3" fmla="*/ 4601 w 1366596"/>
                    <a:gd name="connsiteY3" fmla="*/ 427942 h 809868"/>
                    <a:gd name="connsiteX4" fmla="*/ 0 w 1366596"/>
                    <a:gd name="connsiteY4" fmla="*/ 0 h 8098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286" name="Freeform 285"/>
                <p:cNvSpPr/>
                <p:nvPr/>
              </p:nvSpPr>
              <p:spPr bwMode="auto">
                <a:xfrm>
                  <a:off x="2089977" y="1730144"/>
                  <a:ext cx="240888" cy="97039"/>
                </a:xfrm>
                <a:custGeom>
                  <a:avLst/>
                  <a:gdLst>
                    <a:gd name="connsiteX0" fmla="*/ 1329786 w 1348191"/>
                    <a:gd name="connsiteY0" fmla="*/ 0 h 809869"/>
                    <a:gd name="connsiteX1" fmla="*/ 1348191 w 1348191"/>
                    <a:gd name="connsiteY1" fmla="*/ 400333 h 809869"/>
                    <a:gd name="connsiteX2" fmla="*/ 487742 w 1348191"/>
                    <a:gd name="connsiteY2" fmla="*/ 809869 h 809869"/>
                    <a:gd name="connsiteX3" fmla="*/ 0 w 1348191"/>
                    <a:gd name="connsiteY3" fmla="*/ 630409 h 809869"/>
                    <a:gd name="connsiteX4" fmla="*/ 1329786 w 1348191"/>
                    <a:gd name="connsiteY4" fmla="*/ 0 h 809869"/>
                    <a:gd name="connsiteX0" fmla="*/ 1329786 w 1348191"/>
                    <a:gd name="connsiteY0" fmla="*/ 0 h 791462"/>
                    <a:gd name="connsiteX1" fmla="*/ 1348191 w 1348191"/>
                    <a:gd name="connsiteY1" fmla="*/ 381926 h 791462"/>
                    <a:gd name="connsiteX2" fmla="*/ 487742 w 1348191"/>
                    <a:gd name="connsiteY2" fmla="*/ 791462 h 791462"/>
                    <a:gd name="connsiteX3" fmla="*/ 0 w 1348191"/>
                    <a:gd name="connsiteY3" fmla="*/ 612002 h 791462"/>
                    <a:gd name="connsiteX4" fmla="*/ 1329786 w 1348191"/>
                    <a:gd name="connsiteY4" fmla="*/ 0 h 7914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cxnSp>
              <p:nvCxnSpPr>
                <p:cNvPr id="287" name="Straight Connector 286"/>
                <p:cNvCxnSpPr>
                  <a:endCxn id="282" idx="2"/>
                </p:cNvCxnSpPr>
                <p:nvPr/>
              </p:nvCxnSpPr>
              <p:spPr bwMode="auto">
                <a:xfrm flipH="1" flipV="1">
                  <a:off x="1871277" y="1737243"/>
                  <a:ext cx="3169" cy="123074"/>
                </a:xfrm>
                <a:prstGeom prst="line">
                  <a:avLst/>
                </a:prstGeom>
                <a:ln w="6350" cmpd="sng">
                  <a:solidFill>
                    <a:schemeClr val="tx1"/>
                  </a:solidFill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8" name="Straight Connector 287"/>
                <p:cNvCxnSpPr/>
                <p:nvPr/>
              </p:nvCxnSpPr>
              <p:spPr bwMode="auto">
                <a:xfrm flipH="1" flipV="1">
                  <a:off x="2996477" y="1734877"/>
                  <a:ext cx="3171" cy="123074"/>
                </a:xfrm>
                <a:prstGeom prst="line">
                  <a:avLst/>
                </a:prstGeom>
                <a:ln w="6350" cmpd="sng">
                  <a:solidFill>
                    <a:schemeClr val="tx1"/>
                  </a:solidFill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214" name="Rectangle 213"/>
            <p:cNvSpPr/>
            <p:nvPr/>
          </p:nvSpPr>
          <p:spPr bwMode="auto">
            <a:xfrm>
              <a:off x="-1550737" y="5173579"/>
              <a:ext cx="3248526" cy="1029368"/>
            </a:xfrm>
            <a:prstGeom prst="rect">
              <a:avLst/>
            </a:prstGeom>
            <a:solidFill>
              <a:schemeClr val="bg1">
                <a:alpha val="77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326" name="Title 1"/>
          <p:cNvSpPr txBox="1">
            <a:spLocks/>
          </p:cNvSpPr>
          <p:nvPr/>
        </p:nvSpPr>
        <p:spPr>
          <a:xfrm>
            <a:off x="399720" y="120318"/>
            <a:ext cx="7772400" cy="972758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+mj-lt"/>
                <a:ea typeface="ＭＳ Ｐゴシック" charset="0"/>
                <a:cs typeface="ＭＳ Ｐゴシック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  <a:ea typeface="ＭＳ Ｐゴシック" charset="0"/>
                <a:cs typeface="ＭＳ Ｐゴシック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  <a:ea typeface="ＭＳ Ｐゴシック" charset="0"/>
                <a:cs typeface="ＭＳ Ｐゴシック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  <a:ea typeface="ＭＳ Ｐゴシック" charset="0"/>
                <a:cs typeface="ＭＳ Ｐゴシック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  <a:ea typeface="ＭＳ Ｐゴシック" charset="0"/>
                <a:cs typeface="ＭＳ Ｐゴシック" charset="0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</a:defRPr>
            </a:lvl9pPr>
          </a:lstStyle>
          <a:p>
            <a:r>
              <a:rPr lang="en-US" sz="4000" dirty="0"/>
              <a:t>ONOS controller</a:t>
            </a:r>
          </a:p>
        </p:txBody>
      </p:sp>
      <p:sp>
        <p:nvSpPr>
          <p:cNvPr id="327" name="Content Placeholder 3"/>
          <p:cNvSpPr txBox="1">
            <a:spLocks/>
          </p:cNvSpPr>
          <p:nvPr/>
        </p:nvSpPr>
        <p:spPr>
          <a:xfrm>
            <a:off x="5926407" y="1647479"/>
            <a:ext cx="2976959" cy="4956526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defRPr sz="28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ＭＳ Ｐゴシック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Comic Sans MS" pitchFamily="66" charset="0"/>
                <a:ea typeface="ＭＳ Ｐゴシック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9pPr>
          </a:lstStyle>
          <a:p>
            <a:r>
              <a:rPr lang="en-US" sz="2400" dirty="0">
                <a:solidFill>
                  <a:srgbClr val="000000"/>
                </a:solidFill>
              </a:rPr>
              <a:t>control apps separate from controller</a:t>
            </a:r>
          </a:p>
          <a:p>
            <a:r>
              <a:rPr lang="en-US" sz="2400" dirty="0">
                <a:solidFill>
                  <a:srgbClr val="000000"/>
                </a:solidFill>
              </a:rPr>
              <a:t>intent framework: high-level specification of service: </a:t>
            </a:r>
            <a:r>
              <a:rPr lang="en-US" sz="2400" i="1" dirty="0">
                <a:solidFill>
                  <a:schemeClr val="accent2">
                    <a:lumMod val="75000"/>
                  </a:schemeClr>
                </a:solidFill>
              </a:rPr>
              <a:t>what</a:t>
            </a:r>
            <a:r>
              <a:rPr lang="en-US" sz="2400" dirty="0">
                <a:solidFill>
                  <a:srgbClr val="000000"/>
                </a:solidFill>
              </a:rPr>
              <a:t> rather than </a:t>
            </a:r>
            <a:r>
              <a:rPr lang="en-US" sz="2400" i="1" dirty="0">
                <a:solidFill>
                  <a:schemeClr val="accent2">
                    <a:lumMod val="75000"/>
                  </a:schemeClr>
                </a:solidFill>
              </a:rPr>
              <a:t>how</a:t>
            </a:r>
          </a:p>
          <a:p>
            <a:r>
              <a:rPr lang="en-US" sz="2400" dirty="0">
                <a:solidFill>
                  <a:srgbClr val="000000"/>
                </a:solidFill>
              </a:rPr>
              <a:t>considerable emphasis on distributed core: service reliability, replication performance scaling</a:t>
            </a:r>
          </a:p>
        </p:txBody>
      </p:sp>
    </p:spTree>
    <p:extLst>
      <p:ext uri="{BB962C8B-B14F-4D97-AF65-F5344CB8AC3E}">
        <p14:creationId xmlns:p14="http://schemas.microsoft.com/office/powerpoint/2010/main" val="3392955509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Gill Sans MT"/>
        <a:ea typeface=""/>
        <a:cs typeface=""/>
      </a:majorFont>
      <a:minorFont>
        <a:latin typeface="Gill Sans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gradFill>
          <a:gsLst>
            <a:gs pos="0">
              <a:schemeClr val="bg1">
                <a:lumMod val="95000"/>
              </a:schemeClr>
            </a:gs>
            <a:gs pos="100000">
              <a:schemeClr val="accent5">
                <a:lumMod val="75000"/>
              </a:schemeClr>
            </a:gs>
          </a:gsLst>
        </a:gradFill>
        <a:ln>
          <a:noFill/>
        </a:ln>
        <a:effectLst/>
      </a:spPr>
      <a:bodyPr anchor="ctr"/>
      <a:lstStyle>
        <a:defPPr algn="ctr">
          <a:defRPr dirty="0"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 xmlns="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16520</TotalTime>
  <Words>1052</Words>
  <Application>Microsoft Macintosh PowerPoint</Application>
  <PresentationFormat>On-screen Show (4:3)</PresentationFormat>
  <Paragraphs>333</Paragraphs>
  <Slides>16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Arial</vt:lpstr>
      <vt:lpstr>Calibri</vt:lpstr>
      <vt:lpstr>Comic Sans MS</vt:lpstr>
      <vt:lpstr>Gill Sans MT</vt:lpstr>
      <vt:lpstr>Times New Roman</vt:lpstr>
      <vt:lpstr>Wingdings</vt:lpstr>
      <vt:lpstr>Default Design</vt:lpstr>
      <vt:lpstr>SDN Control Plane</vt:lpstr>
      <vt:lpstr>PowerPoint Presentation</vt:lpstr>
      <vt:lpstr>PowerPoint Presentation</vt:lpstr>
      <vt:lpstr>PowerPoint Presentation</vt:lpstr>
      <vt:lpstr>PowerPoint Presentation</vt:lpstr>
      <vt:lpstr>Analogy: mainframe to PC evolution*</vt:lpstr>
      <vt:lpstr>Traffic engineering: difficult traditional routing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3rd Edition: Chapter 4</dc:title>
  <dc:creator>Jim Kurose and Keith Ross</dc:creator>
  <cp:lastModifiedBy>Rami Tawil</cp:lastModifiedBy>
  <cp:revision>503</cp:revision>
  <dcterms:created xsi:type="dcterms:W3CDTF">1999-10-08T19:08:27Z</dcterms:created>
  <dcterms:modified xsi:type="dcterms:W3CDTF">2025-11-21T03:37:48Z</dcterms:modified>
</cp:coreProperties>
</file>