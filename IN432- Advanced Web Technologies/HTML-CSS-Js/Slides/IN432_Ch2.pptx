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24"/>
  </p:notesMasterIdLst>
  <p:handoutMasterIdLst>
    <p:handoutMasterId r:id="rId25"/>
  </p:handoutMasterIdLst>
  <p:sldIdLst>
    <p:sldId id="286" r:id="rId2"/>
    <p:sldId id="257" r:id="rId3"/>
    <p:sldId id="278" r:id="rId4"/>
    <p:sldId id="288" r:id="rId5"/>
    <p:sldId id="258" r:id="rId6"/>
    <p:sldId id="279" r:id="rId7"/>
    <p:sldId id="280" r:id="rId8"/>
    <p:sldId id="281" r:id="rId9"/>
    <p:sldId id="282" r:id="rId10"/>
    <p:sldId id="283" r:id="rId11"/>
    <p:sldId id="284" r:id="rId12"/>
    <p:sldId id="261" r:id="rId13"/>
    <p:sldId id="262" r:id="rId14"/>
    <p:sldId id="264" r:id="rId15"/>
    <p:sldId id="265" r:id="rId16"/>
    <p:sldId id="266" r:id="rId17"/>
    <p:sldId id="267" r:id="rId18"/>
    <p:sldId id="270" r:id="rId19"/>
    <p:sldId id="268" r:id="rId20"/>
    <p:sldId id="269" r:id="rId21"/>
    <p:sldId id="271" r:id="rId22"/>
    <p:sldId id="289" r:id="rId23"/>
  </p:sldIdLst>
  <p:sldSz cx="12192000" cy="6858000"/>
  <p:notesSz cx="7315200" cy="96012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CC0099"/>
    <a:srgbClr val="003399"/>
    <a:srgbClr val="FF6600"/>
    <a:srgbClr val="FF99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64077C-41BF-4114-95E8-199FC7554589}" v="5" dt="2025-09-21T16:32:39.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29" autoAdjust="0"/>
    <p:restoredTop sz="91257" autoAdjust="0"/>
  </p:normalViewPr>
  <p:slideViewPr>
    <p:cSldViewPr>
      <p:cViewPr varScale="1">
        <p:scale>
          <a:sx n="92" d="100"/>
          <a:sy n="92" d="100"/>
        </p:scale>
        <p:origin x="84" y="3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al Beydoun" userId="e88cbbf3-5e5f-46df-aecf-fe10b322ce6e" providerId="ADAL" clId="{E4876F53-9B78-423D-99A1-E03CA3D47365}"/>
    <pc:docChg chg="custSel modSld">
      <pc:chgData name="Kamal Beydoun" userId="e88cbbf3-5e5f-46df-aecf-fe10b322ce6e" providerId="ADAL" clId="{E4876F53-9B78-423D-99A1-E03CA3D47365}" dt="2025-09-21T16:32:39.240" v="8" actId="1076"/>
      <pc:docMkLst>
        <pc:docMk/>
      </pc:docMkLst>
      <pc:sldChg chg="addSp delSp modSp mod setBg addAnim">
        <pc:chgData name="Kamal Beydoun" userId="e88cbbf3-5e5f-46df-aecf-fe10b322ce6e" providerId="ADAL" clId="{E4876F53-9B78-423D-99A1-E03CA3D47365}" dt="2025-09-21T16:32:39.240" v="8" actId="1076"/>
        <pc:sldMkLst>
          <pc:docMk/>
          <pc:sldMk cId="0" sldId="286"/>
        </pc:sldMkLst>
        <pc:spChg chg="add del mod">
          <ac:chgData name="Kamal Beydoun" userId="e88cbbf3-5e5f-46df-aecf-fe10b322ce6e" providerId="ADAL" clId="{E4876F53-9B78-423D-99A1-E03CA3D47365}" dt="2025-09-21T16:32:39.240" v="8" actId="1076"/>
          <ac:spMkLst>
            <pc:docMk/>
            <pc:sldMk cId="0" sldId="286"/>
            <ac:spMk id="10242" creationId="{AFDCD113-A699-56F8-71AE-EDFDE4932F2E}"/>
          </ac:spMkLst>
        </pc:spChg>
        <pc:spChg chg="add">
          <ac:chgData name="Kamal Beydoun" userId="e88cbbf3-5e5f-46df-aecf-fe10b322ce6e" providerId="ADAL" clId="{E4876F53-9B78-423D-99A1-E03CA3D47365}" dt="2025-09-21T16:32:13.054" v="0" actId="26606"/>
          <ac:spMkLst>
            <pc:docMk/>
            <pc:sldMk cId="0" sldId="286"/>
            <ac:spMk id="10249" creationId="{AE220058-3FCE-496E-ADF2-D8A6961F39F6}"/>
          </ac:spMkLst>
        </pc:spChg>
        <pc:spChg chg="add">
          <ac:chgData name="Kamal Beydoun" userId="e88cbbf3-5e5f-46df-aecf-fe10b322ce6e" providerId="ADAL" clId="{E4876F53-9B78-423D-99A1-E03CA3D47365}" dt="2025-09-21T16:32:13.054" v="0" actId="26606"/>
          <ac:spMkLst>
            <pc:docMk/>
            <pc:sldMk cId="0" sldId="286"/>
            <ac:spMk id="10253" creationId="{3E9C5090-7D25-41E3-A6D3-CCAEE505E785}"/>
          </ac:spMkLst>
        </pc:spChg>
        <pc:spChg chg="add">
          <ac:chgData name="Kamal Beydoun" userId="e88cbbf3-5e5f-46df-aecf-fe10b322ce6e" providerId="ADAL" clId="{E4876F53-9B78-423D-99A1-E03CA3D47365}" dt="2025-09-21T16:32:13.054" v="0" actId="26606"/>
          <ac:spMkLst>
            <pc:docMk/>
            <pc:sldMk cId="0" sldId="286"/>
            <ac:spMk id="10255" creationId="{11BF8809-0DAC-41E5-A212-ACB4A01BE95B}"/>
          </ac:spMkLst>
        </pc:spChg>
        <pc:picChg chg="add">
          <ac:chgData name="Kamal Beydoun" userId="e88cbbf3-5e5f-46df-aecf-fe10b322ce6e" providerId="ADAL" clId="{E4876F53-9B78-423D-99A1-E03CA3D47365}" dt="2025-09-21T16:32:13.054" v="0" actId="26606"/>
          <ac:picMkLst>
            <pc:docMk/>
            <pc:sldMk cId="0" sldId="286"/>
            <ac:picMk id="10246" creationId="{695A09B2-4B52-71B4-6B3F-135007F1B3F3}"/>
          </ac:picMkLst>
        </pc:picChg>
        <pc:cxnChg chg="add">
          <ac:chgData name="Kamal Beydoun" userId="e88cbbf3-5e5f-46df-aecf-fe10b322ce6e" providerId="ADAL" clId="{E4876F53-9B78-423D-99A1-E03CA3D47365}" dt="2025-09-21T16:32:13.054" v="0" actId="26606"/>
          <ac:cxnSpMkLst>
            <pc:docMk/>
            <pc:sldMk cId="0" sldId="286"/>
            <ac:cxnSpMk id="10251" creationId="{E193F809-7E50-4AAD-8E26-878207931CB5}"/>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00890C-95AA-8F79-646E-0EBA908D006B}"/>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6323" name="Rectangle 3">
            <a:extLst>
              <a:ext uri="{FF2B5EF4-FFF2-40B4-BE49-F238E27FC236}">
                <a16:creationId xmlns:a16="http://schemas.microsoft.com/office/drawing/2014/main" id="{78C770CE-0B6D-8421-541E-0816B74AABAE}"/>
              </a:ext>
            </a:extLst>
          </p:cNvPr>
          <p:cNvSpPr>
            <a:spLocks noGrp="1" noChangeArrowheads="1"/>
          </p:cNvSpPr>
          <p:nvPr>
            <p:ph type="dt" sz="quarter"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fontAlgn="auto" hangingPunct="1">
              <a:spcBef>
                <a:spcPts val="0"/>
              </a:spcBef>
              <a:spcAft>
                <a:spcPts val="0"/>
              </a:spcAft>
              <a:defRPr sz="1300">
                <a:latin typeface="+mn-lt"/>
              </a:defRPr>
            </a:lvl1pPr>
          </a:lstStyle>
          <a:p>
            <a:pPr>
              <a:defRPr/>
            </a:pPr>
            <a:endParaRPr lang="en-US" altLang="en-US"/>
          </a:p>
        </p:txBody>
      </p:sp>
      <p:sp>
        <p:nvSpPr>
          <p:cNvPr id="56324" name="Rectangle 4">
            <a:extLst>
              <a:ext uri="{FF2B5EF4-FFF2-40B4-BE49-F238E27FC236}">
                <a16:creationId xmlns:a16="http://schemas.microsoft.com/office/drawing/2014/main" id="{D874D2A3-0012-0B60-3A8D-4BF2E76D66DA}"/>
              </a:ext>
            </a:extLst>
          </p:cNvPr>
          <p:cNvSpPr>
            <a:spLocks noGrp="1" noChangeArrowheads="1"/>
          </p:cNvSpPr>
          <p:nvPr>
            <p:ph type="ftr" sz="quarter" idx="2"/>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6325" name="Rectangle 5">
            <a:extLst>
              <a:ext uri="{FF2B5EF4-FFF2-40B4-BE49-F238E27FC236}">
                <a16:creationId xmlns:a16="http://schemas.microsoft.com/office/drawing/2014/main" id="{0049D3C0-1368-5AB7-F5D6-976D11BD734C}"/>
              </a:ext>
            </a:extLst>
          </p:cNvPr>
          <p:cNvSpPr>
            <a:spLocks noGrp="1" noChangeArrowheads="1"/>
          </p:cNvSpPr>
          <p:nvPr>
            <p:ph type="sldNum" sz="quarter" idx="3"/>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pPr>
              <a:defRPr/>
            </a:pPr>
            <a:fld id="{44FD85E3-C9ED-44CC-B731-CC7CA100680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F563706-E598-CA8A-C62B-DDB52B849B56}"/>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2227" name="Rectangle 3">
            <a:extLst>
              <a:ext uri="{FF2B5EF4-FFF2-40B4-BE49-F238E27FC236}">
                <a16:creationId xmlns:a16="http://schemas.microsoft.com/office/drawing/2014/main" id="{16E03AD0-633A-A484-BD51-6B2742350A81}"/>
              </a:ext>
            </a:extLst>
          </p:cNvPr>
          <p:cNvSpPr>
            <a:spLocks noGrp="1" noChangeArrowheads="1"/>
          </p:cNvSpPr>
          <p:nvPr>
            <p:ph type="dt"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fontAlgn="auto" hangingPunct="1">
              <a:spcBef>
                <a:spcPts val="0"/>
              </a:spcBef>
              <a:spcAft>
                <a:spcPts val="0"/>
              </a:spcAft>
              <a:defRPr sz="1300">
                <a:latin typeface="+mn-lt"/>
              </a:defRPr>
            </a:lvl1pPr>
          </a:lstStyle>
          <a:p>
            <a:pPr>
              <a:defRPr/>
            </a:pPr>
            <a:endParaRPr lang="en-US" altLang="en-US"/>
          </a:p>
        </p:txBody>
      </p:sp>
      <p:sp>
        <p:nvSpPr>
          <p:cNvPr id="8196" name="Rectangle 4">
            <a:extLst>
              <a:ext uri="{FF2B5EF4-FFF2-40B4-BE49-F238E27FC236}">
                <a16:creationId xmlns:a16="http://schemas.microsoft.com/office/drawing/2014/main" id="{9D46ADE2-65AE-E9E5-C288-205F58A02B54}"/>
              </a:ext>
            </a:extLst>
          </p:cNvPr>
          <p:cNvSpPr>
            <a:spLocks noChangeArrowheads="1" noTextEdit="1"/>
          </p:cNvSpPr>
          <p:nvPr>
            <p:ph type="sldImg" idx="2"/>
          </p:nvPr>
        </p:nvSpPr>
        <p:spPr bwMode="auto">
          <a:xfrm>
            <a:off x="457200" y="720725"/>
            <a:ext cx="64008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2229" name="Rectangle 5">
            <a:extLst>
              <a:ext uri="{FF2B5EF4-FFF2-40B4-BE49-F238E27FC236}">
                <a16:creationId xmlns:a16="http://schemas.microsoft.com/office/drawing/2014/main" id="{9F89C914-7482-91D1-9C49-6F90E52879CB}"/>
              </a:ext>
            </a:extLst>
          </p:cNvPr>
          <p:cNvSpPr>
            <a:spLocks noGrp="1" noChangeArrowheads="1"/>
          </p:cNvSpPr>
          <p:nvPr>
            <p:ph type="body" sz="quarter" idx="3"/>
          </p:nvPr>
        </p:nvSpPr>
        <p:spPr bwMode="auto">
          <a:xfrm>
            <a:off x="974725" y="4560888"/>
            <a:ext cx="5365750" cy="4319587"/>
          </a:xfrm>
          <a:prstGeom prst="rect">
            <a:avLst/>
          </a:prstGeom>
          <a:noFill/>
          <a:ln>
            <a:noFill/>
          </a:ln>
          <a:effectLst/>
        </p:spPr>
        <p:txBody>
          <a:bodyPr vert="horz" wrap="square" lIns="96661" tIns="48331" rIns="96661" bIns="48331"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2230" name="Rectangle 6">
            <a:extLst>
              <a:ext uri="{FF2B5EF4-FFF2-40B4-BE49-F238E27FC236}">
                <a16:creationId xmlns:a16="http://schemas.microsoft.com/office/drawing/2014/main" id="{7F17DF29-9635-89C9-AB21-898B00C5CB5D}"/>
              </a:ext>
            </a:extLst>
          </p:cNvPr>
          <p:cNvSpPr>
            <a:spLocks noGrp="1" noChangeArrowheads="1"/>
          </p:cNvSpPr>
          <p:nvPr>
            <p:ph type="ftr" sz="quarter" idx="4"/>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fontAlgn="auto" hangingPunct="1">
              <a:spcBef>
                <a:spcPts val="0"/>
              </a:spcBef>
              <a:spcAft>
                <a:spcPts val="0"/>
              </a:spcAft>
              <a:defRPr sz="1300">
                <a:latin typeface="+mn-lt"/>
              </a:defRPr>
            </a:lvl1pPr>
          </a:lstStyle>
          <a:p>
            <a:pPr>
              <a:defRPr/>
            </a:pPr>
            <a:endParaRPr lang="en-US" altLang="en-US"/>
          </a:p>
        </p:txBody>
      </p:sp>
      <p:sp>
        <p:nvSpPr>
          <p:cNvPr id="52231" name="Rectangle 7">
            <a:extLst>
              <a:ext uri="{FF2B5EF4-FFF2-40B4-BE49-F238E27FC236}">
                <a16:creationId xmlns:a16="http://schemas.microsoft.com/office/drawing/2014/main" id="{05A6B8BF-C402-A697-6C45-DF939AE128D1}"/>
              </a:ext>
            </a:extLst>
          </p:cNvPr>
          <p:cNvSpPr>
            <a:spLocks noGrp="1" noChangeArrowheads="1"/>
          </p:cNvSpPr>
          <p:nvPr>
            <p:ph type="sldNum" sz="quarter" idx="5"/>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a:lvl1pPr>
          </a:lstStyle>
          <a:p>
            <a:pPr>
              <a:defRPr/>
            </a:pPr>
            <a:fld id="{913D2FE4-5C53-4291-A905-B4FE652CCEF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2DFF4-E60C-D364-6A2A-AF92A8F97181}"/>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sp>
        <p:nvSpPr>
          <p:cNvPr id="5" name="Rectangle 4">
            <a:extLst>
              <a:ext uri="{FF2B5EF4-FFF2-40B4-BE49-F238E27FC236}">
                <a16:creationId xmlns:a16="http://schemas.microsoft.com/office/drawing/2014/main" id="{C8CF4C39-60B3-DE1D-5C39-86D3778C9B27}"/>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cxnSp>
        <p:nvCxnSpPr>
          <p:cNvPr id="6" name="Straight Connector 5">
            <a:extLst>
              <a:ext uri="{FF2B5EF4-FFF2-40B4-BE49-F238E27FC236}">
                <a16:creationId xmlns:a16="http://schemas.microsoft.com/office/drawing/2014/main" id="{9A3307A6-E5AB-11BD-F32B-5767EC9E9435}"/>
              </a:ext>
            </a:extLst>
          </p:cNvPr>
          <p:cNvCxnSpPr/>
          <p:nvPr/>
        </p:nvCxnSpPr>
        <p:spPr>
          <a:xfrm>
            <a:off x="1208088" y="4343400"/>
            <a:ext cx="98742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7" name="Date Placeholder 3">
            <a:extLst>
              <a:ext uri="{FF2B5EF4-FFF2-40B4-BE49-F238E27FC236}">
                <a16:creationId xmlns:a16="http://schemas.microsoft.com/office/drawing/2014/main" id="{5C29D09C-5D19-BA12-09F6-A26BB8281F3C}"/>
              </a:ext>
            </a:extLst>
          </p:cNvPr>
          <p:cNvSpPr>
            <a:spLocks noGrp="1"/>
          </p:cNvSpPr>
          <p:nvPr>
            <p:ph type="dt" sz="half" idx="10"/>
          </p:nvPr>
        </p:nvSpPr>
        <p:spPr/>
        <p:txBody>
          <a:bodyPr/>
          <a:lstStyle>
            <a:lvl1pPr>
              <a:defRPr/>
            </a:lvl1pPr>
          </a:lstStyle>
          <a:p>
            <a:pPr>
              <a:defRPr/>
            </a:pPr>
            <a:fld id="{EBB95BBA-7CD0-42A5-B93A-261B16665616}" type="datetime1">
              <a:rPr lang="en-US"/>
              <a:pPr>
                <a:defRPr/>
              </a:pPr>
              <a:t>9/21/2025</a:t>
            </a:fld>
            <a:endParaRPr lang="en-US" dirty="0"/>
          </a:p>
        </p:txBody>
      </p:sp>
      <p:sp>
        <p:nvSpPr>
          <p:cNvPr id="8" name="Footer Placeholder 4">
            <a:extLst>
              <a:ext uri="{FF2B5EF4-FFF2-40B4-BE49-F238E27FC236}">
                <a16:creationId xmlns:a16="http://schemas.microsoft.com/office/drawing/2014/main" id="{CAA9D026-176B-FA63-2FEF-488335DA4141}"/>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5">
            <a:extLst>
              <a:ext uri="{FF2B5EF4-FFF2-40B4-BE49-F238E27FC236}">
                <a16:creationId xmlns:a16="http://schemas.microsoft.com/office/drawing/2014/main" id="{DB614EAB-E089-F241-8F58-44B66F84178D}"/>
              </a:ext>
            </a:extLst>
          </p:cNvPr>
          <p:cNvSpPr>
            <a:spLocks noGrp="1"/>
          </p:cNvSpPr>
          <p:nvPr>
            <p:ph type="sldNum" sz="quarter" idx="12"/>
          </p:nvPr>
        </p:nvSpPr>
        <p:spPr/>
        <p:txBody>
          <a:bodyPr/>
          <a:lstStyle>
            <a:lvl1pPr>
              <a:defRPr/>
            </a:lvl1pPr>
          </a:lstStyle>
          <a:p>
            <a:pPr>
              <a:defRPr/>
            </a:pPr>
            <a:fld id="{1F493A99-6C06-4E50-B78A-4D3F0927133E}" type="slidenum">
              <a:rPr lang="en-US" altLang="en-US"/>
              <a:pPr>
                <a:defRPr/>
              </a:pPr>
              <a:t>‹#›</a:t>
            </a:fld>
            <a:endParaRPr lang="en-US" altLang="en-US"/>
          </a:p>
        </p:txBody>
      </p:sp>
    </p:spTree>
    <p:extLst>
      <p:ext uri="{BB962C8B-B14F-4D97-AF65-F5344CB8AC3E}">
        <p14:creationId xmlns:p14="http://schemas.microsoft.com/office/powerpoint/2010/main" val="1023695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499F8FA-2177-CF91-507C-E3F456045D82}"/>
              </a:ext>
            </a:extLst>
          </p:cNvPr>
          <p:cNvSpPr>
            <a:spLocks noGrp="1"/>
          </p:cNvSpPr>
          <p:nvPr>
            <p:ph type="dt" sz="half" idx="10"/>
          </p:nvPr>
        </p:nvSpPr>
        <p:spPr/>
        <p:txBody>
          <a:bodyPr/>
          <a:lstStyle>
            <a:lvl1pPr>
              <a:defRPr/>
            </a:lvl1pPr>
          </a:lstStyle>
          <a:p>
            <a:pPr>
              <a:defRPr/>
            </a:pPr>
            <a:fld id="{3D497E2C-41DF-4A1C-AF4F-064FD3C1E9B8}" type="datetime1">
              <a:rPr lang="en-US"/>
              <a:pPr>
                <a:defRPr/>
              </a:pPr>
              <a:t>9/21/2025</a:t>
            </a:fld>
            <a:endParaRPr lang="en-US" dirty="0"/>
          </a:p>
        </p:txBody>
      </p:sp>
      <p:sp>
        <p:nvSpPr>
          <p:cNvPr id="5" name="Footer Placeholder 4">
            <a:extLst>
              <a:ext uri="{FF2B5EF4-FFF2-40B4-BE49-F238E27FC236}">
                <a16:creationId xmlns:a16="http://schemas.microsoft.com/office/drawing/2014/main" id="{0A1BD16E-808C-DF0D-5E80-80DA4083AE8B}"/>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56387AF3-E157-1E54-DB24-6678F69FBFE1}"/>
              </a:ext>
            </a:extLst>
          </p:cNvPr>
          <p:cNvSpPr>
            <a:spLocks noGrp="1"/>
          </p:cNvSpPr>
          <p:nvPr>
            <p:ph type="sldNum" sz="quarter" idx="12"/>
          </p:nvPr>
        </p:nvSpPr>
        <p:spPr/>
        <p:txBody>
          <a:bodyPr/>
          <a:lstStyle>
            <a:lvl1pPr>
              <a:defRPr/>
            </a:lvl1pPr>
          </a:lstStyle>
          <a:p>
            <a:pPr>
              <a:defRPr/>
            </a:pPr>
            <a:fld id="{749C19B3-778E-46BD-8A7D-7866717D0CCE}" type="slidenum">
              <a:rPr lang="en-US" altLang="en-US"/>
              <a:pPr>
                <a:defRPr/>
              </a:pPr>
              <a:t>‹#›</a:t>
            </a:fld>
            <a:endParaRPr lang="en-US" altLang="en-US"/>
          </a:p>
        </p:txBody>
      </p:sp>
    </p:spTree>
    <p:extLst>
      <p:ext uri="{BB962C8B-B14F-4D97-AF65-F5344CB8AC3E}">
        <p14:creationId xmlns:p14="http://schemas.microsoft.com/office/powerpoint/2010/main" val="1566214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10644D-9060-2FE8-D3C7-E14ADB900295}"/>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39494A30-82C1-BEF7-A89E-B9E2DFFABECB}"/>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68F1F3C6-9703-BC26-0347-F3927B9BE465}"/>
              </a:ext>
            </a:extLst>
          </p:cNvPr>
          <p:cNvCxnSpPr/>
          <p:nvPr/>
        </p:nvCxnSpPr>
        <p:spPr>
          <a:xfrm>
            <a:off x="1208088" y="4343400"/>
            <a:ext cx="98742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2C71B7B0-A06B-006D-114D-E95B099FAFBE}"/>
              </a:ext>
            </a:extLst>
          </p:cNvPr>
          <p:cNvSpPr>
            <a:spLocks noGrp="1"/>
          </p:cNvSpPr>
          <p:nvPr>
            <p:ph type="dt" sz="half" idx="10"/>
          </p:nvPr>
        </p:nvSpPr>
        <p:spPr/>
        <p:txBody>
          <a:bodyPr/>
          <a:lstStyle>
            <a:lvl1pPr>
              <a:defRPr/>
            </a:lvl1pPr>
          </a:lstStyle>
          <a:p>
            <a:pPr>
              <a:defRPr/>
            </a:pPr>
            <a:fld id="{28D9E056-D71D-4143-ACEC-A1DCEC6CEF52}" type="datetime1">
              <a:rPr lang="en-US"/>
              <a:pPr>
                <a:defRPr/>
              </a:pPr>
              <a:t>9/21/2025</a:t>
            </a:fld>
            <a:endParaRPr lang="en-US" dirty="0"/>
          </a:p>
        </p:txBody>
      </p:sp>
      <p:sp>
        <p:nvSpPr>
          <p:cNvPr id="8" name="Footer Placeholder 4">
            <a:extLst>
              <a:ext uri="{FF2B5EF4-FFF2-40B4-BE49-F238E27FC236}">
                <a16:creationId xmlns:a16="http://schemas.microsoft.com/office/drawing/2014/main" id="{B7D7EB77-E0BE-9953-7169-22F6D0A199F9}"/>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5">
            <a:extLst>
              <a:ext uri="{FF2B5EF4-FFF2-40B4-BE49-F238E27FC236}">
                <a16:creationId xmlns:a16="http://schemas.microsoft.com/office/drawing/2014/main" id="{79C2F2CD-DBF5-D1C9-7CA1-A95114734AE9}"/>
              </a:ext>
            </a:extLst>
          </p:cNvPr>
          <p:cNvSpPr>
            <a:spLocks noGrp="1"/>
          </p:cNvSpPr>
          <p:nvPr>
            <p:ph type="sldNum" sz="quarter" idx="12"/>
          </p:nvPr>
        </p:nvSpPr>
        <p:spPr/>
        <p:txBody>
          <a:bodyPr/>
          <a:lstStyle>
            <a:lvl1pPr>
              <a:defRPr/>
            </a:lvl1pPr>
          </a:lstStyle>
          <a:p>
            <a:pPr>
              <a:defRPr/>
            </a:pPr>
            <a:fld id="{8338E89F-D905-4C30-8A8D-2DFA072C0354}" type="slidenum">
              <a:rPr lang="en-US" altLang="en-US"/>
              <a:pPr>
                <a:defRPr/>
              </a:pPr>
              <a:t>‹#›</a:t>
            </a:fld>
            <a:endParaRPr lang="en-US" altLang="en-US"/>
          </a:p>
        </p:txBody>
      </p:sp>
    </p:spTree>
    <p:extLst>
      <p:ext uri="{BB962C8B-B14F-4D97-AF65-F5344CB8AC3E}">
        <p14:creationId xmlns:p14="http://schemas.microsoft.com/office/powerpoint/2010/main" val="165016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27550D5E-F199-AFB4-3BC3-27E4C4AD3BE2}"/>
              </a:ext>
            </a:extLst>
          </p:cNvPr>
          <p:cNvSpPr>
            <a:spLocks noGrp="1"/>
          </p:cNvSpPr>
          <p:nvPr>
            <p:ph type="dt" sz="half" idx="10"/>
          </p:nvPr>
        </p:nvSpPr>
        <p:spPr/>
        <p:txBody>
          <a:bodyPr/>
          <a:lstStyle>
            <a:lvl1pPr>
              <a:defRPr/>
            </a:lvl1pPr>
          </a:lstStyle>
          <a:p>
            <a:pPr>
              <a:defRPr/>
            </a:pPr>
            <a:fld id="{38E50412-CE00-4B94-99F0-B7BE2EF88F4B}" type="datetime1">
              <a:rPr lang="en-US"/>
              <a:pPr>
                <a:defRPr/>
              </a:pPr>
              <a:t>9/21/2025</a:t>
            </a:fld>
            <a:endParaRPr lang="en-US" dirty="0"/>
          </a:p>
        </p:txBody>
      </p:sp>
      <p:sp>
        <p:nvSpPr>
          <p:cNvPr id="5" name="Footer Placeholder 4">
            <a:extLst>
              <a:ext uri="{FF2B5EF4-FFF2-40B4-BE49-F238E27FC236}">
                <a16:creationId xmlns:a16="http://schemas.microsoft.com/office/drawing/2014/main" id="{10A93BF6-DAA2-C939-918A-6847F9DD15CF}"/>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3377A44E-4B7B-A216-D29C-169B32C45326}"/>
              </a:ext>
            </a:extLst>
          </p:cNvPr>
          <p:cNvSpPr>
            <a:spLocks noGrp="1"/>
          </p:cNvSpPr>
          <p:nvPr>
            <p:ph type="sldNum" sz="quarter" idx="12"/>
          </p:nvPr>
        </p:nvSpPr>
        <p:spPr/>
        <p:txBody>
          <a:bodyPr/>
          <a:lstStyle>
            <a:lvl1pPr>
              <a:defRPr/>
            </a:lvl1pPr>
          </a:lstStyle>
          <a:p>
            <a:pPr>
              <a:defRPr/>
            </a:pPr>
            <a:fld id="{41840E09-0324-48C4-AA8D-991D2FA774C6}" type="slidenum">
              <a:rPr lang="en-US" altLang="en-US"/>
              <a:pPr>
                <a:defRPr/>
              </a:pPr>
              <a:t>‹#›</a:t>
            </a:fld>
            <a:endParaRPr lang="en-US" altLang="en-US"/>
          </a:p>
        </p:txBody>
      </p:sp>
    </p:spTree>
    <p:extLst>
      <p:ext uri="{BB962C8B-B14F-4D97-AF65-F5344CB8AC3E}">
        <p14:creationId xmlns:p14="http://schemas.microsoft.com/office/powerpoint/2010/main" val="76732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3">
            <a:extLst>
              <a:ext uri="{FF2B5EF4-FFF2-40B4-BE49-F238E27FC236}">
                <a16:creationId xmlns:a16="http://schemas.microsoft.com/office/drawing/2014/main" id="{DB350295-1796-9B4E-8EBC-CF88BA434F0F}"/>
              </a:ext>
            </a:extLst>
          </p:cNvPr>
          <p:cNvSpPr>
            <a:spLocks noGrp="1"/>
          </p:cNvSpPr>
          <p:nvPr>
            <p:ph type="dt" sz="half" idx="10"/>
          </p:nvPr>
        </p:nvSpPr>
        <p:spPr/>
        <p:txBody>
          <a:bodyPr/>
          <a:lstStyle>
            <a:lvl1pPr>
              <a:defRPr/>
            </a:lvl1pPr>
          </a:lstStyle>
          <a:p>
            <a:pPr>
              <a:defRPr/>
            </a:pPr>
            <a:fld id="{BDD1E041-F2D5-4D53-95B9-7A46309909CF}" type="datetime1">
              <a:rPr lang="en-US"/>
              <a:pPr>
                <a:defRPr/>
              </a:pPr>
              <a:t>9/21/2025</a:t>
            </a:fld>
            <a:endParaRPr lang="en-US" dirty="0"/>
          </a:p>
        </p:txBody>
      </p:sp>
      <p:sp>
        <p:nvSpPr>
          <p:cNvPr id="7" name="Footer Placeholder 4">
            <a:extLst>
              <a:ext uri="{FF2B5EF4-FFF2-40B4-BE49-F238E27FC236}">
                <a16:creationId xmlns:a16="http://schemas.microsoft.com/office/drawing/2014/main" id="{7277AD08-EB2D-B0BC-E8EF-E5BC7BF4E336}"/>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8" name="Slide Number Placeholder 5">
            <a:extLst>
              <a:ext uri="{FF2B5EF4-FFF2-40B4-BE49-F238E27FC236}">
                <a16:creationId xmlns:a16="http://schemas.microsoft.com/office/drawing/2014/main" id="{5FFA0FED-BB4C-225A-BFE4-49A1D55D3916}"/>
              </a:ext>
            </a:extLst>
          </p:cNvPr>
          <p:cNvSpPr>
            <a:spLocks noGrp="1"/>
          </p:cNvSpPr>
          <p:nvPr>
            <p:ph type="sldNum" sz="quarter" idx="12"/>
          </p:nvPr>
        </p:nvSpPr>
        <p:spPr/>
        <p:txBody>
          <a:bodyPr/>
          <a:lstStyle>
            <a:lvl1pPr>
              <a:defRPr/>
            </a:lvl1pPr>
          </a:lstStyle>
          <a:p>
            <a:pPr>
              <a:defRPr/>
            </a:pPr>
            <a:fld id="{9C55246C-853E-4BAD-AB08-5880C2F9E365}" type="slidenum">
              <a:rPr lang="en-US" altLang="en-US"/>
              <a:pPr>
                <a:defRPr/>
              </a:pPr>
              <a:t>‹#›</a:t>
            </a:fld>
            <a:endParaRPr lang="en-US" altLang="en-US"/>
          </a:p>
        </p:txBody>
      </p:sp>
    </p:spTree>
    <p:extLst>
      <p:ext uri="{BB962C8B-B14F-4D97-AF65-F5344CB8AC3E}">
        <p14:creationId xmlns:p14="http://schemas.microsoft.com/office/powerpoint/2010/main" val="3477543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AB3659CD-A9EF-7CA4-B874-94E9E8F325E7}"/>
              </a:ext>
            </a:extLst>
          </p:cNvPr>
          <p:cNvSpPr>
            <a:spLocks noGrp="1"/>
          </p:cNvSpPr>
          <p:nvPr>
            <p:ph type="dt" sz="half" idx="10"/>
          </p:nvPr>
        </p:nvSpPr>
        <p:spPr/>
        <p:txBody>
          <a:bodyPr/>
          <a:lstStyle>
            <a:lvl1pPr>
              <a:defRPr/>
            </a:lvl1pPr>
          </a:lstStyle>
          <a:p>
            <a:pPr>
              <a:defRPr/>
            </a:pPr>
            <a:fld id="{B2FC5400-7193-4432-B369-0AFA8C358FFB}" type="datetime1">
              <a:rPr lang="en-US"/>
              <a:pPr>
                <a:defRPr/>
              </a:pPr>
              <a:t>9/21/2025</a:t>
            </a:fld>
            <a:endParaRPr lang="en-US" dirty="0"/>
          </a:p>
        </p:txBody>
      </p:sp>
      <p:sp>
        <p:nvSpPr>
          <p:cNvPr id="4" name="Footer Placeholder 4">
            <a:extLst>
              <a:ext uri="{FF2B5EF4-FFF2-40B4-BE49-F238E27FC236}">
                <a16:creationId xmlns:a16="http://schemas.microsoft.com/office/drawing/2014/main" id="{BFF354BE-20FC-65E8-C1E8-3FAAEDED6424}"/>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5" name="Slide Number Placeholder 5">
            <a:extLst>
              <a:ext uri="{FF2B5EF4-FFF2-40B4-BE49-F238E27FC236}">
                <a16:creationId xmlns:a16="http://schemas.microsoft.com/office/drawing/2014/main" id="{A335EE99-F827-572D-BD37-47F36E11BD24}"/>
              </a:ext>
            </a:extLst>
          </p:cNvPr>
          <p:cNvSpPr>
            <a:spLocks noGrp="1"/>
          </p:cNvSpPr>
          <p:nvPr>
            <p:ph type="sldNum" sz="quarter" idx="12"/>
          </p:nvPr>
        </p:nvSpPr>
        <p:spPr/>
        <p:txBody>
          <a:bodyPr/>
          <a:lstStyle>
            <a:lvl1pPr>
              <a:defRPr/>
            </a:lvl1pPr>
          </a:lstStyle>
          <a:p>
            <a:pPr>
              <a:defRPr/>
            </a:pPr>
            <a:fld id="{79E1D5FA-3136-44CB-8069-EC2A70018FFE}" type="slidenum">
              <a:rPr lang="en-US" altLang="en-US"/>
              <a:pPr>
                <a:defRPr/>
              </a:pPr>
              <a:t>‹#›</a:t>
            </a:fld>
            <a:endParaRPr lang="en-US" altLang="en-US"/>
          </a:p>
        </p:txBody>
      </p:sp>
    </p:spTree>
    <p:extLst>
      <p:ext uri="{BB962C8B-B14F-4D97-AF65-F5344CB8AC3E}">
        <p14:creationId xmlns:p14="http://schemas.microsoft.com/office/powerpoint/2010/main" val="357091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28AA49-B690-A90F-1151-43A84A82CA04}"/>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2CEA6C4A-0F11-7E62-451C-24F23C0314BF}"/>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3CCC873C-38FB-29AE-99C7-227972B41643}"/>
              </a:ext>
            </a:extLst>
          </p:cNvPr>
          <p:cNvSpPr>
            <a:spLocks noGrp="1"/>
          </p:cNvSpPr>
          <p:nvPr>
            <p:ph type="dt" sz="half" idx="10"/>
          </p:nvPr>
        </p:nvSpPr>
        <p:spPr/>
        <p:txBody>
          <a:bodyPr/>
          <a:lstStyle>
            <a:lvl1pPr>
              <a:defRPr/>
            </a:lvl1pPr>
          </a:lstStyle>
          <a:p>
            <a:pPr>
              <a:defRPr/>
            </a:pPr>
            <a:fld id="{3AC4657E-836E-4244-A18A-44654CC2CAC0}" type="datetime1">
              <a:rPr lang="en-US"/>
              <a:pPr>
                <a:defRPr/>
              </a:pPr>
              <a:t>9/21/2025</a:t>
            </a:fld>
            <a:endParaRPr lang="en-US" dirty="0"/>
          </a:p>
        </p:txBody>
      </p:sp>
      <p:sp>
        <p:nvSpPr>
          <p:cNvPr id="5" name="Footer Placeholder 7">
            <a:extLst>
              <a:ext uri="{FF2B5EF4-FFF2-40B4-BE49-F238E27FC236}">
                <a16:creationId xmlns:a16="http://schemas.microsoft.com/office/drawing/2014/main" id="{B2176C55-3914-947E-021F-58779FEC041E}"/>
              </a:ext>
            </a:extLst>
          </p:cNvPr>
          <p:cNvSpPr>
            <a:spLocks noGrp="1"/>
          </p:cNvSpPr>
          <p:nvPr>
            <p:ph type="ftr" sz="quarter" idx="11"/>
          </p:nvPr>
        </p:nvSpPr>
        <p:spPr/>
        <p:txBody>
          <a:bodyPr/>
          <a:lstStyle>
            <a:lvl1pPr>
              <a:defRPr>
                <a:solidFill>
                  <a:srgbClr val="FFFFFF"/>
                </a:solidFill>
              </a:defRPr>
            </a:lvl1pPr>
          </a:lstStyle>
          <a:p>
            <a:pPr>
              <a:defRPr/>
            </a:pPr>
            <a:r>
              <a:rPr lang="en-US"/>
              <a:t>CSIT435 - DBMS Administration Bassel Dhaini - Fall 2017</a:t>
            </a:r>
            <a:endParaRPr lang="en-US" dirty="0"/>
          </a:p>
        </p:txBody>
      </p:sp>
      <p:sp>
        <p:nvSpPr>
          <p:cNvPr id="6" name="Slide Number Placeholder 8">
            <a:extLst>
              <a:ext uri="{FF2B5EF4-FFF2-40B4-BE49-F238E27FC236}">
                <a16:creationId xmlns:a16="http://schemas.microsoft.com/office/drawing/2014/main" id="{C0CF7F1E-29D0-90B1-BB38-35C38F01361F}"/>
              </a:ext>
            </a:extLst>
          </p:cNvPr>
          <p:cNvSpPr>
            <a:spLocks noGrp="1"/>
          </p:cNvSpPr>
          <p:nvPr>
            <p:ph type="sldNum" sz="quarter" idx="12"/>
          </p:nvPr>
        </p:nvSpPr>
        <p:spPr/>
        <p:txBody>
          <a:bodyPr/>
          <a:lstStyle>
            <a:lvl1pPr>
              <a:defRPr/>
            </a:lvl1pPr>
          </a:lstStyle>
          <a:p>
            <a:pPr>
              <a:defRPr/>
            </a:pPr>
            <a:fld id="{40BC2EBF-BF29-4256-BFD3-7E873AAE4E86}" type="slidenum">
              <a:rPr lang="en-US" altLang="en-US"/>
              <a:pPr>
                <a:defRPr/>
              </a:pPr>
              <a:t>‹#›</a:t>
            </a:fld>
            <a:endParaRPr lang="en-US" altLang="en-US"/>
          </a:p>
        </p:txBody>
      </p:sp>
    </p:spTree>
    <p:extLst>
      <p:ext uri="{BB962C8B-B14F-4D97-AF65-F5344CB8AC3E}">
        <p14:creationId xmlns:p14="http://schemas.microsoft.com/office/powerpoint/2010/main" val="2121234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A85966-AA7C-8069-DF9C-5919ACC779AD}"/>
              </a:ext>
            </a:extLst>
          </p:cNvPr>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0A90FDFF-4997-2DC8-D797-10717D721B87}"/>
              </a:ext>
            </a:extLst>
          </p:cNvPr>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Date Placeholder 4">
            <a:extLst>
              <a:ext uri="{FF2B5EF4-FFF2-40B4-BE49-F238E27FC236}">
                <a16:creationId xmlns:a16="http://schemas.microsoft.com/office/drawing/2014/main" id="{D42A80F0-1CE3-0CDC-C093-C5F6F7C88247}"/>
              </a:ext>
            </a:extLst>
          </p:cNvPr>
          <p:cNvSpPr>
            <a:spLocks noGrp="1"/>
          </p:cNvSpPr>
          <p:nvPr>
            <p:ph type="dt" sz="half" idx="10"/>
          </p:nvPr>
        </p:nvSpPr>
        <p:spPr>
          <a:xfrm>
            <a:off x="465138" y="6459538"/>
            <a:ext cx="2619375" cy="365125"/>
          </a:xfrm>
        </p:spPr>
        <p:txBody>
          <a:bodyPr/>
          <a:lstStyle>
            <a:lvl1pPr algn="l">
              <a:defRPr/>
            </a:lvl1pPr>
          </a:lstStyle>
          <a:p>
            <a:pPr>
              <a:defRPr/>
            </a:pPr>
            <a:fld id="{839D43A1-7D32-4BB6-B867-4FE60EFDB574}" type="datetime1">
              <a:rPr lang="en-US"/>
              <a:pPr>
                <a:defRPr/>
              </a:pPr>
              <a:t>9/21/2025</a:t>
            </a:fld>
            <a:endParaRPr lang="en-US" dirty="0"/>
          </a:p>
        </p:txBody>
      </p:sp>
      <p:sp>
        <p:nvSpPr>
          <p:cNvPr id="8" name="Footer Placeholder 5">
            <a:extLst>
              <a:ext uri="{FF2B5EF4-FFF2-40B4-BE49-F238E27FC236}">
                <a16:creationId xmlns:a16="http://schemas.microsoft.com/office/drawing/2014/main" id="{E71B519B-5306-2165-79AD-F440F204745E}"/>
              </a:ext>
            </a:extLst>
          </p:cNvPr>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r>
              <a:rPr lang="en-US"/>
              <a:t>CSIT435 - DBMS Administration Bassel Dhaini - Fall 2017</a:t>
            </a:r>
            <a:endParaRPr lang="en-US" dirty="0"/>
          </a:p>
        </p:txBody>
      </p:sp>
      <p:sp>
        <p:nvSpPr>
          <p:cNvPr id="9" name="Slide Number Placeholder 6">
            <a:extLst>
              <a:ext uri="{FF2B5EF4-FFF2-40B4-BE49-F238E27FC236}">
                <a16:creationId xmlns:a16="http://schemas.microsoft.com/office/drawing/2014/main" id="{6FD59B13-41F5-4EB9-41DE-1108E8983F96}"/>
              </a:ext>
            </a:extLst>
          </p:cNvPr>
          <p:cNvSpPr>
            <a:spLocks noGrp="1"/>
          </p:cNvSpPr>
          <p:nvPr>
            <p:ph type="sldNum" sz="quarter" idx="12"/>
          </p:nvPr>
        </p:nvSpPr>
        <p:spPr/>
        <p:txBody>
          <a:bodyPr/>
          <a:lstStyle>
            <a:lvl1pPr>
              <a:defRPr>
                <a:solidFill>
                  <a:schemeClr val="tx2"/>
                </a:solidFill>
              </a:defRPr>
            </a:lvl1pPr>
          </a:lstStyle>
          <a:p>
            <a:pPr>
              <a:defRPr/>
            </a:pPr>
            <a:fld id="{B96E133E-DA70-4E8B-A604-DF4FDF5B27BE}" type="slidenum">
              <a:rPr lang="en-US" altLang="en-US"/>
              <a:pPr>
                <a:defRPr/>
              </a:pPr>
              <a:t>‹#›</a:t>
            </a:fld>
            <a:endParaRPr lang="en-US" altLang="en-US"/>
          </a:p>
        </p:txBody>
      </p:sp>
    </p:spTree>
    <p:extLst>
      <p:ext uri="{BB962C8B-B14F-4D97-AF65-F5344CB8AC3E}">
        <p14:creationId xmlns:p14="http://schemas.microsoft.com/office/powerpoint/2010/main" val="327403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5BBED4-09A3-05E9-E46A-91EEF4AD708E}"/>
              </a:ext>
            </a:extLst>
          </p:cNvPr>
          <p:cNvSpPr/>
          <p:nvPr/>
        </p:nvSpPr>
        <p:spPr>
          <a:xfrm>
            <a:off x="0" y="4953000"/>
            <a:ext cx="12190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BBB2FF36-5A36-D697-0416-28BC3BDC5967}"/>
              </a:ext>
            </a:extLst>
          </p:cNvPr>
          <p:cNvSpPr/>
          <p:nvPr/>
        </p:nvSpPr>
        <p:spPr>
          <a:xfrm>
            <a:off x="0" y="4914900"/>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rtlCol="0">
            <a:normAutofit/>
          </a:bodyPr>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Date Placeholder 4">
            <a:extLst>
              <a:ext uri="{FF2B5EF4-FFF2-40B4-BE49-F238E27FC236}">
                <a16:creationId xmlns:a16="http://schemas.microsoft.com/office/drawing/2014/main" id="{73F9CE50-D4B9-ACDB-2E7B-D6D6A7C1C993}"/>
              </a:ext>
            </a:extLst>
          </p:cNvPr>
          <p:cNvSpPr>
            <a:spLocks noGrp="1"/>
          </p:cNvSpPr>
          <p:nvPr>
            <p:ph type="dt" sz="half" idx="10"/>
          </p:nvPr>
        </p:nvSpPr>
        <p:spPr/>
        <p:txBody>
          <a:bodyPr/>
          <a:lstStyle>
            <a:lvl1pPr>
              <a:defRPr/>
            </a:lvl1pPr>
          </a:lstStyle>
          <a:p>
            <a:pPr>
              <a:defRPr/>
            </a:pPr>
            <a:fld id="{6644F76C-F2DB-44A1-855B-12C3BE575E01}" type="datetime1">
              <a:rPr lang="en-US"/>
              <a:pPr>
                <a:defRPr/>
              </a:pPr>
              <a:t>9/21/2025</a:t>
            </a:fld>
            <a:endParaRPr lang="en-US" dirty="0"/>
          </a:p>
        </p:txBody>
      </p:sp>
      <p:sp>
        <p:nvSpPr>
          <p:cNvPr id="8" name="Footer Placeholder 5">
            <a:extLst>
              <a:ext uri="{FF2B5EF4-FFF2-40B4-BE49-F238E27FC236}">
                <a16:creationId xmlns:a16="http://schemas.microsoft.com/office/drawing/2014/main" id="{3DD49647-2064-2A8B-1D2E-D8F7A2743EFF}"/>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9" name="Slide Number Placeholder 6">
            <a:extLst>
              <a:ext uri="{FF2B5EF4-FFF2-40B4-BE49-F238E27FC236}">
                <a16:creationId xmlns:a16="http://schemas.microsoft.com/office/drawing/2014/main" id="{0F447C19-4C90-9D9F-4712-4B2CA6C351E6}"/>
              </a:ext>
            </a:extLst>
          </p:cNvPr>
          <p:cNvSpPr>
            <a:spLocks noGrp="1"/>
          </p:cNvSpPr>
          <p:nvPr>
            <p:ph type="sldNum" sz="quarter" idx="12"/>
          </p:nvPr>
        </p:nvSpPr>
        <p:spPr/>
        <p:txBody>
          <a:bodyPr/>
          <a:lstStyle>
            <a:lvl1pPr>
              <a:defRPr/>
            </a:lvl1pPr>
          </a:lstStyle>
          <a:p>
            <a:pPr>
              <a:defRPr/>
            </a:pPr>
            <a:fld id="{4E265AC2-404C-411D-9462-FC9018154A7C}" type="slidenum">
              <a:rPr lang="en-US" altLang="en-US"/>
              <a:pPr>
                <a:defRPr/>
              </a:pPr>
              <a:t>‹#›</a:t>
            </a:fld>
            <a:endParaRPr lang="en-US" altLang="en-US"/>
          </a:p>
        </p:txBody>
      </p:sp>
    </p:spTree>
    <p:extLst>
      <p:ext uri="{BB962C8B-B14F-4D97-AF65-F5344CB8AC3E}">
        <p14:creationId xmlns:p14="http://schemas.microsoft.com/office/powerpoint/2010/main" val="44547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8AAB5C2-5DCA-8867-0779-CA5E708E9081}"/>
              </a:ext>
            </a:extLst>
          </p:cNvPr>
          <p:cNvSpPr>
            <a:spLocks noGrp="1"/>
          </p:cNvSpPr>
          <p:nvPr>
            <p:ph type="dt" sz="half" idx="10"/>
          </p:nvPr>
        </p:nvSpPr>
        <p:spPr/>
        <p:txBody>
          <a:bodyPr/>
          <a:lstStyle>
            <a:lvl1pPr>
              <a:defRPr/>
            </a:lvl1pPr>
          </a:lstStyle>
          <a:p>
            <a:pPr>
              <a:defRPr/>
            </a:pPr>
            <a:fld id="{5FFED431-2704-4796-BA4E-D526C5E05775}" type="datetime1">
              <a:rPr lang="en-US"/>
              <a:pPr>
                <a:defRPr/>
              </a:pPr>
              <a:t>9/21/2025</a:t>
            </a:fld>
            <a:endParaRPr lang="en-US" dirty="0"/>
          </a:p>
        </p:txBody>
      </p:sp>
      <p:sp>
        <p:nvSpPr>
          <p:cNvPr id="5" name="Footer Placeholder 4">
            <a:extLst>
              <a:ext uri="{FF2B5EF4-FFF2-40B4-BE49-F238E27FC236}">
                <a16:creationId xmlns:a16="http://schemas.microsoft.com/office/drawing/2014/main" id="{1A44AB4D-9716-E990-2ED5-E4C9AD21FBBC}"/>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976F3FBB-3D16-F416-6009-F2EC2A3BCDAE}"/>
              </a:ext>
            </a:extLst>
          </p:cNvPr>
          <p:cNvSpPr>
            <a:spLocks noGrp="1"/>
          </p:cNvSpPr>
          <p:nvPr>
            <p:ph type="sldNum" sz="quarter" idx="12"/>
          </p:nvPr>
        </p:nvSpPr>
        <p:spPr/>
        <p:txBody>
          <a:bodyPr/>
          <a:lstStyle>
            <a:lvl1pPr>
              <a:defRPr/>
            </a:lvl1pPr>
          </a:lstStyle>
          <a:p>
            <a:pPr>
              <a:defRPr/>
            </a:pPr>
            <a:fld id="{B674326D-7927-4234-851A-997CC7778CB9}" type="slidenum">
              <a:rPr lang="en-US" altLang="en-US"/>
              <a:pPr>
                <a:defRPr/>
              </a:pPr>
              <a:t>‹#›</a:t>
            </a:fld>
            <a:endParaRPr lang="en-US" altLang="en-US"/>
          </a:p>
        </p:txBody>
      </p:sp>
    </p:spTree>
    <p:extLst>
      <p:ext uri="{BB962C8B-B14F-4D97-AF65-F5344CB8AC3E}">
        <p14:creationId xmlns:p14="http://schemas.microsoft.com/office/powerpoint/2010/main" val="3570241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127F4E-4947-CA9F-EFD5-F8207ED04A35}"/>
              </a:ext>
            </a:extLst>
          </p:cNvPr>
          <p:cNvSpPr/>
          <p:nvPr/>
        </p:nvSpPr>
        <p:spPr>
          <a:xfrm>
            <a:off x="4763" y="6400800"/>
            <a:ext cx="1218723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2E90416F-C68D-BBA8-3AF1-639241AA5411}"/>
              </a:ext>
            </a:extLst>
          </p:cNvPr>
          <p:cNvSpPr/>
          <p:nvPr/>
        </p:nvSpPr>
        <p:spPr>
          <a:xfrm>
            <a:off x="0" y="6334125"/>
            <a:ext cx="12190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4189E825-2DA4-83B6-CC9D-BB5F1AD3516E}"/>
              </a:ext>
            </a:extLst>
          </p:cNvPr>
          <p:cNvSpPr>
            <a:spLocks noGrp="1"/>
          </p:cNvSpPr>
          <p:nvPr>
            <p:ph type="dt" sz="half" idx="10"/>
          </p:nvPr>
        </p:nvSpPr>
        <p:spPr/>
        <p:txBody>
          <a:bodyPr/>
          <a:lstStyle>
            <a:lvl1pPr>
              <a:defRPr/>
            </a:lvl1pPr>
          </a:lstStyle>
          <a:p>
            <a:pPr>
              <a:defRPr/>
            </a:pPr>
            <a:fld id="{D3A8DE2B-6E6C-4F36-A2E8-4F5CD9AE63BC}" type="datetime1">
              <a:rPr lang="en-US"/>
              <a:pPr>
                <a:defRPr/>
              </a:pPr>
              <a:t>9/21/2025</a:t>
            </a:fld>
            <a:endParaRPr lang="en-US" dirty="0"/>
          </a:p>
        </p:txBody>
      </p:sp>
      <p:sp>
        <p:nvSpPr>
          <p:cNvPr id="7" name="Footer Placeholder 4">
            <a:extLst>
              <a:ext uri="{FF2B5EF4-FFF2-40B4-BE49-F238E27FC236}">
                <a16:creationId xmlns:a16="http://schemas.microsoft.com/office/drawing/2014/main" id="{AE170EB2-DA81-D7E7-ABE9-3215619E437F}"/>
              </a:ext>
            </a:extLst>
          </p:cNvPr>
          <p:cNvSpPr>
            <a:spLocks noGrp="1"/>
          </p:cNvSpPr>
          <p:nvPr>
            <p:ph type="ftr" sz="quarter" idx="11"/>
          </p:nvPr>
        </p:nvSpPr>
        <p:spPr/>
        <p:txBody>
          <a:bodyPr/>
          <a:lstStyle>
            <a:lvl1pPr>
              <a:defRPr/>
            </a:lvl1pPr>
          </a:lstStyle>
          <a:p>
            <a:pPr>
              <a:defRPr/>
            </a:pPr>
            <a:r>
              <a:rPr lang="en-US"/>
              <a:t>CSIT435 - DBMS Administration Bassel Dhaini - Fall 2017</a:t>
            </a:r>
            <a:endParaRPr lang="en-US" dirty="0"/>
          </a:p>
        </p:txBody>
      </p:sp>
      <p:sp>
        <p:nvSpPr>
          <p:cNvPr id="8" name="Slide Number Placeholder 5">
            <a:extLst>
              <a:ext uri="{FF2B5EF4-FFF2-40B4-BE49-F238E27FC236}">
                <a16:creationId xmlns:a16="http://schemas.microsoft.com/office/drawing/2014/main" id="{2CF9F7A3-5235-701D-D5C7-DF6580A11D98}"/>
              </a:ext>
            </a:extLst>
          </p:cNvPr>
          <p:cNvSpPr>
            <a:spLocks noGrp="1"/>
          </p:cNvSpPr>
          <p:nvPr>
            <p:ph type="sldNum" sz="quarter" idx="12"/>
          </p:nvPr>
        </p:nvSpPr>
        <p:spPr/>
        <p:txBody>
          <a:bodyPr/>
          <a:lstStyle>
            <a:lvl1pPr>
              <a:defRPr/>
            </a:lvl1pPr>
          </a:lstStyle>
          <a:p>
            <a:pPr>
              <a:defRPr/>
            </a:pPr>
            <a:fld id="{C9410AF5-5917-412B-8D92-DDE8E80B9277}" type="slidenum">
              <a:rPr lang="en-US" altLang="en-US"/>
              <a:pPr>
                <a:defRPr/>
              </a:pPr>
              <a:t>‹#›</a:t>
            </a:fld>
            <a:endParaRPr lang="en-US" altLang="en-US"/>
          </a:p>
        </p:txBody>
      </p:sp>
    </p:spTree>
    <p:extLst>
      <p:ext uri="{BB962C8B-B14F-4D97-AF65-F5344CB8AC3E}">
        <p14:creationId xmlns:p14="http://schemas.microsoft.com/office/powerpoint/2010/main" val="3393344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BBE663-904F-4CCA-712E-F53CEB966EB8}"/>
              </a:ext>
            </a:extLst>
          </p:cNvPr>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sp>
        <p:nvSpPr>
          <p:cNvPr id="9" name="Rectangle 8">
            <a:extLst>
              <a:ext uri="{FF2B5EF4-FFF2-40B4-BE49-F238E27FC236}">
                <a16:creationId xmlns:a16="http://schemas.microsoft.com/office/drawing/2014/main" id="{F9B4CE0B-B812-259F-B5B0-85306E6313D8}"/>
              </a:ext>
            </a:extLst>
          </p:cNvPr>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lang="en-US"/>
          </a:p>
        </p:txBody>
      </p:sp>
      <p:sp>
        <p:nvSpPr>
          <p:cNvPr id="2" name="Title Placeholder 1">
            <a:extLst>
              <a:ext uri="{FF2B5EF4-FFF2-40B4-BE49-F238E27FC236}">
                <a16:creationId xmlns:a16="http://schemas.microsoft.com/office/drawing/2014/main" id="{5ED42066-CCD5-10DE-0D65-57D20B11507F}"/>
              </a:ext>
            </a:extLst>
          </p:cNvPr>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a:extLst>
              <a:ext uri="{FF2B5EF4-FFF2-40B4-BE49-F238E27FC236}">
                <a16:creationId xmlns:a16="http://schemas.microsoft.com/office/drawing/2014/main" id="{380649E0-9D3B-D35E-7410-87063F1DDD3D}"/>
              </a:ext>
            </a:extLst>
          </p:cNvPr>
          <p:cNvSpPr>
            <a:spLocks noGrp="1" noChangeArrowheads="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F4182B2-07BF-672A-2B45-7108C0DB06E9}"/>
              </a:ext>
            </a:extLst>
          </p:cNvPr>
          <p:cNvSpPr>
            <a:spLocks noGrp="1"/>
          </p:cNvSpPr>
          <p:nvPr>
            <p:ph type="dt" sz="half" idx="2"/>
          </p:nvPr>
        </p:nvSpPr>
        <p:spPr>
          <a:xfrm>
            <a:off x="1096963" y="6459538"/>
            <a:ext cx="2471737" cy="365125"/>
          </a:xfrm>
          <a:prstGeom prst="rect">
            <a:avLst/>
          </a:prstGeom>
        </p:spPr>
        <p:txBody>
          <a:bodyPr vert="horz" lIns="91440" tIns="45720" rIns="91440" bIns="45720" rtlCol="0" anchor="ctr"/>
          <a:lstStyle>
            <a:lvl1pPr algn="l" eaLnBrk="1" fontAlgn="auto" hangingPunct="1">
              <a:spcBef>
                <a:spcPts val="0"/>
              </a:spcBef>
              <a:spcAft>
                <a:spcPts val="0"/>
              </a:spcAft>
              <a:defRPr sz="675">
                <a:solidFill>
                  <a:srgbClr val="FFFFFF"/>
                </a:solidFill>
                <a:latin typeface="+mn-lt"/>
              </a:defRPr>
            </a:lvl1pPr>
          </a:lstStyle>
          <a:p>
            <a:pPr>
              <a:defRPr/>
            </a:pPr>
            <a:fld id="{2FAFBAE4-830A-4CFB-82F9-CE4AE5CD40D0}" type="datetime1">
              <a:rPr lang="en-US"/>
              <a:pPr>
                <a:defRPr/>
              </a:pPr>
              <a:t>9/21/2025</a:t>
            </a:fld>
            <a:endParaRPr lang="en-US" dirty="0"/>
          </a:p>
        </p:txBody>
      </p:sp>
      <p:sp>
        <p:nvSpPr>
          <p:cNvPr id="5" name="Footer Placeholder 4">
            <a:extLst>
              <a:ext uri="{FF2B5EF4-FFF2-40B4-BE49-F238E27FC236}">
                <a16:creationId xmlns:a16="http://schemas.microsoft.com/office/drawing/2014/main" id="{05FF52D8-6C5D-0428-260A-003BF113B1F0}"/>
              </a:ext>
            </a:extLst>
          </p:cNvPr>
          <p:cNvSpPr>
            <a:spLocks noGrp="1"/>
          </p:cNvSpPr>
          <p:nvPr>
            <p:ph type="ftr" sz="quarter" idx="3"/>
          </p:nvPr>
        </p:nvSpPr>
        <p:spPr>
          <a:xfrm>
            <a:off x="3687763" y="6459538"/>
            <a:ext cx="4821237" cy="365125"/>
          </a:xfrm>
          <a:prstGeom prst="rect">
            <a:avLst/>
          </a:prstGeom>
        </p:spPr>
        <p:txBody>
          <a:bodyPr vert="horz" lIns="91440" tIns="45720" rIns="91440" bIns="45720" rtlCol="0" anchor="ctr"/>
          <a:lstStyle>
            <a:lvl1pPr algn="ctr" eaLnBrk="1" fontAlgn="auto" hangingPunct="1">
              <a:spcBef>
                <a:spcPts val="0"/>
              </a:spcBef>
              <a:spcAft>
                <a:spcPts val="0"/>
              </a:spcAft>
              <a:defRPr sz="675" cap="all" baseline="0">
                <a:solidFill>
                  <a:srgbClr val="FFFFFF"/>
                </a:solidFill>
                <a:latin typeface="+mn-lt"/>
              </a:defRPr>
            </a:lvl1pPr>
          </a:lstStyle>
          <a:p>
            <a:pPr>
              <a:defRPr/>
            </a:pPr>
            <a:r>
              <a:rPr lang="en-US"/>
              <a:t>CSIT435 - DBMS Administration Bassel Dhaini - Fall 2017</a:t>
            </a:r>
            <a:endParaRPr lang="en-US" dirty="0"/>
          </a:p>
        </p:txBody>
      </p:sp>
      <p:sp>
        <p:nvSpPr>
          <p:cNvPr id="6" name="Slide Number Placeholder 5">
            <a:extLst>
              <a:ext uri="{FF2B5EF4-FFF2-40B4-BE49-F238E27FC236}">
                <a16:creationId xmlns:a16="http://schemas.microsoft.com/office/drawing/2014/main" id="{8F41F9A3-AB88-EE25-116A-56D3CB9A7808}"/>
              </a:ext>
            </a:extLst>
          </p:cNvPr>
          <p:cNvSpPr>
            <a:spLocks noGrp="1"/>
          </p:cNvSpPr>
          <p:nvPr>
            <p:ph type="sldNum" sz="quarter" idx="4"/>
          </p:nvPr>
        </p:nvSpPr>
        <p:spPr>
          <a:xfrm>
            <a:off x="9899650" y="6459538"/>
            <a:ext cx="131286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700">
                <a:solidFill>
                  <a:srgbClr val="FFFFFF"/>
                </a:solidFill>
              </a:defRPr>
            </a:lvl1pPr>
          </a:lstStyle>
          <a:p>
            <a:pPr>
              <a:defRPr/>
            </a:pPr>
            <a:fld id="{8F68E7CE-6CD2-4FAA-A48C-7ACA38BCDB48}"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B19F8DD5-9F47-AE04-F6B5-1AE3A282A79B}"/>
              </a:ext>
            </a:extLst>
          </p:cNvPr>
          <p:cNvCxnSpPr/>
          <p:nvPr/>
        </p:nvCxnSpPr>
        <p:spPr>
          <a:xfrm>
            <a:off x="1193800" y="1738313"/>
            <a:ext cx="996791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814" r:id="rId1"/>
    <p:sldLayoutId id="2147483809" r:id="rId2"/>
    <p:sldLayoutId id="2147483815" r:id="rId3"/>
    <p:sldLayoutId id="2147483810" r:id="rId4"/>
    <p:sldLayoutId id="2147483811" r:id="rId5"/>
    <p:sldLayoutId id="2147483812" r:id="rId6"/>
    <p:sldLayoutId id="2147483816" r:id="rId7"/>
    <p:sldLayoutId id="2147483817" r:id="rId8"/>
    <p:sldLayoutId id="2147483818" r:id="rId9"/>
    <p:sldLayoutId id="2147483813" r:id="rId10"/>
    <p:sldLayoutId id="2147483819" r:id="rId11"/>
  </p:sldLayoutIdLst>
  <p:hf hdr="0" ftr="0" dt="0"/>
  <p:txStyles>
    <p:titleStyle>
      <a:lvl1pPr algn="l" defTabSz="685800" rtl="0" eaLnBrk="0" fontAlgn="base" hangingPunct="0">
        <a:lnSpc>
          <a:spcPct val="85000"/>
        </a:lnSpc>
        <a:spcBef>
          <a:spcPct val="0"/>
        </a:spcBef>
        <a:spcAft>
          <a:spcPct val="0"/>
        </a:spcAft>
        <a:defRPr sz="3600" kern="1200" spc="-38">
          <a:solidFill>
            <a:srgbClr val="404040"/>
          </a:solidFill>
          <a:latin typeface="+mj-lt"/>
          <a:ea typeface="+mj-ea"/>
          <a:cs typeface="+mj-cs"/>
        </a:defRPr>
      </a:lvl1pPr>
      <a:lvl2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2pPr>
      <a:lvl3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3pPr>
      <a:lvl4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4pPr>
      <a:lvl5pPr algn="l" defTabSz="685800" rtl="0" eaLnBrk="0" fontAlgn="base" hangingPunct="0">
        <a:lnSpc>
          <a:spcPct val="85000"/>
        </a:lnSpc>
        <a:spcBef>
          <a:spcPct val="0"/>
        </a:spcBef>
        <a:spcAft>
          <a:spcPct val="0"/>
        </a:spcAft>
        <a:defRPr sz="3600">
          <a:solidFill>
            <a:srgbClr val="404040"/>
          </a:solidFill>
          <a:latin typeface="Calibri Light" panose="020F0302020204030204" pitchFamily="34" charset="0"/>
        </a:defRPr>
      </a:lvl5pPr>
      <a:lvl6pPr marL="457200" algn="l" defTabSz="685800" rtl="0" fontAlgn="base">
        <a:lnSpc>
          <a:spcPct val="85000"/>
        </a:lnSpc>
        <a:spcBef>
          <a:spcPct val="0"/>
        </a:spcBef>
        <a:spcAft>
          <a:spcPct val="0"/>
        </a:spcAft>
        <a:defRPr sz="3600">
          <a:solidFill>
            <a:srgbClr val="404040"/>
          </a:solidFill>
          <a:latin typeface="Calibri Light" panose="020F0302020204030204" pitchFamily="34" charset="0"/>
        </a:defRPr>
      </a:lvl6pPr>
      <a:lvl7pPr marL="914400" algn="l" defTabSz="685800" rtl="0" fontAlgn="base">
        <a:lnSpc>
          <a:spcPct val="85000"/>
        </a:lnSpc>
        <a:spcBef>
          <a:spcPct val="0"/>
        </a:spcBef>
        <a:spcAft>
          <a:spcPct val="0"/>
        </a:spcAft>
        <a:defRPr sz="3600">
          <a:solidFill>
            <a:srgbClr val="404040"/>
          </a:solidFill>
          <a:latin typeface="Calibri Light" panose="020F0302020204030204" pitchFamily="34" charset="0"/>
        </a:defRPr>
      </a:lvl7pPr>
      <a:lvl8pPr marL="1371600" algn="l" defTabSz="685800" rtl="0" fontAlgn="base">
        <a:lnSpc>
          <a:spcPct val="85000"/>
        </a:lnSpc>
        <a:spcBef>
          <a:spcPct val="0"/>
        </a:spcBef>
        <a:spcAft>
          <a:spcPct val="0"/>
        </a:spcAft>
        <a:defRPr sz="3600">
          <a:solidFill>
            <a:srgbClr val="404040"/>
          </a:solidFill>
          <a:latin typeface="Calibri Light" panose="020F0302020204030204" pitchFamily="34" charset="0"/>
        </a:defRPr>
      </a:lvl8pPr>
      <a:lvl9pPr marL="1828800" algn="l" defTabSz="685800" rtl="0" fontAlgn="base">
        <a:lnSpc>
          <a:spcPct val="85000"/>
        </a:lnSpc>
        <a:spcBef>
          <a:spcPct val="0"/>
        </a:spcBef>
        <a:spcAft>
          <a:spcPct val="0"/>
        </a:spcAft>
        <a:defRPr sz="3600">
          <a:solidFill>
            <a:srgbClr val="404040"/>
          </a:solidFill>
          <a:latin typeface="Calibri Light" panose="020F0302020204030204" pitchFamily="34" charset="0"/>
        </a:defRPr>
      </a:lvl9pPr>
    </p:titleStyle>
    <p:bodyStyle>
      <a:lvl1pPr marL="68263" indent="-68263" algn="l" defTabSz="685800" rtl="0" eaLnBrk="0" fontAlgn="base" hangingPunct="0">
        <a:lnSpc>
          <a:spcPct val="90000"/>
        </a:lnSpc>
        <a:spcBef>
          <a:spcPts val="900"/>
        </a:spcBef>
        <a:spcAft>
          <a:spcPts val="150"/>
        </a:spcAft>
        <a:buClr>
          <a:schemeClr val="accent1"/>
        </a:buClr>
        <a:buSzPct val="100000"/>
        <a:buFont typeface="Calibri" panose="020F0502020204030204" pitchFamily="34" charset="0"/>
        <a:buChar char=" "/>
        <a:defRPr sz="1500" kern="1200">
          <a:solidFill>
            <a:srgbClr val="404040"/>
          </a:solidFill>
          <a:latin typeface="+mn-lt"/>
          <a:ea typeface="+mn-ea"/>
          <a:cs typeface="+mn-cs"/>
        </a:defRPr>
      </a:lvl1pPr>
      <a:lvl2pPr marL="287338"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300" kern="1200">
          <a:solidFill>
            <a:srgbClr val="404040"/>
          </a:solidFill>
          <a:latin typeface="+mn-lt"/>
          <a:ea typeface="+mn-ea"/>
          <a:cs typeface="+mn-cs"/>
        </a:defRPr>
      </a:lvl2pPr>
      <a:lvl3pPr marL="423863"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3pPr>
      <a:lvl4pPr marL="561975"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4pPr>
      <a:lvl5pPr marL="698500" indent="-136525" algn="l" defTabSz="685800" rtl="0" eaLnBrk="0" fontAlgn="base" hangingPunct="0">
        <a:lnSpc>
          <a:spcPct val="90000"/>
        </a:lnSpc>
        <a:spcBef>
          <a:spcPts val="150"/>
        </a:spcBef>
        <a:spcAft>
          <a:spcPts val="300"/>
        </a:spcAft>
        <a:buClr>
          <a:schemeClr val="accent1"/>
        </a:buClr>
        <a:buFont typeface="Calibri" panose="020F0502020204030204" pitchFamily="34" charset="0"/>
        <a:buChar char="◦"/>
        <a:defRPr sz="1000" kern="1200">
          <a:solidFill>
            <a:srgbClr val="404040"/>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AE220058-3FCE-496E-ADF2-D8A6961F39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51" name="Straight Connector 10250">
            <a:extLst>
              <a:ext uri="{FF2B5EF4-FFF2-40B4-BE49-F238E27FC236}">
                <a16:creationId xmlns:a16="http://schemas.microsoft.com/office/drawing/2014/main" id="{E193F809-7E50-4AAD-8E26-878207931C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44603" y="4325112"/>
            <a:ext cx="71323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242" name="TextBox 4">
            <a:extLst>
              <a:ext uri="{FF2B5EF4-FFF2-40B4-BE49-F238E27FC236}">
                <a16:creationId xmlns:a16="http://schemas.microsoft.com/office/drawing/2014/main" id="{AFDCD113-A699-56F8-71AE-EDFDE4932F2E}"/>
              </a:ext>
            </a:extLst>
          </p:cNvPr>
          <p:cNvSpPr txBox="1">
            <a:spLocks noChangeArrowheads="1"/>
          </p:cNvSpPr>
          <p:nvPr/>
        </p:nvSpPr>
        <p:spPr bwMode="auto">
          <a:xfrm>
            <a:off x="3948067" y="758952"/>
            <a:ext cx="7319175" cy="356616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defTabSz="342900">
              <a:defRPr>
                <a:solidFill>
                  <a:schemeClr val="tx1"/>
                </a:solidFill>
                <a:latin typeface="Calibri" panose="020F0502020204030204" pitchFamily="34" charset="0"/>
              </a:defRPr>
            </a:lvl1pPr>
            <a:lvl2pPr marL="742950" indent="-285750" defTabSz="342900">
              <a:defRPr>
                <a:solidFill>
                  <a:schemeClr val="tx1"/>
                </a:solidFill>
                <a:latin typeface="Calibri" panose="020F0502020204030204" pitchFamily="34" charset="0"/>
              </a:defRPr>
            </a:lvl2pPr>
            <a:lvl3pPr marL="1143000" indent="-228600" defTabSz="342900">
              <a:defRPr>
                <a:solidFill>
                  <a:schemeClr val="tx1"/>
                </a:solidFill>
                <a:latin typeface="Calibri" panose="020F0502020204030204" pitchFamily="34" charset="0"/>
              </a:defRPr>
            </a:lvl3pPr>
            <a:lvl4pPr marL="1600200" indent="-228600" defTabSz="342900">
              <a:defRPr>
                <a:solidFill>
                  <a:schemeClr val="tx1"/>
                </a:solidFill>
                <a:latin typeface="Calibri" panose="020F0502020204030204" pitchFamily="34" charset="0"/>
              </a:defRPr>
            </a:lvl4pPr>
            <a:lvl5pPr marL="2057400" indent="-228600" defTabSz="342900">
              <a:defRPr>
                <a:solidFill>
                  <a:schemeClr val="tx1"/>
                </a:solidFill>
                <a:latin typeface="Calibri" panose="020F0502020204030204" pitchFamily="34" charset="0"/>
              </a:defRPr>
            </a:lvl5pPr>
            <a:lvl6pPr marL="2514600" indent="-228600" defTabSz="342900" eaLnBrk="0" fontAlgn="base" hangingPunct="0">
              <a:spcBef>
                <a:spcPct val="0"/>
              </a:spcBef>
              <a:spcAft>
                <a:spcPct val="0"/>
              </a:spcAft>
              <a:defRPr>
                <a:solidFill>
                  <a:schemeClr val="tx1"/>
                </a:solidFill>
                <a:latin typeface="Calibri" panose="020F0502020204030204" pitchFamily="34" charset="0"/>
              </a:defRPr>
            </a:lvl6pPr>
            <a:lvl7pPr marL="2971800" indent="-228600" defTabSz="342900" eaLnBrk="0" fontAlgn="base" hangingPunct="0">
              <a:spcBef>
                <a:spcPct val="0"/>
              </a:spcBef>
              <a:spcAft>
                <a:spcPct val="0"/>
              </a:spcAft>
              <a:defRPr>
                <a:solidFill>
                  <a:schemeClr val="tx1"/>
                </a:solidFill>
                <a:latin typeface="Calibri" panose="020F0502020204030204" pitchFamily="34" charset="0"/>
              </a:defRPr>
            </a:lvl7pPr>
            <a:lvl8pPr marL="3429000" indent="-228600" defTabSz="342900" eaLnBrk="0" fontAlgn="base" hangingPunct="0">
              <a:spcBef>
                <a:spcPct val="0"/>
              </a:spcBef>
              <a:spcAft>
                <a:spcPct val="0"/>
              </a:spcAft>
              <a:defRPr>
                <a:solidFill>
                  <a:schemeClr val="tx1"/>
                </a:solidFill>
                <a:latin typeface="Calibri" panose="020F0502020204030204" pitchFamily="34" charset="0"/>
              </a:defRPr>
            </a:lvl8pPr>
            <a:lvl9pPr marL="3886200" indent="-228600" defTabSz="342900" eaLnBrk="0" fontAlgn="base" hangingPunct="0">
              <a:spcBef>
                <a:spcPct val="0"/>
              </a:spcBef>
              <a:spcAft>
                <a:spcPct val="0"/>
              </a:spcAft>
              <a:defRPr>
                <a:solidFill>
                  <a:schemeClr val="tx1"/>
                </a:solidFill>
                <a:latin typeface="Calibri" panose="020F0502020204030204" pitchFamily="34" charset="0"/>
              </a:defRPr>
            </a:lvl9pPr>
          </a:lstStyle>
          <a:p>
            <a:pPr defTabSz="914400" eaLnBrk="1" hangingPunct="1">
              <a:lnSpc>
                <a:spcPct val="85000"/>
              </a:lnSpc>
              <a:spcAft>
                <a:spcPts val="600"/>
              </a:spcAft>
            </a:pPr>
            <a:r>
              <a:rPr lang="en-US" altLang="en-US" sz="8000" b="1" spc="-50" dirty="0">
                <a:solidFill>
                  <a:schemeClr val="tx1">
                    <a:lumMod val="85000"/>
                    <a:lumOff val="15000"/>
                  </a:schemeClr>
                </a:solidFill>
                <a:latin typeface="+mj-lt"/>
                <a:ea typeface="+mj-ea"/>
                <a:cs typeface="+mj-cs"/>
              </a:rPr>
              <a:t>IN432</a:t>
            </a:r>
            <a:br>
              <a:rPr lang="en-US" altLang="en-US" sz="8000" b="1" spc="-50" dirty="0">
                <a:solidFill>
                  <a:schemeClr val="tx1">
                    <a:lumMod val="85000"/>
                    <a:lumOff val="15000"/>
                  </a:schemeClr>
                </a:solidFill>
                <a:latin typeface="+mj-lt"/>
                <a:ea typeface="+mj-ea"/>
                <a:cs typeface="+mj-cs"/>
              </a:rPr>
            </a:br>
            <a:r>
              <a:rPr lang="en-US" altLang="en-US" sz="8000" b="1" spc="-50" dirty="0">
                <a:solidFill>
                  <a:schemeClr val="tx1">
                    <a:lumMod val="85000"/>
                    <a:lumOff val="15000"/>
                  </a:schemeClr>
                </a:solidFill>
                <a:latin typeface="+mj-lt"/>
                <a:ea typeface="+mj-ea"/>
                <a:cs typeface="+mj-cs"/>
              </a:rPr>
              <a:t>Advanced Web Programming</a:t>
            </a:r>
          </a:p>
        </p:txBody>
      </p:sp>
      <p:pic>
        <p:nvPicPr>
          <p:cNvPr id="10246" name="Graphic 10245" descr="Computer">
            <a:extLst>
              <a:ext uri="{FF2B5EF4-FFF2-40B4-BE49-F238E27FC236}">
                <a16:creationId xmlns:a16="http://schemas.microsoft.com/office/drawing/2014/main" id="{695A09B2-4B52-71B4-6B3F-135007F1B3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818" y="1944907"/>
            <a:ext cx="2449486" cy="2449486"/>
          </a:xfrm>
          <a:prstGeom prst="rect">
            <a:avLst/>
          </a:prstGeom>
        </p:spPr>
      </p:pic>
      <p:sp>
        <p:nvSpPr>
          <p:cNvPr id="10253" name="Rectangle 10252">
            <a:extLst>
              <a:ext uri="{FF2B5EF4-FFF2-40B4-BE49-F238E27FC236}">
                <a16:creationId xmlns:a16="http://schemas.microsoft.com/office/drawing/2014/main" id="{3E9C5090-7D25-41E3-A6D3-CCAEE505E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55" name="Rectangle 10254">
            <a:extLst>
              <a:ext uri="{FF2B5EF4-FFF2-40B4-BE49-F238E27FC236}">
                <a16:creationId xmlns:a16="http://schemas.microsoft.com/office/drawing/2014/main" id="{11BF8809-0DAC-41E5-A212-ACB4A01BE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0246"/>
                                        </p:tgtEl>
                                        <p:attrNameLst>
                                          <p:attrName>style.visibility</p:attrName>
                                        </p:attrNameLst>
                                      </p:cBhvr>
                                      <p:to>
                                        <p:strVal val="visible"/>
                                      </p:to>
                                    </p:set>
                                    <p:animEffect transition="in" filter="fade">
                                      <p:cBhvr>
                                        <p:cTn id="7" dur="700"/>
                                        <p:tgtEl>
                                          <p:spTgt spid="10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F2F4E79-5A5F-E1E3-10E7-F5EA67F0EBB0}"/>
              </a:ext>
            </a:extLst>
          </p:cNvPr>
          <p:cNvSpPr>
            <a:spLocks noGrp="1" noChangeArrowheads="1"/>
          </p:cNvSpPr>
          <p:nvPr>
            <p:ph type="title"/>
          </p:nvPr>
        </p:nvSpPr>
        <p:spPr>
          <a:xfrm>
            <a:off x="0" y="101600"/>
            <a:ext cx="10058400" cy="887413"/>
          </a:xfrm>
        </p:spPr>
        <p:txBody>
          <a:bodyPr/>
          <a:lstStyle/>
          <a:p>
            <a:pPr>
              <a:defRPr/>
            </a:pPr>
            <a:r>
              <a:rPr lang="en-US" altLang="en-US" b="1" dirty="0"/>
              <a:t>Lecture Outline:</a:t>
            </a:r>
          </a:p>
        </p:txBody>
      </p:sp>
      <p:sp>
        <p:nvSpPr>
          <p:cNvPr id="9219" name="Rectangle 3">
            <a:extLst>
              <a:ext uri="{FF2B5EF4-FFF2-40B4-BE49-F238E27FC236}">
                <a16:creationId xmlns:a16="http://schemas.microsoft.com/office/drawing/2014/main" id="{7C4A35D6-D985-5496-C64A-F6E51C4934FE}"/>
              </a:ext>
            </a:extLst>
          </p:cNvPr>
          <p:cNvSpPr>
            <a:spLocks noGrp="1" noChangeArrowheads="1"/>
          </p:cNvSpPr>
          <p:nvPr>
            <p:ph idx="1"/>
          </p:nvPr>
        </p:nvSpPr>
        <p:spPr>
          <a:xfrm>
            <a:off x="762000" y="1712913"/>
            <a:ext cx="10333038" cy="4022725"/>
          </a:xfrm>
        </p:spPr>
        <p:txBody>
          <a:bodyPr/>
          <a:lstStyle/>
          <a:p>
            <a:pPr marL="514350" indent="-514350">
              <a:buFont typeface="Calibri Light" panose="020F0302020204030204" pitchFamily="34" charset="0"/>
              <a:buAutoNum type="arabicPeriod"/>
              <a:defRPr/>
            </a:pPr>
            <a:r>
              <a:rPr lang="en-US" altLang="en-US" sz="2800" dirty="0"/>
              <a:t>Explaining the course syllabus </a:t>
            </a:r>
          </a:p>
          <a:p>
            <a:pPr marL="514350" indent="-514350">
              <a:buFont typeface="Calibri Light" panose="020F0302020204030204" pitchFamily="34" charset="0"/>
              <a:buAutoNum type="arabicPeriod"/>
              <a:defRPr/>
            </a:pPr>
            <a:r>
              <a:rPr lang="en-US" sz="2800" dirty="0"/>
              <a:t>History of Internet and World Wide Web</a:t>
            </a:r>
          </a:p>
          <a:p>
            <a:pPr marL="733425" lvl="1" indent="-514350">
              <a:defRPr/>
            </a:pPr>
            <a:r>
              <a:rPr lang="en-US" sz="2800" dirty="0"/>
              <a:t>World Wide Web Consortium (W3C)</a:t>
            </a:r>
          </a:p>
          <a:p>
            <a:pPr marL="514350" indent="-514350">
              <a:buFont typeface="Calibri Light" panose="020F0302020204030204" pitchFamily="34" charset="0"/>
              <a:buAutoNum type="arabicPeriod"/>
              <a:defRPr/>
            </a:pPr>
            <a:r>
              <a:rPr lang="en-US" sz="2800" dirty="0"/>
              <a:t>Computer Languages</a:t>
            </a:r>
          </a:p>
          <a:p>
            <a:pPr marL="733425" lvl="1" indent="-514350">
              <a:defRPr/>
            </a:pPr>
            <a:r>
              <a:rPr lang="en-US" altLang="en-US" sz="2400" dirty="0"/>
              <a:t>Difference between interpreter and compiler.</a:t>
            </a:r>
            <a:endParaRPr lang="en-US" sz="2800" dirty="0"/>
          </a:p>
          <a:p>
            <a:pPr marL="514350" indent="-514350">
              <a:buFont typeface="Calibri Light" panose="020F0302020204030204" pitchFamily="34" charset="0"/>
              <a:buAutoNum type="arabicPeriod"/>
              <a:defRPr/>
            </a:pPr>
            <a:r>
              <a:rPr lang="en-US" altLang="en-US" sz="2800" dirty="0"/>
              <a:t>Difference between client-side and server-side programming </a:t>
            </a:r>
          </a:p>
          <a:p>
            <a:pPr marL="514350" indent="-514350">
              <a:buFont typeface="Calibri Light" panose="020F0302020204030204" pitchFamily="34" charset="0"/>
              <a:buAutoNum type="arabicPeriod"/>
              <a:defRPr/>
            </a:pPr>
            <a:r>
              <a:rPr lang="en-US" sz="2800" dirty="0">
                <a:latin typeface="Times New Roman" panose="02020603050405020304" pitchFamily="18" charset="0"/>
                <a:ea typeface="Times New Roman" panose="02020603050405020304" pitchFamily="18" charset="0"/>
              </a:rPr>
              <a:t>Static</a:t>
            </a:r>
            <a:r>
              <a:rPr lang="en-US" sz="2800" spc="-15" dirty="0">
                <a:latin typeface="Times New Roman" panose="02020603050405020304" pitchFamily="18" charset="0"/>
                <a:ea typeface="Times New Roman" panose="02020603050405020304" pitchFamily="18" charset="0"/>
              </a:rPr>
              <a:t> </a:t>
            </a:r>
            <a:r>
              <a:rPr lang="en-US" sz="2800" dirty="0">
                <a:latin typeface="Times New Roman" panose="02020603050405020304" pitchFamily="18" charset="0"/>
                <a:ea typeface="Times New Roman" panose="02020603050405020304" pitchFamily="18" charset="0"/>
              </a:rPr>
              <a:t>and</a:t>
            </a:r>
            <a:r>
              <a:rPr lang="en-US" sz="2800" spc="-15" dirty="0">
                <a:latin typeface="Times New Roman" panose="02020603050405020304" pitchFamily="18" charset="0"/>
                <a:ea typeface="Times New Roman" panose="02020603050405020304" pitchFamily="18" charset="0"/>
              </a:rPr>
              <a:t> </a:t>
            </a:r>
            <a:r>
              <a:rPr lang="en-US" sz="2800" dirty="0">
                <a:latin typeface="Times New Roman" panose="02020603050405020304" pitchFamily="18" charset="0"/>
                <a:ea typeface="Times New Roman" panose="02020603050405020304" pitchFamily="18" charset="0"/>
              </a:rPr>
              <a:t>dynamic</a:t>
            </a:r>
            <a:r>
              <a:rPr lang="en-US" sz="2800" spc="-20" dirty="0">
                <a:latin typeface="Times New Roman" panose="02020603050405020304" pitchFamily="18" charset="0"/>
                <a:ea typeface="Times New Roman" panose="02020603050405020304" pitchFamily="18" charset="0"/>
              </a:rPr>
              <a:t> </a:t>
            </a:r>
            <a:r>
              <a:rPr lang="en-US" sz="2800" spc="-10" dirty="0">
                <a:latin typeface="Times New Roman" panose="02020603050405020304" pitchFamily="18" charset="0"/>
                <a:ea typeface="Times New Roman" panose="02020603050405020304" pitchFamily="18" charset="0"/>
              </a:rPr>
              <a:t>websites</a:t>
            </a:r>
          </a:p>
          <a:p>
            <a:pPr marL="514350" indent="-514350">
              <a:buFont typeface="Calibri Light" panose="020F0302020204030204" pitchFamily="34" charset="0"/>
              <a:buAutoNum type="arabicPeriod"/>
              <a:defRPr/>
            </a:pPr>
            <a:r>
              <a:rPr lang="en-US" sz="2800"/>
              <a:t>HTML Versions</a:t>
            </a:r>
            <a:endParaRPr lang="en-US" sz="2800" dirty="0"/>
          </a:p>
        </p:txBody>
      </p:sp>
      <p:sp>
        <p:nvSpPr>
          <p:cNvPr id="11268" name="Slide Number Placeholder 3">
            <a:extLst>
              <a:ext uri="{FF2B5EF4-FFF2-40B4-BE49-F238E27FC236}">
                <a16:creationId xmlns:a16="http://schemas.microsoft.com/office/drawing/2014/main" id="{6B606A27-1951-FC23-944C-15FC63DAEC0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1D3BE1D-B7AA-4DC4-B6C0-595257064846}" type="slidenum">
              <a:rPr lang="en-US" altLang="en-US" smtClean="0">
                <a:solidFill>
                  <a:srgbClr val="FFFFFF"/>
                </a:solidFill>
              </a:rPr>
              <a:pPr/>
              <a:t>2</a:t>
            </a:fld>
            <a:endParaRPr lang="en-US" altLang="en-US">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A30426C-AE28-96A1-924A-6F1D59E7D70C}"/>
              </a:ext>
            </a:extLst>
          </p:cNvPr>
          <p:cNvSpPr>
            <a:spLocks noGrp="1" noChangeArrowheads="1"/>
          </p:cNvSpPr>
          <p:nvPr>
            <p:ph type="title"/>
          </p:nvPr>
        </p:nvSpPr>
        <p:spPr/>
        <p:txBody>
          <a:bodyPr/>
          <a:lstStyle/>
          <a:p>
            <a:pPr>
              <a:defRPr/>
            </a:pPr>
            <a:r>
              <a:rPr lang="en-US" altLang="en-US" dirty="0"/>
              <a:t>Explaining the course syllabus.</a:t>
            </a:r>
          </a:p>
        </p:txBody>
      </p:sp>
      <p:sp>
        <p:nvSpPr>
          <p:cNvPr id="12291" name="Rectangle 3">
            <a:extLst>
              <a:ext uri="{FF2B5EF4-FFF2-40B4-BE49-F238E27FC236}">
                <a16:creationId xmlns:a16="http://schemas.microsoft.com/office/drawing/2014/main" id="{0DCAC271-14D8-A91B-8BA0-2DA9F74D6B77}"/>
              </a:ext>
            </a:extLst>
          </p:cNvPr>
          <p:cNvSpPr>
            <a:spLocks noGrp="1" noChangeArrowheads="1"/>
          </p:cNvSpPr>
          <p:nvPr>
            <p:ph idx="1"/>
          </p:nvPr>
        </p:nvSpPr>
        <p:spPr/>
        <p:txBody>
          <a:bodyPr/>
          <a:lstStyle/>
          <a:p>
            <a:pPr>
              <a:buFontTx/>
              <a:buChar char="-"/>
            </a:pPr>
            <a:r>
              <a:rPr lang="en-US" altLang="en-US" sz="2800"/>
              <a:t>Course Objectives and Learning Outcomes</a:t>
            </a:r>
          </a:p>
          <a:p>
            <a:pPr>
              <a:buFontTx/>
              <a:buChar char="-"/>
            </a:pPr>
            <a:r>
              <a:rPr lang="en-US" altLang="en-US" sz="2800"/>
              <a:t>Grading Policy</a:t>
            </a:r>
          </a:p>
        </p:txBody>
      </p:sp>
      <p:sp>
        <p:nvSpPr>
          <p:cNvPr id="12292" name="Slide Number Placeholder 3">
            <a:extLst>
              <a:ext uri="{FF2B5EF4-FFF2-40B4-BE49-F238E27FC236}">
                <a16:creationId xmlns:a16="http://schemas.microsoft.com/office/drawing/2014/main" id="{308C1104-2F5D-1A04-4BD8-789D3B5FBE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FE5AAD6-2898-45F9-B2C6-DCF015A5EBC6}" type="slidenum">
              <a:rPr lang="en-US" altLang="en-US" smtClean="0">
                <a:solidFill>
                  <a:srgbClr val="FFFFFF"/>
                </a:solidFill>
              </a:rPr>
              <a:pPr/>
              <a:t>3</a:t>
            </a:fld>
            <a:endParaRPr lang="en-US" altLang="en-US">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54358-9FD3-1E66-A707-97DCC98C65E7}"/>
              </a:ext>
            </a:extLst>
          </p:cNvPr>
          <p:cNvSpPr>
            <a:spLocks noGrp="1"/>
          </p:cNvSpPr>
          <p:nvPr>
            <p:ph type="title"/>
          </p:nvPr>
        </p:nvSpPr>
        <p:spPr/>
        <p:txBody>
          <a:bodyPr/>
          <a:lstStyle/>
          <a:p>
            <a:pPr>
              <a:defRPr/>
            </a:pPr>
            <a:r>
              <a:rPr lang="en-US" dirty="0"/>
              <a:t>History of the Internet and World Wide Web</a:t>
            </a:r>
          </a:p>
        </p:txBody>
      </p:sp>
      <p:sp>
        <p:nvSpPr>
          <p:cNvPr id="13315" name="Content Placeholder 2">
            <a:extLst>
              <a:ext uri="{FF2B5EF4-FFF2-40B4-BE49-F238E27FC236}">
                <a16:creationId xmlns:a16="http://schemas.microsoft.com/office/drawing/2014/main" id="{4D202249-5C30-8A9A-AB46-0D4D10B26AA9}"/>
              </a:ext>
            </a:extLst>
          </p:cNvPr>
          <p:cNvSpPr>
            <a:spLocks noGrp="1" noChangeArrowheads="1"/>
          </p:cNvSpPr>
          <p:nvPr>
            <p:ph idx="1"/>
          </p:nvPr>
        </p:nvSpPr>
        <p:spPr/>
        <p:txBody>
          <a:bodyPr/>
          <a:lstStyle/>
          <a:p>
            <a:pPr>
              <a:buFont typeface="Wingdings" panose="05000000000000000000" pitchFamily="2" charset="2"/>
              <a:buChar char="q"/>
            </a:pPr>
            <a:r>
              <a:rPr lang="en-US" altLang="en-US" sz="2000"/>
              <a:t>In late 1960s’ ARPANET (Advanced Research Project Agency of Department of Defense)</a:t>
            </a:r>
          </a:p>
          <a:p>
            <a:pPr>
              <a:buFont typeface="Wingdings" panose="05000000000000000000" pitchFamily="2" charset="2"/>
              <a:buChar char="q"/>
            </a:pPr>
            <a:r>
              <a:rPr lang="en-US" altLang="en-US" sz="2000"/>
              <a:t>Networking </a:t>
            </a:r>
            <a:r>
              <a:rPr lang="en-US" altLang="en-US" sz="2000">
                <a:sym typeface="Wingdings" panose="05000000000000000000" pitchFamily="2" charset="2"/>
              </a:rPr>
              <a:t> sending emails</a:t>
            </a:r>
          </a:p>
          <a:p>
            <a:pPr>
              <a:buFont typeface="Wingdings" panose="05000000000000000000" pitchFamily="2" charset="2"/>
              <a:buChar char="q"/>
            </a:pPr>
            <a:r>
              <a:rPr lang="en-US" altLang="en-US" sz="2000">
                <a:sym typeface="Wingdings" panose="05000000000000000000" pitchFamily="2" charset="2"/>
              </a:rPr>
              <a:t>Transmission Control Protocol (TCP)</a:t>
            </a:r>
          </a:p>
          <a:p>
            <a:pPr>
              <a:buFont typeface="Wingdings" panose="05000000000000000000" pitchFamily="2" charset="2"/>
              <a:buChar char="q"/>
            </a:pPr>
            <a:r>
              <a:rPr lang="en-US" altLang="en-US" sz="2000">
                <a:sym typeface="Wingdings" panose="05000000000000000000" pitchFamily="2" charset="2"/>
              </a:rPr>
              <a:t>Internet Protocol (IP)</a:t>
            </a:r>
          </a:p>
          <a:p>
            <a:pPr>
              <a:buFont typeface="Wingdings" panose="05000000000000000000" pitchFamily="2" charset="2"/>
              <a:buChar char="q"/>
            </a:pPr>
            <a:r>
              <a:rPr lang="en-US" altLang="en-US" sz="2000">
                <a:sym typeface="Wingdings" panose="05000000000000000000" pitchFamily="2" charset="2"/>
              </a:rPr>
              <a:t>Evolved into today’s Internet</a:t>
            </a:r>
          </a:p>
          <a:p>
            <a:pPr>
              <a:buFont typeface="Wingdings" panose="05000000000000000000" pitchFamily="2" charset="2"/>
              <a:buChar char="q"/>
            </a:pPr>
            <a:r>
              <a:rPr lang="en-US" altLang="en-US" sz="2000">
                <a:sym typeface="Wingdings" panose="05000000000000000000" pitchFamily="2" charset="2"/>
              </a:rPr>
              <a:t>In 1989 World Wide Web  sharing hyperlinked documents</a:t>
            </a:r>
          </a:p>
          <a:p>
            <a:pPr>
              <a:buFont typeface="Wingdings" panose="05000000000000000000" pitchFamily="2" charset="2"/>
              <a:buChar char="q"/>
            </a:pPr>
            <a:r>
              <a:rPr lang="en-US" altLang="en-US" sz="2000">
                <a:sym typeface="Wingdings" panose="05000000000000000000" pitchFamily="2" charset="2"/>
              </a:rPr>
              <a:t>Hypertext Transfer Protocol (HTTP)</a:t>
            </a:r>
          </a:p>
          <a:p>
            <a:pPr>
              <a:buFont typeface="Wingdings" panose="05000000000000000000" pitchFamily="2" charset="2"/>
              <a:buChar char="q"/>
            </a:pPr>
            <a:r>
              <a:rPr lang="en-US" altLang="en-US" sz="2000">
                <a:sym typeface="Wingdings" panose="05000000000000000000" pitchFamily="2" charset="2"/>
              </a:rPr>
              <a:t>In 1993, Mosaic browser (Netscape)</a:t>
            </a:r>
            <a:endParaRPr lang="en-US" altLang="en-US" sz="2000"/>
          </a:p>
        </p:txBody>
      </p:sp>
      <p:sp>
        <p:nvSpPr>
          <p:cNvPr id="7" name="Date Placeholder 6">
            <a:extLst>
              <a:ext uri="{FF2B5EF4-FFF2-40B4-BE49-F238E27FC236}">
                <a16:creationId xmlns:a16="http://schemas.microsoft.com/office/drawing/2014/main" id="{D675FA5E-2A34-65E0-3CF8-D7723F3E662E}"/>
              </a:ext>
            </a:extLst>
          </p:cNvPr>
          <p:cNvSpPr>
            <a:spLocks noGrp="1"/>
          </p:cNvSpPr>
          <p:nvPr>
            <p:ph type="dt" sz="quarter" idx="10"/>
          </p:nvPr>
        </p:nvSpPr>
        <p:spPr/>
        <p:txBody>
          <a:bodyPr/>
          <a:lstStyle/>
          <a:p>
            <a:pPr>
              <a:defRPr/>
            </a:pPr>
            <a:r>
              <a:rPr lang="en-US"/>
              <a:t>CSCI305</a:t>
            </a:r>
          </a:p>
        </p:txBody>
      </p:sp>
      <p:sp>
        <p:nvSpPr>
          <p:cNvPr id="13317" name="Slide Number Placeholder 7">
            <a:extLst>
              <a:ext uri="{FF2B5EF4-FFF2-40B4-BE49-F238E27FC236}">
                <a16:creationId xmlns:a16="http://schemas.microsoft.com/office/drawing/2014/main" id="{0CB6CC32-4D40-A051-4213-1A8FC31C44B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CF48DC00-469E-4D59-8A74-ACCA051460E1}" type="slidenum">
              <a:rPr lang="en-US" altLang="en-US" smtClean="0">
                <a:solidFill>
                  <a:srgbClr val="FFFFFF"/>
                </a:solidFill>
              </a:rPr>
              <a:pPr/>
              <a:t>4</a:t>
            </a:fld>
            <a:endParaRPr lang="en-US" altLang="en-US">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71A3C-DA97-918A-8B29-26A47CACDA2B}"/>
              </a:ext>
            </a:extLst>
          </p:cNvPr>
          <p:cNvSpPr>
            <a:spLocks noGrp="1"/>
          </p:cNvSpPr>
          <p:nvPr>
            <p:ph type="title"/>
          </p:nvPr>
        </p:nvSpPr>
        <p:spPr/>
        <p:txBody>
          <a:bodyPr/>
          <a:lstStyle/>
          <a:p>
            <a:pPr>
              <a:defRPr/>
            </a:pPr>
            <a:r>
              <a:rPr lang="en-US" dirty="0"/>
              <a:t>World Wide Web Consortium (W3C)</a:t>
            </a:r>
          </a:p>
        </p:txBody>
      </p:sp>
      <p:sp>
        <p:nvSpPr>
          <p:cNvPr id="14339" name="Content Placeholder 2">
            <a:extLst>
              <a:ext uri="{FF2B5EF4-FFF2-40B4-BE49-F238E27FC236}">
                <a16:creationId xmlns:a16="http://schemas.microsoft.com/office/drawing/2014/main" id="{22CA6807-3DB3-85E7-A9E9-D2AF1DE87209}"/>
              </a:ext>
            </a:extLst>
          </p:cNvPr>
          <p:cNvSpPr>
            <a:spLocks noGrp="1" noChangeArrowheads="1"/>
          </p:cNvSpPr>
          <p:nvPr>
            <p:ph idx="1"/>
          </p:nvPr>
        </p:nvSpPr>
        <p:spPr/>
        <p:txBody>
          <a:bodyPr/>
          <a:lstStyle/>
          <a:p>
            <a:pPr>
              <a:buFont typeface="Wingdings" panose="05000000000000000000" pitchFamily="2" charset="2"/>
              <a:buChar char="q"/>
            </a:pPr>
            <a:r>
              <a:rPr lang="en-US" altLang="en-US" sz="3200"/>
              <a:t>1994, organization to develop non-proprietary technology</a:t>
            </a:r>
          </a:p>
          <a:p>
            <a:pPr>
              <a:buFont typeface="Wingdings" panose="05000000000000000000" pitchFamily="2" charset="2"/>
              <a:buChar char="q"/>
            </a:pPr>
            <a:r>
              <a:rPr lang="en-US" altLang="en-US" sz="3200"/>
              <a:t>Make the web universally accessible</a:t>
            </a:r>
          </a:p>
          <a:p>
            <a:pPr>
              <a:buFont typeface="Wingdings" panose="05000000000000000000" pitchFamily="2" charset="2"/>
              <a:buChar char="q"/>
            </a:pPr>
            <a:r>
              <a:rPr lang="en-US" altLang="en-US" sz="3200"/>
              <a:t>Standardization</a:t>
            </a:r>
          </a:p>
        </p:txBody>
      </p:sp>
      <p:sp>
        <p:nvSpPr>
          <p:cNvPr id="7" name="Date Placeholder 6">
            <a:extLst>
              <a:ext uri="{FF2B5EF4-FFF2-40B4-BE49-F238E27FC236}">
                <a16:creationId xmlns:a16="http://schemas.microsoft.com/office/drawing/2014/main" id="{5CE78E6A-2F9A-BE4A-3CDA-F583076F861F}"/>
              </a:ext>
            </a:extLst>
          </p:cNvPr>
          <p:cNvSpPr>
            <a:spLocks noGrp="1"/>
          </p:cNvSpPr>
          <p:nvPr>
            <p:ph type="dt" sz="quarter" idx="10"/>
          </p:nvPr>
        </p:nvSpPr>
        <p:spPr/>
        <p:txBody>
          <a:bodyPr/>
          <a:lstStyle/>
          <a:p>
            <a:pPr>
              <a:defRPr/>
            </a:pPr>
            <a:r>
              <a:rPr lang="en-US"/>
              <a:t>CSCI305</a:t>
            </a:r>
          </a:p>
        </p:txBody>
      </p:sp>
      <p:sp>
        <p:nvSpPr>
          <p:cNvPr id="14341" name="Slide Number Placeholder 7">
            <a:extLst>
              <a:ext uri="{FF2B5EF4-FFF2-40B4-BE49-F238E27FC236}">
                <a16:creationId xmlns:a16="http://schemas.microsoft.com/office/drawing/2014/main" id="{ADDB4E32-6AF0-CB77-A2CF-44240E19A67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B750265-65FE-49CD-BD4B-08F422D16DC4}" type="slidenum">
              <a:rPr lang="en-US" altLang="en-US" smtClean="0">
                <a:solidFill>
                  <a:srgbClr val="FFFFFF"/>
                </a:solidFill>
              </a:rPr>
              <a:pPr/>
              <a:t>5</a:t>
            </a:fld>
            <a:endParaRPr lang="en-US" altLang="en-US">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24D372A-8F7D-8954-EF7A-EE0E58171330}"/>
              </a:ext>
            </a:extLst>
          </p:cNvPr>
          <p:cNvSpPr>
            <a:spLocks noGrp="1" noChangeArrowheads="1"/>
          </p:cNvSpPr>
          <p:nvPr>
            <p:ph type="title"/>
          </p:nvPr>
        </p:nvSpPr>
        <p:spPr>
          <a:xfrm>
            <a:off x="457200" y="287338"/>
            <a:ext cx="10698163" cy="1449387"/>
          </a:xfrm>
        </p:spPr>
        <p:txBody>
          <a:bodyPr/>
          <a:lstStyle/>
          <a:p>
            <a:pPr>
              <a:defRPr/>
            </a:pPr>
            <a:r>
              <a:rPr lang="en-US" altLang="en-US" dirty="0"/>
              <a:t>Difference between markup languages, scripting languages and programming languages.</a:t>
            </a:r>
          </a:p>
        </p:txBody>
      </p:sp>
      <p:sp>
        <p:nvSpPr>
          <p:cNvPr id="15363" name="Rectangle 3">
            <a:extLst>
              <a:ext uri="{FF2B5EF4-FFF2-40B4-BE49-F238E27FC236}">
                <a16:creationId xmlns:a16="http://schemas.microsoft.com/office/drawing/2014/main" id="{16EC41F6-C798-20C0-39F8-08DE59BDA191}"/>
              </a:ext>
            </a:extLst>
          </p:cNvPr>
          <p:cNvSpPr>
            <a:spLocks noGrp="1" noChangeArrowheads="1"/>
          </p:cNvSpPr>
          <p:nvPr>
            <p:ph idx="1"/>
          </p:nvPr>
        </p:nvSpPr>
        <p:spPr/>
        <p:txBody>
          <a:bodyPr/>
          <a:lstStyle/>
          <a:p>
            <a:pPr>
              <a:buFont typeface="Wingdings" panose="05000000000000000000" pitchFamily="2" charset="2"/>
              <a:buChar char="v"/>
            </a:pPr>
            <a:r>
              <a:rPr lang="en-GB" altLang="en-US" sz="2400"/>
              <a:t>When it comes to making a website or app coding involves basically three types of languages:</a:t>
            </a:r>
          </a:p>
          <a:p>
            <a:pPr>
              <a:buFontTx/>
              <a:buChar char="-"/>
            </a:pPr>
            <a:r>
              <a:rPr lang="en-GB" altLang="en-US" sz="2400"/>
              <a:t>The programming language </a:t>
            </a:r>
          </a:p>
          <a:p>
            <a:pPr>
              <a:buFontTx/>
              <a:buChar char="-"/>
            </a:pPr>
            <a:r>
              <a:rPr lang="en-GB" altLang="en-US" sz="2400"/>
              <a:t>Scripting Language</a:t>
            </a:r>
          </a:p>
          <a:p>
            <a:pPr>
              <a:buFontTx/>
              <a:buChar char="-"/>
            </a:pPr>
            <a:r>
              <a:rPr lang="en-GB" altLang="en-US" sz="2400"/>
              <a:t>Markup Language.</a:t>
            </a:r>
            <a:endParaRPr lang="en-US" altLang="en-US" sz="2400"/>
          </a:p>
        </p:txBody>
      </p:sp>
      <p:sp>
        <p:nvSpPr>
          <p:cNvPr id="15364" name="Slide Number Placeholder 3">
            <a:extLst>
              <a:ext uri="{FF2B5EF4-FFF2-40B4-BE49-F238E27FC236}">
                <a16:creationId xmlns:a16="http://schemas.microsoft.com/office/drawing/2014/main" id="{011A27BA-BDB6-0454-A088-0138CC44CC4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DCD00847-1F1F-4C2C-B77A-7B2512D96A51}" type="slidenum">
              <a:rPr lang="en-US" altLang="en-US" smtClean="0">
                <a:solidFill>
                  <a:srgbClr val="FFFFFF"/>
                </a:solidFill>
              </a:rPr>
              <a:pPr/>
              <a:t>6</a:t>
            </a:fld>
            <a:endParaRPr lang="en-US" altLang="en-US">
              <a:solidFill>
                <a:srgbClr val="FFFFFF"/>
              </a:solidFill>
            </a:endParaRPr>
          </a:p>
        </p:txBody>
      </p:sp>
      <p:pic>
        <p:nvPicPr>
          <p:cNvPr id="15365" name="Picture 2">
            <a:extLst>
              <a:ext uri="{FF2B5EF4-FFF2-40B4-BE49-F238E27FC236}">
                <a16:creationId xmlns:a16="http://schemas.microsoft.com/office/drawing/2014/main" id="{9CB1DB6A-FEC2-99FE-4063-6F74E3988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400300"/>
            <a:ext cx="6477000" cy="346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CDA6BDA9-9146-ADBF-7362-B52A6DDAD6AF}"/>
              </a:ext>
            </a:extLst>
          </p:cNvPr>
          <p:cNvSpPr>
            <a:spLocks noGrp="1" noChangeArrowheads="1"/>
          </p:cNvSpPr>
          <p:nvPr>
            <p:ph type="title"/>
          </p:nvPr>
        </p:nvSpPr>
        <p:spPr>
          <a:xfrm>
            <a:off x="457200" y="287338"/>
            <a:ext cx="11506200" cy="1449387"/>
          </a:xfrm>
        </p:spPr>
        <p:txBody>
          <a:bodyPr/>
          <a:lstStyle/>
          <a:p>
            <a:pPr>
              <a:defRPr/>
            </a:pPr>
            <a:r>
              <a:rPr lang="en-US" altLang="en-US" dirty="0"/>
              <a:t>Difference between markup languages, scripting languages and programming languages.</a:t>
            </a:r>
          </a:p>
        </p:txBody>
      </p:sp>
      <p:sp>
        <p:nvSpPr>
          <p:cNvPr id="16387" name="Rectangle 3">
            <a:extLst>
              <a:ext uri="{FF2B5EF4-FFF2-40B4-BE49-F238E27FC236}">
                <a16:creationId xmlns:a16="http://schemas.microsoft.com/office/drawing/2014/main" id="{3649D061-586F-4765-ADCA-31694EA03E2B}"/>
              </a:ext>
            </a:extLst>
          </p:cNvPr>
          <p:cNvSpPr>
            <a:spLocks noGrp="1" noChangeArrowheads="1"/>
          </p:cNvSpPr>
          <p:nvPr>
            <p:ph idx="1"/>
          </p:nvPr>
        </p:nvSpPr>
        <p:spPr/>
        <p:txBody>
          <a:bodyPr/>
          <a:lstStyle/>
          <a:p>
            <a:pPr>
              <a:buFontTx/>
              <a:buChar char="-"/>
            </a:pPr>
            <a:r>
              <a:rPr lang="en-GB" altLang="en-US" sz="2400" b="1"/>
              <a:t>The programming language : </a:t>
            </a:r>
            <a:r>
              <a:rPr lang="en-GB" altLang="en-US" sz="2400"/>
              <a:t>In simple terms, programming languages are set of instructions or code which tells a computer what it needs to do.(C++,C , Java, C# … ) </a:t>
            </a:r>
          </a:p>
          <a:p>
            <a:pPr>
              <a:buFontTx/>
              <a:buChar char="-"/>
            </a:pPr>
            <a:r>
              <a:rPr lang="en-GB" altLang="en-US" sz="2400" b="1"/>
              <a:t>Scripting Language: </a:t>
            </a:r>
            <a:r>
              <a:rPr lang="en-GB" altLang="en-US" sz="2400">
                <a:latin typeface="urw-din"/>
              </a:rPr>
              <a:t>Scripting languages are basically the subcategory of programming languages which is used </a:t>
            </a:r>
            <a:r>
              <a:rPr lang="en-GB" altLang="en-US" sz="2400">
                <a:solidFill>
                  <a:srgbClr val="FF0000"/>
                </a:solidFill>
                <a:latin typeface="urw-din"/>
              </a:rPr>
              <a:t>to give guidance to another program or we can say to control another program</a:t>
            </a:r>
            <a:r>
              <a:rPr lang="en-GB" altLang="en-US" sz="2400">
                <a:latin typeface="urw-din"/>
              </a:rPr>
              <a:t>, so it also involves instructions. (Java Script , PHP,Python..) Scripting languages are most widely used to create a website.</a:t>
            </a:r>
          </a:p>
          <a:p>
            <a:pPr>
              <a:buFontTx/>
              <a:buChar char="-"/>
            </a:pPr>
            <a:r>
              <a:rPr lang="en-GB" altLang="en-US" sz="2400" b="1"/>
              <a:t>Markup Language: </a:t>
            </a:r>
            <a:r>
              <a:rPr lang="en-GB" altLang="en-US" sz="2400"/>
              <a:t>These are presentational languages and it doesn’t include any kind of logic or algorithm, Examples of Markup languages are HTML, CSS or XML. These languages are most widely used to design a website.</a:t>
            </a:r>
            <a:endParaRPr lang="en-US" altLang="en-US" sz="2400"/>
          </a:p>
        </p:txBody>
      </p:sp>
      <p:sp>
        <p:nvSpPr>
          <p:cNvPr id="16388" name="Slide Number Placeholder 3">
            <a:extLst>
              <a:ext uri="{FF2B5EF4-FFF2-40B4-BE49-F238E27FC236}">
                <a16:creationId xmlns:a16="http://schemas.microsoft.com/office/drawing/2014/main" id="{0D843FD8-686F-E0B5-95FD-49C252C894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6AF7D8A-9FAF-4C78-B020-5FA4E35EEC4D}" type="slidenum">
              <a:rPr lang="en-US" altLang="en-US" smtClean="0">
                <a:solidFill>
                  <a:srgbClr val="FFFFFF"/>
                </a:solidFill>
              </a:rPr>
              <a:pPr/>
              <a:t>7</a:t>
            </a:fld>
            <a:endParaRPr lang="en-US" altLang="en-US">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A005A2A-0270-B7CA-AC2E-311279405A5A}"/>
              </a:ext>
            </a:extLst>
          </p:cNvPr>
          <p:cNvSpPr>
            <a:spLocks noGrp="1" noChangeArrowheads="1"/>
          </p:cNvSpPr>
          <p:nvPr>
            <p:ph type="title"/>
          </p:nvPr>
        </p:nvSpPr>
        <p:spPr/>
        <p:txBody>
          <a:bodyPr/>
          <a:lstStyle/>
          <a:p>
            <a:pPr>
              <a:defRPr/>
            </a:pPr>
            <a:r>
              <a:rPr lang="en-US" altLang="en-US" dirty="0"/>
              <a:t>What is and why to use HTML, CSS, PHP &amp; MYSQL</a:t>
            </a:r>
          </a:p>
        </p:txBody>
      </p:sp>
      <p:pic>
        <p:nvPicPr>
          <p:cNvPr id="17411" name="Content Placeholder 2">
            <a:extLst>
              <a:ext uri="{FF2B5EF4-FFF2-40B4-BE49-F238E27FC236}">
                <a16:creationId xmlns:a16="http://schemas.microsoft.com/office/drawing/2014/main" id="{67D8C732-7118-1679-6665-3CBEDF0D72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57500" y="1846263"/>
            <a:ext cx="5934075" cy="4478337"/>
          </a:xfrm>
        </p:spPr>
      </p:pic>
      <p:sp>
        <p:nvSpPr>
          <p:cNvPr id="17412" name="Slide Number Placeholder 3">
            <a:extLst>
              <a:ext uri="{FF2B5EF4-FFF2-40B4-BE49-F238E27FC236}">
                <a16:creationId xmlns:a16="http://schemas.microsoft.com/office/drawing/2014/main" id="{84F4E68F-F816-6C79-F9B9-9F610A5045F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A1E3D2BA-6003-4DED-92D8-4F7F3386FD83}" type="slidenum">
              <a:rPr lang="en-US" altLang="en-US" smtClean="0">
                <a:solidFill>
                  <a:srgbClr val="FFFFFF"/>
                </a:solidFill>
              </a:rPr>
              <a:pPr/>
              <a:t>8</a:t>
            </a:fld>
            <a:endParaRPr lang="en-US" altLang="en-US">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8C8F4D7-C7CD-616A-7671-9F3A4F0FC979}"/>
              </a:ext>
            </a:extLst>
          </p:cNvPr>
          <p:cNvSpPr>
            <a:spLocks noGrp="1" noChangeArrowheads="1"/>
          </p:cNvSpPr>
          <p:nvPr>
            <p:ph type="title"/>
          </p:nvPr>
        </p:nvSpPr>
        <p:spPr>
          <a:xfrm>
            <a:off x="838200" y="365125"/>
            <a:ext cx="10896600" cy="1325563"/>
          </a:xfrm>
        </p:spPr>
        <p:txBody>
          <a:bodyPr/>
          <a:lstStyle/>
          <a:p>
            <a:pPr>
              <a:defRPr/>
            </a:pPr>
            <a:r>
              <a:rPr lang="en-US" altLang="en-US" dirty="0"/>
              <a:t>Difference between interpreter and compiler.</a:t>
            </a:r>
            <a:br>
              <a:rPr lang="en-US" altLang="en-US" dirty="0"/>
            </a:br>
            <a:endParaRPr lang="en-US" altLang="en-US" dirty="0"/>
          </a:p>
        </p:txBody>
      </p:sp>
      <p:pic>
        <p:nvPicPr>
          <p:cNvPr id="18435" name="Content Placeholder 6">
            <a:extLst>
              <a:ext uri="{FF2B5EF4-FFF2-40B4-BE49-F238E27FC236}">
                <a16:creationId xmlns:a16="http://schemas.microsoft.com/office/drawing/2014/main" id="{BC84EF37-89FA-52A3-138F-504E697AEF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1458913"/>
            <a:ext cx="10363200" cy="4560887"/>
          </a:xfrm>
        </p:spPr>
      </p:pic>
      <p:sp>
        <p:nvSpPr>
          <p:cNvPr id="18436" name="Slide Number Placeholder 3">
            <a:extLst>
              <a:ext uri="{FF2B5EF4-FFF2-40B4-BE49-F238E27FC236}">
                <a16:creationId xmlns:a16="http://schemas.microsoft.com/office/drawing/2014/main" id="{7C4578F6-53EA-27C8-FF66-5075B13B3E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40B3835-8DEF-4DB8-A544-E7EB1F19D8F2}" type="slidenum">
              <a:rPr lang="en-US" altLang="en-US" smtClean="0">
                <a:solidFill>
                  <a:srgbClr val="FFFFFF"/>
                </a:solidFill>
              </a:rPr>
              <a:pPr/>
              <a:t>9</a:t>
            </a:fld>
            <a:endParaRPr lang="en-US" altLang="en-US">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D1749BA-A284-BE40-C672-454B2E639705}"/>
              </a:ext>
            </a:extLst>
          </p:cNvPr>
          <p:cNvSpPr>
            <a:spLocks noGrp="1" noChangeArrowheads="1"/>
          </p:cNvSpPr>
          <p:nvPr>
            <p:ph type="title"/>
          </p:nvPr>
        </p:nvSpPr>
        <p:spPr>
          <a:xfrm>
            <a:off x="838200" y="365125"/>
            <a:ext cx="10896600" cy="1325563"/>
          </a:xfrm>
        </p:spPr>
        <p:txBody>
          <a:bodyPr/>
          <a:lstStyle/>
          <a:p>
            <a:pPr>
              <a:defRPr/>
            </a:pPr>
            <a:r>
              <a:rPr lang="en-US" altLang="en-US" dirty="0"/>
              <a:t>Difference between interpreter and compiler.</a:t>
            </a:r>
            <a:br>
              <a:rPr lang="en-US" altLang="en-US" dirty="0"/>
            </a:br>
            <a:endParaRPr lang="en-US" altLang="en-US" dirty="0"/>
          </a:p>
        </p:txBody>
      </p:sp>
      <p:pic>
        <p:nvPicPr>
          <p:cNvPr id="19459" name="Content Placeholder 5">
            <a:extLst>
              <a:ext uri="{FF2B5EF4-FFF2-40B4-BE49-F238E27FC236}">
                <a16:creationId xmlns:a16="http://schemas.microsoft.com/office/drawing/2014/main" id="{8361F910-5610-E1B4-E4D8-4DE2D4C3F2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219200"/>
            <a:ext cx="10534650" cy="4724400"/>
          </a:xfrm>
        </p:spPr>
      </p:pic>
      <p:sp>
        <p:nvSpPr>
          <p:cNvPr id="19460" name="Slide Number Placeholder 3">
            <a:extLst>
              <a:ext uri="{FF2B5EF4-FFF2-40B4-BE49-F238E27FC236}">
                <a16:creationId xmlns:a16="http://schemas.microsoft.com/office/drawing/2014/main" id="{BCECB515-D498-5EEC-89AB-00BAE88FF3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A5FE4B0-424B-403C-9D6D-DF1EBFFDCE42}" type="slidenum">
              <a:rPr lang="en-US" altLang="en-US" smtClean="0">
                <a:solidFill>
                  <a:srgbClr val="FFFFFF"/>
                </a:solidFill>
              </a:rPr>
              <a:pPr/>
              <a:t>10</a:t>
            </a:fld>
            <a:endParaRPr lang="en-US" altLang="en-US">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FD6B9E8-7778-1899-05A2-EBB6237F1549}"/>
              </a:ext>
            </a:extLst>
          </p:cNvPr>
          <p:cNvSpPr>
            <a:spLocks noGrp="1" noChangeArrowheads="1"/>
          </p:cNvSpPr>
          <p:nvPr>
            <p:ph type="title"/>
          </p:nvPr>
        </p:nvSpPr>
        <p:spPr>
          <a:xfrm>
            <a:off x="457200" y="365125"/>
            <a:ext cx="11277600" cy="854075"/>
          </a:xfrm>
        </p:spPr>
        <p:txBody>
          <a:bodyPr/>
          <a:lstStyle/>
          <a:p>
            <a:pPr>
              <a:defRPr/>
            </a:pPr>
            <a:r>
              <a:rPr lang="en-US" altLang="en-US" dirty="0"/>
              <a:t>Difference between client-side and server-side programming.</a:t>
            </a:r>
          </a:p>
        </p:txBody>
      </p:sp>
      <p:sp>
        <p:nvSpPr>
          <p:cNvPr id="20483" name="Content Placeholder 2">
            <a:extLst>
              <a:ext uri="{FF2B5EF4-FFF2-40B4-BE49-F238E27FC236}">
                <a16:creationId xmlns:a16="http://schemas.microsoft.com/office/drawing/2014/main" id="{04D7C219-F114-B957-37C4-6C517D6BD703}"/>
              </a:ext>
            </a:extLst>
          </p:cNvPr>
          <p:cNvSpPr>
            <a:spLocks noGrp="1" noChangeArrowheads="1"/>
          </p:cNvSpPr>
          <p:nvPr>
            <p:ph idx="1"/>
          </p:nvPr>
        </p:nvSpPr>
        <p:spPr>
          <a:xfrm>
            <a:off x="838200" y="1825625"/>
            <a:ext cx="4267200" cy="4351338"/>
          </a:xfrm>
        </p:spPr>
        <p:txBody>
          <a:bodyPr/>
          <a:lstStyle/>
          <a:p>
            <a:r>
              <a:rPr lang="en-GB" altLang="en-US" sz="2000"/>
              <a:t>The main difference between client side scripting and server side scripting is that the </a:t>
            </a:r>
          </a:p>
          <a:p>
            <a:r>
              <a:rPr lang="en-GB" altLang="en-US" sz="2000" b="1">
                <a:solidFill>
                  <a:srgbClr val="0033CC"/>
                </a:solidFill>
              </a:rPr>
              <a:t>client side scripting is used to write scripts that are executed in the client side or browser</a:t>
            </a:r>
            <a:r>
              <a:rPr lang="en-GB" altLang="en-US" sz="2000"/>
              <a:t> </a:t>
            </a:r>
          </a:p>
          <a:p>
            <a:r>
              <a:rPr lang="en-GB" altLang="en-US" sz="3600" b="1"/>
              <a:t>while </a:t>
            </a:r>
          </a:p>
          <a:p>
            <a:r>
              <a:rPr lang="en-GB" altLang="en-US" sz="2000" b="1">
                <a:solidFill>
                  <a:srgbClr val="CC0099"/>
                </a:solidFill>
              </a:rPr>
              <a:t>the server side scripting is used to write scripts that are executed in the server side or the server.</a:t>
            </a:r>
            <a:endParaRPr lang="en-US" altLang="en-US" sz="2000" b="1">
              <a:solidFill>
                <a:srgbClr val="CC0099"/>
              </a:solidFill>
            </a:endParaRPr>
          </a:p>
        </p:txBody>
      </p:sp>
      <p:sp>
        <p:nvSpPr>
          <p:cNvPr id="20484" name="Slide Number Placeholder 3">
            <a:extLst>
              <a:ext uri="{FF2B5EF4-FFF2-40B4-BE49-F238E27FC236}">
                <a16:creationId xmlns:a16="http://schemas.microsoft.com/office/drawing/2014/main" id="{E2303E76-93DC-0EBC-C99E-E15BF24682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612C78F5-EFCD-4071-B9FC-35BFE0A23242}" type="slidenum">
              <a:rPr lang="en-US" altLang="en-US" smtClean="0">
                <a:solidFill>
                  <a:srgbClr val="FFFFFF"/>
                </a:solidFill>
              </a:rPr>
              <a:pPr/>
              <a:t>11</a:t>
            </a:fld>
            <a:endParaRPr lang="en-US" altLang="en-US">
              <a:solidFill>
                <a:srgbClr val="FFFFFF"/>
              </a:solidFill>
            </a:endParaRPr>
          </a:p>
        </p:txBody>
      </p:sp>
      <p:pic>
        <p:nvPicPr>
          <p:cNvPr id="20485" name="Picture 6">
            <a:extLst>
              <a:ext uri="{FF2B5EF4-FFF2-40B4-BE49-F238E27FC236}">
                <a16:creationId xmlns:a16="http://schemas.microsoft.com/office/drawing/2014/main" id="{C11AA224-58CD-6E91-AEB4-5B6DE7EBA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7238" y="1219200"/>
            <a:ext cx="5897562" cy="505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a:extLst>
              <a:ext uri="{FF2B5EF4-FFF2-40B4-BE49-F238E27FC236}">
                <a16:creationId xmlns:a16="http://schemas.microsoft.com/office/drawing/2014/main" id="{B6F8CABB-FEEA-EEE4-C290-46E677DCAC3B}"/>
              </a:ext>
            </a:extLst>
          </p:cNvPr>
          <p:cNvSpPr>
            <a:spLocks noGrp="1" noChangeArrowheads="1"/>
          </p:cNvSpPr>
          <p:nvPr>
            <p:ph type="title"/>
          </p:nvPr>
        </p:nvSpPr>
        <p:spPr/>
        <p:txBody>
          <a:bodyPr/>
          <a:lstStyle/>
          <a:p>
            <a:pPr>
              <a:defRPr/>
            </a:pPr>
            <a:r>
              <a:rPr lang="en-US" altLang="en-US"/>
              <a:t>Web Essentials</a:t>
            </a:r>
          </a:p>
        </p:txBody>
      </p:sp>
      <p:sp>
        <p:nvSpPr>
          <p:cNvPr id="21507" name="Rectangle 3">
            <a:extLst>
              <a:ext uri="{FF2B5EF4-FFF2-40B4-BE49-F238E27FC236}">
                <a16:creationId xmlns:a16="http://schemas.microsoft.com/office/drawing/2014/main" id="{0C690297-7812-3B42-129E-0E03B2AA1CE0}"/>
              </a:ext>
            </a:extLst>
          </p:cNvPr>
          <p:cNvSpPr>
            <a:spLocks noGrp="1" noChangeArrowheads="1"/>
          </p:cNvSpPr>
          <p:nvPr>
            <p:ph idx="1"/>
          </p:nvPr>
        </p:nvSpPr>
        <p:spPr/>
        <p:txBody>
          <a:bodyPr/>
          <a:lstStyle/>
          <a:p>
            <a:r>
              <a:rPr lang="en-US" altLang="en-US" sz="2800" b="1"/>
              <a:t>Client</a:t>
            </a:r>
            <a:r>
              <a:rPr lang="en-US" altLang="en-US" sz="2800"/>
              <a:t>: web browsers, used to surf the Web</a:t>
            </a:r>
          </a:p>
          <a:p>
            <a:r>
              <a:rPr lang="en-US" altLang="en-US" sz="2800" b="1"/>
              <a:t>Server</a:t>
            </a:r>
            <a:r>
              <a:rPr lang="en-US" altLang="en-US" sz="2800"/>
              <a:t> systems: used to supply information to these browsers</a:t>
            </a:r>
          </a:p>
          <a:p>
            <a:r>
              <a:rPr lang="en-US" altLang="en-US" sz="2800"/>
              <a:t>Computer </a:t>
            </a:r>
            <a:r>
              <a:rPr lang="en-US" altLang="en-US" sz="2800" b="1"/>
              <a:t>networks</a:t>
            </a:r>
            <a:r>
              <a:rPr lang="en-US" altLang="en-US" sz="2800"/>
              <a:t>: used to support the browser-server communication</a:t>
            </a:r>
          </a:p>
        </p:txBody>
      </p:sp>
      <p:sp>
        <p:nvSpPr>
          <p:cNvPr id="21508" name="Slide Number Placeholder 3">
            <a:extLst>
              <a:ext uri="{FF2B5EF4-FFF2-40B4-BE49-F238E27FC236}">
                <a16:creationId xmlns:a16="http://schemas.microsoft.com/office/drawing/2014/main" id="{F1450369-C4EA-37B7-7968-B862C28AD1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415A0063-F37E-45AA-BE8A-814E00BB9728}" type="slidenum">
              <a:rPr lang="en-US" altLang="en-US" smtClean="0">
                <a:solidFill>
                  <a:srgbClr val="FFFFFF"/>
                </a:solidFill>
              </a:rPr>
              <a:pPr/>
              <a:t>12</a:t>
            </a:fld>
            <a:endParaRPr lang="en-US" altLang="en-US">
              <a:solidFill>
                <a:srgbClr val="FFFFFF"/>
              </a:solidFill>
            </a:endParaRPr>
          </a:p>
        </p:txBody>
      </p:sp>
      <p:graphicFrame>
        <p:nvGraphicFramePr>
          <p:cNvPr id="252932" name="Object 4">
            <a:extLst>
              <a:ext uri="{FF2B5EF4-FFF2-40B4-BE49-F238E27FC236}">
                <a16:creationId xmlns:a16="http://schemas.microsoft.com/office/drawing/2014/main" id="{391ED288-2049-2158-0FFF-7CBDB1DE500C}"/>
              </a:ext>
            </a:extLst>
          </p:cNvPr>
          <p:cNvGraphicFramePr>
            <a:graphicFrameLocks noChangeAspect="1"/>
          </p:cNvGraphicFramePr>
          <p:nvPr/>
        </p:nvGraphicFramePr>
        <p:xfrm>
          <a:off x="3200400" y="3886200"/>
          <a:ext cx="1200150" cy="1219200"/>
        </p:xfrm>
        <a:graphic>
          <a:graphicData uri="http://schemas.openxmlformats.org/presentationml/2006/ole">
            <mc:AlternateContent xmlns:mc="http://schemas.openxmlformats.org/markup-compatibility/2006">
              <mc:Choice xmlns:v="urn:schemas-microsoft-com:vml" Requires="v">
                <p:oleObj name="Clip" r:id="rId2" imgW="4755794" imgH="4828032" progId="MS_ClipArt_Gallery.2">
                  <p:embed/>
                </p:oleObj>
              </mc:Choice>
              <mc:Fallback>
                <p:oleObj name="Clip" r:id="rId2" imgW="4755794" imgH="4828032" progId="MS_ClipArt_Gallery.2">
                  <p:embed/>
                  <p:pic>
                    <p:nvPicPr>
                      <p:cNvPr id="252932" name="Object 4">
                        <a:extLst>
                          <a:ext uri="{FF2B5EF4-FFF2-40B4-BE49-F238E27FC236}">
                            <a16:creationId xmlns:a16="http://schemas.microsoft.com/office/drawing/2014/main" id="{391ED288-2049-2158-0FFF-7CBDB1DE5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886200"/>
                        <a:ext cx="120015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2933" name="Object 5">
            <a:extLst>
              <a:ext uri="{FF2B5EF4-FFF2-40B4-BE49-F238E27FC236}">
                <a16:creationId xmlns:a16="http://schemas.microsoft.com/office/drawing/2014/main" id="{246D0131-CF51-57E4-CF62-585913F934BD}"/>
              </a:ext>
            </a:extLst>
          </p:cNvPr>
          <p:cNvGraphicFramePr>
            <a:graphicFrameLocks noChangeAspect="1"/>
          </p:cNvGraphicFramePr>
          <p:nvPr/>
        </p:nvGraphicFramePr>
        <p:xfrm>
          <a:off x="7772400" y="3581400"/>
          <a:ext cx="920750" cy="1616075"/>
        </p:xfrm>
        <a:graphic>
          <a:graphicData uri="http://schemas.openxmlformats.org/presentationml/2006/ole">
            <mc:AlternateContent xmlns:mc="http://schemas.openxmlformats.org/markup-compatibility/2006">
              <mc:Choice xmlns:v="urn:schemas-microsoft-com:vml" Requires="v">
                <p:oleObj name="Clip" r:id="rId4" imgW="1927225" imgH="3382963" progId="MS_ClipArt_Gallery.2">
                  <p:embed/>
                </p:oleObj>
              </mc:Choice>
              <mc:Fallback>
                <p:oleObj name="Clip" r:id="rId4" imgW="1927225" imgH="3382963" progId="MS_ClipArt_Gallery.2">
                  <p:embed/>
                  <p:pic>
                    <p:nvPicPr>
                      <p:cNvPr id="252933" name="Object 5">
                        <a:extLst>
                          <a:ext uri="{FF2B5EF4-FFF2-40B4-BE49-F238E27FC236}">
                            <a16:creationId xmlns:a16="http://schemas.microsoft.com/office/drawing/2014/main" id="{246D0131-CF51-57E4-CF62-585913F934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3581400"/>
                        <a:ext cx="920750" cy="161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2934" name="Text Box 6">
            <a:extLst>
              <a:ext uri="{FF2B5EF4-FFF2-40B4-BE49-F238E27FC236}">
                <a16:creationId xmlns:a16="http://schemas.microsoft.com/office/drawing/2014/main" id="{58C6B9EC-0E23-3373-5EBA-E471E6E0CE42}"/>
              </a:ext>
            </a:extLst>
          </p:cNvPr>
          <p:cNvSpPr txBox="1">
            <a:spLocks noChangeArrowheads="1"/>
          </p:cNvSpPr>
          <p:nvPr/>
        </p:nvSpPr>
        <p:spPr bwMode="auto">
          <a:xfrm>
            <a:off x="3200400" y="5105400"/>
            <a:ext cx="121920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2000">
                <a:latin typeface="Verdana" panose="020B0604030504040204" pitchFamily="34" charset="0"/>
              </a:rPr>
              <a:t>Client</a:t>
            </a:r>
          </a:p>
        </p:txBody>
      </p:sp>
      <p:sp>
        <p:nvSpPr>
          <p:cNvPr id="252935" name="Text Box 7">
            <a:extLst>
              <a:ext uri="{FF2B5EF4-FFF2-40B4-BE49-F238E27FC236}">
                <a16:creationId xmlns:a16="http://schemas.microsoft.com/office/drawing/2014/main" id="{213CD751-58C0-DBD3-DF7E-EF3A358B8EAA}"/>
              </a:ext>
            </a:extLst>
          </p:cNvPr>
          <p:cNvSpPr txBox="1">
            <a:spLocks noChangeArrowheads="1"/>
          </p:cNvSpPr>
          <p:nvPr/>
        </p:nvSpPr>
        <p:spPr bwMode="auto">
          <a:xfrm>
            <a:off x="7620000" y="5105400"/>
            <a:ext cx="121920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sz="2000">
                <a:latin typeface="Verdana" panose="020B0604030504040204" pitchFamily="34" charset="0"/>
              </a:rPr>
              <a:t>Server</a:t>
            </a:r>
          </a:p>
        </p:txBody>
      </p:sp>
      <p:sp>
        <p:nvSpPr>
          <p:cNvPr id="21513" name="Line 9">
            <a:extLst>
              <a:ext uri="{FF2B5EF4-FFF2-40B4-BE49-F238E27FC236}">
                <a16:creationId xmlns:a16="http://schemas.microsoft.com/office/drawing/2014/main" id="{3DB04B05-CA3E-3D1D-D478-48274500AEB1}"/>
              </a:ext>
            </a:extLst>
          </p:cNvPr>
          <p:cNvSpPr>
            <a:spLocks noChangeShapeType="1"/>
          </p:cNvSpPr>
          <p:nvPr/>
        </p:nvSpPr>
        <p:spPr bwMode="auto">
          <a:xfrm>
            <a:off x="4419600" y="4267200"/>
            <a:ext cx="3429000" cy="0"/>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4" name="Line 10">
            <a:extLst>
              <a:ext uri="{FF2B5EF4-FFF2-40B4-BE49-F238E27FC236}">
                <a16:creationId xmlns:a16="http://schemas.microsoft.com/office/drawing/2014/main" id="{EDD29C54-1323-95B9-1ED5-803C4A67A752}"/>
              </a:ext>
            </a:extLst>
          </p:cNvPr>
          <p:cNvSpPr>
            <a:spLocks noChangeShapeType="1"/>
          </p:cNvSpPr>
          <p:nvPr/>
        </p:nvSpPr>
        <p:spPr bwMode="auto">
          <a:xfrm flipH="1">
            <a:off x="4419600" y="4572000"/>
            <a:ext cx="3429000" cy="0"/>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5" name="Text Box 11">
            <a:extLst>
              <a:ext uri="{FF2B5EF4-FFF2-40B4-BE49-F238E27FC236}">
                <a16:creationId xmlns:a16="http://schemas.microsoft.com/office/drawing/2014/main" id="{6A52E7A5-2A92-7E27-ECB9-2FC2B961B8A4}"/>
              </a:ext>
            </a:extLst>
          </p:cNvPr>
          <p:cNvSpPr txBox="1">
            <a:spLocks noChangeArrowheads="1"/>
          </p:cNvSpPr>
          <p:nvPr/>
        </p:nvSpPr>
        <p:spPr bwMode="auto">
          <a:xfrm>
            <a:off x="4648200" y="3810000"/>
            <a:ext cx="289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Verdana" panose="020B0604030504040204" pitchFamily="34" charset="0"/>
              </a:rPr>
              <a:t>Request “document A”</a:t>
            </a:r>
          </a:p>
        </p:txBody>
      </p:sp>
      <p:sp>
        <p:nvSpPr>
          <p:cNvPr id="21516" name="Text Box 12">
            <a:extLst>
              <a:ext uri="{FF2B5EF4-FFF2-40B4-BE49-F238E27FC236}">
                <a16:creationId xmlns:a16="http://schemas.microsoft.com/office/drawing/2014/main" id="{B68F9807-C83F-6DAB-BA68-5817A7EBA0AB}"/>
              </a:ext>
            </a:extLst>
          </p:cNvPr>
          <p:cNvSpPr txBox="1">
            <a:spLocks noChangeArrowheads="1"/>
          </p:cNvSpPr>
          <p:nvPr/>
        </p:nvSpPr>
        <p:spPr bwMode="auto">
          <a:xfrm>
            <a:off x="5181600" y="4586288"/>
            <a:ext cx="1828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Bef>
                <a:spcPct val="50000"/>
              </a:spcBef>
            </a:pPr>
            <a:r>
              <a:rPr lang="en-US" altLang="en-US">
                <a:latin typeface="Verdana" panose="020B0604030504040204" pitchFamily="34" charset="0"/>
              </a:rPr>
              <a:t>document 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52932"/>
                                        </p:tgtEl>
                                        <p:attrNameLst>
                                          <p:attrName>style.visibility</p:attrName>
                                        </p:attrNameLst>
                                      </p:cBhvr>
                                      <p:to>
                                        <p:strVal val="visible"/>
                                      </p:to>
                                    </p:set>
                                    <p:animEffect transition="in" filter="dissolve">
                                      <p:cBhvr>
                                        <p:cTn id="7" dur="500"/>
                                        <p:tgtEl>
                                          <p:spTgt spid="2529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52933"/>
                                        </p:tgtEl>
                                        <p:attrNameLst>
                                          <p:attrName>style.visibility</p:attrName>
                                        </p:attrNameLst>
                                      </p:cBhvr>
                                      <p:to>
                                        <p:strVal val="visible"/>
                                      </p:to>
                                    </p:set>
                                    <p:animEffect transition="in" filter="dissolve">
                                      <p:cBhvr>
                                        <p:cTn id="12" dur="500"/>
                                        <p:tgtEl>
                                          <p:spTgt spid="2529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5293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2529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4" grpId="0" animBg="1" autoUpdateAnimBg="0"/>
      <p:bldP spid="252935"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a:extLst>
              <a:ext uri="{FF2B5EF4-FFF2-40B4-BE49-F238E27FC236}">
                <a16:creationId xmlns:a16="http://schemas.microsoft.com/office/drawing/2014/main" id="{6630FC8A-EBBA-8B1F-FE80-6763D38C6A30}"/>
              </a:ext>
            </a:extLst>
          </p:cNvPr>
          <p:cNvSpPr>
            <a:spLocks noGrp="1" noChangeArrowheads="1"/>
          </p:cNvSpPr>
          <p:nvPr>
            <p:ph type="title"/>
          </p:nvPr>
        </p:nvSpPr>
        <p:spPr/>
        <p:txBody>
          <a:bodyPr/>
          <a:lstStyle/>
          <a:p>
            <a:pPr>
              <a:defRPr/>
            </a:pPr>
            <a:r>
              <a:rPr lang="en-US" altLang="en-US" dirty="0"/>
              <a:t>Internet </a:t>
            </a:r>
            <a:r>
              <a:rPr lang="en-US" altLang="en-US" dirty="0" err="1"/>
              <a:t>v.s</a:t>
            </a:r>
            <a:r>
              <a:rPr lang="en-US" altLang="en-US" dirty="0"/>
              <a:t>. Web</a:t>
            </a:r>
          </a:p>
        </p:txBody>
      </p:sp>
      <p:sp>
        <p:nvSpPr>
          <p:cNvPr id="22531" name="Rectangle 3">
            <a:extLst>
              <a:ext uri="{FF2B5EF4-FFF2-40B4-BE49-F238E27FC236}">
                <a16:creationId xmlns:a16="http://schemas.microsoft.com/office/drawing/2014/main" id="{4A3D5623-256A-9737-70EF-3E9AACB09CAE}"/>
              </a:ext>
            </a:extLst>
          </p:cNvPr>
          <p:cNvSpPr>
            <a:spLocks noGrp="1" noChangeArrowheads="1"/>
          </p:cNvSpPr>
          <p:nvPr>
            <p:ph idx="1"/>
          </p:nvPr>
        </p:nvSpPr>
        <p:spPr/>
        <p:txBody>
          <a:bodyPr/>
          <a:lstStyle/>
          <a:p>
            <a:r>
              <a:rPr lang="en-US" altLang="en-US" sz="2800" b="1"/>
              <a:t>The Internet</a:t>
            </a:r>
            <a:r>
              <a:rPr lang="en-US" altLang="en-US" sz="2800"/>
              <a:t>: a inter-connected computer networks, linked by wires, cables, wireless connections, etc.</a:t>
            </a:r>
          </a:p>
          <a:p>
            <a:r>
              <a:rPr lang="en-US" altLang="en-US" sz="2800" b="1"/>
              <a:t>Web</a:t>
            </a:r>
            <a:r>
              <a:rPr lang="en-US" altLang="en-US" sz="2800"/>
              <a:t>: a collection of interconnected documents and other resources.</a:t>
            </a:r>
          </a:p>
          <a:p>
            <a:r>
              <a:rPr lang="en-US" altLang="en-US" sz="2800"/>
              <a:t>The world wide web (</a:t>
            </a:r>
            <a:r>
              <a:rPr lang="en-US" altLang="en-US" sz="2800" b="1"/>
              <a:t>WWW</a:t>
            </a:r>
            <a:r>
              <a:rPr lang="en-US" altLang="en-US" sz="2800"/>
              <a:t>) is accessible via the Internet, as are many other services including email, file sharing, etc.</a:t>
            </a:r>
          </a:p>
        </p:txBody>
      </p:sp>
      <p:sp>
        <p:nvSpPr>
          <p:cNvPr id="22532" name="Slide Number Placeholder 3">
            <a:extLst>
              <a:ext uri="{FF2B5EF4-FFF2-40B4-BE49-F238E27FC236}">
                <a16:creationId xmlns:a16="http://schemas.microsoft.com/office/drawing/2014/main" id="{97889C39-784C-28C9-3648-43200F8E798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DBA8C08-2E92-4BC9-A1F1-EA7DD7B6D196}" type="slidenum">
              <a:rPr lang="en-US" altLang="en-US" smtClean="0">
                <a:solidFill>
                  <a:srgbClr val="FFFFFF"/>
                </a:solidFill>
              </a:rPr>
              <a:pPr/>
              <a:t>13</a:t>
            </a:fld>
            <a:endParaRPr lang="en-US" altLang="en-US">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a:extLst>
              <a:ext uri="{FF2B5EF4-FFF2-40B4-BE49-F238E27FC236}">
                <a16:creationId xmlns:a16="http://schemas.microsoft.com/office/drawing/2014/main" id="{97A4B581-DBB1-EE79-3926-FEFCAB738A9E}"/>
              </a:ext>
            </a:extLst>
          </p:cNvPr>
          <p:cNvSpPr>
            <a:spLocks noGrp="1" noChangeArrowheads="1"/>
          </p:cNvSpPr>
          <p:nvPr>
            <p:ph type="title"/>
          </p:nvPr>
        </p:nvSpPr>
        <p:spPr/>
        <p:txBody>
          <a:bodyPr/>
          <a:lstStyle/>
          <a:p>
            <a:pPr>
              <a:defRPr/>
            </a:pPr>
            <a:r>
              <a:rPr lang="en-US" altLang="en-US"/>
              <a:t>The World Wide Web (WWW)</a:t>
            </a:r>
          </a:p>
        </p:txBody>
      </p:sp>
      <p:sp>
        <p:nvSpPr>
          <p:cNvPr id="23555" name="Rectangle 3">
            <a:extLst>
              <a:ext uri="{FF2B5EF4-FFF2-40B4-BE49-F238E27FC236}">
                <a16:creationId xmlns:a16="http://schemas.microsoft.com/office/drawing/2014/main" id="{6A078A77-9AB9-F99A-1AF8-F54541AD00B4}"/>
              </a:ext>
            </a:extLst>
          </p:cNvPr>
          <p:cNvSpPr>
            <a:spLocks noGrp="1" noChangeArrowheads="1"/>
          </p:cNvSpPr>
          <p:nvPr>
            <p:ph idx="1"/>
          </p:nvPr>
        </p:nvSpPr>
        <p:spPr/>
        <p:txBody>
          <a:bodyPr/>
          <a:lstStyle/>
          <a:p>
            <a:r>
              <a:rPr lang="en-US" altLang="en-US" sz="3200" b="1"/>
              <a:t>WWW</a:t>
            </a:r>
            <a:r>
              <a:rPr lang="en-US" altLang="en-US" sz="3200"/>
              <a:t> is a system of interlinked, hypertext documents that runs over the Internet</a:t>
            </a:r>
          </a:p>
          <a:p>
            <a:r>
              <a:rPr lang="en-US" altLang="en-US" sz="3200"/>
              <a:t>Two types of software:</a:t>
            </a:r>
          </a:p>
          <a:p>
            <a:pPr lvl="1"/>
            <a:r>
              <a:rPr lang="en-US" altLang="en-US" sz="2800" b="1"/>
              <a:t>Client</a:t>
            </a:r>
            <a:r>
              <a:rPr lang="en-US" altLang="en-US" sz="2800"/>
              <a:t>: a system that wishes to access the information provided by servers must run client software (e.g., web browser)</a:t>
            </a:r>
          </a:p>
          <a:p>
            <a:pPr lvl="1"/>
            <a:r>
              <a:rPr lang="en-US" altLang="en-US" sz="2800" b="1"/>
              <a:t>Server</a:t>
            </a:r>
            <a:r>
              <a:rPr lang="en-US" altLang="en-US" sz="2800"/>
              <a:t>: an internet-connected computer that wishes to provide information to others must run server software</a:t>
            </a:r>
          </a:p>
          <a:p>
            <a:pPr lvl="1"/>
            <a:r>
              <a:rPr lang="en-US" altLang="en-US" sz="2800"/>
              <a:t>Client and server applications communicate over the Internet by following a protocol built on top of TCP/IP – </a:t>
            </a:r>
            <a:r>
              <a:rPr lang="en-US" altLang="en-US" sz="2800">
                <a:solidFill>
                  <a:schemeClr val="accent2"/>
                </a:solidFill>
              </a:rPr>
              <a:t>HyperText Transport Protocol</a:t>
            </a:r>
            <a:r>
              <a:rPr lang="en-US" altLang="en-US" sz="2800"/>
              <a:t> (</a:t>
            </a:r>
            <a:r>
              <a:rPr lang="en-US" altLang="en-US" sz="2800" b="1"/>
              <a:t>HTTP</a:t>
            </a:r>
            <a:r>
              <a:rPr lang="en-US" altLang="en-US" sz="2800"/>
              <a:t>) </a:t>
            </a:r>
          </a:p>
        </p:txBody>
      </p:sp>
      <p:sp>
        <p:nvSpPr>
          <p:cNvPr id="23556" name="Slide Number Placeholder 3">
            <a:extLst>
              <a:ext uri="{FF2B5EF4-FFF2-40B4-BE49-F238E27FC236}">
                <a16:creationId xmlns:a16="http://schemas.microsoft.com/office/drawing/2014/main" id="{09BC31BB-5255-421F-FA80-33D59E0DA4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85484586-2C38-44C9-ABCB-01D399678BBB}" type="slidenum">
              <a:rPr lang="en-US" altLang="en-US" smtClean="0">
                <a:solidFill>
                  <a:srgbClr val="FFFFFF"/>
                </a:solidFill>
              </a:rPr>
              <a:pPr/>
              <a:t>14</a:t>
            </a:fld>
            <a:endParaRPr lang="en-US" altLang="en-US">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4FE18E71-1DB0-C978-1D53-AD5CFEF43F3E}"/>
              </a:ext>
            </a:extLst>
          </p:cNvPr>
          <p:cNvSpPr>
            <a:spLocks noGrp="1" noChangeArrowheads="1"/>
          </p:cNvSpPr>
          <p:nvPr>
            <p:ph type="title"/>
          </p:nvPr>
        </p:nvSpPr>
        <p:spPr/>
        <p:txBody>
          <a:bodyPr/>
          <a:lstStyle/>
          <a:p>
            <a:pPr>
              <a:defRPr/>
            </a:pPr>
            <a:r>
              <a:rPr lang="en-US" altLang="en-US"/>
              <a:t>Basics of the WWW</a:t>
            </a:r>
          </a:p>
        </p:txBody>
      </p:sp>
      <p:sp>
        <p:nvSpPr>
          <p:cNvPr id="24579" name="Rectangle 3">
            <a:extLst>
              <a:ext uri="{FF2B5EF4-FFF2-40B4-BE49-F238E27FC236}">
                <a16:creationId xmlns:a16="http://schemas.microsoft.com/office/drawing/2014/main" id="{332B7909-4360-9BFA-76B1-31F4A4EFE809}"/>
              </a:ext>
            </a:extLst>
          </p:cNvPr>
          <p:cNvSpPr>
            <a:spLocks noGrp="1" noChangeArrowheads="1"/>
          </p:cNvSpPr>
          <p:nvPr>
            <p:ph idx="1"/>
          </p:nvPr>
        </p:nvSpPr>
        <p:spPr/>
        <p:txBody>
          <a:bodyPr/>
          <a:lstStyle/>
          <a:p>
            <a:r>
              <a:rPr lang="en-US" altLang="en-US" sz="2800" b="1"/>
              <a:t>Hypertext</a:t>
            </a:r>
            <a:r>
              <a:rPr lang="en-US" altLang="en-US" sz="2800"/>
              <a:t>: a format of information which allows one to move from one part of a document to another or from one document to another through </a:t>
            </a:r>
            <a:r>
              <a:rPr lang="en-US" altLang="en-US" sz="2800" b="1"/>
              <a:t>hyperlinks</a:t>
            </a:r>
          </a:p>
          <a:p>
            <a:r>
              <a:rPr lang="en-US" altLang="en-US" sz="2800"/>
              <a:t>Uniform Resource Locator (</a:t>
            </a:r>
            <a:r>
              <a:rPr lang="en-US" altLang="en-US" sz="2800" b="1"/>
              <a:t>URL</a:t>
            </a:r>
            <a:r>
              <a:rPr lang="en-US" altLang="en-US" sz="2800"/>
              <a:t>): unique identifiers used to locate a particular resource on the network</a:t>
            </a:r>
          </a:p>
          <a:p>
            <a:r>
              <a:rPr lang="en-US" altLang="en-US" sz="2800" b="1"/>
              <a:t>Markup language</a:t>
            </a:r>
            <a:r>
              <a:rPr lang="en-US" altLang="en-US" sz="2800"/>
              <a:t>: defines the structure and content of hypertext documents</a:t>
            </a:r>
          </a:p>
        </p:txBody>
      </p:sp>
      <p:sp>
        <p:nvSpPr>
          <p:cNvPr id="24580" name="Slide Number Placeholder 3">
            <a:extLst>
              <a:ext uri="{FF2B5EF4-FFF2-40B4-BE49-F238E27FC236}">
                <a16:creationId xmlns:a16="http://schemas.microsoft.com/office/drawing/2014/main" id="{261E15B4-67A5-E191-89AA-B819BF83E20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F33557C-D379-4DCE-9E64-DE83C669F01E}" type="slidenum">
              <a:rPr lang="en-US" altLang="en-US" smtClean="0">
                <a:solidFill>
                  <a:srgbClr val="FFFFFF"/>
                </a:solidFill>
              </a:rPr>
              <a:pPr/>
              <a:t>15</a:t>
            </a:fld>
            <a:endParaRPr lang="en-US" altLang="en-US">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a:extLst>
              <a:ext uri="{FF2B5EF4-FFF2-40B4-BE49-F238E27FC236}">
                <a16:creationId xmlns:a16="http://schemas.microsoft.com/office/drawing/2014/main" id="{93F44BD7-B2F9-7897-0CA5-841509731BB5}"/>
              </a:ext>
            </a:extLst>
          </p:cNvPr>
          <p:cNvSpPr>
            <a:spLocks noGrp="1" noChangeArrowheads="1"/>
          </p:cNvSpPr>
          <p:nvPr>
            <p:ph type="title"/>
          </p:nvPr>
        </p:nvSpPr>
        <p:spPr/>
        <p:txBody>
          <a:bodyPr/>
          <a:lstStyle/>
          <a:p>
            <a:pPr>
              <a:defRPr/>
            </a:pPr>
            <a:r>
              <a:rPr lang="en-US" altLang="en-US"/>
              <a:t>Web Client: Browser</a:t>
            </a:r>
          </a:p>
        </p:txBody>
      </p:sp>
      <p:sp>
        <p:nvSpPr>
          <p:cNvPr id="25603" name="Rectangle 3">
            <a:extLst>
              <a:ext uri="{FF2B5EF4-FFF2-40B4-BE49-F238E27FC236}">
                <a16:creationId xmlns:a16="http://schemas.microsoft.com/office/drawing/2014/main" id="{E6A6C54E-961C-9541-24C4-7DB676329FA4}"/>
              </a:ext>
            </a:extLst>
          </p:cNvPr>
          <p:cNvSpPr>
            <a:spLocks noGrp="1" noChangeArrowheads="1"/>
          </p:cNvSpPr>
          <p:nvPr>
            <p:ph idx="1"/>
          </p:nvPr>
        </p:nvSpPr>
        <p:spPr>
          <a:xfrm>
            <a:off x="1096963" y="1846263"/>
            <a:ext cx="10485437" cy="4022725"/>
          </a:xfrm>
        </p:spPr>
        <p:txBody>
          <a:bodyPr/>
          <a:lstStyle/>
          <a:p>
            <a:r>
              <a:rPr lang="en-US" altLang="en-US" sz="2800"/>
              <a:t>Makes HTTP requests on behalf of the user</a:t>
            </a:r>
          </a:p>
          <a:p>
            <a:pPr lvl="1"/>
            <a:r>
              <a:rPr lang="en-US" altLang="en-US" sz="2800"/>
              <a:t>Reformat the URL entered as a valid HTTP request</a:t>
            </a:r>
          </a:p>
          <a:p>
            <a:pPr lvl="1"/>
            <a:r>
              <a:rPr lang="en-US" altLang="en-US" sz="2800"/>
              <a:t>Use DNS to convert server’s host name to appropriate IP address</a:t>
            </a:r>
          </a:p>
          <a:p>
            <a:pPr lvl="1"/>
            <a:r>
              <a:rPr lang="en-US" altLang="en-US" sz="2800"/>
              <a:t>Establish a TCP connection using the IP address</a:t>
            </a:r>
          </a:p>
          <a:p>
            <a:pPr lvl="1"/>
            <a:r>
              <a:rPr lang="en-US" altLang="en-US" sz="2800"/>
              <a:t>Send HTTP request over the connection and wait for server’s response</a:t>
            </a:r>
          </a:p>
          <a:p>
            <a:pPr lvl="1"/>
            <a:r>
              <a:rPr lang="en-US" altLang="en-US" sz="2800"/>
              <a:t>Display the document contained in the response</a:t>
            </a:r>
          </a:p>
          <a:p>
            <a:pPr lvl="2"/>
            <a:r>
              <a:rPr lang="en-US" altLang="en-US" sz="2800"/>
              <a:t>If the document is </a:t>
            </a:r>
            <a:r>
              <a:rPr lang="en-US" altLang="en-US" sz="2800">
                <a:solidFill>
                  <a:srgbClr val="FF0000"/>
                </a:solidFill>
              </a:rPr>
              <a:t>not</a:t>
            </a:r>
            <a:r>
              <a:rPr lang="en-US" altLang="en-US" sz="2800"/>
              <a:t> a plain-text document but instead is written in HTML, this involves rendering the document (positioning text, graphics, creating table borders, using appropriate fonts, etc.)</a:t>
            </a:r>
          </a:p>
        </p:txBody>
      </p:sp>
      <p:sp>
        <p:nvSpPr>
          <p:cNvPr id="25604" name="Slide Number Placeholder 3">
            <a:extLst>
              <a:ext uri="{FF2B5EF4-FFF2-40B4-BE49-F238E27FC236}">
                <a16:creationId xmlns:a16="http://schemas.microsoft.com/office/drawing/2014/main" id="{3E6D8350-DE64-EBBF-3084-4FA4E3FDD9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0CA7374-41DE-40F9-95B5-840DC20E473C}" type="slidenum">
              <a:rPr lang="en-US" altLang="en-US" smtClean="0">
                <a:solidFill>
                  <a:srgbClr val="FFFFFF"/>
                </a:solidFill>
              </a:rPr>
              <a:pPr/>
              <a:t>16</a:t>
            </a:fld>
            <a:endParaRPr lang="en-US" altLang="en-US">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a:extLst>
              <a:ext uri="{FF2B5EF4-FFF2-40B4-BE49-F238E27FC236}">
                <a16:creationId xmlns:a16="http://schemas.microsoft.com/office/drawing/2014/main" id="{08E9CA02-DBC5-7713-3A57-D19C65A5F828}"/>
              </a:ext>
            </a:extLst>
          </p:cNvPr>
          <p:cNvSpPr>
            <a:spLocks noGrp="1" noChangeArrowheads="1"/>
          </p:cNvSpPr>
          <p:nvPr>
            <p:ph type="title"/>
          </p:nvPr>
        </p:nvSpPr>
        <p:spPr/>
        <p:txBody>
          <a:bodyPr/>
          <a:lstStyle/>
          <a:p>
            <a:pPr>
              <a:defRPr/>
            </a:pPr>
            <a:r>
              <a:rPr lang="en-US" altLang="en-US"/>
              <a:t>Web Servers</a:t>
            </a:r>
          </a:p>
        </p:txBody>
      </p:sp>
      <p:sp>
        <p:nvSpPr>
          <p:cNvPr id="26627" name="Rectangle 3">
            <a:extLst>
              <a:ext uri="{FF2B5EF4-FFF2-40B4-BE49-F238E27FC236}">
                <a16:creationId xmlns:a16="http://schemas.microsoft.com/office/drawing/2014/main" id="{6A0F4170-1D54-F1A6-F4F7-7B6C53781597}"/>
              </a:ext>
            </a:extLst>
          </p:cNvPr>
          <p:cNvSpPr>
            <a:spLocks noGrp="1" noChangeArrowheads="1"/>
          </p:cNvSpPr>
          <p:nvPr>
            <p:ph idx="1"/>
          </p:nvPr>
        </p:nvSpPr>
        <p:spPr>
          <a:xfrm>
            <a:off x="533400" y="1846263"/>
            <a:ext cx="11430000" cy="4022725"/>
          </a:xfrm>
        </p:spPr>
        <p:txBody>
          <a:bodyPr/>
          <a:lstStyle/>
          <a:p>
            <a:r>
              <a:rPr lang="en-US" altLang="en-US" sz="2800"/>
              <a:t>Main functionalities:</a:t>
            </a:r>
          </a:p>
          <a:p>
            <a:pPr lvl="1"/>
            <a:r>
              <a:rPr lang="en-US" altLang="en-US" sz="2800"/>
              <a:t>Server waits for connect requests</a:t>
            </a:r>
          </a:p>
          <a:p>
            <a:pPr lvl="1"/>
            <a:r>
              <a:rPr lang="en-US" altLang="en-US" sz="2800"/>
              <a:t>When a connection request is received, the server creates a new process to handle this connection</a:t>
            </a:r>
          </a:p>
          <a:p>
            <a:pPr lvl="1"/>
            <a:r>
              <a:rPr lang="en-US" altLang="en-US" sz="2800"/>
              <a:t>The new process establishes the TCP connection and waits for HTTP requests</a:t>
            </a:r>
          </a:p>
          <a:p>
            <a:pPr lvl="1"/>
            <a:r>
              <a:rPr lang="en-US" altLang="en-US" sz="2800"/>
              <a:t>The new process invokes software that maps the requested URL to a resource on the server</a:t>
            </a:r>
          </a:p>
          <a:p>
            <a:pPr lvl="1"/>
            <a:r>
              <a:rPr lang="en-US" altLang="en-US" sz="2800"/>
              <a:t>If the resource is a file, creates an HTTP response that contains the file in the body of the response message</a:t>
            </a:r>
          </a:p>
          <a:p>
            <a:pPr lvl="1"/>
            <a:r>
              <a:rPr lang="en-US" altLang="en-US" sz="2800"/>
              <a:t>If the resource is a program, runs the program, and returns the output</a:t>
            </a:r>
          </a:p>
        </p:txBody>
      </p:sp>
      <p:sp>
        <p:nvSpPr>
          <p:cNvPr id="26628" name="Slide Number Placeholder 3">
            <a:extLst>
              <a:ext uri="{FF2B5EF4-FFF2-40B4-BE49-F238E27FC236}">
                <a16:creationId xmlns:a16="http://schemas.microsoft.com/office/drawing/2014/main" id="{5FCC56EF-81FC-9137-E3EB-6B5D7CFF84B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F96DF2E4-9C92-4B82-A418-384EB27EA33C}" type="slidenum">
              <a:rPr lang="en-US" altLang="en-US" smtClean="0">
                <a:solidFill>
                  <a:srgbClr val="FFFFFF"/>
                </a:solidFill>
              </a:rPr>
              <a:pPr/>
              <a:t>17</a:t>
            </a:fld>
            <a:endParaRPr lang="en-US" altLang="en-US">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FC68362B-68F3-842C-0093-866304EB6DF2}"/>
              </a:ext>
            </a:extLst>
          </p:cNvPr>
          <p:cNvSpPr>
            <a:spLocks noGrp="1" noChangeArrowheads="1"/>
          </p:cNvSpPr>
          <p:nvPr>
            <p:ph type="title"/>
          </p:nvPr>
        </p:nvSpPr>
        <p:spPr/>
        <p:txBody>
          <a:bodyPr/>
          <a:lstStyle/>
          <a:p>
            <a:pPr>
              <a:defRPr/>
            </a:pPr>
            <a:r>
              <a:rPr lang="en-US" altLang="en-US" dirty="0"/>
              <a:t>Static Web: HTML/XHTML, CSS</a:t>
            </a:r>
          </a:p>
        </p:txBody>
      </p:sp>
      <p:sp>
        <p:nvSpPr>
          <p:cNvPr id="27651" name="Rectangle 3">
            <a:extLst>
              <a:ext uri="{FF2B5EF4-FFF2-40B4-BE49-F238E27FC236}">
                <a16:creationId xmlns:a16="http://schemas.microsoft.com/office/drawing/2014/main" id="{F415029A-8BD8-2EE1-4CA9-FE021721089F}"/>
              </a:ext>
            </a:extLst>
          </p:cNvPr>
          <p:cNvSpPr>
            <a:spLocks noGrp="1" noChangeArrowheads="1"/>
          </p:cNvSpPr>
          <p:nvPr>
            <p:ph idx="1"/>
          </p:nvPr>
        </p:nvSpPr>
        <p:spPr>
          <a:xfrm>
            <a:off x="1096963" y="1846263"/>
            <a:ext cx="10485437" cy="4022725"/>
          </a:xfrm>
        </p:spPr>
        <p:txBody>
          <a:bodyPr/>
          <a:lstStyle/>
          <a:p>
            <a:r>
              <a:rPr lang="en-US" altLang="en-US" sz="2800" b="1"/>
              <a:t>HTML</a:t>
            </a:r>
            <a:r>
              <a:rPr lang="en-US" altLang="en-US" sz="2800"/>
              <a:t> stands for </a:t>
            </a:r>
            <a:r>
              <a:rPr lang="en-US" altLang="en-US" sz="2800" b="1"/>
              <a:t>H</a:t>
            </a:r>
            <a:r>
              <a:rPr lang="en-US" altLang="en-US" sz="2800"/>
              <a:t>yper</a:t>
            </a:r>
            <a:r>
              <a:rPr lang="en-US" altLang="en-US" sz="2800" b="1"/>
              <a:t>T</a:t>
            </a:r>
            <a:r>
              <a:rPr lang="en-US" altLang="en-US" sz="2800"/>
              <a:t>ext </a:t>
            </a:r>
            <a:r>
              <a:rPr lang="en-US" altLang="en-US" sz="2800" b="1"/>
              <a:t>M</a:t>
            </a:r>
            <a:r>
              <a:rPr lang="en-US" altLang="en-US" sz="2800"/>
              <a:t>arkup </a:t>
            </a:r>
            <a:r>
              <a:rPr lang="en-US" altLang="en-US" sz="2800" b="1"/>
              <a:t>L</a:t>
            </a:r>
            <a:r>
              <a:rPr lang="en-US" altLang="en-US" sz="2800"/>
              <a:t>anguage</a:t>
            </a:r>
          </a:p>
          <a:p>
            <a:pPr lvl="1"/>
            <a:r>
              <a:rPr lang="en-US" altLang="en-US" sz="2800"/>
              <a:t>It is a text file containing small markup tags that tell the Web browser how to display the page</a:t>
            </a:r>
          </a:p>
          <a:p>
            <a:pPr lvl="1"/>
            <a:endParaRPr lang="en-US" altLang="en-US" sz="2800"/>
          </a:p>
          <a:p>
            <a:r>
              <a:rPr lang="en-US" altLang="en-US" sz="2800" b="1"/>
              <a:t>XHTML</a:t>
            </a:r>
            <a:r>
              <a:rPr lang="en-US" altLang="en-US" sz="2800"/>
              <a:t> stands for e</a:t>
            </a:r>
            <a:r>
              <a:rPr lang="en-US" altLang="en-US" sz="2800" b="1"/>
              <a:t>X</a:t>
            </a:r>
            <a:r>
              <a:rPr lang="en-US" altLang="en-US" sz="2800"/>
              <a:t>tensible </a:t>
            </a:r>
            <a:r>
              <a:rPr lang="en-US" altLang="en-US" sz="2800" b="1"/>
              <a:t>H</a:t>
            </a:r>
            <a:r>
              <a:rPr lang="en-US" altLang="en-US" sz="2800"/>
              <a:t>yper</a:t>
            </a:r>
            <a:r>
              <a:rPr lang="en-US" altLang="en-US" sz="2800" b="1"/>
              <a:t>T</a:t>
            </a:r>
            <a:r>
              <a:rPr lang="en-US" altLang="en-US" sz="2800"/>
              <a:t>ext </a:t>
            </a:r>
            <a:r>
              <a:rPr lang="en-US" altLang="en-US" sz="2800" b="1"/>
              <a:t>M</a:t>
            </a:r>
            <a:r>
              <a:rPr lang="en-US" altLang="en-US" sz="2800"/>
              <a:t>arkup </a:t>
            </a:r>
            <a:r>
              <a:rPr lang="en-US" altLang="en-US" sz="2800" b="1"/>
              <a:t>L</a:t>
            </a:r>
            <a:r>
              <a:rPr lang="en-US" altLang="en-US" sz="2800"/>
              <a:t>anguage</a:t>
            </a:r>
          </a:p>
          <a:p>
            <a:pPr lvl="1"/>
            <a:r>
              <a:rPr lang="en-US" altLang="en-US" sz="2800"/>
              <a:t>It is identical to HTML 4.01</a:t>
            </a:r>
          </a:p>
          <a:p>
            <a:pPr lvl="1"/>
            <a:r>
              <a:rPr lang="en-US" altLang="en-US" sz="2800"/>
              <a:t>It is a stricter and cleaner version of HTML</a:t>
            </a:r>
          </a:p>
          <a:p>
            <a:pPr lvl="1"/>
            <a:endParaRPr lang="en-US" altLang="en-US" sz="2800"/>
          </a:p>
          <a:p>
            <a:r>
              <a:rPr lang="en-US" altLang="en-US" sz="2800" b="1"/>
              <a:t>CSS</a:t>
            </a:r>
            <a:r>
              <a:rPr lang="en-US" altLang="en-US" sz="2800"/>
              <a:t> stands for </a:t>
            </a:r>
            <a:r>
              <a:rPr lang="en-US" altLang="en-US" sz="2800" b="1"/>
              <a:t>C</a:t>
            </a:r>
            <a:r>
              <a:rPr lang="en-US" altLang="en-US" sz="2800"/>
              <a:t>ascading </a:t>
            </a:r>
            <a:r>
              <a:rPr lang="en-US" altLang="en-US" sz="2800" b="1"/>
              <a:t>S</a:t>
            </a:r>
            <a:r>
              <a:rPr lang="en-US" altLang="en-US" sz="2800"/>
              <a:t>tyle </a:t>
            </a:r>
            <a:r>
              <a:rPr lang="en-US" altLang="en-US" sz="2800" b="1"/>
              <a:t>S</a:t>
            </a:r>
            <a:r>
              <a:rPr lang="en-US" altLang="en-US" sz="2800"/>
              <a:t>heets</a:t>
            </a:r>
          </a:p>
          <a:p>
            <a:pPr lvl="1"/>
            <a:r>
              <a:rPr lang="en-US" altLang="en-US" sz="2800"/>
              <a:t>It defines how to display HTML elements</a:t>
            </a:r>
          </a:p>
        </p:txBody>
      </p:sp>
      <p:sp>
        <p:nvSpPr>
          <p:cNvPr id="27652" name="Slide Number Placeholder 3">
            <a:extLst>
              <a:ext uri="{FF2B5EF4-FFF2-40B4-BE49-F238E27FC236}">
                <a16:creationId xmlns:a16="http://schemas.microsoft.com/office/drawing/2014/main" id="{EE3485E8-F09E-AEB4-47A4-D5DA31299D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15DD2EF0-C7A3-4F1F-9642-A2F42E6DBA8C}" type="slidenum">
              <a:rPr lang="en-US" altLang="en-US" smtClean="0">
                <a:solidFill>
                  <a:srgbClr val="FFFFFF"/>
                </a:solidFill>
              </a:rPr>
              <a:pPr/>
              <a:t>18</a:t>
            </a:fld>
            <a:endParaRPr lang="en-US" altLang="en-US">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a:extLst>
              <a:ext uri="{FF2B5EF4-FFF2-40B4-BE49-F238E27FC236}">
                <a16:creationId xmlns:a16="http://schemas.microsoft.com/office/drawing/2014/main" id="{249752FB-9ED8-F260-33CD-E376B0F359CF}"/>
              </a:ext>
            </a:extLst>
          </p:cNvPr>
          <p:cNvSpPr>
            <a:spLocks noGrp="1" noChangeArrowheads="1"/>
          </p:cNvSpPr>
          <p:nvPr>
            <p:ph type="title"/>
          </p:nvPr>
        </p:nvSpPr>
        <p:spPr/>
        <p:txBody>
          <a:bodyPr/>
          <a:lstStyle/>
          <a:p>
            <a:pPr>
              <a:defRPr/>
            </a:pPr>
            <a:r>
              <a:rPr lang="en-US" altLang="en-US"/>
              <a:t>Why Programmability?</a:t>
            </a:r>
          </a:p>
        </p:txBody>
      </p:sp>
      <p:sp>
        <p:nvSpPr>
          <p:cNvPr id="28675" name="Rectangle 3">
            <a:extLst>
              <a:ext uri="{FF2B5EF4-FFF2-40B4-BE49-F238E27FC236}">
                <a16:creationId xmlns:a16="http://schemas.microsoft.com/office/drawing/2014/main" id="{25A29DE7-CF08-1F3E-A874-8DC983D578B3}"/>
              </a:ext>
            </a:extLst>
          </p:cNvPr>
          <p:cNvSpPr>
            <a:spLocks noGrp="1" noChangeArrowheads="1"/>
          </p:cNvSpPr>
          <p:nvPr>
            <p:ph idx="1"/>
          </p:nvPr>
        </p:nvSpPr>
        <p:spPr/>
        <p:txBody>
          <a:bodyPr/>
          <a:lstStyle/>
          <a:p>
            <a:r>
              <a:rPr lang="en-US" altLang="en-US" sz="2800"/>
              <a:t>What’s the drawback to simple document model?</a:t>
            </a:r>
          </a:p>
          <a:p>
            <a:pPr lvl="1"/>
            <a:r>
              <a:rPr lang="en-US" altLang="en-US" sz="2800"/>
              <a:t>Static</a:t>
            </a:r>
          </a:p>
          <a:p>
            <a:pPr lvl="1"/>
            <a:r>
              <a:rPr lang="en-US" altLang="en-US" sz="2800"/>
              <a:t>Assume that documents are created before they are requested</a:t>
            </a:r>
          </a:p>
          <a:p>
            <a:endParaRPr lang="en-US" altLang="en-US" sz="2800"/>
          </a:p>
          <a:p>
            <a:r>
              <a:rPr lang="en-US" altLang="en-US" sz="2800"/>
              <a:t>What are examples of information that might be part of web documents that may not be known before they are requested?</a:t>
            </a:r>
          </a:p>
        </p:txBody>
      </p:sp>
      <p:sp>
        <p:nvSpPr>
          <p:cNvPr id="28676" name="Slide Number Placeholder 3">
            <a:extLst>
              <a:ext uri="{FF2B5EF4-FFF2-40B4-BE49-F238E27FC236}">
                <a16:creationId xmlns:a16="http://schemas.microsoft.com/office/drawing/2014/main" id="{B03FDA6B-99CC-4A92-FE18-78BDE50D35C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9F541145-4FA6-4911-9563-ECB20C490F8A}" type="slidenum">
              <a:rPr lang="en-US" altLang="en-US" smtClean="0">
                <a:solidFill>
                  <a:srgbClr val="FFFFFF"/>
                </a:solidFill>
              </a:rPr>
              <a:pPr/>
              <a:t>19</a:t>
            </a:fld>
            <a:endParaRPr lang="en-US" altLang="en-US">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a:extLst>
              <a:ext uri="{FF2B5EF4-FFF2-40B4-BE49-F238E27FC236}">
                <a16:creationId xmlns:a16="http://schemas.microsoft.com/office/drawing/2014/main" id="{35208490-3CC2-1FC7-128B-FD9D3E4F1845}"/>
              </a:ext>
            </a:extLst>
          </p:cNvPr>
          <p:cNvSpPr>
            <a:spLocks noGrp="1" noChangeArrowheads="1"/>
          </p:cNvSpPr>
          <p:nvPr>
            <p:ph type="title"/>
          </p:nvPr>
        </p:nvSpPr>
        <p:spPr/>
        <p:txBody>
          <a:bodyPr/>
          <a:lstStyle/>
          <a:p>
            <a:pPr>
              <a:defRPr/>
            </a:pPr>
            <a:r>
              <a:rPr lang="en-US" altLang="en-US"/>
              <a:t>Client-Side Programmability</a:t>
            </a:r>
          </a:p>
        </p:txBody>
      </p:sp>
      <p:sp>
        <p:nvSpPr>
          <p:cNvPr id="29699" name="Rectangle 3">
            <a:extLst>
              <a:ext uri="{FF2B5EF4-FFF2-40B4-BE49-F238E27FC236}">
                <a16:creationId xmlns:a16="http://schemas.microsoft.com/office/drawing/2014/main" id="{1BF95E21-0D07-710A-5B42-EEFD95ED1836}"/>
              </a:ext>
            </a:extLst>
          </p:cNvPr>
          <p:cNvSpPr>
            <a:spLocks noGrp="1" noChangeArrowheads="1"/>
          </p:cNvSpPr>
          <p:nvPr>
            <p:ph idx="1"/>
          </p:nvPr>
        </p:nvSpPr>
        <p:spPr/>
        <p:txBody>
          <a:bodyPr/>
          <a:lstStyle/>
          <a:p>
            <a:r>
              <a:rPr lang="en-US" altLang="en-US" sz="2800"/>
              <a:t>Scripting language: a lightweight programming language</a:t>
            </a:r>
          </a:p>
          <a:p>
            <a:r>
              <a:rPr lang="en-US" altLang="en-US" sz="2800"/>
              <a:t>Browser scripting: </a:t>
            </a:r>
            <a:r>
              <a:rPr lang="en-US" altLang="en-US" sz="2800" b="1"/>
              <a:t>JavaScript</a:t>
            </a:r>
          </a:p>
          <a:p>
            <a:pPr lvl="1"/>
            <a:r>
              <a:rPr lang="en-US" altLang="en-US" sz="2800"/>
              <a:t>Designed to add interactivity to HTML pages</a:t>
            </a:r>
          </a:p>
          <a:p>
            <a:pPr lvl="1"/>
            <a:r>
              <a:rPr lang="en-US" altLang="en-US" sz="2800"/>
              <a:t>Usually embedded into HTML pages</a:t>
            </a:r>
          </a:p>
          <a:p>
            <a:pPr lvl="1"/>
            <a:r>
              <a:rPr lang="en-US" altLang="en-US" sz="2800"/>
              <a:t>What can a JavaScript Do?</a:t>
            </a:r>
          </a:p>
          <a:p>
            <a:pPr lvl="2"/>
            <a:r>
              <a:rPr lang="en-US" altLang="en-US" sz="2800"/>
              <a:t>Put dynamic text into an HTML page</a:t>
            </a:r>
          </a:p>
          <a:p>
            <a:pPr lvl="2"/>
            <a:r>
              <a:rPr lang="en-US" altLang="en-US" sz="2800"/>
              <a:t>React to events</a:t>
            </a:r>
          </a:p>
          <a:p>
            <a:pPr lvl="2"/>
            <a:r>
              <a:rPr lang="en-US" altLang="en-US" sz="2800"/>
              <a:t>Read and write HTML elements</a:t>
            </a:r>
          </a:p>
          <a:p>
            <a:pPr lvl="2"/>
            <a:r>
              <a:rPr lang="en-US" altLang="en-US" sz="2800"/>
              <a:t>Validate data before it is submitted to a server</a:t>
            </a:r>
          </a:p>
          <a:p>
            <a:pPr lvl="2"/>
            <a:r>
              <a:rPr lang="en-US" altLang="en-US" sz="2800"/>
              <a:t>Create cookies</a:t>
            </a:r>
          </a:p>
          <a:p>
            <a:pPr lvl="2"/>
            <a:r>
              <a:rPr lang="en-US" altLang="en-US" sz="2800"/>
              <a:t>…</a:t>
            </a:r>
          </a:p>
        </p:txBody>
      </p:sp>
      <p:sp>
        <p:nvSpPr>
          <p:cNvPr id="29700" name="Slide Number Placeholder 3">
            <a:extLst>
              <a:ext uri="{FF2B5EF4-FFF2-40B4-BE49-F238E27FC236}">
                <a16:creationId xmlns:a16="http://schemas.microsoft.com/office/drawing/2014/main" id="{58CC1013-7AD8-6DB2-AA62-1300921094E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7457E321-A140-439B-B7CE-1D73FFE316DC}" type="slidenum">
              <a:rPr lang="en-US" altLang="en-US" smtClean="0">
                <a:solidFill>
                  <a:srgbClr val="FFFFFF"/>
                </a:solidFill>
              </a:rPr>
              <a:pPr/>
              <a:t>20</a:t>
            </a:fld>
            <a:endParaRPr lang="en-US" altLang="en-US">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E48BDC99-114F-8FFF-7F0F-1DE5AF74289B}"/>
              </a:ext>
            </a:extLst>
          </p:cNvPr>
          <p:cNvSpPr>
            <a:spLocks noGrp="1" noChangeArrowheads="1"/>
          </p:cNvSpPr>
          <p:nvPr>
            <p:ph type="title"/>
          </p:nvPr>
        </p:nvSpPr>
        <p:spPr/>
        <p:txBody>
          <a:bodyPr/>
          <a:lstStyle/>
          <a:p>
            <a:pPr>
              <a:defRPr/>
            </a:pPr>
            <a:r>
              <a:rPr lang="en-US" altLang="en-US"/>
              <a:t>Server-Side Programmability</a:t>
            </a:r>
          </a:p>
        </p:txBody>
      </p:sp>
      <p:sp>
        <p:nvSpPr>
          <p:cNvPr id="30723" name="Rectangle 3">
            <a:extLst>
              <a:ext uri="{FF2B5EF4-FFF2-40B4-BE49-F238E27FC236}">
                <a16:creationId xmlns:a16="http://schemas.microsoft.com/office/drawing/2014/main" id="{610A3B60-EB7D-4C3B-ECD7-468323E2FA1E}"/>
              </a:ext>
            </a:extLst>
          </p:cNvPr>
          <p:cNvSpPr>
            <a:spLocks noGrp="1" noChangeArrowheads="1"/>
          </p:cNvSpPr>
          <p:nvPr>
            <p:ph idx="1"/>
          </p:nvPr>
        </p:nvSpPr>
        <p:spPr/>
        <p:txBody>
          <a:bodyPr/>
          <a:lstStyle/>
          <a:p>
            <a:r>
              <a:rPr lang="en-US" altLang="en-US" sz="2800"/>
              <a:t>The requests cause the response to be generated</a:t>
            </a:r>
          </a:p>
          <a:p>
            <a:r>
              <a:rPr lang="en-US" altLang="en-US" sz="2800"/>
              <a:t>Server scripting:</a:t>
            </a:r>
          </a:p>
          <a:p>
            <a:pPr lvl="1"/>
            <a:r>
              <a:rPr lang="en-US" altLang="en-US" sz="2800"/>
              <a:t>CGI/Perl: Common Gate Way Interface (*.pl, *.cgi)</a:t>
            </a:r>
          </a:p>
          <a:p>
            <a:pPr lvl="1"/>
            <a:r>
              <a:rPr lang="en-US" altLang="en-US" sz="2800"/>
              <a:t>PHP: Open source, strong database support (*.php)</a:t>
            </a:r>
          </a:p>
          <a:p>
            <a:pPr lvl="1"/>
            <a:r>
              <a:rPr lang="en-US" altLang="en-US" sz="2800"/>
              <a:t>ASP: Microsoft product, uses .Net framework (*.aspx)</a:t>
            </a:r>
          </a:p>
          <a:p>
            <a:pPr lvl="1"/>
            <a:r>
              <a:rPr lang="en-US" altLang="en-US" sz="2800"/>
              <a:t>Java via JavaServer Pages (*.jsp)</a:t>
            </a:r>
          </a:p>
          <a:p>
            <a:pPr lvl="1"/>
            <a:r>
              <a:rPr lang="en-US" altLang="en-US" sz="2800"/>
              <a:t>…</a:t>
            </a:r>
          </a:p>
        </p:txBody>
      </p:sp>
      <p:sp>
        <p:nvSpPr>
          <p:cNvPr id="30724" name="Slide Number Placeholder 3">
            <a:extLst>
              <a:ext uri="{FF2B5EF4-FFF2-40B4-BE49-F238E27FC236}">
                <a16:creationId xmlns:a16="http://schemas.microsoft.com/office/drawing/2014/main" id="{5E671625-544C-0601-9F0D-9B3A698C8E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EEFDB050-AA6C-41CD-9251-145EC52F131E}" type="slidenum">
              <a:rPr lang="en-US" altLang="en-US" smtClean="0">
                <a:solidFill>
                  <a:srgbClr val="FFFFFF"/>
                </a:solidFill>
              </a:rPr>
              <a:pPr/>
              <a:t>21</a:t>
            </a:fld>
            <a:endParaRPr lang="en-US" altLang="en-US">
              <a:solidFill>
                <a:srgbClr val="FFFF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CF08E-D504-6B77-4416-F6927DA894A7}"/>
              </a:ext>
            </a:extLst>
          </p:cNvPr>
          <p:cNvSpPr>
            <a:spLocks noGrp="1"/>
          </p:cNvSpPr>
          <p:nvPr>
            <p:ph type="title"/>
          </p:nvPr>
        </p:nvSpPr>
        <p:spPr>
          <a:xfrm>
            <a:off x="1096963" y="287338"/>
            <a:ext cx="10058400" cy="474662"/>
          </a:xfrm>
        </p:spPr>
        <p:txBody>
          <a:bodyPr>
            <a:normAutofit fontScale="90000"/>
          </a:bodyPr>
          <a:lstStyle/>
          <a:p>
            <a:pPr>
              <a:defRPr/>
            </a:pPr>
            <a:r>
              <a:rPr lang="en-US" dirty="0"/>
              <a:t>HTML Versions</a:t>
            </a:r>
          </a:p>
        </p:txBody>
      </p:sp>
      <p:sp>
        <p:nvSpPr>
          <p:cNvPr id="7" name="Date Placeholder 6">
            <a:extLst>
              <a:ext uri="{FF2B5EF4-FFF2-40B4-BE49-F238E27FC236}">
                <a16:creationId xmlns:a16="http://schemas.microsoft.com/office/drawing/2014/main" id="{D85040EF-8FE0-A325-AC1C-59309A1614E7}"/>
              </a:ext>
            </a:extLst>
          </p:cNvPr>
          <p:cNvSpPr>
            <a:spLocks noGrp="1"/>
          </p:cNvSpPr>
          <p:nvPr>
            <p:ph type="dt" sz="quarter" idx="10"/>
          </p:nvPr>
        </p:nvSpPr>
        <p:spPr/>
        <p:txBody>
          <a:bodyPr/>
          <a:lstStyle/>
          <a:p>
            <a:pPr>
              <a:defRPr/>
            </a:pPr>
            <a:r>
              <a:rPr lang="en-US"/>
              <a:t>CSCI305</a:t>
            </a:r>
          </a:p>
        </p:txBody>
      </p:sp>
      <p:sp>
        <p:nvSpPr>
          <p:cNvPr id="31748" name="Slide Number Placeholder 7">
            <a:extLst>
              <a:ext uri="{FF2B5EF4-FFF2-40B4-BE49-F238E27FC236}">
                <a16:creationId xmlns:a16="http://schemas.microsoft.com/office/drawing/2014/main" id="{48E91A4E-C7EB-7039-B711-8354265CA47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fld id="{3C4C4F06-1521-4009-AEAF-7F3DE017E0DD}" type="slidenum">
              <a:rPr lang="en-US" altLang="en-US" smtClean="0">
                <a:solidFill>
                  <a:srgbClr val="FFFFFF"/>
                </a:solidFill>
              </a:rPr>
              <a:pPr/>
              <a:t>22</a:t>
            </a:fld>
            <a:endParaRPr lang="en-US" altLang="en-US">
              <a:solidFill>
                <a:srgbClr val="FFFFFF"/>
              </a:solidFill>
            </a:endParaRPr>
          </a:p>
        </p:txBody>
      </p:sp>
      <p:graphicFrame>
        <p:nvGraphicFramePr>
          <p:cNvPr id="4" name="Table 4">
            <a:extLst>
              <a:ext uri="{FF2B5EF4-FFF2-40B4-BE49-F238E27FC236}">
                <a16:creationId xmlns:a16="http://schemas.microsoft.com/office/drawing/2014/main" id="{CEC11E29-2ECC-6244-3CA1-EA21BEA6398D}"/>
              </a:ext>
            </a:extLst>
          </p:cNvPr>
          <p:cNvGraphicFramePr>
            <a:graphicFrameLocks noGrp="1"/>
          </p:cNvGraphicFramePr>
          <p:nvPr/>
        </p:nvGraphicFramePr>
        <p:xfrm>
          <a:off x="463550" y="914400"/>
          <a:ext cx="11391900" cy="2346325"/>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3962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HTML 1.0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HTML 2.0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a:t>HTML 3.0</a:t>
                      </a:r>
                    </a:p>
                  </a:txBody>
                  <a:tcPr/>
                </a:tc>
                <a:extLst>
                  <a:ext uri="{0D108BD9-81ED-4DB2-BD59-A6C34878D82A}">
                    <a16:rowId xmlns:a16="http://schemas.microsoft.com/office/drawing/2014/main" val="10000"/>
                  </a:ext>
                </a:extLst>
              </a:tr>
              <a:tr h="1950085">
                <a:tc>
                  <a:txBody>
                    <a:bodyPr/>
                    <a:lstStyle/>
                    <a:p>
                      <a:pPr lvl="0"/>
                      <a:r>
                        <a:rPr lang="en-US" sz="2000" dirty="0"/>
                        <a:t>Early 190s</a:t>
                      </a:r>
                    </a:p>
                    <a:p>
                      <a:pPr lvl="0"/>
                      <a:r>
                        <a:rPr lang="en-US" sz="2000" dirty="0"/>
                        <a:t>Few web developers</a:t>
                      </a:r>
                    </a:p>
                    <a:p>
                      <a:pPr lvl="0"/>
                      <a:r>
                        <a:rPr lang="en-US" sz="2000" dirty="0"/>
                        <a:t>Limited language</a:t>
                      </a:r>
                    </a:p>
                    <a:p>
                      <a:endParaRPr lang="en-US" sz="2000" dirty="0"/>
                    </a:p>
                  </a:txBody>
                  <a:tcPr/>
                </a:tc>
                <a:tc>
                  <a:txBody>
                    <a:bodyPr/>
                    <a:lstStyle/>
                    <a:p>
                      <a:pPr lvl="0"/>
                      <a:r>
                        <a:rPr lang="en-US" sz="2000" dirty="0"/>
                        <a:t>1995 – 1997</a:t>
                      </a:r>
                    </a:p>
                    <a:p>
                      <a:pPr lvl="0"/>
                      <a:r>
                        <a:rPr lang="en-US" sz="2000" dirty="0"/>
                        <a:t>Included everything from the original version</a:t>
                      </a:r>
                    </a:p>
                    <a:p>
                      <a:pPr lvl="0"/>
                      <a:r>
                        <a:rPr lang="en-US" sz="2000" dirty="0"/>
                        <a:t>Added few features</a:t>
                      </a:r>
                    </a:p>
                    <a:p>
                      <a:endParaRPr lang="en-US" sz="2000" dirty="0"/>
                    </a:p>
                  </a:txBody>
                  <a:tcPr/>
                </a:tc>
                <a:tc>
                  <a:txBody>
                    <a:bodyPr/>
                    <a:lstStyle/>
                    <a:p>
                      <a:pPr lvl="0"/>
                      <a:r>
                        <a:rPr lang="en-US" sz="2000" dirty="0"/>
                        <a:t>Netscape added new tags &amp;  attributes to their browser</a:t>
                      </a:r>
                    </a:p>
                    <a:p>
                      <a:pPr lvl="0"/>
                      <a:r>
                        <a:rPr lang="en-US" sz="2000" dirty="0"/>
                        <a:t>HTML group introduced </a:t>
                      </a:r>
                    </a:p>
                    <a:p>
                      <a:pPr lvl="0"/>
                      <a:r>
                        <a:rPr lang="en-US" sz="2000" dirty="0"/>
                        <a:t>Version dropped because other browsers needed a lot of work and time to implement the new features</a:t>
                      </a:r>
                    </a:p>
                  </a:txBody>
                  <a:tcPr/>
                </a:tc>
                <a:extLst>
                  <a:ext uri="{0D108BD9-81ED-4DB2-BD59-A6C34878D82A}">
                    <a16:rowId xmlns:a16="http://schemas.microsoft.com/office/drawing/2014/main" val="10001"/>
                  </a:ext>
                </a:extLst>
              </a:tr>
            </a:tbl>
          </a:graphicData>
        </a:graphic>
      </p:graphicFrame>
      <p:graphicFrame>
        <p:nvGraphicFramePr>
          <p:cNvPr id="9" name="Table 4">
            <a:extLst>
              <a:ext uri="{FF2B5EF4-FFF2-40B4-BE49-F238E27FC236}">
                <a16:creationId xmlns:a16="http://schemas.microsoft.com/office/drawing/2014/main" id="{C207DE03-4D9F-176F-3D49-97209ABEBD1A}"/>
              </a:ext>
            </a:extLst>
          </p:cNvPr>
          <p:cNvGraphicFramePr>
            <a:graphicFrameLocks noGrp="1"/>
          </p:cNvGraphicFramePr>
          <p:nvPr/>
        </p:nvGraphicFramePr>
        <p:xfrm>
          <a:off x="434975" y="3260725"/>
          <a:ext cx="11456988" cy="2925763"/>
        </p:xfrm>
        <a:graphic>
          <a:graphicData uri="http://schemas.openxmlformats.org/drawingml/2006/table">
            <a:tbl>
              <a:tblPr firstRow="1" bandRow="1">
                <a:tableStyleId>{5C22544A-7EE6-4342-B048-85BDC9FD1C3A}</a:tableStyleId>
              </a:tblPr>
              <a:tblGrid>
                <a:gridCol w="2464675">
                  <a:extLst>
                    <a:ext uri="{9D8B030D-6E8A-4147-A177-3AD203B41FA5}">
                      <a16:colId xmlns:a16="http://schemas.microsoft.com/office/drawing/2014/main" val="20000"/>
                    </a:ext>
                  </a:extLst>
                </a:gridCol>
                <a:gridCol w="3505478">
                  <a:extLst>
                    <a:ext uri="{9D8B030D-6E8A-4147-A177-3AD203B41FA5}">
                      <a16:colId xmlns:a16="http://schemas.microsoft.com/office/drawing/2014/main" val="20001"/>
                    </a:ext>
                  </a:extLst>
                </a:gridCol>
                <a:gridCol w="5486835">
                  <a:extLst>
                    <a:ext uri="{9D8B030D-6E8A-4147-A177-3AD203B41FA5}">
                      <a16:colId xmlns:a16="http://schemas.microsoft.com/office/drawing/2014/main" val="20002"/>
                    </a:ext>
                  </a:extLst>
                </a:gridCol>
              </a:tblGrid>
              <a:tr h="396177">
                <a:tc>
                  <a:txBody>
                    <a:bodyPr/>
                    <a:lstStyle/>
                    <a:p>
                      <a:r>
                        <a:rPr lang="en-US" sz="2000" dirty="0"/>
                        <a:t>HTML 3.2</a:t>
                      </a:r>
                    </a:p>
                  </a:txBody>
                  <a:tcPr marL="91447" marR="91447" marT="45702" marB="45702"/>
                </a:tc>
                <a:tc>
                  <a:txBody>
                    <a:bodyPr/>
                    <a:lstStyle/>
                    <a:p>
                      <a:r>
                        <a:rPr lang="en-US" sz="2000" dirty="0">
                          <a:sym typeface="Wingdings" pitchFamily="2" charset="2"/>
                        </a:rPr>
                        <a:t>HTML 4.01</a:t>
                      </a:r>
                    </a:p>
                  </a:txBody>
                  <a:tcPr marL="91447" marR="91447" marT="45702" marB="45702"/>
                </a:tc>
                <a:tc>
                  <a:txBody>
                    <a:bodyPr/>
                    <a:lstStyle/>
                    <a:p>
                      <a:r>
                        <a:rPr lang="en-US" sz="2000" dirty="0"/>
                        <a:t>HTML 5</a:t>
                      </a:r>
                    </a:p>
                  </a:txBody>
                  <a:tcPr marL="91447" marR="91447" marT="45702" marB="45702"/>
                </a:tc>
                <a:extLst>
                  <a:ext uri="{0D108BD9-81ED-4DB2-BD59-A6C34878D82A}">
                    <a16:rowId xmlns:a16="http://schemas.microsoft.com/office/drawing/2014/main" val="10000"/>
                  </a:ext>
                </a:extLst>
              </a:tr>
              <a:tr h="2529586">
                <a:tc>
                  <a:txBody>
                    <a:bodyPr/>
                    <a:lstStyle/>
                    <a:p>
                      <a:pPr lvl="0"/>
                      <a:r>
                        <a:rPr lang="en-US" sz="2000" kern="1200" dirty="0">
                          <a:solidFill>
                            <a:schemeClr val="dk1"/>
                          </a:solidFill>
                          <a:latin typeface="+mn-lt"/>
                          <a:ea typeface="+mn-ea"/>
                          <a:cs typeface="+mn-cs"/>
                        </a:rPr>
                        <a:t>January 1997</a:t>
                      </a:r>
                    </a:p>
                    <a:p>
                      <a:pPr lvl="0"/>
                      <a:r>
                        <a:rPr lang="en-US" sz="2000" kern="1200" dirty="0">
                          <a:solidFill>
                            <a:schemeClr val="dk1"/>
                          </a:solidFill>
                          <a:latin typeface="+mn-lt"/>
                          <a:ea typeface="+mn-ea"/>
                          <a:cs typeface="+mn-cs"/>
                        </a:rPr>
                        <a:t>Need for a standard</a:t>
                      </a:r>
                    </a:p>
                    <a:p>
                      <a:pPr lvl="0"/>
                      <a:r>
                        <a:rPr lang="en-US" sz="2000" kern="1200" dirty="0">
                          <a:solidFill>
                            <a:schemeClr val="dk1"/>
                          </a:solidFill>
                          <a:latin typeface="+mn-lt"/>
                          <a:ea typeface="+mn-ea"/>
                          <a:cs typeface="+mn-cs"/>
                        </a:rPr>
                        <a:t>W3C </a:t>
                      </a:r>
                      <a:r>
                        <a:rPr lang="en-US" sz="2000" kern="1200" dirty="0">
                          <a:solidFill>
                            <a:schemeClr val="dk1"/>
                          </a:solidFill>
                          <a:latin typeface="+mn-lt"/>
                          <a:ea typeface="+mn-ea"/>
                          <a:cs typeface="+mn-cs"/>
                          <a:sym typeface="Wingdings" pitchFamily="2" charset="2"/>
                        </a:rPr>
                        <a:t> HTML 3.2 standardized version</a:t>
                      </a:r>
                    </a:p>
                  </a:txBody>
                  <a:tcPr marL="91447" marR="91447" marT="45702" marB="45702"/>
                </a:tc>
                <a:tc>
                  <a:txBody>
                    <a:bodyPr/>
                    <a:lstStyle/>
                    <a:p>
                      <a:pPr lvl="0"/>
                      <a:r>
                        <a:rPr lang="en-US" sz="2000" kern="1200" dirty="0">
                          <a:solidFill>
                            <a:schemeClr val="dk1"/>
                          </a:solidFill>
                          <a:latin typeface="+mn-lt"/>
                          <a:ea typeface="+mn-ea"/>
                          <a:cs typeface="+mn-cs"/>
                          <a:sym typeface="Wingdings" pitchFamily="2" charset="2"/>
                        </a:rPr>
                        <a:t>December 1997</a:t>
                      </a:r>
                    </a:p>
                    <a:p>
                      <a:pPr lvl="0"/>
                      <a:r>
                        <a:rPr lang="en-US" sz="2000" kern="1200" dirty="0">
                          <a:solidFill>
                            <a:schemeClr val="dk1"/>
                          </a:solidFill>
                          <a:latin typeface="+mn-lt"/>
                          <a:ea typeface="+mn-ea"/>
                          <a:cs typeface="+mn-cs"/>
                          <a:sym typeface="Wingdings" pitchFamily="2" charset="2"/>
                        </a:rPr>
                        <a:t>Official documentation</a:t>
                      </a:r>
                    </a:p>
                    <a:p>
                      <a:pPr lvl="0"/>
                      <a:r>
                        <a:rPr lang="en-US" sz="2000" kern="1200" dirty="0">
                          <a:solidFill>
                            <a:schemeClr val="dk1"/>
                          </a:solidFill>
                          <a:latin typeface="+mn-lt"/>
                          <a:ea typeface="+mn-ea"/>
                          <a:cs typeface="+mn-cs"/>
                          <a:sym typeface="Wingdings" pitchFamily="2" charset="2"/>
                        </a:rPr>
                        <a:t>Cascading Style Sheets (CSS)</a:t>
                      </a:r>
                    </a:p>
                    <a:p>
                      <a:endParaRPr lang="en-US" sz="2000" kern="1200" dirty="0">
                        <a:solidFill>
                          <a:schemeClr val="dk1"/>
                        </a:solidFill>
                        <a:latin typeface="+mn-lt"/>
                        <a:ea typeface="+mn-ea"/>
                        <a:cs typeface="+mn-cs"/>
                      </a:endParaRPr>
                    </a:p>
                  </a:txBody>
                  <a:tcPr marL="91447" marR="91447" marT="45702" marB="45702"/>
                </a:tc>
                <a:tc>
                  <a:txBody>
                    <a:bodyPr/>
                    <a:lstStyle/>
                    <a:p>
                      <a:pPr lvl="0"/>
                      <a:r>
                        <a:rPr lang="en-US" sz="2000" kern="1200" dirty="0">
                          <a:solidFill>
                            <a:schemeClr val="dk1"/>
                          </a:solidFill>
                          <a:latin typeface="+mn-lt"/>
                          <a:ea typeface="+mn-ea"/>
                          <a:cs typeface="+mn-cs"/>
                        </a:rPr>
                        <a:t>October 2014</a:t>
                      </a:r>
                    </a:p>
                    <a:p>
                      <a:pPr lvl="0"/>
                      <a:r>
                        <a:rPr lang="en-US" sz="2000" kern="1200" dirty="0">
                          <a:solidFill>
                            <a:schemeClr val="dk1"/>
                          </a:solidFill>
                          <a:latin typeface="+mn-lt"/>
                          <a:ea typeface="+mn-ea"/>
                          <a:cs typeface="+mn-cs"/>
                        </a:rPr>
                        <a:t>W3C working on XHTML 2.0</a:t>
                      </a:r>
                    </a:p>
                    <a:p>
                      <a:pPr lvl="0"/>
                      <a:r>
                        <a:rPr lang="en-US" sz="2000" kern="1200" dirty="0">
                          <a:solidFill>
                            <a:schemeClr val="dk1"/>
                          </a:solidFill>
                          <a:latin typeface="+mn-lt"/>
                          <a:ea typeface="+mn-ea"/>
                          <a:cs typeface="+mn-cs"/>
                        </a:rPr>
                        <a:t>Web Hypertext Application Technology Working Group (WHATWG) </a:t>
                      </a:r>
                      <a:r>
                        <a:rPr lang="en-US" sz="2000" kern="1200" dirty="0">
                          <a:solidFill>
                            <a:schemeClr val="dk1"/>
                          </a:solidFill>
                          <a:latin typeface="+mn-lt"/>
                          <a:ea typeface="+mn-ea"/>
                          <a:cs typeface="+mn-cs"/>
                          <a:sym typeface="Wingdings" pitchFamily="2" charset="2"/>
                        </a:rPr>
                        <a:t> HTML 5</a:t>
                      </a:r>
                    </a:p>
                    <a:p>
                      <a:pPr lvl="0"/>
                      <a:r>
                        <a:rPr lang="en-US" sz="2000" kern="1200" dirty="0">
                          <a:solidFill>
                            <a:schemeClr val="dk1"/>
                          </a:solidFill>
                          <a:latin typeface="+mn-lt"/>
                          <a:ea typeface="+mn-ea"/>
                          <a:cs typeface="+mn-cs"/>
                        </a:rPr>
                        <a:t>New features</a:t>
                      </a:r>
                    </a:p>
                    <a:p>
                      <a:pPr lvl="0"/>
                      <a:r>
                        <a:rPr lang="en-US" sz="2000" kern="1200" dirty="0">
                          <a:solidFill>
                            <a:schemeClr val="dk1"/>
                          </a:solidFill>
                          <a:latin typeface="+mn-lt"/>
                          <a:ea typeface="+mn-ea"/>
                          <a:cs typeface="+mn-cs"/>
                        </a:rPr>
                        <a:t>Document structure</a:t>
                      </a:r>
                    </a:p>
                    <a:p>
                      <a:pPr lvl="0"/>
                      <a:r>
                        <a:rPr lang="en-US" sz="2000" kern="1200" dirty="0">
                          <a:solidFill>
                            <a:schemeClr val="dk1"/>
                          </a:solidFill>
                          <a:latin typeface="+mn-lt"/>
                          <a:ea typeface="+mn-ea"/>
                          <a:cs typeface="+mn-cs"/>
                        </a:rPr>
                        <a:t>Canvas – draw graphics </a:t>
                      </a:r>
                    </a:p>
                    <a:p>
                      <a:pPr lvl="0"/>
                      <a:r>
                        <a:rPr lang="en-US" sz="2000" kern="1200" dirty="0">
                          <a:solidFill>
                            <a:schemeClr val="dk1"/>
                          </a:solidFill>
                          <a:latin typeface="+mn-lt"/>
                          <a:ea typeface="+mn-ea"/>
                          <a:cs typeface="+mn-cs"/>
                        </a:rPr>
                        <a:t>Multimedia</a:t>
                      </a:r>
                    </a:p>
                  </a:txBody>
                  <a:tcPr marL="91447" marR="91447" marT="45702" marB="45702"/>
                </a:tc>
                <a:extLst>
                  <a:ext uri="{0D108BD9-81ED-4DB2-BD59-A6C34878D82A}">
                    <a16:rowId xmlns:a16="http://schemas.microsoft.com/office/drawing/2014/main" val="10001"/>
                  </a:ext>
                </a:extLst>
              </a:tr>
            </a:tbl>
          </a:graphicData>
        </a:graphic>
      </p:graphicFrame>
    </p:spTree>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23C66856B3314981D2E215FB7144D6" ma:contentTypeVersion="0" ma:contentTypeDescription="Create a new document." ma:contentTypeScope="" ma:versionID="a8f50facb5a903a92afdc154f06e588d">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9CE3D4D-C719-4A40-B0E8-98F860FF9E79}"/>
</file>

<file path=customXml/itemProps2.xml><?xml version="1.0" encoding="utf-8"?>
<ds:datastoreItem xmlns:ds="http://schemas.openxmlformats.org/officeDocument/2006/customXml" ds:itemID="{9DE60261-EAE1-4E2D-8265-175D6AC3717E}"/>
</file>

<file path=customXml/itemProps3.xml><?xml version="1.0" encoding="utf-8"?>
<ds:datastoreItem xmlns:ds="http://schemas.openxmlformats.org/officeDocument/2006/customXml" ds:itemID="{0C2801FC-5D96-4E9D-B9A4-E7BF3A30A4D6}"/>
</file>

<file path=docProps/app.xml><?xml version="1.0" encoding="utf-8"?>
<Properties xmlns="http://schemas.openxmlformats.org/officeDocument/2006/extended-properties" xmlns:vt="http://schemas.openxmlformats.org/officeDocument/2006/docPropsVTypes">
  <Template/>
  <TotalTime>5809</TotalTime>
  <Words>1210</Words>
  <Application>Microsoft Office PowerPoint</Application>
  <PresentationFormat>Widescreen</PresentationFormat>
  <Paragraphs>170</Paragraphs>
  <Slides>22</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Calibri</vt:lpstr>
      <vt:lpstr>Arial</vt:lpstr>
      <vt:lpstr>Calibri Light</vt:lpstr>
      <vt:lpstr>Times New Roman</vt:lpstr>
      <vt:lpstr>Wingdings</vt:lpstr>
      <vt:lpstr>urw-din</vt:lpstr>
      <vt:lpstr>Verdana</vt:lpstr>
      <vt:lpstr>Retrospect</vt:lpstr>
      <vt:lpstr>Microsoft Clip Gallery</vt:lpstr>
      <vt:lpstr>PowerPoint Presentation</vt:lpstr>
      <vt:lpstr>Lecture Outline:</vt:lpstr>
      <vt:lpstr>Explaining the course syllabus.</vt:lpstr>
      <vt:lpstr>History of the Internet and World Wide Web</vt:lpstr>
      <vt:lpstr>World Wide Web Consortium (W3C)</vt:lpstr>
      <vt:lpstr>Difference between markup languages, scripting languages and programming languages.</vt:lpstr>
      <vt:lpstr>Difference between markup languages, scripting languages and programming languages.</vt:lpstr>
      <vt:lpstr>What is and why to use HTML, CSS, PHP &amp; MYSQL</vt:lpstr>
      <vt:lpstr>Difference between interpreter and compiler. </vt:lpstr>
      <vt:lpstr>Difference between interpreter and compiler. </vt:lpstr>
      <vt:lpstr>Difference between client-side and server-side programming.</vt:lpstr>
      <vt:lpstr>Web Essentials</vt:lpstr>
      <vt:lpstr>Internet v.s. Web</vt:lpstr>
      <vt:lpstr>The World Wide Web (WWW)</vt:lpstr>
      <vt:lpstr>Basics of the WWW</vt:lpstr>
      <vt:lpstr>Web Client: Browser</vt:lpstr>
      <vt:lpstr>Web Servers</vt:lpstr>
      <vt:lpstr>Static Web: HTML/XHTML, CSS</vt:lpstr>
      <vt:lpstr>Why Programmability?</vt:lpstr>
      <vt:lpstr>Client-Side Programmability</vt:lpstr>
      <vt:lpstr>Server-Side Programmability</vt:lpstr>
      <vt:lpstr>HTML Versions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Bassel Dhaini</dc:creator>
  <cp:lastModifiedBy>Kamal Beydoun</cp:lastModifiedBy>
  <cp:revision>1362</cp:revision>
  <dcterms:created xsi:type="dcterms:W3CDTF">1601-01-01T00:00:00Z</dcterms:created>
  <dcterms:modified xsi:type="dcterms:W3CDTF">2025-09-21T16:32:39Z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0x010100BE23C66856B3314981D2E215FB7144D6</vt:lpwstr>
  </property>
</Properties>
</file>