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1" r:id="rId4"/>
  </p:sldMasterIdLst>
  <p:notesMasterIdLst>
    <p:notesMasterId r:id="rId70"/>
  </p:notesMasterIdLst>
  <p:sldIdLst>
    <p:sldId id="256" r:id="rId5"/>
    <p:sldId id="257" r:id="rId6"/>
    <p:sldId id="258" r:id="rId7"/>
    <p:sldId id="259" r:id="rId8"/>
    <p:sldId id="260" r:id="rId9"/>
    <p:sldId id="278" r:id="rId10"/>
    <p:sldId id="326" r:id="rId11"/>
    <p:sldId id="279" r:id="rId12"/>
    <p:sldId id="280" r:id="rId13"/>
    <p:sldId id="281" r:id="rId14"/>
    <p:sldId id="282" r:id="rId15"/>
    <p:sldId id="283" r:id="rId16"/>
    <p:sldId id="286" r:id="rId17"/>
    <p:sldId id="285" r:id="rId18"/>
    <p:sldId id="291" r:id="rId19"/>
    <p:sldId id="287" r:id="rId20"/>
    <p:sldId id="288" r:id="rId21"/>
    <p:sldId id="299" r:id="rId22"/>
    <p:sldId id="300" r:id="rId23"/>
    <p:sldId id="301" r:id="rId24"/>
    <p:sldId id="302" r:id="rId25"/>
    <p:sldId id="303" r:id="rId26"/>
    <p:sldId id="289" r:id="rId27"/>
    <p:sldId id="290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65" r:id="rId36"/>
    <p:sldId id="304" r:id="rId37"/>
    <p:sldId id="305" r:id="rId38"/>
    <p:sldId id="306" r:id="rId39"/>
    <p:sldId id="276" r:id="rId40"/>
    <p:sldId id="307" r:id="rId41"/>
    <p:sldId id="277" r:id="rId42"/>
    <p:sldId id="331" r:id="rId43"/>
    <p:sldId id="332" r:id="rId44"/>
    <p:sldId id="333" r:id="rId45"/>
    <p:sldId id="334" r:id="rId46"/>
    <p:sldId id="335" r:id="rId47"/>
    <p:sldId id="336" r:id="rId48"/>
    <p:sldId id="308" r:id="rId49"/>
    <p:sldId id="309" r:id="rId50"/>
    <p:sldId id="310" r:id="rId51"/>
    <p:sldId id="311" r:id="rId52"/>
    <p:sldId id="312" r:id="rId53"/>
    <p:sldId id="313" r:id="rId54"/>
    <p:sldId id="327" r:id="rId55"/>
    <p:sldId id="314" r:id="rId56"/>
    <p:sldId id="328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9" r:id="rId68"/>
    <p:sldId id="330" r:id="rId6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F07B1"/>
    <a:srgbClr val="FF0101"/>
    <a:srgbClr val="A50021"/>
    <a:srgbClr val="99FF66"/>
    <a:srgbClr val="FF99CC"/>
    <a:srgbClr val="292929"/>
    <a:srgbClr val="4D4D4D"/>
    <a:srgbClr val="004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0B3E07-C265-4D25-8DB4-CD71E95536DC}" v="43" dt="2025-10-05T19:00:03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312" autoAdjust="0"/>
    <p:restoredTop sz="78525" autoAdjust="0"/>
  </p:normalViewPr>
  <p:slideViewPr>
    <p:cSldViewPr snapToGrid="0">
      <p:cViewPr varScale="1">
        <p:scale>
          <a:sx n="54" d="100"/>
          <a:sy n="54" d="100"/>
        </p:scale>
        <p:origin x="83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notesMaster" Target="notesMasters/notesMaster1.xml"/><Relationship Id="rId75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5/10/relationships/revisionInfo" Target="revisionInfo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al Beydoun" userId="e88cbbf3-5e5f-46df-aecf-fe10b322ce6e" providerId="ADAL" clId="{E4876F53-9B78-423D-99A1-E03CA3D47365}"/>
    <pc:docChg chg="undo redo custSel modSld">
      <pc:chgData name="Kamal Beydoun" userId="e88cbbf3-5e5f-46df-aecf-fe10b322ce6e" providerId="ADAL" clId="{E4876F53-9B78-423D-99A1-E03CA3D47365}" dt="2025-10-05T19:08:03.776" v="207" actId="1076"/>
      <pc:docMkLst>
        <pc:docMk/>
      </pc:docMkLst>
      <pc:sldChg chg="modSp mod">
        <pc:chgData name="Kamal Beydoun" userId="e88cbbf3-5e5f-46df-aecf-fe10b322ce6e" providerId="ADAL" clId="{E4876F53-9B78-423D-99A1-E03CA3D47365}" dt="2025-10-04T08:27:02" v="0" actId="20577"/>
        <pc:sldMkLst>
          <pc:docMk/>
          <pc:sldMk cId="0" sldId="256"/>
        </pc:sldMkLst>
        <pc:spChg chg="mod">
          <ac:chgData name="Kamal Beydoun" userId="e88cbbf3-5e5f-46df-aecf-fe10b322ce6e" providerId="ADAL" clId="{E4876F53-9B78-423D-99A1-E03CA3D47365}" dt="2025-10-04T08:27:02" v="0" actId="20577"/>
          <ac:spMkLst>
            <pc:docMk/>
            <pc:sldMk cId="0" sldId="256"/>
            <ac:spMk id="2122" creationId="{00000000-0000-0000-0000-000000000000}"/>
          </ac:spMkLst>
        </pc:spChg>
      </pc:sldChg>
      <pc:sldChg chg="delSp modSp mod">
        <pc:chgData name="Kamal Beydoun" userId="e88cbbf3-5e5f-46df-aecf-fe10b322ce6e" providerId="ADAL" clId="{E4876F53-9B78-423D-99A1-E03CA3D47365}" dt="2025-10-04T08:35:21.399" v="2" actId="1076"/>
        <pc:sldMkLst>
          <pc:docMk/>
          <pc:sldMk cId="3863782766" sldId="260"/>
        </pc:sldMkLst>
        <pc:spChg chg="del">
          <ac:chgData name="Kamal Beydoun" userId="e88cbbf3-5e5f-46df-aecf-fe10b322ce6e" providerId="ADAL" clId="{E4876F53-9B78-423D-99A1-E03CA3D47365}" dt="2025-10-04T08:35:15.019" v="1" actId="478"/>
          <ac:spMkLst>
            <pc:docMk/>
            <pc:sldMk cId="3863782766" sldId="260"/>
            <ac:spMk id="26629" creationId="{00000000-0000-0000-0000-000000000000}"/>
          </ac:spMkLst>
        </pc:spChg>
        <pc:graphicFrameChg chg="mod">
          <ac:chgData name="Kamal Beydoun" userId="e88cbbf3-5e5f-46df-aecf-fe10b322ce6e" providerId="ADAL" clId="{E4876F53-9B78-423D-99A1-E03CA3D47365}" dt="2025-10-04T08:35:21.399" v="2" actId="1076"/>
          <ac:graphicFrameMkLst>
            <pc:docMk/>
            <pc:sldMk cId="3863782766" sldId="260"/>
            <ac:graphicFrameMk id="26626" creationId="{00000000-0000-0000-0000-000000000000}"/>
          </ac:graphicFrameMkLst>
        </pc:graphicFrameChg>
      </pc:sldChg>
      <pc:sldChg chg="modSp mod">
        <pc:chgData name="Kamal Beydoun" userId="e88cbbf3-5e5f-46df-aecf-fe10b322ce6e" providerId="ADAL" clId="{E4876F53-9B78-423D-99A1-E03CA3D47365}" dt="2025-10-04T20:47:17.313" v="90" actId="20577"/>
        <pc:sldMkLst>
          <pc:docMk/>
          <pc:sldMk cId="3555169770" sldId="265"/>
        </pc:sldMkLst>
        <pc:spChg chg="mod">
          <ac:chgData name="Kamal Beydoun" userId="e88cbbf3-5e5f-46df-aecf-fe10b322ce6e" providerId="ADAL" clId="{E4876F53-9B78-423D-99A1-E03CA3D47365}" dt="2025-10-04T20:47:17.313" v="90" actId="20577"/>
          <ac:spMkLst>
            <pc:docMk/>
            <pc:sldMk cId="3555169770" sldId="265"/>
            <ac:spMk id="3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4T13:52:00.652" v="62" actId="20577"/>
        <pc:sldMkLst>
          <pc:docMk/>
          <pc:sldMk cId="189122651" sldId="280"/>
        </pc:sldMkLst>
        <pc:spChg chg="mod">
          <ac:chgData name="Kamal Beydoun" userId="e88cbbf3-5e5f-46df-aecf-fe10b322ce6e" providerId="ADAL" clId="{E4876F53-9B78-423D-99A1-E03CA3D47365}" dt="2025-10-04T13:52:00.652" v="62" actId="20577"/>
          <ac:spMkLst>
            <pc:docMk/>
            <pc:sldMk cId="189122651" sldId="280"/>
            <ac:spMk id="3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4T13:57:07.213" v="67" actId="12"/>
        <pc:sldMkLst>
          <pc:docMk/>
          <pc:sldMk cId="2237849014" sldId="281"/>
        </pc:sldMkLst>
        <pc:spChg chg="mod">
          <ac:chgData name="Kamal Beydoun" userId="e88cbbf3-5e5f-46df-aecf-fe10b322ce6e" providerId="ADAL" clId="{E4876F53-9B78-423D-99A1-E03CA3D47365}" dt="2025-10-04T13:57:07.213" v="67" actId="12"/>
          <ac:spMkLst>
            <pc:docMk/>
            <pc:sldMk cId="2237849014" sldId="281"/>
            <ac:spMk id="3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4T14:32:36.532" v="89" actId="20577"/>
        <pc:sldMkLst>
          <pc:docMk/>
          <pc:sldMk cId="2742959190" sldId="290"/>
        </pc:sldMkLst>
        <pc:spChg chg="mod">
          <ac:chgData name="Kamal Beydoun" userId="e88cbbf3-5e5f-46df-aecf-fe10b322ce6e" providerId="ADAL" clId="{E4876F53-9B78-423D-99A1-E03CA3D47365}" dt="2025-10-04T14:32:36.532" v="89" actId="20577"/>
          <ac:spMkLst>
            <pc:docMk/>
            <pc:sldMk cId="2742959190" sldId="290"/>
            <ac:spMk id="5" creationId="{00000000-0000-0000-0000-000000000000}"/>
          </ac:spMkLst>
        </pc:spChg>
      </pc:sldChg>
      <pc:sldChg chg="modSp mod modNotesTx">
        <pc:chgData name="Kamal Beydoun" userId="e88cbbf3-5e5f-46df-aecf-fe10b322ce6e" providerId="ADAL" clId="{E4876F53-9B78-423D-99A1-E03CA3D47365}" dt="2025-10-05T18:59:49.656" v="203" actId="20577"/>
        <pc:sldMkLst>
          <pc:docMk/>
          <pc:sldMk cId="1699662821" sldId="311"/>
        </pc:sldMkLst>
        <pc:spChg chg="mod">
          <ac:chgData name="Kamal Beydoun" userId="e88cbbf3-5e5f-46df-aecf-fe10b322ce6e" providerId="ADAL" clId="{E4876F53-9B78-423D-99A1-E03CA3D47365}" dt="2025-10-05T18:58:11.483" v="199" actId="6549"/>
          <ac:spMkLst>
            <pc:docMk/>
            <pc:sldMk cId="1699662821" sldId="311"/>
            <ac:spMk id="3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5T19:00:03.183" v="205" actId="14100"/>
        <pc:sldMkLst>
          <pc:docMk/>
          <pc:sldMk cId="870761307" sldId="312"/>
        </pc:sldMkLst>
        <pc:spChg chg="mod">
          <ac:chgData name="Kamal Beydoun" userId="e88cbbf3-5e5f-46df-aecf-fe10b322ce6e" providerId="ADAL" clId="{E4876F53-9B78-423D-99A1-E03CA3D47365}" dt="2025-10-05T19:00:03.183" v="205" actId="14100"/>
          <ac:spMkLst>
            <pc:docMk/>
            <pc:sldMk cId="870761307" sldId="312"/>
            <ac:spMk id="3" creationId="{00000000-0000-0000-0000-000000000000}"/>
          </ac:spMkLst>
        </pc:spChg>
      </pc:sldChg>
      <pc:sldChg chg="addSp modSp mod">
        <pc:chgData name="Kamal Beydoun" userId="e88cbbf3-5e5f-46df-aecf-fe10b322ce6e" providerId="ADAL" clId="{E4876F53-9B78-423D-99A1-E03CA3D47365}" dt="2025-10-04T13:47:58.457" v="57" actId="113"/>
        <pc:sldMkLst>
          <pc:docMk/>
          <pc:sldMk cId="730911421" sldId="326"/>
        </pc:sldMkLst>
        <pc:spChg chg="mod">
          <ac:chgData name="Kamal Beydoun" userId="e88cbbf3-5e5f-46df-aecf-fe10b322ce6e" providerId="ADAL" clId="{E4876F53-9B78-423D-99A1-E03CA3D47365}" dt="2025-10-04T13:47:31.003" v="50" actId="20577"/>
          <ac:spMkLst>
            <pc:docMk/>
            <pc:sldMk cId="730911421" sldId="326"/>
            <ac:spMk id="3" creationId="{00000000-0000-0000-0000-000000000000}"/>
          </ac:spMkLst>
        </pc:spChg>
        <pc:spChg chg="add">
          <ac:chgData name="Kamal Beydoun" userId="e88cbbf3-5e5f-46df-aecf-fe10b322ce6e" providerId="ADAL" clId="{E4876F53-9B78-423D-99A1-E03CA3D47365}" dt="2025-10-04T13:11:46.906" v="5"/>
          <ac:spMkLst>
            <pc:docMk/>
            <pc:sldMk cId="730911421" sldId="326"/>
            <ac:spMk id="4" creationId="{7D2F8420-C578-6396-89FA-570B674EBB3F}"/>
          </ac:spMkLst>
        </pc:spChg>
        <pc:spChg chg="add">
          <ac:chgData name="Kamal Beydoun" userId="e88cbbf3-5e5f-46df-aecf-fe10b322ce6e" providerId="ADAL" clId="{E4876F53-9B78-423D-99A1-E03CA3D47365}" dt="2025-10-04T13:11:57.552" v="6"/>
          <ac:spMkLst>
            <pc:docMk/>
            <pc:sldMk cId="730911421" sldId="326"/>
            <ac:spMk id="5" creationId="{F3350F3C-CDB8-9F19-99B3-3E856DC85FAB}"/>
          </ac:spMkLst>
        </pc:spChg>
        <pc:spChg chg="add mod">
          <ac:chgData name="Kamal Beydoun" userId="e88cbbf3-5e5f-46df-aecf-fe10b322ce6e" providerId="ADAL" clId="{E4876F53-9B78-423D-99A1-E03CA3D47365}" dt="2025-10-04T13:47:58.457" v="57" actId="113"/>
          <ac:spMkLst>
            <pc:docMk/>
            <pc:sldMk cId="730911421" sldId="326"/>
            <ac:spMk id="7" creationId="{DE823C86-7CED-49AC-7502-B6E723740934}"/>
          </ac:spMkLst>
        </pc:spChg>
      </pc:sldChg>
      <pc:sldChg chg="delSp modSp mod delAnim">
        <pc:chgData name="Kamal Beydoun" userId="e88cbbf3-5e5f-46df-aecf-fe10b322ce6e" providerId="ADAL" clId="{E4876F53-9B78-423D-99A1-E03CA3D47365}" dt="2025-10-05T19:08:03.776" v="207" actId="1076"/>
        <pc:sldMkLst>
          <pc:docMk/>
          <pc:sldMk cId="4284237471" sldId="327"/>
        </pc:sldMkLst>
        <pc:picChg chg="mod">
          <ac:chgData name="Kamal Beydoun" userId="e88cbbf3-5e5f-46df-aecf-fe10b322ce6e" providerId="ADAL" clId="{E4876F53-9B78-423D-99A1-E03CA3D47365}" dt="2025-10-05T19:08:03.776" v="207" actId="1076"/>
          <ac:picMkLst>
            <pc:docMk/>
            <pc:sldMk cId="4284237471" sldId="327"/>
            <ac:picMk id="8" creationId="{00000000-0000-0000-0000-000000000000}"/>
          </ac:picMkLst>
        </pc:picChg>
        <pc:picChg chg="del">
          <ac:chgData name="Kamal Beydoun" userId="e88cbbf3-5e5f-46df-aecf-fe10b322ce6e" providerId="ADAL" clId="{E4876F53-9B78-423D-99A1-E03CA3D47365}" dt="2025-10-05T19:08:01.966" v="206" actId="478"/>
          <ac:picMkLst>
            <pc:docMk/>
            <pc:sldMk cId="4284237471" sldId="327"/>
            <ac:picMk id="9" creationId="{00000000-0000-0000-0000-000000000000}"/>
          </ac:picMkLst>
        </pc:picChg>
      </pc:sldChg>
      <pc:sldChg chg="modSp mod">
        <pc:chgData name="Kamal Beydoun" userId="e88cbbf3-5e5f-46df-aecf-fe10b322ce6e" providerId="ADAL" clId="{E4876F53-9B78-423D-99A1-E03CA3D47365}" dt="2025-10-05T06:54:48.089" v="91" actId="1076"/>
        <pc:sldMkLst>
          <pc:docMk/>
          <pc:sldMk cId="0" sldId="331"/>
        </pc:sldMkLst>
        <pc:spChg chg="mod">
          <ac:chgData name="Kamal Beydoun" userId="e88cbbf3-5e5f-46df-aecf-fe10b322ce6e" providerId="ADAL" clId="{E4876F53-9B78-423D-99A1-E03CA3D47365}" dt="2025-10-05T06:54:48.089" v="91" actId="1076"/>
          <ac:spMkLst>
            <pc:docMk/>
            <pc:sldMk cId="0" sldId="331"/>
            <ac:spMk id="3" creationId="{00000000-0000-0000-0000-000000000000}"/>
          </ac:spMkLst>
        </pc:spChg>
      </pc:sldChg>
      <pc:sldChg chg="modNotesTx">
        <pc:chgData name="Kamal Beydoun" userId="e88cbbf3-5e5f-46df-aecf-fe10b322ce6e" providerId="ADAL" clId="{E4876F53-9B78-423D-99A1-E03CA3D47365}" dt="2025-10-05T07:24:05.565" v="114" actId="20577"/>
        <pc:sldMkLst>
          <pc:docMk/>
          <pc:sldMk cId="0" sldId="332"/>
        </pc:sldMkLst>
      </pc:sldChg>
      <pc:sldChg chg="modSp mod modNotesTx">
        <pc:chgData name="Kamal Beydoun" userId="e88cbbf3-5e5f-46df-aecf-fe10b322ce6e" providerId="ADAL" clId="{E4876F53-9B78-423D-99A1-E03CA3D47365}" dt="2025-10-05T16:51:03.333" v="137" actId="14100"/>
        <pc:sldMkLst>
          <pc:docMk/>
          <pc:sldMk cId="0" sldId="333"/>
        </pc:sldMkLst>
        <pc:spChg chg="mod">
          <ac:chgData name="Kamal Beydoun" userId="e88cbbf3-5e5f-46df-aecf-fe10b322ce6e" providerId="ADAL" clId="{E4876F53-9B78-423D-99A1-E03CA3D47365}" dt="2025-10-05T16:51:03.333" v="137" actId="14100"/>
          <ac:spMkLst>
            <pc:docMk/>
            <pc:sldMk cId="0" sldId="333"/>
            <ac:spMk id="3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5T16:56:28.993" v="183" actId="20577"/>
        <pc:sldMkLst>
          <pc:docMk/>
          <pc:sldMk cId="0" sldId="334"/>
        </pc:sldMkLst>
        <pc:spChg chg="mod">
          <ac:chgData name="Kamal Beydoun" userId="e88cbbf3-5e5f-46df-aecf-fe10b322ce6e" providerId="ADAL" clId="{E4876F53-9B78-423D-99A1-E03CA3D47365}" dt="2025-10-05T16:56:28.993" v="183" actId="20577"/>
          <ac:spMkLst>
            <pc:docMk/>
            <pc:sldMk cId="0" sldId="334"/>
            <ac:spMk id="3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5T16:56:50.714" v="190" actId="1076"/>
        <pc:sldMkLst>
          <pc:docMk/>
          <pc:sldMk cId="0" sldId="335"/>
        </pc:sldMkLst>
        <pc:spChg chg="mod">
          <ac:chgData name="Kamal Beydoun" userId="e88cbbf3-5e5f-46df-aecf-fe10b322ce6e" providerId="ADAL" clId="{E4876F53-9B78-423D-99A1-E03CA3D47365}" dt="2025-10-05T16:56:50.714" v="190" actId="1076"/>
          <ac:spMkLst>
            <pc:docMk/>
            <pc:sldMk cId="0" sldId="335"/>
            <ac:spMk id="3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5T18:04:56.857" v="192" actId="1076"/>
        <pc:sldMkLst>
          <pc:docMk/>
          <pc:sldMk cId="0" sldId="336"/>
        </pc:sldMkLst>
        <pc:spChg chg="mod">
          <ac:chgData name="Kamal Beydoun" userId="e88cbbf3-5e5f-46df-aecf-fe10b322ce6e" providerId="ADAL" clId="{E4876F53-9B78-423D-99A1-E03CA3D47365}" dt="2025-10-05T18:04:53.618" v="191" actId="1076"/>
          <ac:spMkLst>
            <pc:docMk/>
            <pc:sldMk cId="0" sldId="336"/>
            <ac:spMk id="3" creationId="{00000000-0000-0000-0000-000000000000}"/>
          </ac:spMkLst>
        </pc:spChg>
        <pc:spChg chg="mod">
          <ac:chgData name="Kamal Beydoun" userId="e88cbbf3-5e5f-46df-aecf-fe10b322ce6e" providerId="ADAL" clId="{E4876F53-9B78-423D-99A1-E03CA3D47365}" dt="2025-10-05T18:04:56.857" v="192" actId="1076"/>
          <ac:spMkLst>
            <pc:docMk/>
            <pc:sldMk cId="0" sldId="33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49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49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49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FE4A754-9A43-479C-9D38-47C40B8425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540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C7628ED-D4C8-4CD3-A5D0-9C2C41DC52F0}" type="slidenum">
              <a:rPr lang="en-US"/>
              <a:pPr algn="r"/>
              <a:t>1</a:t>
            </a:fld>
            <a:endParaRPr 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56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explaining the </a:t>
            </a:r>
            <a:r>
              <a:rPr lang="en-US" b="1" dirty="0"/>
              <a:t>DOM (Document Object Model)</a:t>
            </a:r>
            <a:r>
              <a:rPr lang="en-US" dirty="0"/>
              <a:t> in web development. Let me break it down for you step by step:</a:t>
            </a:r>
          </a:p>
          <a:p>
            <a:r>
              <a:rPr lang="en-US" b="1" dirty="0"/>
              <a:t>DOM definition</a:t>
            </a:r>
            <a:endParaRPr lang="en-US" dirty="0"/>
          </a:p>
          <a:p>
            <a:pPr lvl="1"/>
            <a:r>
              <a:rPr lang="en-US" dirty="0"/>
              <a:t>The DOM is the </a:t>
            </a:r>
            <a:r>
              <a:rPr lang="en-US" b="1" dirty="0"/>
              <a:t>interface</a:t>
            </a:r>
            <a:r>
              <a:rPr lang="en-US" dirty="0"/>
              <a:t> between documents written in </a:t>
            </a:r>
            <a:r>
              <a:rPr lang="en-US" b="1" dirty="0"/>
              <a:t>HTML, XHTML, or XML</a:t>
            </a:r>
            <a:r>
              <a:rPr lang="en-US" dirty="0"/>
              <a:t> and application programs (like JavaScript).</a:t>
            </a:r>
          </a:p>
          <a:p>
            <a:pPr lvl="1"/>
            <a:r>
              <a:rPr lang="en-US" dirty="0"/>
              <a:t>It allows programs to read and manipulate the structure, style, and content of a webpage.</a:t>
            </a:r>
          </a:p>
          <a:p>
            <a:r>
              <a:rPr lang="en-US" b="1" dirty="0"/>
              <a:t>Tree-like structure</a:t>
            </a:r>
            <a:endParaRPr lang="en-US" dirty="0"/>
          </a:p>
          <a:p>
            <a:pPr lvl="1"/>
            <a:r>
              <a:rPr lang="en-US" dirty="0"/>
              <a:t>A web page is represented as a </a:t>
            </a:r>
            <a:r>
              <a:rPr lang="en-US" b="1" dirty="0"/>
              <a:t>tree structure</a:t>
            </a:r>
            <a:r>
              <a:rPr lang="en-US" dirty="0"/>
              <a:t> (hierarchy of nodes).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The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&lt;html&gt;</a:t>
            </a:r>
            <a:r>
              <a:rPr lang="en-US" dirty="0"/>
              <a:t> element is the root.</a:t>
            </a:r>
          </a:p>
          <a:p>
            <a:pPr lvl="2"/>
            <a:r>
              <a:rPr lang="en-US" dirty="0"/>
              <a:t>Inside it, you might have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&lt;head&gt;</a:t>
            </a:r>
            <a:r>
              <a:rPr lang="en-US" dirty="0"/>
              <a:t> and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&lt;body&gt;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Inside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&lt;body&gt;</a:t>
            </a:r>
            <a:r>
              <a:rPr lang="en-US" dirty="0"/>
              <a:t>, you can have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&lt;div&gt;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&lt;p&gt;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&lt;input&gt;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Each element is like a “node” in a tree.</a:t>
            </a:r>
          </a:p>
          <a:p>
            <a:r>
              <a:rPr lang="en-US" b="1" dirty="0"/>
              <a:t>JavaScript and the DOM</a:t>
            </a:r>
            <a:endParaRPr lang="en-US" dirty="0"/>
          </a:p>
          <a:p>
            <a:pPr lvl="1"/>
            <a:r>
              <a:rPr lang="en-US" dirty="0"/>
              <a:t>JavaScript can access and manipulate the DOM.</a:t>
            </a:r>
          </a:p>
          <a:p>
            <a:pPr lvl="1"/>
            <a:r>
              <a:rPr lang="en-US" dirty="0"/>
              <a:t>Example: you can change text, styles, or attributes dynamically using JS code.</a:t>
            </a:r>
          </a:p>
          <a:p>
            <a:r>
              <a:rPr lang="en-US" b="1" dirty="0"/>
              <a:t>HTML elements as objects</a:t>
            </a:r>
            <a:endParaRPr lang="en-US" dirty="0"/>
          </a:p>
          <a:p>
            <a:pPr lvl="1"/>
            <a:r>
              <a:rPr lang="en-US" dirty="0"/>
              <a:t>In the DOM, each HTML element is treated as an </a:t>
            </a:r>
            <a:r>
              <a:rPr lang="en-US" b="1" dirty="0"/>
              <a:t>object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attributes of an element are represented as </a:t>
            </a:r>
            <a:r>
              <a:rPr lang="en-US" b="1" dirty="0"/>
              <a:t>properties</a:t>
            </a:r>
            <a:r>
              <a:rPr lang="en-US" dirty="0"/>
              <a:t> of that object.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E4A754-9A43-479C-9D38-47C40B8425E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518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Text Box 1"/>
          <p:cNvSpPr txBox="1">
            <a:spLocks noChangeArrowheads="1"/>
          </p:cNvSpPr>
          <p:nvPr/>
        </p:nvSpPr>
        <p:spPr bwMode="auto">
          <a:xfrm>
            <a:off x="0" y="-6567488"/>
            <a:ext cx="1588" cy="14741526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13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65763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84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querySelector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(selector)</a:t>
            </a:r>
            <a:endParaRPr lang="en-US" b="1" dirty="0"/>
          </a:p>
          <a:p>
            <a:r>
              <a:rPr lang="en-US" dirty="0"/>
              <a:t>Returns the </a:t>
            </a:r>
            <a:r>
              <a:rPr lang="en-US" b="1" dirty="0"/>
              <a:t>first element</a:t>
            </a:r>
            <a:r>
              <a:rPr lang="en-US" dirty="0"/>
              <a:t> that matches a given </a:t>
            </a:r>
            <a:r>
              <a:rPr lang="en-US" b="1" dirty="0"/>
              <a:t>CSS selector</a:t>
            </a:r>
            <a:r>
              <a:rPr lang="en-US" dirty="0"/>
              <a:t>.</a:t>
            </a:r>
          </a:p>
          <a:p>
            <a:r>
              <a:rPr lang="en-US" dirty="0"/>
              <a:t>Very flexible: you can search by </a:t>
            </a:r>
            <a:r>
              <a:rPr lang="en-US" b="1" dirty="0"/>
              <a:t>id, class, tag, or even complex CSS selectors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E4A754-9A43-479C-9D38-47C40B8425E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3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E4A754-9A43-479C-9D38-47C40B8425E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37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E4A754-9A43-479C-9D38-47C40B8425EA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476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innerHTML</a:t>
            </a:r>
            <a:r>
              <a:rPr lang="en-US" dirty="0"/>
              <a:t> → Returns HTML markup (tags + text).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innerText</a:t>
            </a:r>
            <a:r>
              <a:rPr lang="en-US" dirty="0"/>
              <a:t> → Returns only the </a:t>
            </a:r>
            <a:r>
              <a:rPr lang="en-US" i="1" dirty="0"/>
              <a:t>visible</a:t>
            </a:r>
            <a:r>
              <a:rPr lang="en-US" dirty="0"/>
              <a:t> text (takes CSS into account).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textContent</a:t>
            </a:r>
            <a:r>
              <a:rPr lang="en-US" dirty="0"/>
              <a:t> → Returns </a:t>
            </a:r>
            <a:r>
              <a:rPr lang="en-US" i="1" dirty="0"/>
              <a:t>all</a:t>
            </a:r>
            <a:r>
              <a:rPr lang="en-US" dirty="0"/>
              <a:t> text, regardless of CSS (hidden text included).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E4A754-9A43-479C-9D38-47C40B8425EA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80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50000"/>
              </a:lnSpc>
            </a:pPr>
            <a:fld id="{C3DC181A-6B65-47E4-B856-4254BAE211A0}" type="slidenum">
              <a:rPr lang="en-GB"/>
              <a:pPr>
                <a:lnSpc>
                  <a:spcPct val="50000"/>
                </a:lnSpc>
              </a:pPr>
              <a:t>25</a:t>
            </a:fld>
            <a:endParaRPr lang="en-GB"/>
          </a:p>
        </p:txBody>
      </p:sp>
      <p:sp>
        <p:nvSpPr>
          <p:cNvPr id="102402" name="Text Box 2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03" name="Rectangle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65763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3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Text Box 1"/>
          <p:cNvSpPr txBox="1">
            <a:spLocks noChangeArrowheads="1"/>
          </p:cNvSpPr>
          <p:nvPr/>
        </p:nvSpPr>
        <p:spPr bwMode="auto">
          <a:xfrm>
            <a:off x="0" y="-6567488"/>
            <a:ext cx="1588" cy="14741526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65763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292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Text Box 1"/>
          <p:cNvSpPr txBox="1">
            <a:spLocks noChangeArrowheads="1"/>
          </p:cNvSpPr>
          <p:nvPr/>
        </p:nvSpPr>
        <p:spPr bwMode="auto">
          <a:xfrm>
            <a:off x="0" y="-6567488"/>
            <a:ext cx="1588" cy="14741526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65763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73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Text Box 1"/>
          <p:cNvSpPr txBox="1">
            <a:spLocks noChangeArrowheads="1"/>
          </p:cNvSpPr>
          <p:nvPr/>
        </p:nvSpPr>
        <p:spPr bwMode="auto">
          <a:xfrm>
            <a:off x="0" y="-6567488"/>
            <a:ext cx="1588" cy="14741526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47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65763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29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 Difference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.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nodeValue</a:t>
            </a:r>
            <a:r>
              <a:rPr lang="en-US" dirty="0"/>
              <a:t> → general property for </a:t>
            </a:r>
            <a:r>
              <a:rPr lang="en-US" b="1" dirty="0"/>
              <a:t>all node types</a:t>
            </a:r>
            <a:r>
              <a:rPr lang="en-US" dirty="0"/>
              <a:t> (elements, attributes, text, comments).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.data</a:t>
            </a:r>
            <a:r>
              <a:rPr lang="en-US" dirty="0"/>
              <a:t> → exists only for </a:t>
            </a:r>
            <a:r>
              <a:rPr lang="en-US" b="1" dirty="0"/>
              <a:t>text nodes, comment nodes, and other </a:t>
            </a:r>
            <a:r>
              <a:rPr lang="en-US" b="1" dirty="0" err="1"/>
              <a:t>CharacterData</a:t>
            </a:r>
            <a:r>
              <a:rPr lang="en-US" b="1" dirty="0"/>
              <a:t> types</a:t>
            </a:r>
            <a:r>
              <a:rPr lang="en-US" dirty="0"/>
              <a:t>.</a:t>
            </a:r>
          </a:p>
          <a:p>
            <a:r>
              <a:rPr lang="en-US" dirty="0"/>
              <a:t>👉 So:</a:t>
            </a:r>
          </a:p>
          <a:p>
            <a:r>
              <a:rPr lang="en-US" dirty="0"/>
              <a:t>Use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.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nodeValue</a:t>
            </a:r>
            <a:r>
              <a:rPr lang="en-US" dirty="0"/>
              <a:t> when dealing with </a:t>
            </a:r>
            <a:r>
              <a:rPr lang="en-US" b="1" dirty="0"/>
              <a:t>generic nodes</a:t>
            </a:r>
            <a:r>
              <a:rPr lang="en-US" dirty="0"/>
              <a:t>.</a:t>
            </a:r>
          </a:p>
          <a:p>
            <a:r>
              <a:rPr lang="en-US" dirty="0"/>
              <a:t>Use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.data</a:t>
            </a:r>
            <a:r>
              <a:rPr lang="en-US" dirty="0"/>
              <a:t> when you specifically know it’s a </a:t>
            </a:r>
            <a:r>
              <a:rPr lang="en-US" b="1" dirty="0"/>
              <a:t>text or comment node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E4A754-9A43-479C-9D38-47C40B8425EA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75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🔹 </a:t>
            </a:r>
            <a:r>
              <a:rPr lang="en-US" sz="1200" b="1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X.appendChild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(Y)</a:t>
            </a:r>
            <a:endParaRPr lang="en-US" b="1" dirty="0"/>
          </a:p>
          <a:p>
            <a:r>
              <a:rPr lang="en-US" dirty="0"/>
              <a:t>Adds node </a:t>
            </a:r>
            <a:r>
              <a:rPr lang="en-US" b="1" dirty="0"/>
              <a:t>Y</a:t>
            </a:r>
            <a:r>
              <a:rPr lang="en-US" dirty="0"/>
              <a:t> as the </a:t>
            </a:r>
            <a:r>
              <a:rPr lang="en-US" b="1" dirty="0"/>
              <a:t>last child</a:t>
            </a:r>
            <a:r>
              <a:rPr lang="en-US" dirty="0"/>
              <a:t> of node </a:t>
            </a:r>
            <a:r>
              <a:rPr lang="en-US" b="1" dirty="0"/>
              <a:t>X</a:t>
            </a:r>
            <a:r>
              <a:rPr lang="en-US" dirty="0"/>
              <a:t>.</a:t>
            </a:r>
          </a:p>
          <a:p>
            <a:r>
              <a:rPr lang="en-US" dirty="0"/>
              <a:t>Used to insert new elements or text into an existing element.</a:t>
            </a:r>
          </a:p>
          <a:p>
            <a:r>
              <a:rPr lang="en-US" dirty="0"/>
              <a:t>Example: add a new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&lt;p&gt;</a:t>
            </a:r>
            <a:r>
              <a:rPr lang="en-US" dirty="0"/>
              <a:t> to a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&lt;div&gt;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</a:t>
            </a:r>
            <a:r>
              <a:rPr lang="en-US" sz="1200" b="1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X.removeChild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(Y)</a:t>
            </a:r>
            <a:endParaRPr lang="en-US" b="1" dirty="0"/>
          </a:p>
          <a:p>
            <a:r>
              <a:rPr lang="en-US" dirty="0"/>
              <a:t>Removes node </a:t>
            </a:r>
            <a:r>
              <a:rPr lang="en-US" b="1" dirty="0"/>
              <a:t>Y</a:t>
            </a:r>
            <a:r>
              <a:rPr lang="en-US" dirty="0"/>
              <a:t> from inside node </a:t>
            </a:r>
            <a:r>
              <a:rPr lang="en-US" b="1" dirty="0"/>
              <a:t>X</a:t>
            </a:r>
            <a:r>
              <a:rPr lang="en-US" dirty="0"/>
              <a:t> (its parent).</a:t>
            </a:r>
          </a:p>
          <a:p>
            <a:r>
              <a:rPr lang="en-US" dirty="0"/>
              <a:t>You must remove it from the element that currently contains it.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</a:t>
            </a:r>
            <a:r>
              <a:rPr lang="en-US" sz="1200" b="1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document.createTextNode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("Text")</a:t>
            </a:r>
            <a:endParaRPr lang="en-US" b="1" dirty="0"/>
          </a:p>
          <a:p>
            <a:r>
              <a:rPr lang="en-US" dirty="0"/>
              <a:t>Creates a new </a:t>
            </a:r>
            <a:r>
              <a:rPr lang="en-US" b="1" dirty="0"/>
              <a:t>text node</a:t>
            </a:r>
            <a:r>
              <a:rPr lang="en-US" dirty="0"/>
              <a:t> containing the given text (not yet displayed).</a:t>
            </a:r>
          </a:p>
          <a:p>
            <a:r>
              <a:rPr lang="en-US" dirty="0"/>
              <a:t>You must attach it to an element (for example using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appendChild</a:t>
            </a:r>
            <a:r>
              <a:rPr lang="en-US" dirty="0"/>
              <a:t>).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</a:t>
            </a:r>
            <a:r>
              <a:rPr lang="en-US" sz="1200" b="1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X.cloneNode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(true)</a:t>
            </a:r>
            <a:endParaRPr lang="en-US" b="1" dirty="0"/>
          </a:p>
          <a:p>
            <a:r>
              <a:rPr lang="en-US" dirty="0"/>
              <a:t>Creates a </a:t>
            </a:r>
            <a:r>
              <a:rPr lang="en-US" b="1" dirty="0"/>
              <a:t>copy (clone)</a:t>
            </a:r>
            <a:r>
              <a:rPr lang="en-US" dirty="0"/>
              <a:t> of node </a:t>
            </a:r>
            <a:r>
              <a:rPr lang="en-US" b="1" dirty="0"/>
              <a:t>X</a:t>
            </a:r>
            <a:r>
              <a:rPr lang="en-US" dirty="0"/>
              <a:t>.</a:t>
            </a:r>
          </a:p>
          <a:p>
            <a:r>
              <a:rPr lang="en-US" dirty="0"/>
              <a:t>If the argument is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true</a:t>
            </a:r>
            <a:r>
              <a:rPr lang="en-US" dirty="0"/>
              <a:t> → clones </a:t>
            </a:r>
            <a:r>
              <a:rPr lang="en-US" b="1" dirty="0"/>
              <a:t>X and all its children</a:t>
            </a:r>
            <a:r>
              <a:rPr lang="en-US" dirty="0"/>
              <a:t> (deep copy).</a:t>
            </a:r>
          </a:p>
          <a:p>
            <a:r>
              <a:rPr lang="en-US" dirty="0"/>
              <a:t>If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false</a:t>
            </a:r>
            <a:r>
              <a:rPr lang="en-US" dirty="0"/>
              <a:t> → clones only </a:t>
            </a:r>
            <a:r>
              <a:rPr lang="en-US" b="1" dirty="0"/>
              <a:t>X itself</a:t>
            </a:r>
            <a:r>
              <a:rPr lang="en-US" dirty="0"/>
              <a:t> (shallow copy, without children).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</a:t>
            </a:r>
            <a:r>
              <a:rPr lang="en-US" sz="1200" b="1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X.replaceChild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</a:t>
            </a:r>
            <a:r>
              <a:rPr lang="en-US" sz="1200" b="1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newNode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en-US" sz="1200" b="1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oldNode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)</a:t>
            </a:r>
            <a:endParaRPr lang="en-US" b="1" dirty="0"/>
          </a:p>
          <a:p>
            <a:r>
              <a:rPr lang="en-US" dirty="0"/>
              <a:t>Replaces </a:t>
            </a:r>
            <a:r>
              <a:rPr lang="en-US" b="1" dirty="0" err="1"/>
              <a:t>oldNode</a:t>
            </a:r>
            <a:r>
              <a:rPr lang="en-US" dirty="0"/>
              <a:t> (a child of X) with </a:t>
            </a:r>
            <a:r>
              <a:rPr lang="en-US" b="1" dirty="0" err="1"/>
              <a:t>newNode</a:t>
            </a:r>
            <a:r>
              <a:rPr lang="en-US" dirty="0"/>
              <a:t>.</a:t>
            </a:r>
          </a:p>
          <a:p>
            <a:r>
              <a:rPr lang="en-US" dirty="0"/>
              <a:t>The old node is removed and the new one takes its place.</a:t>
            </a:r>
          </a:p>
          <a:p>
            <a:r>
              <a:rPr lang="en-US" dirty="0"/>
              <a:t>&lt;!DOCTYPE html&gt;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  &lt;div id="</a:t>
            </a:r>
            <a:r>
              <a:rPr lang="en-US" dirty="0" err="1"/>
              <a:t>myDiv</a:t>
            </a:r>
            <a:r>
              <a:rPr lang="en-US" dirty="0"/>
              <a:t>"&gt;&lt;/div&gt;</a:t>
            </a:r>
          </a:p>
          <a:p>
            <a:endParaRPr lang="en-US" dirty="0"/>
          </a:p>
          <a:p>
            <a:r>
              <a:rPr lang="en-US" dirty="0"/>
              <a:t>  &lt;script&gt;</a:t>
            </a:r>
          </a:p>
          <a:p>
            <a:r>
              <a:rPr lang="en-US" dirty="0"/>
              <a:t>    // 1. Create a text node</a:t>
            </a:r>
          </a:p>
          <a:p>
            <a:r>
              <a:rPr lang="en-US" dirty="0"/>
              <a:t>    var text = </a:t>
            </a:r>
            <a:r>
              <a:rPr lang="en-US" dirty="0" err="1"/>
              <a:t>document.createTextNode</a:t>
            </a:r>
            <a:r>
              <a:rPr lang="en-US" dirty="0"/>
              <a:t>("Hello, this is a text node!");</a:t>
            </a:r>
          </a:p>
          <a:p>
            <a:endParaRPr lang="en-US" dirty="0"/>
          </a:p>
          <a:p>
            <a:r>
              <a:rPr lang="en-US" dirty="0"/>
              <a:t>    // 2. Get the parent element (div)</a:t>
            </a:r>
          </a:p>
          <a:p>
            <a:r>
              <a:rPr lang="en-US" dirty="0"/>
              <a:t>    var div = </a:t>
            </a:r>
            <a:r>
              <a:rPr lang="en-US" dirty="0" err="1"/>
              <a:t>document.getElementById</a:t>
            </a:r>
            <a:r>
              <a:rPr lang="en-US" dirty="0"/>
              <a:t>("</a:t>
            </a:r>
            <a:r>
              <a:rPr lang="en-US" dirty="0" err="1"/>
              <a:t>myDiv</a:t>
            </a:r>
            <a:r>
              <a:rPr lang="en-US" dirty="0"/>
              <a:t>");</a:t>
            </a:r>
          </a:p>
          <a:p>
            <a:endParaRPr lang="en-US" dirty="0"/>
          </a:p>
          <a:p>
            <a:r>
              <a:rPr lang="en-US" dirty="0"/>
              <a:t>    // 3. Append the text node to the div</a:t>
            </a:r>
          </a:p>
          <a:p>
            <a:r>
              <a:rPr lang="en-US" dirty="0"/>
              <a:t>    </a:t>
            </a:r>
            <a:r>
              <a:rPr lang="en-US" dirty="0" err="1"/>
              <a:t>div.appendChild</a:t>
            </a:r>
            <a:r>
              <a:rPr lang="en-US" dirty="0"/>
              <a:t>(text);</a:t>
            </a:r>
          </a:p>
          <a:p>
            <a:r>
              <a:rPr lang="en-US" dirty="0"/>
              <a:t>  &lt;/script&gt;</a:t>
            </a:r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E4A754-9A43-479C-9D38-47C40B8425EA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0260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Explanation:</a:t>
            </a:r>
          </a:p>
          <a:p>
            <a:r>
              <a:rPr lang="en-US" dirty="0"/>
              <a:t>The event handler is written </a:t>
            </a:r>
            <a:r>
              <a:rPr lang="en-US" b="1" dirty="0"/>
              <a:t>directly inside the HTML</a:t>
            </a:r>
            <a:r>
              <a:rPr lang="en-US" dirty="0"/>
              <a:t> tag.</a:t>
            </a:r>
          </a:p>
          <a:p>
            <a:r>
              <a:rPr lang="en-US" dirty="0"/>
              <a:t>When the user clicks the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&lt;div&gt;</a:t>
            </a:r>
            <a:r>
              <a:rPr lang="en-US" dirty="0"/>
              <a:t>, the browser executes the code in the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onclick</a:t>
            </a:r>
            <a:r>
              <a:rPr lang="en-US" dirty="0"/>
              <a:t> attribute.</a:t>
            </a:r>
          </a:p>
          <a:p>
            <a:r>
              <a:rPr lang="en-US" dirty="0"/>
              <a:t>Here, it calls the function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gotMouseClick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('id42')</a:t>
            </a:r>
            <a:r>
              <a:rPr lang="en-US" dirty="0"/>
              <a:t> and sets the variable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gotMouse</a:t>
            </a:r>
            <a:r>
              <a:rPr lang="en-US" dirty="0"/>
              <a:t> to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true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Option #2</a:t>
            </a:r>
          </a:p>
          <a:p>
            <a:r>
              <a:rPr lang="en-US" dirty="0"/>
              <a:t>Assigns a function reference to the element’s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onclick</a:t>
            </a:r>
            <a:r>
              <a:rPr lang="en-US" dirty="0"/>
              <a:t> event.</a:t>
            </a:r>
          </a:p>
          <a:p>
            <a:r>
              <a:rPr lang="en-US" dirty="0"/>
              <a:t>You can only have </a:t>
            </a:r>
            <a:r>
              <a:rPr lang="en-US" b="1" dirty="0"/>
              <a:t>one</a:t>
            </a:r>
            <a:r>
              <a:rPr lang="en-US" dirty="0"/>
              <a:t> function assigned this way — if you assign another, it replaces the previous one.</a:t>
            </a:r>
          </a:p>
          <a:p>
            <a:endParaRPr lang="en-US" dirty="0"/>
          </a:p>
          <a:p>
            <a:r>
              <a:rPr lang="en-US" dirty="0"/>
              <a:t>OR</a:t>
            </a:r>
          </a:p>
          <a:p>
            <a:endParaRPr lang="en-US" dirty="0"/>
          </a:p>
          <a:p>
            <a:r>
              <a:rPr lang="en-US" dirty="0"/>
              <a:t>Adds an </a:t>
            </a:r>
            <a:r>
              <a:rPr lang="en-US" b="1" dirty="0"/>
              <a:t>event listener</a:t>
            </a:r>
            <a:r>
              <a:rPr lang="en-US" dirty="0"/>
              <a:t> without overwriting others.</a:t>
            </a:r>
          </a:p>
          <a:p>
            <a:r>
              <a:rPr lang="en-US" dirty="0"/>
              <a:t>You can attach </a:t>
            </a:r>
            <a:r>
              <a:rPr lang="en-US" b="1" dirty="0"/>
              <a:t>multiple listeners</a:t>
            </a:r>
            <a:r>
              <a:rPr lang="en-US" dirty="0"/>
              <a:t> to the same event.</a:t>
            </a:r>
          </a:p>
          <a:p>
            <a:r>
              <a:rPr lang="en-US" dirty="0"/>
              <a:t>Supports advanced options like event bubbling, capturing, and removal.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E4A754-9A43-479C-9D38-47C40B8425EA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13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an event (like a click or key press) occurs, JavaScript automatically creates an </a:t>
            </a:r>
            <a:r>
              <a:rPr lang="en-US" b="1" dirty="0"/>
              <a:t>Event object</a:t>
            </a:r>
            <a:r>
              <a:rPr lang="en-US" dirty="0"/>
              <a:t> and passes it to your event handler function.</a:t>
            </a:r>
          </a:p>
          <a:p>
            <a:r>
              <a:rPr lang="en-US" dirty="0"/>
              <a:t>&lt;button id="</a:t>
            </a:r>
            <a:r>
              <a:rPr lang="en-US" dirty="0" err="1"/>
              <a:t>myButton</a:t>
            </a:r>
            <a:r>
              <a:rPr lang="en-US" dirty="0"/>
              <a:t>"&gt;Click me!&lt;/button&gt;</a:t>
            </a:r>
          </a:p>
          <a:p>
            <a:endParaRPr lang="en-US" dirty="0"/>
          </a:p>
          <a:p>
            <a:r>
              <a:rPr lang="en-US" dirty="0"/>
              <a:t>&lt;script&gt;</a:t>
            </a:r>
          </a:p>
          <a:p>
            <a:r>
              <a:rPr lang="en-US" dirty="0"/>
              <a:t>  const button = </a:t>
            </a:r>
            <a:r>
              <a:rPr lang="en-US" dirty="0" err="1"/>
              <a:t>document.getElementById</a:t>
            </a:r>
            <a:r>
              <a:rPr lang="en-US" dirty="0"/>
              <a:t>("</a:t>
            </a:r>
            <a:r>
              <a:rPr lang="en-US" dirty="0" err="1"/>
              <a:t>myButton</a:t>
            </a:r>
            <a:r>
              <a:rPr lang="en-US" dirty="0"/>
              <a:t>");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button.addEventListener</a:t>
            </a:r>
            <a:r>
              <a:rPr lang="en-US" dirty="0"/>
              <a:t>("click", function(event) {</a:t>
            </a:r>
          </a:p>
          <a:p>
            <a:r>
              <a:rPr lang="en-US" dirty="0"/>
              <a:t>    console.log("Event type:", </a:t>
            </a:r>
            <a:r>
              <a:rPr lang="en-US" dirty="0" err="1"/>
              <a:t>event.type</a:t>
            </a:r>
            <a:r>
              <a:rPr lang="en-US" dirty="0"/>
              <a:t>);</a:t>
            </a:r>
          </a:p>
          <a:p>
            <a:r>
              <a:rPr lang="en-US" dirty="0"/>
              <a:t>    console.log("Event timestamp:", </a:t>
            </a:r>
            <a:r>
              <a:rPr lang="en-US" dirty="0" err="1"/>
              <a:t>event.timeStamp</a:t>
            </a:r>
            <a:r>
              <a:rPr lang="en-US" dirty="0"/>
              <a:t>);</a:t>
            </a:r>
          </a:p>
          <a:p>
            <a:r>
              <a:rPr lang="en-US" dirty="0"/>
              <a:t>    console.log("Event target:", </a:t>
            </a:r>
            <a:r>
              <a:rPr lang="en-US" dirty="0" err="1"/>
              <a:t>event.target</a:t>
            </a:r>
            <a:r>
              <a:rPr lang="en-US" dirty="0"/>
              <a:t>);</a:t>
            </a:r>
          </a:p>
          <a:p>
            <a:r>
              <a:rPr lang="en-US" dirty="0"/>
              <a:t>    console.log("Event </a:t>
            </a:r>
            <a:r>
              <a:rPr lang="en-US" dirty="0" err="1"/>
              <a:t>currentTarget</a:t>
            </a:r>
            <a:r>
              <a:rPr lang="en-US" dirty="0"/>
              <a:t>:", </a:t>
            </a:r>
            <a:r>
              <a:rPr lang="en-US" dirty="0" err="1"/>
              <a:t>event.currentTarget</a:t>
            </a:r>
            <a:r>
              <a:rPr lang="en-US" dirty="0"/>
              <a:t>);</a:t>
            </a:r>
          </a:p>
          <a:p>
            <a:r>
              <a:rPr lang="en-US" dirty="0"/>
              <a:t>  });</a:t>
            </a:r>
          </a:p>
          <a:p>
            <a:r>
              <a:rPr lang="en-US" dirty="0"/>
              <a:t>&lt;/script&gt;</a:t>
            </a:r>
          </a:p>
          <a:p>
            <a:endParaRPr lang="en-US" dirty="0"/>
          </a:p>
          <a:p>
            <a:r>
              <a:rPr lang="en-US" dirty="0"/>
              <a:t>Event type: click</a:t>
            </a:r>
          </a:p>
          <a:p>
            <a:r>
              <a:rPr lang="en-US" dirty="0"/>
              <a:t>Event timestamp: 1489.234</a:t>
            </a:r>
          </a:p>
          <a:p>
            <a:r>
              <a:rPr lang="en-US" dirty="0"/>
              <a:t>Event target: &lt;button id="</a:t>
            </a:r>
            <a:r>
              <a:rPr lang="en-US" dirty="0" err="1"/>
              <a:t>myButton</a:t>
            </a:r>
            <a:r>
              <a:rPr lang="en-US" dirty="0"/>
              <a:t>"&gt;Click me!&lt;/button&gt;</a:t>
            </a:r>
          </a:p>
          <a:p>
            <a:r>
              <a:rPr lang="en-US" dirty="0"/>
              <a:t>Event </a:t>
            </a:r>
            <a:r>
              <a:rPr lang="en-US" dirty="0" err="1"/>
              <a:t>currentTarget</a:t>
            </a:r>
            <a:r>
              <a:rPr lang="en-US" dirty="0"/>
              <a:t>: &lt;button id="</a:t>
            </a:r>
            <a:r>
              <a:rPr lang="en-US" dirty="0" err="1"/>
              <a:t>myButton</a:t>
            </a:r>
            <a:r>
              <a:rPr lang="en-US"/>
              <a:t>"&gt;Click me!&lt;/button&gt;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E4A754-9A43-479C-9D38-47C40B8425EA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451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E4A754-9A43-479C-9D38-47C40B8425EA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04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&lt;div&gt;</a:t>
            </a:r>
            <a:r>
              <a:rPr lang="en-US" dirty="0"/>
              <a:t> with id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div1</a:t>
            </a:r>
            <a:r>
              <a:rPr lang="en-US" dirty="0"/>
              <a:t> is </a:t>
            </a:r>
            <a:r>
              <a:rPr lang="en-US" b="1" dirty="0"/>
              <a:t>positioned absolutely</a:t>
            </a:r>
            <a:r>
              <a:rPr lang="en-US" dirty="0"/>
              <a:t>, meaning you can control its position on the screen using CSS properties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left</a:t>
            </a:r>
            <a:r>
              <a:rPr lang="en-US" dirty="0"/>
              <a:t> and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top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onmousedown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onmousemove</a:t>
            </a:r>
            <a:r>
              <a:rPr lang="en-US" dirty="0"/>
              <a:t>, and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onmouseup</a:t>
            </a:r>
            <a:r>
              <a:rPr lang="en-US" dirty="0"/>
              <a:t> attributes attach </a:t>
            </a:r>
            <a:r>
              <a:rPr lang="en-US" b="1" dirty="0"/>
              <a:t>event handlers</a:t>
            </a:r>
            <a:r>
              <a:rPr lang="en-US" dirty="0"/>
              <a:t> that respond to mouse actions: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mousedown</a:t>
            </a:r>
            <a:r>
              <a:rPr lang="en-US" dirty="0"/>
              <a:t>: when you press the mouse button on the div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mousemove</a:t>
            </a:r>
            <a:r>
              <a:rPr lang="en-US" dirty="0"/>
              <a:t>: when you move the mouse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mouseup</a:t>
            </a:r>
            <a:r>
              <a:rPr lang="en-US" dirty="0"/>
              <a:t>: when you release the mouse button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E4A754-9A43-479C-9D38-47C40B8425EA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91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</a:t>
            </a:r>
            <a:r>
              <a:rPr lang="en-US" b="1" dirty="0"/>
              <a:t>global variables</a:t>
            </a:r>
            <a:r>
              <a:rPr lang="en-US" dirty="0"/>
              <a:t> used to manage dragging state and position.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🖱️ 3. </a:t>
            </a:r>
            <a:r>
              <a:rPr lang="en-US" sz="1200" b="1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mouseDown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(event)</a:t>
            </a:r>
            <a:endParaRPr lang="en-US" b="1" dirty="0"/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function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mouseDown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(event)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prevX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=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event.pageX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prevY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=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event.pageY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isMouseDown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= true;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}</a:t>
            </a:r>
          </a:p>
          <a:p>
            <a:r>
              <a:rPr lang="en-US" dirty="0"/>
              <a:t>Triggered when you </a:t>
            </a:r>
            <a:r>
              <a:rPr lang="en-US" b="1" dirty="0"/>
              <a:t>press</a:t>
            </a:r>
            <a:r>
              <a:rPr lang="en-US" dirty="0"/>
              <a:t> the mouse button.</a:t>
            </a:r>
          </a:p>
          <a:p>
            <a:r>
              <a:rPr lang="en-US" dirty="0"/>
              <a:t>It records the current mouse position (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pageX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pageY</a:t>
            </a:r>
            <a:r>
              <a:rPr lang="en-US" dirty="0"/>
              <a:t>).</a:t>
            </a:r>
          </a:p>
          <a:p>
            <a:r>
              <a:rPr lang="en-US" dirty="0"/>
              <a:t>Sets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isMouseDown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= true</a:t>
            </a:r>
            <a:r>
              <a:rPr lang="en-US" dirty="0"/>
              <a:t> to indicate that dragging has started.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🖱️ 4. </a:t>
            </a:r>
            <a:r>
              <a:rPr lang="en-US" sz="1200" b="1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mouseUp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(event)</a:t>
            </a:r>
            <a:endParaRPr lang="en-US" b="1" dirty="0"/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function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mouseUp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(event)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isMouseDown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= false;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}</a:t>
            </a:r>
          </a:p>
          <a:p>
            <a:r>
              <a:rPr lang="en-US" dirty="0"/>
              <a:t>Triggered when you </a:t>
            </a:r>
            <a:r>
              <a:rPr lang="en-US" b="1" dirty="0"/>
              <a:t>release</a:t>
            </a:r>
            <a:r>
              <a:rPr lang="en-US" dirty="0"/>
              <a:t> the mouse button.</a:t>
            </a:r>
          </a:p>
          <a:p>
            <a:r>
              <a:rPr lang="en-US" dirty="0"/>
              <a:t>It ends the dragging by setting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isMouseDown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= false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🖱️ 5. </a:t>
            </a:r>
            <a:r>
              <a:rPr lang="en-US" sz="1200" b="1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mouseMove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(event)</a:t>
            </a:r>
            <a:endParaRPr lang="en-US" b="1" dirty="0"/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function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mouseMove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(event)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if (!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isMouseDown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)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return; // Only move if the mouse button is held down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}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var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elem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=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document.getElementById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("div1");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elem.style.left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= (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elem.offsetLeft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+ (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event.pageX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-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prevX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)) + "px";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elem.style.top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= (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elem.offsetTop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+ (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event.pageY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-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prevY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)) + "px";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prevX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=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event.pageX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prevY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=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event.pageY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}</a:t>
            </a:r>
          </a:p>
          <a:p>
            <a:r>
              <a:rPr lang="en-US" dirty="0"/>
              <a:t>This function does the actual </a:t>
            </a:r>
            <a:r>
              <a:rPr lang="en-US" b="1" dirty="0"/>
              <a:t>movement</a:t>
            </a:r>
            <a:r>
              <a:rPr lang="en-US" dirty="0"/>
              <a:t>:</a:t>
            </a:r>
          </a:p>
          <a:p>
            <a:r>
              <a:rPr lang="en-US" dirty="0"/>
              <a:t>If the mouse isn’t pressed, it stops (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return</a:t>
            </a:r>
            <a:r>
              <a:rPr lang="en-US" dirty="0"/>
              <a:t>).</a:t>
            </a:r>
          </a:p>
          <a:p>
            <a:r>
              <a:rPr lang="en-US" dirty="0"/>
              <a:t>It gets the div (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elem</a:t>
            </a:r>
            <a:r>
              <a:rPr lang="en-US" dirty="0"/>
              <a:t>).</a:t>
            </a:r>
          </a:p>
          <a:p>
            <a:r>
              <a:rPr lang="en-US" dirty="0"/>
              <a:t>Calculates how much the mouse moved: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event.pageX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-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prevX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)</a:t>
            </a:r>
            <a:r>
              <a:rPr lang="en-US" dirty="0"/>
              <a:t> = change in horizontal position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event.pageY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-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prevY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)</a:t>
            </a:r>
            <a:r>
              <a:rPr lang="en-US" dirty="0"/>
              <a:t> = change in vertical position</a:t>
            </a:r>
          </a:p>
          <a:p>
            <a:r>
              <a:rPr lang="en-US" dirty="0"/>
              <a:t>Moves the div by adding these deltas to its current position (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offsetLeft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offsetTop</a:t>
            </a:r>
            <a:r>
              <a:rPr lang="en-US" dirty="0"/>
              <a:t>).</a:t>
            </a:r>
          </a:p>
          <a:p>
            <a:r>
              <a:rPr lang="en-US" dirty="0"/>
              <a:t>Updates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prevX</a:t>
            </a:r>
            <a:r>
              <a:rPr lang="en-US" dirty="0"/>
              <a:t> and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prevY</a:t>
            </a:r>
            <a:r>
              <a:rPr lang="en-US" dirty="0"/>
              <a:t> for the next move.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E4A754-9A43-479C-9D38-47C40B8425EA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645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sz="1200" b="1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onblur</a:t>
            </a:r>
            <a:r>
              <a:rPr lang="en-US" dirty="0"/>
              <a:t> event in JavaScript is triggered when an element </a:t>
            </a:r>
            <a:r>
              <a:rPr lang="en-US" b="1" dirty="0"/>
              <a:t>loses focus</a:t>
            </a:r>
            <a:r>
              <a:rPr lang="en-US" dirty="0"/>
              <a:t> — meaning the user was interacting with it (for example, typing in an input box) and then clicks or tabs away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E4A754-9A43-479C-9D38-47C40B8425EA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004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is Event Registration?</a:t>
            </a:r>
          </a:p>
          <a:p>
            <a:r>
              <a:rPr lang="en-US" dirty="0"/>
              <a:t>Event registration means </a:t>
            </a:r>
            <a:r>
              <a:rPr lang="en-US" b="1" dirty="0"/>
              <a:t>telling the browser</a:t>
            </a:r>
            <a:r>
              <a:rPr lang="en-US" dirty="0"/>
              <a:t> what code to run when a specific event happens on a specific element.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“When this link is clicked, run this JavaScript code.”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&lt;a id="</a:t>
            </a:r>
            <a:r>
              <a:rPr lang="en-US" dirty="0" err="1"/>
              <a:t>myLink</a:t>
            </a:r>
            <a:r>
              <a:rPr lang="en-US" dirty="0"/>
              <a:t>" </a:t>
            </a:r>
            <a:r>
              <a:rPr lang="en-US" dirty="0" err="1"/>
              <a:t>href</a:t>
            </a:r>
            <a:r>
              <a:rPr lang="en-US" dirty="0"/>
              <a:t>=""&gt;Click me&lt;/a&gt;</a:t>
            </a:r>
          </a:p>
          <a:p>
            <a:endParaRPr lang="en-US" dirty="0"/>
          </a:p>
          <a:p>
            <a:r>
              <a:rPr lang="en-US" dirty="0"/>
              <a:t>&lt;script&gt;</a:t>
            </a:r>
          </a:p>
          <a:p>
            <a:r>
              <a:rPr lang="en-US" dirty="0"/>
              <a:t>function </a:t>
            </a:r>
            <a:r>
              <a:rPr lang="en-US" dirty="0" err="1"/>
              <a:t>linkClick</a:t>
            </a:r>
            <a:r>
              <a:rPr lang="en-US" dirty="0"/>
              <a:t>() {</a:t>
            </a:r>
          </a:p>
          <a:p>
            <a:r>
              <a:rPr lang="en-US" dirty="0"/>
              <a:t>  alert("You have clicked me!");</a:t>
            </a:r>
          </a:p>
          <a:p>
            <a:r>
              <a:rPr lang="en-US" dirty="0"/>
              <a:t>  return false;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document.getElementById</a:t>
            </a:r>
            <a:r>
              <a:rPr lang="en-US" dirty="0"/>
              <a:t>("</a:t>
            </a:r>
            <a:r>
              <a:rPr lang="en-US" dirty="0" err="1"/>
              <a:t>myLink</a:t>
            </a:r>
            <a:r>
              <a:rPr lang="en-US" dirty="0"/>
              <a:t>").onclick = </a:t>
            </a:r>
            <a:r>
              <a:rPr lang="en-US" dirty="0" err="1"/>
              <a:t>linkClick</a:t>
            </a:r>
            <a:r>
              <a:rPr lang="en-US" dirty="0"/>
              <a:t>;</a:t>
            </a:r>
          </a:p>
          <a:p>
            <a:r>
              <a:rPr lang="en-US" dirty="0"/>
              <a:t>&lt;/script&gt;</a:t>
            </a:r>
          </a:p>
          <a:p>
            <a:br>
              <a:rPr lang="en-US" dirty="0"/>
            </a:br>
            <a:r>
              <a:rPr lang="en-US" dirty="0"/>
              <a:t>Explanation: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document.getElementById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("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myLink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")</a:t>
            </a:r>
            <a:r>
              <a:rPr lang="en-US" dirty="0"/>
              <a:t> → gets the link element by its ID.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.onclick =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linkClick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;</a:t>
            </a:r>
            <a:r>
              <a:rPr lang="en-US" dirty="0"/>
              <a:t> → assigns the function </a:t>
            </a:r>
            <a:r>
              <a:rPr lang="en-US" sz="1200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linkClick</a:t>
            </a:r>
            <a:r>
              <a:rPr lang="en-US" dirty="0"/>
              <a:t> as the event handler.</a:t>
            </a:r>
          </a:p>
          <a:p>
            <a:r>
              <a:rPr lang="en-US" dirty="0"/>
              <a:t>When the link is clicked, the function runs.</a:t>
            </a:r>
          </a:p>
          <a:p>
            <a:r>
              <a:rPr lang="en-US" dirty="0"/>
              <a:t>Returning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false</a:t>
            </a:r>
            <a:r>
              <a:rPr lang="en-US" dirty="0"/>
              <a:t> from the function prevents the link’s default navigation.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E4A754-9A43-479C-9D38-47C40B8425EA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58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0" y="-1588"/>
            <a:ext cx="9144000" cy="6859588"/>
            <a:chOff x="0" y="-2308"/>
            <a:chExt cx="9144000" cy="6860308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>
                <a:gd name="T0" fmla="*/ 0 w 5760"/>
                <a:gd name="T1" fmla="*/ 0 h 4320"/>
                <a:gd name="T2" fmla="*/ 0 w 5760"/>
                <a:gd name="T3" fmla="*/ 4320 h 4320"/>
                <a:gd name="T4" fmla="*/ 5760 w 5760"/>
                <a:gd name="T5" fmla="*/ 4320 h 4320"/>
                <a:gd name="T6" fmla="*/ 5760 w 5760"/>
                <a:gd name="T7" fmla="*/ 0 h 4320"/>
                <a:gd name="T8" fmla="*/ 0 w 5760"/>
                <a:gd name="T9" fmla="*/ 0 h 4320"/>
                <a:gd name="T10" fmla="*/ 5444 w 5760"/>
                <a:gd name="T11" fmla="*/ 4004 h 4320"/>
                <a:gd name="T12" fmla="*/ 324 w 5760"/>
                <a:gd name="T13" fmla="*/ 4004 h 4320"/>
                <a:gd name="T14" fmla="*/ 324 w 5760"/>
                <a:gd name="T15" fmla="*/ 324 h 4320"/>
                <a:gd name="T16" fmla="*/ 5444 w 5760"/>
                <a:gd name="T17" fmla="*/ 324 h 4320"/>
                <a:gd name="T18" fmla="*/ 5444 w 5760"/>
                <a:gd name="T19" fmla="*/ 4004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9" cy="2554758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1" y="4777380"/>
            <a:ext cx="5917679" cy="861420"/>
          </a:xfrm>
        </p:spPr>
        <p:txBody>
          <a:bodyPr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7500938" y="1828800"/>
            <a:ext cx="990600" cy="228600"/>
          </a:xfrm>
        </p:spPr>
        <p:txBody>
          <a:bodyPr anchor="t" anchorCtr="0"/>
          <a:lstStyle>
            <a:lvl1pPr algn="l">
              <a:defRPr b="0" i="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48BE44B-C083-4EC4-A7C7-FFFAFE3104D9}" type="datetime1">
              <a:rPr lang="en-US" smtClean="0"/>
              <a:t>10/5/2025</a:t>
            </a:fld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6236494" y="3264694"/>
            <a:ext cx="3859212" cy="228600"/>
          </a:xfrm>
        </p:spPr>
        <p:txBody>
          <a:bodyPr/>
          <a:lstStyle>
            <a:lvl1pPr>
              <a:defRPr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85568" y="150207"/>
            <a:ext cx="1592740" cy="81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714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8ECE6-FF95-4910-B66C-7F9B2B49EBC3}" type="datetime1">
              <a:rPr lang="en-US" smtClean="0"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dirty="0"/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85568" y="150207"/>
            <a:ext cx="1592740" cy="81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828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0" y="-1588"/>
            <a:ext cx="9144000" cy="6859588"/>
            <a:chOff x="0" y="-2308"/>
            <a:chExt cx="9144000" cy="6860308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" name="Oval 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Oval 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Oval 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>
              <a:spLocks/>
            </p:cNvSpPr>
            <p:nvPr/>
          </p:nvSpPr>
          <p:spPr bwMode="gray">
            <a:xfrm rot="-5912394">
              <a:off x="3320102" y="1458373"/>
              <a:ext cx="2377690" cy="317748"/>
            </a:xfrm>
            <a:custGeom>
              <a:avLst/>
              <a:gdLst>
                <a:gd name="T0" fmla="*/ 85 w 10000"/>
                <a:gd name="T1" fmla="*/ 2532 h 5291"/>
                <a:gd name="T2" fmla="*/ 9958 w 10000"/>
                <a:gd name="T3" fmla="*/ 5291 h 5291"/>
                <a:gd name="T4" fmla="*/ 10000 w 10000"/>
                <a:gd name="T5" fmla="*/ 0 h 5291"/>
                <a:gd name="T6" fmla="*/ 10000 w 10000"/>
                <a:gd name="T7" fmla="*/ 0 h 5291"/>
                <a:gd name="T8" fmla="*/ 9667 w 10000"/>
                <a:gd name="T9" fmla="*/ 204 h 5291"/>
                <a:gd name="T10" fmla="*/ 9334 w 10000"/>
                <a:gd name="T11" fmla="*/ 400 h 5291"/>
                <a:gd name="T12" fmla="*/ 9001 w 10000"/>
                <a:gd name="T13" fmla="*/ 590 h 5291"/>
                <a:gd name="T14" fmla="*/ 8667 w 10000"/>
                <a:gd name="T15" fmla="*/ 753 h 5291"/>
                <a:gd name="T16" fmla="*/ 8333 w 10000"/>
                <a:gd name="T17" fmla="*/ 917 h 5291"/>
                <a:gd name="T18" fmla="*/ 7999 w 10000"/>
                <a:gd name="T19" fmla="*/ 1071 h 5291"/>
                <a:gd name="T20" fmla="*/ 7669 w 10000"/>
                <a:gd name="T21" fmla="*/ 1202 h 5291"/>
                <a:gd name="T22" fmla="*/ 7333 w 10000"/>
                <a:gd name="T23" fmla="*/ 1325 h 5291"/>
                <a:gd name="T24" fmla="*/ 7000 w 10000"/>
                <a:gd name="T25" fmla="*/ 1440 h 5291"/>
                <a:gd name="T26" fmla="*/ 6673 w 10000"/>
                <a:gd name="T27" fmla="*/ 1538 h 5291"/>
                <a:gd name="T28" fmla="*/ 6340 w 10000"/>
                <a:gd name="T29" fmla="*/ 1636 h 5291"/>
                <a:gd name="T30" fmla="*/ 6013 w 10000"/>
                <a:gd name="T31" fmla="*/ 1719 h 5291"/>
                <a:gd name="T32" fmla="*/ 5686 w 10000"/>
                <a:gd name="T33" fmla="*/ 1784 h 5291"/>
                <a:gd name="T34" fmla="*/ 5359 w 10000"/>
                <a:gd name="T35" fmla="*/ 1850 h 5291"/>
                <a:gd name="T36" fmla="*/ 5036 w 10000"/>
                <a:gd name="T37" fmla="*/ 1906 h 5291"/>
                <a:gd name="T38" fmla="*/ 4717 w 10000"/>
                <a:gd name="T39" fmla="*/ 1948 h 5291"/>
                <a:gd name="T40" fmla="*/ 4396 w 10000"/>
                <a:gd name="T41" fmla="*/ 1980 h 5291"/>
                <a:gd name="T42" fmla="*/ 4079 w 10000"/>
                <a:gd name="T43" fmla="*/ 2013 h 5291"/>
                <a:gd name="T44" fmla="*/ 3766 w 10000"/>
                <a:gd name="T45" fmla="*/ 2029 h 5291"/>
                <a:gd name="T46" fmla="*/ 3454 w 10000"/>
                <a:gd name="T47" fmla="*/ 2046 h 5291"/>
                <a:gd name="T48" fmla="*/ 3145 w 10000"/>
                <a:gd name="T49" fmla="*/ 2053 h 5291"/>
                <a:gd name="T50" fmla="*/ 2839 w 10000"/>
                <a:gd name="T51" fmla="*/ 2046 h 5291"/>
                <a:gd name="T52" fmla="*/ 2537 w 10000"/>
                <a:gd name="T53" fmla="*/ 2046 h 5291"/>
                <a:gd name="T54" fmla="*/ 2238 w 10000"/>
                <a:gd name="T55" fmla="*/ 2029 h 5291"/>
                <a:gd name="T56" fmla="*/ 1943 w 10000"/>
                <a:gd name="T57" fmla="*/ 2004 h 5291"/>
                <a:gd name="T58" fmla="*/ 1653 w 10000"/>
                <a:gd name="T59" fmla="*/ 1980 h 5291"/>
                <a:gd name="T60" fmla="*/ 1368 w 10000"/>
                <a:gd name="T61" fmla="*/ 1955 h 5291"/>
                <a:gd name="T62" fmla="*/ 1085 w 10000"/>
                <a:gd name="T63" fmla="*/ 1915 h 5291"/>
                <a:gd name="T64" fmla="*/ 806 w 10000"/>
                <a:gd name="T65" fmla="*/ 1873 h 5291"/>
                <a:gd name="T66" fmla="*/ 533 w 10000"/>
                <a:gd name="T67" fmla="*/ 1833 h 5291"/>
                <a:gd name="T68" fmla="*/ 0 w 10000"/>
                <a:gd name="T69" fmla="*/ 1726 h 5291"/>
                <a:gd name="T70" fmla="*/ 85 w 10000"/>
                <a:gd name="T71" fmla="*/ 2532 h 5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283200" y="402547"/>
              <a:ext cx="3465513" cy="60537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32"/>
            <p:cNvSpPr>
              <a:spLocks/>
            </p:cNvSpPr>
            <p:nvPr/>
          </p:nvSpPr>
          <p:spPr bwMode="gray">
            <a:xfrm rot="-5400000">
              <a:off x="3105027" y="1765596"/>
              <a:ext cx="5995993" cy="3326809"/>
            </a:xfrm>
            <a:custGeom>
              <a:avLst/>
              <a:gdLst>
                <a:gd name="T0" fmla="*/ 0 w 4960"/>
                <a:gd name="T1" fmla="*/ 0 h 2752"/>
                <a:gd name="T2" fmla="*/ 0 w 4960"/>
                <a:gd name="T3" fmla="*/ 324 h 2752"/>
                <a:gd name="T4" fmla="*/ 0 w 4960"/>
                <a:gd name="T5" fmla="*/ 1992 h 2752"/>
                <a:gd name="T6" fmla="*/ 0 w 4960"/>
                <a:gd name="T7" fmla="*/ 2752 h 2752"/>
                <a:gd name="T8" fmla="*/ 4960 w 4960"/>
                <a:gd name="T9" fmla="*/ 2752 h 2752"/>
                <a:gd name="T10" fmla="*/ 4960 w 4960"/>
                <a:gd name="T11" fmla="*/ 1992 h 2752"/>
                <a:gd name="T12" fmla="*/ 4960 w 4960"/>
                <a:gd name="T13" fmla="*/ 324 h 2752"/>
                <a:gd name="T14" fmla="*/ 4960 w 4960"/>
                <a:gd name="T15" fmla="*/ 0 h 2752"/>
                <a:gd name="T16" fmla="*/ 4960 w 4960"/>
                <a:gd name="T17" fmla="*/ 0 h 2752"/>
                <a:gd name="T18" fmla="*/ 4734 w 4960"/>
                <a:gd name="T19" fmla="*/ 34 h 2752"/>
                <a:gd name="T20" fmla="*/ 4510 w 4960"/>
                <a:gd name="T21" fmla="*/ 64 h 2752"/>
                <a:gd name="T22" fmla="*/ 4284 w 4960"/>
                <a:gd name="T23" fmla="*/ 90 h 2752"/>
                <a:gd name="T24" fmla="*/ 4060 w 4960"/>
                <a:gd name="T25" fmla="*/ 114 h 2752"/>
                <a:gd name="T26" fmla="*/ 3836 w 4960"/>
                <a:gd name="T27" fmla="*/ 132 h 2752"/>
                <a:gd name="T28" fmla="*/ 3614 w 4960"/>
                <a:gd name="T29" fmla="*/ 146 h 2752"/>
                <a:gd name="T30" fmla="*/ 3392 w 4960"/>
                <a:gd name="T31" fmla="*/ 158 h 2752"/>
                <a:gd name="T32" fmla="*/ 3174 w 4960"/>
                <a:gd name="T33" fmla="*/ 166 h 2752"/>
                <a:gd name="T34" fmla="*/ 2960 w 4960"/>
                <a:gd name="T35" fmla="*/ 172 h 2752"/>
                <a:gd name="T36" fmla="*/ 2748 w 4960"/>
                <a:gd name="T37" fmla="*/ 174 h 2752"/>
                <a:gd name="T38" fmla="*/ 2542 w 4960"/>
                <a:gd name="T39" fmla="*/ 174 h 2752"/>
                <a:gd name="T40" fmla="*/ 2338 w 4960"/>
                <a:gd name="T41" fmla="*/ 174 h 2752"/>
                <a:gd name="T42" fmla="*/ 2140 w 4960"/>
                <a:gd name="T43" fmla="*/ 170 h 2752"/>
                <a:gd name="T44" fmla="*/ 1948 w 4960"/>
                <a:gd name="T45" fmla="*/ 164 h 2752"/>
                <a:gd name="T46" fmla="*/ 1762 w 4960"/>
                <a:gd name="T47" fmla="*/ 156 h 2752"/>
                <a:gd name="T48" fmla="*/ 1582 w 4960"/>
                <a:gd name="T49" fmla="*/ 148 h 2752"/>
                <a:gd name="T50" fmla="*/ 1410 w 4960"/>
                <a:gd name="T51" fmla="*/ 138 h 2752"/>
                <a:gd name="T52" fmla="*/ 1244 w 4960"/>
                <a:gd name="T53" fmla="*/ 128 h 2752"/>
                <a:gd name="T54" fmla="*/ 1088 w 4960"/>
                <a:gd name="T55" fmla="*/ 116 h 2752"/>
                <a:gd name="T56" fmla="*/ 938 w 4960"/>
                <a:gd name="T57" fmla="*/ 104 h 2752"/>
                <a:gd name="T58" fmla="*/ 668 w 4960"/>
                <a:gd name="T59" fmla="*/ 78 h 2752"/>
                <a:gd name="T60" fmla="*/ 438 w 4960"/>
                <a:gd name="T61" fmla="*/ 54 h 2752"/>
                <a:gd name="T62" fmla="*/ 254 w 4960"/>
                <a:gd name="T63" fmla="*/ 34 h 2752"/>
                <a:gd name="T64" fmla="*/ 116 w 4960"/>
                <a:gd name="T65" fmla="*/ 16 h 2752"/>
                <a:gd name="T66" fmla="*/ 0 w 4960"/>
                <a:gd name="T67" fmla="*/ 0 h 2752"/>
                <a:gd name="T68" fmla="*/ 0 w 4960"/>
                <a:gd name="T69" fmla="*/ 0 h 2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>
                <a:gd name="T0" fmla="*/ 0 w 5760"/>
                <a:gd name="T1" fmla="*/ 0 h 4320"/>
                <a:gd name="T2" fmla="*/ 0 w 5760"/>
                <a:gd name="T3" fmla="*/ 4320 h 4320"/>
                <a:gd name="T4" fmla="*/ 5760 w 5760"/>
                <a:gd name="T5" fmla="*/ 4320 h 4320"/>
                <a:gd name="T6" fmla="*/ 5760 w 5760"/>
                <a:gd name="T7" fmla="*/ 0 h 4320"/>
                <a:gd name="T8" fmla="*/ 0 w 5760"/>
                <a:gd name="T9" fmla="*/ 0 h 4320"/>
                <a:gd name="T10" fmla="*/ 5444 w 5760"/>
                <a:gd name="T11" fmla="*/ 4004 h 4320"/>
                <a:gd name="T12" fmla="*/ 324 w 5760"/>
                <a:gd name="T13" fmla="*/ 4004 h 4320"/>
                <a:gd name="T14" fmla="*/ 324 w 5760"/>
                <a:gd name="T15" fmla="*/ 324 h 4320"/>
                <a:gd name="T16" fmla="*/ 5444 w 5760"/>
                <a:gd name="T17" fmla="*/ 324 h 4320"/>
                <a:gd name="T18" fmla="*/ 5444 w 5760"/>
                <a:gd name="T19" fmla="*/ 4004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CC9E6B-CA1F-44EF-8DBB-0F45DAFB331A}" type="datetime1">
              <a:rPr lang="en-US" smtClean="0"/>
              <a:t>10/5/2025</a:t>
            </a:fld>
            <a:endParaRPr 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85568" y="150207"/>
            <a:ext cx="1592740" cy="81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701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3210E8-DBA9-4C7C-BB35-F2D3C169C2DE}" type="datetime1">
              <a:rPr lang="en-US" smtClean="0"/>
              <a:t>10/5/2025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041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490"/>
            <a:ext cx="3636978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79" cy="277131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C1F7B3-4E1E-4D8B-9945-82537AE8E0B8}" type="datetime1">
              <a:rPr lang="en-US" smtClean="0"/>
              <a:t>10/5/2025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54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03E673-A1CE-46EE-A53B-374D01F1D907}" type="datetime1">
              <a:rPr lang="en-US" smtClean="0"/>
              <a:t>10/5/2025</a:t>
            </a:fld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050" y="295275"/>
            <a:ext cx="628650" cy="7683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E02396-D237-4DA1-BA7E-95384D7647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91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12603E-B297-4B3B-97F7-6455C1AD4D81}" type="datetime1">
              <a:rPr lang="en-US" smtClean="0"/>
              <a:t>10/5/2025</a:t>
            </a:fld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85568" y="150207"/>
            <a:ext cx="1592740" cy="81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230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0" y="-1588"/>
            <a:ext cx="9144000" cy="6859588"/>
            <a:chOff x="0" y="-2308"/>
            <a:chExt cx="9144000" cy="6860308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Oval 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Oval 7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>
              <a:spLocks/>
            </p:cNvSpPr>
            <p:nvPr/>
          </p:nvSpPr>
          <p:spPr bwMode="gray">
            <a:xfrm rot="-5912394">
              <a:off x="2769747" y="1458373"/>
              <a:ext cx="2377690" cy="317748"/>
            </a:xfrm>
            <a:custGeom>
              <a:avLst/>
              <a:gdLst>
                <a:gd name="T0" fmla="*/ 85 w 10000"/>
                <a:gd name="T1" fmla="*/ 2532 h 5291"/>
                <a:gd name="T2" fmla="*/ 9958 w 10000"/>
                <a:gd name="T3" fmla="*/ 5291 h 5291"/>
                <a:gd name="T4" fmla="*/ 10000 w 10000"/>
                <a:gd name="T5" fmla="*/ 0 h 5291"/>
                <a:gd name="T6" fmla="*/ 10000 w 10000"/>
                <a:gd name="T7" fmla="*/ 0 h 5291"/>
                <a:gd name="T8" fmla="*/ 9667 w 10000"/>
                <a:gd name="T9" fmla="*/ 204 h 5291"/>
                <a:gd name="T10" fmla="*/ 9334 w 10000"/>
                <a:gd name="T11" fmla="*/ 400 h 5291"/>
                <a:gd name="T12" fmla="*/ 9001 w 10000"/>
                <a:gd name="T13" fmla="*/ 590 h 5291"/>
                <a:gd name="T14" fmla="*/ 8667 w 10000"/>
                <a:gd name="T15" fmla="*/ 753 h 5291"/>
                <a:gd name="T16" fmla="*/ 8333 w 10000"/>
                <a:gd name="T17" fmla="*/ 917 h 5291"/>
                <a:gd name="T18" fmla="*/ 7999 w 10000"/>
                <a:gd name="T19" fmla="*/ 1071 h 5291"/>
                <a:gd name="T20" fmla="*/ 7669 w 10000"/>
                <a:gd name="T21" fmla="*/ 1202 h 5291"/>
                <a:gd name="T22" fmla="*/ 7333 w 10000"/>
                <a:gd name="T23" fmla="*/ 1325 h 5291"/>
                <a:gd name="T24" fmla="*/ 7000 w 10000"/>
                <a:gd name="T25" fmla="*/ 1440 h 5291"/>
                <a:gd name="T26" fmla="*/ 6673 w 10000"/>
                <a:gd name="T27" fmla="*/ 1538 h 5291"/>
                <a:gd name="T28" fmla="*/ 6340 w 10000"/>
                <a:gd name="T29" fmla="*/ 1636 h 5291"/>
                <a:gd name="T30" fmla="*/ 6013 w 10000"/>
                <a:gd name="T31" fmla="*/ 1719 h 5291"/>
                <a:gd name="T32" fmla="*/ 5686 w 10000"/>
                <a:gd name="T33" fmla="*/ 1784 h 5291"/>
                <a:gd name="T34" fmla="*/ 5359 w 10000"/>
                <a:gd name="T35" fmla="*/ 1850 h 5291"/>
                <a:gd name="T36" fmla="*/ 5036 w 10000"/>
                <a:gd name="T37" fmla="*/ 1906 h 5291"/>
                <a:gd name="T38" fmla="*/ 4717 w 10000"/>
                <a:gd name="T39" fmla="*/ 1948 h 5291"/>
                <a:gd name="T40" fmla="*/ 4396 w 10000"/>
                <a:gd name="T41" fmla="*/ 1980 h 5291"/>
                <a:gd name="T42" fmla="*/ 4079 w 10000"/>
                <a:gd name="T43" fmla="*/ 2013 h 5291"/>
                <a:gd name="T44" fmla="*/ 3766 w 10000"/>
                <a:gd name="T45" fmla="*/ 2029 h 5291"/>
                <a:gd name="T46" fmla="*/ 3454 w 10000"/>
                <a:gd name="T47" fmla="*/ 2046 h 5291"/>
                <a:gd name="T48" fmla="*/ 3145 w 10000"/>
                <a:gd name="T49" fmla="*/ 2053 h 5291"/>
                <a:gd name="T50" fmla="*/ 2839 w 10000"/>
                <a:gd name="T51" fmla="*/ 2046 h 5291"/>
                <a:gd name="T52" fmla="*/ 2537 w 10000"/>
                <a:gd name="T53" fmla="*/ 2046 h 5291"/>
                <a:gd name="T54" fmla="*/ 2238 w 10000"/>
                <a:gd name="T55" fmla="*/ 2029 h 5291"/>
                <a:gd name="T56" fmla="*/ 1943 w 10000"/>
                <a:gd name="T57" fmla="*/ 2004 h 5291"/>
                <a:gd name="T58" fmla="*/ 1653 w 10000"/>
                <a:gd name="T59" fmla="*/ 1980 h 5291"/>
                <a:gd name="T60" fmla="*/ 1368 w 10000"/>
                <a:gd name="T61" fmla="*/ 1955 h 5291"/>
                <a:gd name="T62" fmla="*/ 1085 w 10000"/>
                <a:gd name="T63" fmla="*/ 1915 h 5291"/>
                <a:gd name="T64" fmla="*/ 806 w 10000"/>
                <a:gd name="T65" fmla="*/ 1873 h 5291"/>
                <a:gd name="T66" fmla="*/ 533 w 10000"/>
                <a:gd name="T67" fmla="*/ 1833 h 5291"/>
                <a:gd name="T68" fmla="*/ 0 w 10000"/>
                <a:gd name="T69" fmla="*/ 1726 h 5291"/>
                <a:gd name="T70" fmla="*/ 85 w 10000"/>
                <a:gd name="T71" fmla="*/ 2532 h 5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283200" y="402547"/>
              <a:ext cx="3465513" cy="60537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32"/>
            <p:cNvSpPr>
              <a:spLocks/>
            </p:cNvSpPr>
            <p:nvPr/>
          </p:nvSpPr>
          <p:spPr bwMode="gray">
            <a:xfrm rot="-5400000">
              <a:off x="2548536" y="1765596"/>
              <a:ext cx="5995993" cy="3326809"/>
            </a:xfrm>
            <a:custGeom>
              <a:avLst/>
              <a:gdLst>
                <a:gd name="T0" fmla="*/ 0 w 4960"/>
                <a:gd name="T1" fmla="*/ 0 h 2752"/>
                <a:gd name="T2" fmla="*/ 0 w 4960"/>
                <a:gd name="T3" fmla="*/ 324 h 2752"/>
                <a:gd name="T4" fmla="*/ 0 w 4960"/>
                <a:gd name="T5" fmla="*/ 1992 h 2752"/>
                <a:gd name="T6" fmla="*/ 0 w 4960"/>
                <a:gd name="T7" fmla="*/ 2752 h 2752"/>
                <a:gd name="T8" fmla="*/ 4960 w 4960"/>
                <a:gd name="T9" fmla="*/ 2752 h 2752"/>
                <a:gd name="T10" fmla="*/ 4960 w 4960"/>
                <a:gd name="T11" fmla="*/ 1992 h 2752"/>
                <a:gd name="T12" fmla="*/ 4960 w 4960"/>
                <a:gd name="T13" fmla="*/ 324 h 2752"/>
                <a:gd name="T14" fmla="*/ 4960 w 4960"/>
                <a:gd name="T15" fmla="*/ 0 h 2752"/>
                <a:gd name="T16" fmla="*/ 4960 w 4960"/>
                <a:gd name="T17" fmla="*/ 0 h 2752"/>
                <a:gd name="T18" fmla="*/ 4734 w 4960"/>
                <a:gd name="T19" fmla="*/ 34 h 2752"/>
                <a:gd name="T20" fmla="*/ 4510 w 4960"/>
                <a:gd name="T21" fmla="*/ 64 h 2752"/>
                <a:gd name="T22" fmla="*/ 4284 w 4960"/>
                <a:gd name="T23" fmla="*/ 90 h 2752"/>
                <a:gd name="T24" fmla="*/ 4060 w 4960"/>
                <a:gd name="T25" fmla="*/ 114 h 2752"/>
                <a:gd name="T26" fmla="*/ 3836 w 4960"/>
                <a:gd name="T27" fmla="*/ 132 h 2752"/>
                <a:gd name="T28" fmla="*/ 3614 w 4960"/>
                <a:gd name="T29" fmla="*/ 146 h 2752"/>
                <a:gd name="T30" fmla="*/ 3392 w 4960"/>
                <a:gd name="T31" fmla="*/ 158 h 2752"/>
                <a:gd name="T32" fmla="*/ 3174 w 4960"/>
                <a:gd name="T33" fmla="*/ 166 h 2752"/>
                <a:gd name="T34" fmla="*/ 2960 w 4960"/>
                <a:gd name="T35" fmla="*/ 172 h 2752"/>
                <a:gd name="T36" fmla="*/ 2748 w 4960"/>
                <a:gd name="T37" fmla="*/ 174 h 2752"/>
                <a:gd name="T38" fmla="*/ 2542 w 4960"/>
                <a:gd name="T39" fmla="*/ 174 h 2752"/>
                <a:gd name="T40" fmla="*/ 2338 w 4960"/>
                <a:gd name="T41" fmla="*/ 174 h 2752"/>
                <a:gd name="T42" fmla="*/ 2140 w 4960"/>
                <a:gd name="T43" fmla="*/ 170 h 2752"/>
                <a:gd name="T44" fmla="*/ 1948 w 4960"/>
                <a:gd name="T45" fmla="*/ 164 h 2752"/>
                <a:gd name="T46" fmla="*/ 1762 w 4960"/>
                <a:gd name="T47" fmla="*/ 156 h 2752"/>
                <a:gd name="T48" fmla="*/ 1582 w 4960"/>
                <a:gd name="T49" fmla="*/ 148 h 2752"/>
                <a:gd name="T50" fmla="*/ 1410 w 4960"/>
                <a:gd name="T51" fmla="*/ 138 h 2752"/>
                <a:gd name="T52" fmla="*/ 1244 w 4960"/>
                <a:gd name="T53" fmla="*/ 128 h 2752"/>
                <a:gd name="T54" fmla="*/ 1088 w 4960"/>
                <a:gd name="T55" fmla="*/ 116 h 2752"/>
                <a:gd name="T56" fmla="*/ 938 w 4960"/>
                <a:gd name="T57" fmla="*/ 104 h 2752"/>
                <a:gd name="T58" fmla="*/ 668 w 4960"/>
                <a:gd name="T59" fmla="*/ 78 h 2752"/>
                <a:gd name="T60" fmla="*/ 438 w 4960"/>
                <a:gd name="T61" fmla="*/ 54 h 2752"/>
                <a:gd name="T62" fmla="*/ 254 w 4960"/>
                <a:gd name="T63" fmla="*/ 34 h 2752"/>
                <a:gd name="T64" fmla="*/ 116 w 4960"/>
                <a:gd name="T65" fmla="*/ 16 h 2752"/>
                <a:gd name="T66" fmla="*/ 0 w 4960"/>
                <a:gd name="T67" fmla="*/ 0 h 2752"/>
                <a:gd name="T68" fmla="*/ 0 w 4960"/>
                <a:gd name="T69" fmla="*/ 0 h 2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>
                <a:gd name="T0" fmla="*/ 0 w 5760"/>
                <a:gd name="T1" fmla="*/ 0 h 4320"/>
                <a:gd name="T2" fmla="*/ 0 w 5760"/>
                <a:gd name="T3" fmla="*/ 4320 h 4320"/>
                <a:gd name="T4" fmla="*/ 5760 w 5760"/>
                <a:gd name="T5" fmla="*/ 4320 h 4320"/>
                <a:gd name="T6" fmla="*/ 5760 w 5760"/>
                <a:gd name="T7" fmla="*/ 0 h 4320"/>
                <a:gd name="T8" fmla="*/ 0 w 5760"/>
                <a:gd name="T9" fmla="*/ 0 h 4320"/>
                <a:gd name="T10" fmla="*/ 5444 w 5760"/>
                <a:gd name="T11" fmla="*/ 4004 h 4320"/>
                <a:gd name="T12" fmla="*/ 324 w 5760"/>
                <a:gd name="T13" fmla="*/ 4004 h 4320"/>
                <a:gd name="T14" fmla="*/ 324 w 5760"/>
                <a:gd name="T15" fmla="*/ 324 h 4320"/>
                <a:gd name="T16" fmla="*/ 5444 w 5760"/>
                <a:gd name="T17" fmla="*/ 324 h 4320"/>
                <a:gd name="T18" fmla="*/ 5444 w 5760"/>
                <a:gd name="T19" fmla="*/ 4004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97437"/>
            <a:ext cx="2712589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086844"/>
            <a:ext cx="2712590" cy="292541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DEB8D-C17B-4B53-AFF9-9CAEC94A0DAA}" type="datetime1">
              <a:rPr lang="en-US" smtClean="0"/>
              <a:t>10/5/2025</a:t>
            </a:fld>
            <a:endParaRPr lang="en-US" dirty="0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85568" y="150207"/>
            <a:ext cx="1592740" cy="81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2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8"/>
          <p:cNvGrpSpPr>
            <a:grpSpLocks/>
          </p:cNvGrpSpPr>
          <p:nvPr userDrawn="1"/>
        </p:nvGrpSpPr>
        <p:grpSpPr bwMode="auto">
          <a:xfrm>
            <a:off x="0" y="-1588"/>
            <a:ext cx="9144000" cy="6859588"/>
            <a:chOff x="0" y="-2308"/>
            <a:chExt cx="9144000" cy="6860308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Oval 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Oval 7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>
              <a:spLocks/>
            </p:cNvSpPr>
            <p:nvPr/>
          </p:nvSpPr>
          <p:spPr bwMode="gray">
            <a:xfrm rot="-5912394">
              <a:off x="3074559" y="1458373"/>
              <a:ext cx="2377690" cy="317748"/>
            </a:xfrm>
            <a:custGeom>
              <a:avLst/>
              <a:gdLst>
                <a:gd name="T0" fmla="*/ 85 w 10000"/>
                <a:gd name="T1" fmla="*/ 2532 h 5291"/>
                <a:gd name="T2" fmla="*/ 9958 w 10000"/>
                <a:gd name="T3" fmla="*/ 5291 h 5291"/>
                <a:gd name="T4" fmla="*/ 10000 w 10000"/>
                <a:gd name="T5" fmla="*/ 0 h 5291"/>
                <a:gd name="T6" fmla="*/ 10000 w 10000"/>
                <a:gd name="T7" fmla="*/ 0 h 5291"/>
                <a:gd name="T8" fmla="*/ 9667 w 10000"/>
                <a:gd name="T9" fmla="*/ 204 h 5291"/>
                <a:gd name="T10" fmla="*/ 9334 w 10000"/>
                <a:gd name="T11" fmla="*/ 400 h 5291"/>
                <a:gd name="T12" fmla="*/ 9001 w 10000"/>
                <a:gd name="T13" fmla="*/ 590 h 5291"/>
                <a:gd name="T14" fmla="*/ 8667 w 10000"/>
                <a:gd name="T15" fmla="*/ 753 h 5291"/>
                <a:gd name="T16" fmla="*/ 8333 w 10000"/>
                <a:gd name="T17" fmla="*/ 917 h 5291"/>
                <a:gd name="T18" fmla="*/ 7999 w 10000"/>
                <a:gd name="T19" fmla="*/ 1071 h 5291"/>
                <a:gd name="T20" fmla="*/ 7669 w 10000"/>
                <a:gd name="T21" fmla="*/ 1202 h 5291"/>
                <a:gd name="T22" fmla="*/ 7333 w 10000"/>
                <a:gd name="T23" fmla="*/ 1325 h 5291"/>
                <a:gd name="T24" fmla="*/ 7000 w 10000"/>
                <a:gd name="T25" fmla="*/ 1440 h 5291"/>
                <a:gd name="T26" fmla="*/ 6673 w 10000"/>
                <a:gd name="T27" fmla="*/ 1538 h 5291"/>
                <a:gd name="T28" fmla="*/ 6340 w 10000"/>
                <a:gd name="T29" fmla="*/ 1636 h 5291"/>
                <a:gd name="T30" fmla="*/ 6013 w 10000"/>
                <a:gd name="T31" fmla="*/ 1719 h 5291"/>
                <a:gd name="T32" fmla="*/ 5686 w 10000"/>
                <a:gd name="T33" fmla="*/ 1784 h 5291"/>
                <a:gd name="T34" fmla="*/ 5359 w 10000"/>
                <a:gd name="T35" fmla="*/ 1850 h 5291"/>
                <a:gd name="T36" fmla="*/ 5036 w 10000"/>
                <a:gd name="T37" fmla="*/ 1906 h 5291"/>
                <a:gd name="T38" fmla="*/ 4717 w 10000"/>
                <a:gd name="T39" fmla="*/ 1948 h 5291"/>
                <a:gd name="T40" fmla="*/ 4396 w 10000"/>
                <a:gd name="T41" fmla="*/ 1980 h 5291"/>
                <a:gd name="T42" fmla="*/ 4079 w 10000"/>
                <a:gd name="T43" fmla="*/ 2013 h 5291"/>
                <a:gd name="T44" fmla="*/ 3766 w 10000"/>
                <a:gd name="T45" fmla="*/ 2029 h 5291"/>
                <a:gd name="T46" fmla="*/ 3454 w 10000"/>
                <a:gd name="T47" fmla="*/ 2046 h 5291"/>
                <a:gd name="T48" fmla="*/ 3145 w 10000"/>
                <a:gd name="T49" fmla="*/ 2053 h 5291"/>
                <a:gd name="T50" fmla="*/ 2839 w 10000"/>
                <a:gd name="T51" fmla="*/ 2046 h 5291"/>
                <a:gd name="T52" fmla="*/ 2537 w 10000"/>
                <a:gd name="T53" fmla="*/ 2046 h 5291"/>
                <a:gd name="T54" fmla="*/ 2238 w 10000"/>
                <a:gd name="T55" fmla="*/ 2029 h 5291"/>
                <a:gd name="T56" fmla="*/ 1943 w 10000"/>
                <a:gd name="T57" fmla="*/ 2004 h 5291"/>
                <a:gd name="T58" fmla="*/ 1653 w 10000"/>
                <a:gd name="T59" fmla="*/ 1980 h 5291"/>
                <a:gd name="T60" fmla="*/ 1368 w 10000"/>
                <a:gd name="T61" fmla="*/ 1955 h 5291"/>
                <a:gd name="T62" fmla="*/ 1085 w 10000"/>
                <a:gd name="T63" fmla="*/ 1915 h 5291"/>
                <a:gd name="T64" fmla="*/ 806 w 10000"/>
                <a:gd name="T65" fmla="*/ 1873 h 5291"/>
                <a:gd name="T66" fmla="*/ 533 w 10000"/>
                <a:gd name="T67" fmla="*/ 1833 h 5291"/>
                <a:gd name="T68" fmla="*/ 0 w 10000"/>
                <a:gd name="T69" fmla="*/ 1726 h 5291"/>
                <a:gd name="T70" fmla="*/ 85 w 10000"/>
                <a:gd name="T71" fmla="*/ 2532 h 5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283200" y="402547"/>
              <a:ext cx="3465513" cy="60537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32"/>
            <p:cNvSpPr>
              <a:spLocks/>
            </p:cNvSpPr>
            <p:nvPr/>
          </p:nvSpPr>
          <p:spPr bwMode="gray">
            <a:xfrm rot="-5400000">
              <a:off x="2852610" y="1765596"/>
              <a:ext cx="5995993" cy="3326809"/>
            </a:xfrm>
            <a:custGeom>
              <a:avLst/>
              <a:gdLst>
                <a:gd name="T0" fmla="*/ 0 w 4960"/>
                <a:gd name="T1" fmla="*/ 0 h 2752"/>
                <a:gd name="T2" fmla="*/ 0 w 4960"/>
                <a:gd name="T3" fmla="*/ 324 h 2752"/>
                <a:gd name="T4" fmla="*/ 0 w 4960"/>
                <a:gd name="T5" fmla="*/ 1992 h 2752"/>
                <a:gd name="T6" fmla="*/ 0 w 4960"/>
                <a:gd name="T7" fmla="*/ 2752 h 2752"/>
                <a:gd name="T8" fmla="*/ 4960 w 4960"/>
                <a:gd name="T9" fmla="*/ 2752 h 2752"/>
                <a:gd name="T10" fmla="*/ 4960 w 4960"/>
                <a:gd name="T11" fmla="*/ 1992 h 2752"/>
                <a:gd name="T12" fmla="*/ 4960 w 4960"/>
                <a:gd name="T13" fmla="*/ 324 h 2752"/>
                <a:gd name="T14" fmla="*/ 4960 w 4960"/>
                <a:gd name="T15" fmla="*/ 0 h 2752"/>
                <a:gd name="T16" fmla="*/ 4960 w 4960"/>
                <a:gd name="T17" fmla="*/ 0 h 2752"/>
                <a:gd name="T18" fmla="*/ 4734 w 4960"/>
                <a:gd name="T19" fmla="*/ 34 h 2752"/>
                <a:gd name="T20" fmla="*/ 4510 w 4960"/>
                <a:gd name="T21" fmla="*/ 64 h 2752"/>
                <a:gd name="T22" fmla="*/ 4284 w 4960"/>
                <a:gd name="T23" fmla="*/ 90 h 2752"/>
                <a:gd name="T24" fmla="*/ 4060 w 4960"/>
                <a:gd name="T25" fmla="*/ 114 h 2752"/>
                <a:gd name="T26" fmla="*/ 3836 w 4960"/>
                <a:gd name="T27" fmla="*/ 132 h 2752"/>
                <a:gd name="T28" fmla="*/ 3614 w 4960"/>
                <a:gd name="T29" fmla="*/ 146 h 2752"/>
                <a:gd name="T30" fmla="*/ 3392 w 4960"/>
                <a:gd name="T31" fmla="*/ 158 h 2752"/>
                <a:gd name="T32" fmla="*/ 3174 w 4960"/>
                <a:gd name="T33" fmla="*/ 166 h 2752"/>
                <a:gd name="T34" fmla="*/ 2960 w 4960"/>
                <a:gd name="T35" fmla="*/ 172 h 2752"/>
                <a:gd name="T36" fmla="*/ 2748 w 4960"/>
                <a:gd name="T37" fmla="*/ 174 h 2752"/>
                <a:gd name="T38" fmla="*/ 2542 w 4960"/>
                <a:gd name="T39" fmla="*/ 174 h 2752"/>
                <a:gd name="T40" fmla="*/ 2338 w 4960"/>
                <a:gd name="T41" fmla="*/ 174 h 2752"/>
                <a:gd name="T42" fmla="*/ 2140 w 4960"/>
                <a:gd name="T43" fmla="*/ 170 h 2752"/>
                <a:gd name="T44" fmla="*/ 1948 w 4960"/>
                <a:gd name="T45" fmla="*/ 164 h 2752"/>
                <a:gd name="T46" fmla="*/ 1762 w 4960"/>
                <a:gd name="T47" fmla="*/ 156 h 2752"/>
                <a:gd name="T48" fmla="*/ 1582 w 4960"/>
                <a:gd name="T49" fmla="*/ 148 h 2752"/>
                <a:gd name="T50" fmla="*/ 1410 w 4960"/>
                <a:gd name="T51" fmla="*/ 138 h 2752"/>
                <a:gd name="T52" fmla="*/ 1244 w 4960"/>
                <a:gd name="T53" fmla="*/ 128 h 2752"/>
                <a:gd name="T54" fmla="*/ 1088 w 4960"/>
                <a:gd name="T55" fmla="*/ 116 h 2752"/>
                <a:gd name="T56" fmla="*/ 938 w 4960"/>
                <a:gd name="T57" fmla="*/ 104 h 2752"/>
                <a:gd name="T58" fmla="*/ 668 w 4960"/>
                <a:gd name="T59" fmla="*/ 78 h 2752"/>
                <a:gd name="T60" fmla="*/ 438 w 4960"/>
                <a:gd name="T61" fmla="*/ 54 h 2752"/>
                <a:gd name="T62" fmla="*/ 254 w 4960"/>
                <a:gd name="T63" fmla="*/ 34 h 2752"/>
                <a:gd name="T64" fmla="*/ 116 w 4960"/>
                <a:gd name="T65" fmla="*/ 16 h 2752"/>
                <a:gd name="T66" fmla="*/ 0 w 4960"/>
                <a:gd name="T67" fmla="*/ 0 h 2752"/>
                <a:gd name="T68" fmla="*/ 0 w 4960"/>
                <a:gd name="T69" fmla="*/ 0 h 2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>
                <a:gd name="T0" fmla="*/ 0 w 5760"/>
                <a:gd name="T1" fmla="*/ 0 h 4320"/>
                <a:gd name="T2" fmla="*/ 0 w 5760"/>
                <a:gd name="T3" fmla="*/ 4320 h 4320"/>
                <a:gd name="T4" fmla="*/ 5760 w 5760"/>
                <a:gd name="T5" fmla="*/ 4320 h 4320"/>
                <a:gd name="T6" fmla="*/ 5760 w 5760"/>
                <a:gd name="T7" fmla="*/ 0 h 4320"/>
                <a:gd name="T8" fmla="*/ 0 w 5760"/>
                <a:gd name="T9" fmla="*/ 0 h 4320"/>
                <a:gd name="T10" fmla="*/ 5444 w 5760"/>
                <a:gd name="T11" fmla="*/ 4004 h 4320"/>
                <a:gd name="T12" fmla="*/ 324 w 5760"/>
                <a:gd name="T13" fmla="*/ 4004 h 4320"/>
                <a:gd name="T14" fmla="*/ 324 w 5760"/>
                <a:gd name="T15" fmla="*/ 324 h 4320"/>
                <a:gd name="T16" fmla="*/ 5444 w 5760"/>
                <a:gd name="T17" fmla="*/ 324 h 4320"/>
                <a:gd name="T18" fmla="*/ 5444 w 5760"/>
                <a:gd name="T19" fmla="*/ 4004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362190"/>
            <a:ext cx="2987087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1591" y="3088562"/>
            <a:ext cx="3001938" cy="244863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D59FAF-7945-46BD-92F7-05EDA6B999DD}" type="datetime1">
              <a:rPr lang="en-US" smtClean="0"/>
              <a:t>10/5/2025</a:t>
            </a:fld>
            <a:endParaRPr lang="en-US" dirty="0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85568" y="150207"/>
            <a:ext cx="1592740" cy="81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86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0" y="-1588"/>
            <a:ext cx="9144000" cy="6859588"/>
            <a:chOff x="0" y="-2308"/>
            <a:chExt cx="9144000" cy="6860308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Oval 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Oval 7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>
              <a:spLocks/>
            </p:cNvSpPr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>
                <a:gd name="T0" fmla="*/ 85 w 10000"/>
                <a:gd name="T1" fmla="*/ 2532 h 5291"/>
                <a:gd name="T2" fmla="*/ 9958 w 10000"/>
                <a:gd name="T3" fmla="*/ 5291 h 5291"/>
                <a:gd name="T4" fmla="*/ 10000 w 10000"/>
                <a:gd name="T5" fmla="*/ 0 h 5291"/>
                <a:gd name="T6" fmla="*/ 10000 w 10000"/>
                <a:gd name="T7" fmla="*/ 0 h 5291"/>
                <a:gd name="T8" fmla="*/ 9667 w 10000"/>
                <a:gd name="T9" fmla="*/ 204 h 5291"/>
                <a:gd name="T10" fmla="*/ 9334 w 10000"/>
                <a:gd name="T11" fmla="*/ 400 h 5291"/>
                <a:gd name="T12" fmla="*/ 9001 w 10000"/>
                <a:gd name="T13" fmla="*/ 590 h 5291"/>
                <a:gd name="T14" fmla="*/ 8667 w 10000"/>
                <a:gd name="T15" fmla="*/ 753 h 5291"/>
                <a:gd name="T16" fmla="*/ 8333 w 10000"/>
                <a:gd name="T17" fmla="*/ 917 h 5291"/>
                <a:gd name="T18" fmla="*/ 7999 w 10000"/>
                <a:gd name="T19" fmla="*/ 1071 h 5291"/>
                <a:gd name="T20" fmla="*/ 7669 w 10000"/>
                <a:gd name="T21" fmla="*/ 1202 h 5291"/>
                <a:gd name="T22" fmla="*/ 7333 w 10000"/>
                <a:gd name="T23" fmla="*/ 1325 h 5291"/>
                <a:gd name="T24" fmla="*/ 7000 w 10000"/>
                <a:gd name="T25" fmla="*/ 1440 h 5291"/>
                <a:gd name="T26" fmla="*/ 6673 w 10000"/>
                <a:gd name="T27" fmla="*/ 1538 h 5291"/>
                <a:gd name="T28" fmla="*/ 6340 w 10000"/>
                <a:gd name="T29" fmla="*/ 1636 h 5291"/>
                <a:gd name="T30" fmla="*/ 6013 w 10000"/>
                <a:gd name="T31" fmla="*/ 1719 h 5291"/>
                <a:gd name="T32" fmla="*/ 5686 w 10000"/>
                <a:gd name="T33" fmla="*/ 1784 h 5291"/>
                <a:gd name="T34" fmla="*/ 5359 w 10000"/>
                <a:gd name="T35" fmla="*/ 1850 h 5291"/>
                <a:gd name="T36" fmla="*/ 5036 w 10000"/>
                <a:gd name="T37" fmla="*/ 1906 h 5291"/>
                <a:gd name="T38" fmla="*/ 4717 w 10000"/>
                <a:gd name="T39" fmla="*/ 1948 h 5291"/>
                <a:gd name="T40" fmla="*/ 4396 w 10000"/>
                <a:gd name="T41" fmla="*/ 1980 h 5291"/>
                <a:gd name="T42" fmla="*/ 4079 w 10000"/>
                <a:gd name="T43" fmla="*/ 2013 h 5291"/>
                <a:gd name="T44" fmla="*/ 3766 w 10000"/>
                <a:gd name="T45" fmla="*/ 2029 h 5291"/>
                <a:gd name="T46" fmla="*/ 3454 w 10000"/>
                <a:gd name="T47" fmla="*/ 2046 h 5291"/>
                <a:gd name="T48" fmla="*/ 3145 w 10000"/>
                <a:gd name="T49" fmla="*/ 2053 h 5291"/>
                <a:gd name="T50" fmla="*/ 2839 w 10000"/>
                <a:gd name="T51" fmla="*/ 2046 h 5291"/>
                <a:gd name="T52" fmla="*/ 2537 w 10000"/>
                <a:gd name="T53" fmla="*/ 2046 h 5291"/>
                <a:gd name="T54" fmla="*/ 2238 w 10000"/>
                <a:gd name="T55" fmla="*/ 2029 h 5291"/>
                <a:gd name="T56" fmla="*/ 1943 w 10000"/>
                <a:gd name="T57" fmla="*/ 2004 h 5291"/>
                <a:gd name="T58" fmla="*/ 1653 w 10000"/>
                <a:gd name="T59" fmla="*/ 1980 h 5291"/>
                <a:gd name="T60" fmla="*/ 1368 w 10000"/>
                <a:gd name="T61" fmla="*/ 1955 h 5291"/>
                <a:gd name="T62" fmla="*/ 1085 w 10000"/>
                <a:gd name="T63" fmla="*/ 1915 h 5291"/>
                <a:gd name="T64" fmla="*/ 806 w 10000"/>
                <a:gd name="T65" fmla="*/ 1873 h 5291"/>
                <a:gd name="T66" fmla="*/ 533 w 10000"/>
                <a:gd name="T67" fmla="*/ 1833 h 5291"/>
                <a:gd name="T68" fmla="*/ 0 w 10000"/>
                <a:gd name="T69" fmla="*/ 1726 h 5291"/>
                <a:gd name="T70" fmla="*/ 85 w 10000"/>
                <a:gd name="T71" fmla="*/ 2532 h 5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22275" y="402547"/>
              <a:ext cx="8326438" cy="31404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32"/>
            <p:cNvSpPr>
              <a:spLocks/>
            </p:cNvSpPr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>
                <a:gd name="T0" fmla="*/ 0 w 10000"/>
                <a:gd name="T1" fmla="*/ 0 h 9621"/>
                <a:gd name="T2" fmla="*/ 0 w 10000"/>
                <a:gd name="T3" fmla="*/ 2411 h 9621"/>
                <a:gd name="T4" fmla="*/ 0 w 10000"/>
                <a:gd name="T5" fmla="*/ 9586 h 9621"/>
                <a:gd name="T6" fmla="*/ 0 w 10000"/>
                <a:gd name="T7" fmla="*/ 9621 h 9621"/>
                <a:gd name="T8" fmla="*/ 10000 w 10000"/>
                <a:gd name="T9" fmla="*/ 9585 h 9621"/>
                <a:gd name="T10" fmla="*/ 10000 w 10000"/>
                <a:gd name="T11" fmla="*/ 9586 h 9621"/>
                <a:gd name="T12" fmla="*/ 9990 w 10000"/>
                <a:gd name="T13" fmla="*/ 2411 h 9621"/>
                <a:gd name="T14" fmla="*/ 9990 w 10000"/>
                <a:gd name="T15" fmla="*/ 0 h 9621"/>
                <a:gd name="T16" fmla="*/ 9990 w 10000"/>
                <a:gd name="T17" fmla="*/ 0 h 9621"/>
                <a:gd name="T18" fmla="*/ 9534 w 10000"/>
                <a:gd name="T19" fmla="*/ 253 h 9621"/>
                <a:gd name="T20" fmla="*/ 9084 w 10000"/>
                <a:gd name="T21" fmla="*/ 477 h 9621"/>
                <a:gd name="T22" fmla="*/ 8628 w 10000"/>
                <a:gd name="T23" fmla="*/ 669 h 9621"/>
                <a:gd name="T24" fmla="*/ 8177 w 10000"/>
                <a:gd name="T25" fmla="*/ 847 h 9621"/>
                <a:gd name="T26" fmla="*/ 7726 w 10000"/>
                <a:gd name="T27" fmla="*/ 984 h 9621"/>
                <a:gd name="T28" fmla="*/ 7279 w 10000"/>
                <a:gd name="T29" fmla="*/ 1087 h 9621"/>
                <a:gd name="T30" fmla="*/ 6832 w 10000"/>
                <a:gd name="T31" fmla="*/ 1176 h 9621"/>
                <a:gd name="T32" fmla="*/ 6393 w 10000"/>
                <a:gd name="T33" fmla="*/ 1236 h 9621"/>
                <a:gd name="T34" fmla="*/ 5962 w 10000"/>
                <a:gd name="T35" fmla="*/ 1279 h 9621"/>
                <a:gd name="T36" fmla="*/ 5534 w 10000"/>
                <a:gd name="T37" fmla="*/ 1294 h 9621"/>
                <a:gd name="T38" fmla="*/ 5120 w 10000"/>
                <a:gd name="T39" fmla="*/ 1294 h 9621"/>
                <a:gd name="T40" fmla="*/ 4709 w 10000"/>
                <a:gd name="T41" fmla="*/ 1294 h 9621"/>
                <a:gd name="T42" fmla="*/ 4311 w 10000"/>
                <a:gd name="T43" fmla="*/ 1266 h 9621"/>
                <a:gd name="T44" fmla="*/ 3923 w 10000"/>
                <a:gd name="T45" fmla="*/ 1221 h 9621"/>
                <a:gd name="T46" fmla="*/ 3548 w 10000"/>
                <a:gd name="T47" fmla="*/ 1161 h 9621"/>
                <a:gd name="T48" fmla="*/ 3187 w 10000"/>
                <a:gd name="T49" fmla="*/ 1101 h 9621"/>
                <a:gd name="T50" fmla="*/ 2840 w 10000"/>
                <a:gd name="T51" fmla="*/ 1026 h 9621"/>
                <a:gd name="T52" fmla="*/ 2505 w 10000"/>
                <a:gd name="T53" fmla="*/ 954 h 9621"/>
                <a:gd name="T54" fmla="*/ 2192 w 10000"/>
                <a:gd name="T55" fmla="*/ 865 h 9621"/>
                <a:gd name="T56" fmla="*/ 1889 w 10000"/>
                <a:gd name="T57" fmla="*/ 775 h 9621"/>
                <a:gd name="T58" fmla="*/ 1346 w 10000"/>
                <a:gd name="T59" fmla="*/ 579 h 9621"/>
                <a:gd name="T60" fmla="*/ 882 w 10000"/>
                <a:gd name="T61" fmla="*/ 400 h 9621"/>
                <a:gd name="T62" fmla="*/ 511 w 10000"/>
                <a:gd name="T63" fmla="*/ 253 h 9621"/>
                <a:gd name="T64" fmla="*/ 234 w 10000"/>
                <a:gd name="T65" fmla="*/ 118 h 9621"/>
                <a:gd name="T66" fmla="*/ 0 w 10000"/>
                <a:gd name="T67" fmla="*/ 0 h 9621"/>
                <a:gd name="T68" fmla="*/ 0 w 10000"/>
                <a:gd name="T69" fmla="*/ 0 h 9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>
                <a:gd name="T0" fmla="*/ 0 w 5760"/>
                <a:gd name="T1" fmla="*/ 0 h 4320"/>
                <a:gd name="T2" fmla="*/ 0 w 5760"/>
                <a:gd name="T3" fmla="*/ 4320 h 4320"/>
                <a:gd name="T4" fmla="*/ 5760 w 5760"/>
                <a:gd name="T5" fmla="*/ 4320 h 4320"/>
                <a:gd name="T6" fmla="*/ 5760 w 5760"/>
                <a:gd name="T7" fmla="*/ 0 h 4320"/>
                <a:gd name="T8" fmla="*/ 0 w 5760"/>
                <a:gd name="T9" fmla="*/ 0 h 4320"/>
                <a:gd name="T10" fmla="*/ 5444 w 5760"/>
                <a:gd name="T11" fmla="*/ 4004 h 4320"/>
                <a:gd name="T12" fmla="*/ 324 w 5760"/>
                <a:gd name="T13" fmla="*/ 4004 h 4320"/>
                <a:gd name="T14" fmla="*/ 324 w 5760"/>
                <a:gd name="T15" fmla="*/ 324 h 4320"/>
                <a:gd name="T16" fmla="*/ 5444 w 5760"/>
                <a:gd name="T17" fmla="*/ 324 h 4320"/>
                <a:gd name="T18" fmla="*/ 5444 w 5760"/>
                <a:gd name="T19" fmla="*/ 4004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A6638-97B2-455C-A2B8-5F1C357F33E5}" type="datetime1">
              <a:rPr lang="en-US" smtClean="0"/>
              <a:t>10/5/2025</a:t>
            </a:fld>
            <a:endParaRPr lang="en-US" dirty="0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85568" y="150207"/>
            <a:ext cx="1592740" cy="81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685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0" y="-1588"/>
            <a:ext cx="9144000" cy="6859588"/>
            <a:chOff x="0" y="-2308"/>
            <a:chExt cx="9144000" cy="6860308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" name="Oval 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Oval 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Oval 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>
              <a:spLocks/>
            </p:cNvSpPr>
            <p:nvPr/>
          </p:nvSpPr>
          <p:spPr bwMode="gray">
            <a:xfrm rot="-589932">
              <a:off x="6359946" y="2780895"/>
              <a:ext cx="2377690" cy="317748"/>
            </a:xfrm>
            <a:custGeom>
              <a:avLst/>
              <a:gdLst>
                <a:gd name="T0" fmla="*/ 85 w 10000"/>
                <a:gd name="T1" fmla="*/ 2532 h 5291"/>
                <a:gd name="T2" fmla="*/ 9958 w 10000"/>
                <a:gd name="T3" fmla="*/ 5291 h 5291"/>
                <a:gd name="T4" fmla="*/ 10000 w 10000"/>
                <a:gd name="T5" fmla="*/ 0 h 5291"/>
                <a:gd name="T6" fmla="*/ 10000 w 10000"/>
                <a:gd name="T7" fmla="*/ 0 h 5291"/>
                <a:gd name="T8" fmla="*/ 9667 w 10000"/>
                <a:gd name="T9" fmla="*/ 204 h 5291"/>
                <a:gd name="T10" fmla="*/ 9334 w 10000"/>
                <a:gd name="T11" fmla="*/ 400 h 5291"/>
                <a:gd name="T12" fmla="*/ 9001 w 10000"/>
                <a:gd name="T13" fmla="*/ 590 h 5291"/>
                <a:gd name="T14" fmla="*/ 8667 w 10000"/>
                <a:gd name="T15" fmla="*/ 753 h 5291"/>
                <a:gd name="T16" fmla="*/ 8333 w 10000"/>
                <a:gd name="T17" fmla="*/ 917 h 5291"/>
                <a:gd name="T18" fmla="*/ 7999 w 10000"/>
                <a:gd name="T19" fmla="*/ 1071 h 5291"/>
                <a:gd name="T20" fmla="*/ 7669 w 10000"/>
                <a:gd name="T21" fmla="*/ 1202 h 5291"/>
                <a:gd name="T22" fmla="*/ 7333 w 10000"/>
                <a:gd name="T23" fmla="*/ 1325 h 5291"/>
                <a:gd name="T24" fmla="*/ 7000 w 10000"/>
                <a:gd name="T25" fmla="*/ 1440 h 5291"/>
                <a:gd name="T26" fmla="*/ 6673 w 10000"/>
                <a:gd name="T27" fmla="*/ 1538 h 5291"/>
                <a:gd name="T28" fmla="*/ 6340 w 10000"/>
                <a:gd name="T29" fmla="*/ 1636 h 5291"/>
                <a:gd name="T30" fmla="*/ 6013 w 10000"/>
                <a:gd name="T31" fmla="*/ 1719 h 5291"/>
                <a:gd name="T32" fmla="*/ 5686 w 10000"/>
                <a:gd name="T33" fmla="*/ 1784 h 5291"/>
                <a:gd name="T34" fmla="*/ 5359 w 10000"/>
                <a:gd name="T35" fmla="*/ 1850 h 5291"/>
                <a:gd name="T36" fmla="*/ 5036 w 10000"/>
                <a:gd name="T37" fmla="*/ 1906 h 5291"/>
                <a:gd name="T38" fmla="*/ 4717 w 10000"/>
                <a:gd name="T39" fmla="*/ 1948 h 5291"/>
                <a:gd name="T40" fmla="*/ 4396 w 10000"/>
                <a:gd name="T41" fmla="*/ 1980 h 5291"/>
                <a:gd name="T42" fmla="*/ 4079 w 10000"/>
                <a:gd name="T43" fmla="*/ 2013 h 5291"/>
                <a:gd name="T44" fmla="*/ 3766 w 10000"/>
                <a:gd name="T45" fmla="*/ 2029 h 5291"/>
                <a:gd name="T46" fmla="*/ 3454 w 10000"/>
                <a:gd name="T47" fmla="*/ 2046 h 5291"/>
                <a:gd name="T48" fmla="*/ 3145 w 10000"/>
                <a:gd name="T49" fmla="*/ 2053 h 5291"/>
                <a:gd name="T50" fmla="*/ 2839 w 10000"/>
                <a:gd name="T51" fmla="*/ 2046 h 5291"/>
                <a:gd name="T52" fmla="*/ 2537 w 10000"/>
                <a:gd name="T53" fmla="*/ 2046 h 5291"/>
                <a:gd name="T54" fmla="*/ 2238 w 10000"/>
                <a:gd name="T55" fmla="*/ 2029 h 5291"/>
                <a:gd name="T56" fmla="*/ 1943 w 10000"/>
                <a:gd name="T57" fmla="*/ 2004 h 5291"/>
                <a:gd name="T58" fmla="*/ 1653 w 10000"/>
                <a:gd name="T59" fmla="*/ 1980 h 5291"/>
                <a:gd name="T60" fmla="*/ 1368 w 10000"/>
                <a:gd name="T61" fmla="*/ 1955 h 5291"/>
                <a:gd name="T62" fmla="*/ 1085 w 10000"/>
                <a:gd name="T63" fmla="*/ 1915 h 5291"/>
                <a:gd name="T64" fmla="*/ 806 w 10000"/>
                <a:gd name="T65" fmla="*/ 1873 h 5291"/>
                <a:gd name="T66" fmla="*/ 533 w 10000"/>
                <a:gd name="T67" fmla="*/ 1833 h 5291"/>
                <a:gd name="T68" fmla="*/ 0 w 10000"/>
                <a:gd name="T69" fmla="*/ 1726 h 5291"/>
                <a:gd name="T70" fmla="*/ 85 w 10000"/>
                <a:gd name="T71" fmla="*/ 2532 h 5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5775" y="4343136"/>
              <a:ext cx="8181975" cy="21131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32"/>
            <p:cNvSpPr>
              <a:spLocks/>
            </p:cNvSpPr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>
                <a:gd name="T0" fmla="*/ 0 w 10000"/>
                <a:gd name="T1" fmla="*/ 0 h 9621"/>
                <a:gd name="T2" fmla="*/ 0 w 10000"/>
                <a:gd name="T3" fmla="*/ 2411 h 9621"/>
                <a:gd name="T4" fmla="*/ 0 w 10000"/>
                <a:gd name="T5" fmla="*/ 9586 h 9621"/>
                <a:gd name="T6" fmla="*/ 0 w 10000"/>
                <a:gd name="T7" fmla="*/ 9621 h 9621"/>
                <a:gd name="T8" fmla="*/ 10000 w 10000"/>
                <a:gd name="T9" fmla="*/ 9585 h 9621"/>
                <a:gd name="T10" fmla="*/ 10000 w 10000"/>
                <a:gd name="T11" fmla="*/ 9586 h 9621"/>
                <a:gd name="T12" fmla="*/ 9990 w 10000"/>
                <a:gd name="T13" fmla="*/ 2411 h 9621"/>
                <a:gd name="T14" fmla="*/ 9990 w 10000"/>
                <a:gd name="T15" fmla="*/ 0 h 9621"/>
                <a:gd name="T16" fmla="*/ 9990 w 10000"/>
                <a:gd name="T17" fmla="*/ 0 h 9621"/>
                <a:gd name="T18" fmla="*/ 9534 w 10000"/>
                <a:gd name="T19" fmla="*/ 253 h 9621"/>
                <a:gd name="T20" fmla="*/ 9084 w 10000"/>
                <a:gd name="T21" fmla="*/ 477 h 9621"/>
                <a:gd name="T22" fmla="*/ 8628 w 10000"/>
                <a:gd name="T23" fmla="*/ 669 h 9621"/>
                <a:gd name="T24" fmla="*/ 8177 w 10000"/>
                <a:gd name="T25" fmla="*/ 847 h 9621"/>
                <a:gd name="T26" fmla="*/ 7726 w 10000"/>
                <a:gd name="T27" fmla="*/ 984 h 9621"/>
                <a:gd name="T28" fmla="*/ 7279 w 10000"/>
                <a:gd name="T29" fmla="*/ 1087 h 9621"/>
                <a:gd name="T30" fmla="*/ 6832 w 10000"/>
                <a:gd name="T31" fmla="*/ 1176 h 9621"/>
                <a:gd name="T32" fmla="*/ 6393 w 10000"/>
                <a:gd name="T33" fmla="*/ 1236 h 9621"/>
                <a:gd name="T34" fmla="*/ 5962 w 10000"/>
                <a:gd name="T35" fmla="*/ 1279 h 9621"/>
                <a:gd name="T36" fmla="*/ 5534 w 10000"/>
                <a:gd name="T37" fmla="*/ 1294 h 9621"/>
                <a:gd name="T38" fmla="*/ 5120 w 10000"/>
                <a:gd name="T39" fmla="*/ 1294 h 9621"/>
                <a:gd name="T40" fmla="*/ 4709 w 10000"/>
                <a:gd name="T41" fmla="*/ 1294 h 9621"/>
                <a:gd name="T42" fmla="*/ 4311 w 10000"/>
                <a:gd name="T43" fmla="*/ 1266 h 9621"/>
                <a:gd name="T44" fmla="*/ 3923 w 10000"/>
                <a:gd name="T45" fmla="*/ 1221 h 9621"/>
                <a:gd name="T46" fmla="*/ 3548 w 10000"/>
                <a:gd name="T47" fmla="*/ 1161 h 9621"/>
                <a:gd name="T48" fmla="*/ 3187 w 10000"/>
                <a:gd name="T49" fmla="*/ 1101 h 9621"/>
                <a:gd name="T50" fmla="*/ 2840 w 10000"/>
                <a:gd name="T51" fmla="*/ 1026 h 9621"/>
                <a:gd name="T52" fmla="*/ 2505 w 10000"/>
                <a:gd name="T53" fmla="*/ 954 h 9621"/>
                <a:gd name="T54" fmla="*/ 2192 w 10000"/>
                <a:gd name="T55" fmla="*/ 865 h 9621"/>
                <a:gd name="T56" fmla="*/ 1889 w 10000"/>
                <a:gd name="T57" fmla="*/ 775 h 9621"/>
                <a:gd name="T58" fmla="*/ 1346 w 10000"/>
                <a:gd name="T59" fmla="*/ 579 h 9621"/>
                <a:gd name="T60" fmla="*/ 882 w 10000"/>
                <a:gd name="T61" fmla="*/ 400 h 9621"/>
                <a:gd name="T62" fmla="*/ 511 w 10000"/>
                <a:gd name="T63" fmla="*/ 253 h 9621"/>
                <a:gd name="T64" fmla="*/ 234 w 10000"/>
                <a:gd name="T65" fmla="*/ 118 h 9621"/>
                <a:gd name="T66" fmla="*/ 0 w 10000"/>
                <a:gd name="T67" fmla="*/ 0 h 9621"/>
                <a:gd name="T68" fmla="*/ 0 w 10000"/>
                <a:gd name="T69" fmla="*/ 0 h 9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>
                <a:gd name="T0" fmla="*/ 0 w 5760"/>
                <a:gd name="T1" fmla="*/ 0 h 4320"/>
                <a:gd name="T2" fmla="*/ 0 w 5760"/>
                <a:gd name="T3" fmla="*/ 4320 h 4320"/>
                <a:gd name="T4" fmla="*/ 5760 w 5760"/>
                <a:gd name="T5" fmla="*/ 4320 h 4320"/>
                <a:gd name="T6" fmla="*/ 5760 w 5760"/>
                <a:gd name="T7" fmla="*/ 0 h 4320"/>
                <a:gd name="T8" fmla="*/ 0 w 5760"/>
                <a:gd name="T9" fmla="*/ 0 h 4320"/>
                <a:gd name="T10" fmla="*/ 5444 w 5760"/>
                <a:gd name="T11" fmla="*/ 4004 h 4320"/>
                <a:gd name="T12" fmla="*/ 324 w 5760"/>
                <a:gd name="T13" fmla="*/ 4004 h 4320"/>
                <a:gd name="T14" fmla="*/ 324 w 5760"/>
                <a:gd name="T15" fmla="*/ 324 h 4320"/>
                <a:gd name="T16" fmla="*/ 5444 w 5760"/>
                <a:gd name="T17" fmla="*/ 324 h 4320"/>
                <a:gd name="T18" fmla="*/ 5444 w 5760"/>
                <a:gd name="T19" fmla="*/ 4004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0"/>
            <a:ext cx="6422004" cy="1653117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509006"/>
            <a:ext cx="6422003" cy="2515873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355437-BCA7-4244-AD2E-53B992D82100}" type="datetime1">
              <a:rPr lang="en-US" smtClean="0"/>
              <a:t>10/5/2025</a:t>
            </a:fld>
            <a:endParaRPr lang="en-US" dirty="0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85568" y="150207"/>
            <a:ext cx="1592740" cy="81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13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0" y="-1588"/>
            <a:ext cx="9144000" cy="6859588"/>
            <a:chOff x="0" y="-2308"/>
            <a:chExt cx="9144000" cy="6860308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Oval 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Oval 7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>
              <a:spLocks/>
            </p:cNvSpPr>
            <p:nvPr/>
          </p:nvSpPr>
          <p:spPr bwMode="gray">
            <a:xfrm rot="-589932">
              <a:off x="6359946" y="4309201"/>
              <a:ext cx="2377690" cy="317748"/>
            </a:xfrm>
            <a:custGeom>
              <a:avLst/>
              <a:gdLst>
                <a:gd name="T0" fmla="*/ 85 w 10000"/>
                <a:gd name="T1" fmla="*/ 2532 h 5291"/>
                <a:gd name="T2" fmla="*/ 9958 w 10000"/>
                <a:gd name="T3" fmla="*/ 5291 h 5291"/>
                <a:gd name="T4" fmla="*/ 10000 w 10000"/>
                <a:gd name="T5" fmla="*/ 0 h 5291"/>
                <a:gd name="T6" fmla="*/ 10000 w 10000"/>
                <a:gd name="T7" fmla="*/ 0 h 5291"/>
                <a:gd name="T8" fmla="*/ 9667 w 10000"/>
                <a:gd name="T9" fmla="*/ 204 h 5291"/>
                <a:gd name="T10" fmla="*/ 9334 w 10000"/>
                <a:gd name="T11" fmla="*/ 400 h 5291"/>
                <a:gd name="T12" fmla="*/ 9001 w 10000"/>
                <a:gd name="T13" fmla="*/ 590 h 5291"/>
                <a:gd name="T14" fmla="*/ 8667 w 10000"/>
                <a:gd name="T15" fmla="*/ 753 h 5291"/>
                <a:gd name="T16" fmla="*/ 8333 w 10000"/>
                <a:gd name="T17" fmla="*/ 917 h 5291"/>
                <a:gd name="T18" fmla="*/ 7999 w 10000"/>
                <a:gd name="T19" fmla="*/ 1071 h 5291"/>
                <a:gd name="T20" fmla="*/ 7669 w 10000"/>
                <a:gd name="T21" fmla="*/ 1202 h 5291"/>
                <a:gd name="T22" fmla="*/ 7333 w 10000"/>
                <a:gd name="T23" fmla="*/ 1325 h 5291"/>
                <a:gd name="T24" fmla="*/ 7000 w 10000"/>
                <a:gd name="T25" fmla="*/ 1440 h 5291"/>
                <a:gd name="T26" fmla="*/ 6673 w 10000"/>
                <a:gd name="T27" fmla="*/ 1538 h 5291"/>
                <a:gd name="T28" fmla="*/ 6340 w 10000"/>
                <a:gd name="T29" fmla="*/ 1636 h 5291"/>
                <a:gd name="T30" fmla="*/ 6013 w 10000"/>
                <a:gd name="T31" fmla="*/ 1719 h 5291"/>
                <a:gd name="T32" fmla="*/ 5686 w 10000"/>
                <a:gd name="T33" fmla="*/ 1784 h 5291"/>
                <a:gd name="T34" fmla="*/ 5359 w 10000"/>
                <a:gd name="T35" fmla="*/ 1850 h 5291"/>
                <a:gd name="T36" fmla="*/ 5036 w 10000"/>
                <a:gd name="T37" fmla="*/ 1906 h 5291"/>
                <a:gd name="T38" fmla="*/ 4717 w 10000"/>
                <a:gd name="T39" fmla="*/ 1948 h 5291"/>
                <a:gd name="T40" fmla="*/ 4396 w 10000"/>
                <a:gd name="T41" fmla="*/ 1980 h 5291"/>
                <a:gd name="T42" fmla="*/ 4079 w 10000"/>
                <a:gd name="T43" fmla="*/ 2013 h 5291"/>
                <a:gd name="T44" fmla="*/ 3766 w 10000"/>
                <a:gd name="T45" fmla="*/ 2029 h 5291"/>
                <a:gd name="T46" fmla="*/ 3454 w 10000"/>
                <a:gd name="T47" fmla="*/ 2046 h 5291"/>
                <a:gd name="T48" fmla="*/ 3145 w 10000"/>
                <a:gd name="T49" fmla="*/ 2053 h 5291"/>
                <a:gd name="T50" fmla="*/ 2839 w 10000"/>
                <a:gd name="T51" fmla="*/ 2046 h 5291"/>
                <a:gd name="T52" fmla="*/ 2537 w 10000"/>
                <a:gd name="T53" fmla="*/ 2046 h 5291"/>
                <a:gd name="T54" fmla="*/ 2238 w 10000"/>
                <a:gd name="T55" fmla="*/ 2029 h 5291"/>
                <a:gd name="T56" fmla="*/ 1943 w 10000"/>
                <a:gd name="T57" fmla="*/ 2004 h 5291"/>
                <a:gd name="T58" fmla="*/ 1653 w 10000"/>
                <a:gd name="T59" fmla="*/ 1980 h 5291"/>
                <a:gd name="T60" fmla="*/ 1368 w 10000"/>
                <a:gd name="T61" fmla="*/ 1955 h 5291"/>
                <a:gd name="T62" fmla="*/ 1085 w 10000"/>
                <a:gd name="T63" fmla="*/ 1915 h 5291"/>
                <a:gd name="T64" fmla="*/ 806 w 10000"/>
                <a:gd name="T65" fmla="*/ 1873 h 5291"/>
                <a:gd name="T66" fmla="*/ 533 w 10000"/>
                <a:gd name="T67" fmla="*/ 1833 h 5291"/>
                <a:gd name="T68" fmla="*/ 0 w 10000"/>
                <a:gd name="T69" fmla="*/ 1726 h 5291"/>
                <a:gd name="T70" fmla="*/ 85 w 10000"/>
                <a:gd name="T71" fmla="*/ 2532 h 5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31"/>
            <p:cNvSpPr>
              <a:spLocks/>
            </p:cNvSpPr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>
                <a:gd name="T0" fmla="*/ 0 w 10000"/>
                <a:gd name="T1" fmla="*/ 0 h 9621"/>
                <a:gd name="T2" fmla="*/ 0 w 10000"/>
                <a:gd name="T3" fmla="*/ 2411 h 9621"/>
                <a:gd name="T4" fmla="*/ 0 w 10000"/>
                <a:gd name="T5" fmla="*/ 9586 h 9621"/>
                <a:gd name="T6" fmla="*/ 0 w 10000"/>
                <a:gd name="T7" fmla="*/ 9621 h 9621"/>
                <a:gd name="T8" fmla="*/ 10000 w 10000"/>
                <a:gd name="T9" fmla="*/ 9585 h 9621"/>
                <a:gd name="T10" fmla="*/ 10000 w 10000"/>
                <a:gd name="T11" fmla="*/ 9586 h 9621"/>
                <a:gd name="T12" fmla="*/ 9990 w 10000"/>
                <a:gd name="T13" fmla="*/ 2411 h 9621"/>
                <a:gd name="T14" fmla="*/ 9990 w 10000"/>
                <a:gd name="T15" fmla="*/ 0 h 9621"/>
                <a:gd name="T16" fmla="*/ 9990 w 10000"/>
                <a:gd name="T17" fmla="*/ 0 h 9621"/>
                <a:gd name="T18" fmla="*/ 9534 w 10000"/>
                <a:gd name="T19" fmla="*/ 253 h 9621"/>
                <a:gd name="T20" fmla="*/ 9084 w 10000"/>
                <a:gd name="T21" fmla="*/ 477 h 9621"/>
                <a:gd name="T22" fmla="*/ 8628 w 10000"/>
                <a:gd name="T23" fmla="*/ 669 h 9621"/>
                <a:gd name="T24" fmla="*/ 8177 w 10000"/>
                <a:gd name="T25" fmla="*/ 847 h 9621"/>
                <a:gd name="T26" fmla="*/ 7726 w 10000"/>
                <a:gd name="T27" fmla="*/ 984 h 9621"/>
                <a:gd name="T28" fmla="*/ 7279 w 10000"/>
                <a:gd name="T29" fmla="*/ 1087 h 9621"/>
                <a:gd name="T30" fmla="*/ 6832 w 10000"/>
                <a:gd name="T31" fmla="*/ 1176 h 9621"/>
                <a:gd name="T32" fmla="*/ 6393 w 10000"/>
                <a:gd name="T33" fmla="*/ 1236 h 9621"/>
                <a:gd name="T34" fmla="*/ 5962 w 10000"/>
                <a:gd name="T35" fmla="*/ 1279 h 9621"/>
                <a:gd name="T36" fmla="*/ 5534 w 10000"/>
                <a:gd name="T37" fmla="*/ 1294 h 9621"/>
                <a:gd name="T38" fmla="*/ 5120 w 10000"/>
                <a:gd name="T39" fmla="*/ 1294 h 9621"/>
                <a:gd name="T40" fmla="*/ 4709 w 10000"/>
                <a:gd name="T41" fmla="*/ 1294 h 9621"/>
                <a:gd name="T42" fmla="*/ 4311 w 10000"/>
                <a:gd name="T43" fmla="*/ 1266 h 9621"/>
                <a:gd name="T44" fmla="*/ 3923 w 10000"/>
                <a:gd name="T45" fmla="*/ 1221 h 9621"/>
                <a:gd name="T46" fmla="*/ 3548 w 10000"/>
                <a:gd name="T47" fmla="*/ 1161 h 9621"/>
                <a:gd name="T48" fmla="*/ 3187 w 10000"/>
                <a:gd name="T49" fmla="*/ 1101 h 9621"/>
                <a:gd name="T50" fmla="*/ 2840 w 10000"/>
                <a:gd name="T51" fmla="*/ 1026 h 9621"/>
                <a:gd name="T52" fmla="*/ 2505 w 10000"/>
                <a:gd name="T53" fmla="*/ 954 h 9621"/>
                <a:gd name="T54" fmla="*/ 2192 w 10000"/>
                <a:gd name="T55" fmla="*/ 865 h 9621"/>
                <a:gd name="T56" fmla="*/ 1889 w 10000"/>
                <a:gd name="T57" fmla="*/ 775 h 9621"/>
                <a:gd name="T58" fmla="*/ 1346 w 10000"/>
                <a:gd name="T59" fmla="*/ 579 h 9621"/>
                <a:gd name="T60" fmla="*/ 882 w 10000"/>
                <a:gd name="T61" fmla="*/ 400 h 9621"/>
                <a:gd name="T62" fmla="*/ 511 w 10000"/>
                <a:gd name="T63" fmla="*/ 253 h 9621"/>
                <a:gd name="T64" fmla="*/ 234 w 10000"/>
                <a:gd name="T65" fmla="*/ 118 h 9621"/>
                <a:gd name="T66" fmla="*/ 0 w 10000"/>
                <a:gd name="T67" fmla="*/ 0 h 9621"/>
                <a:gd name="T68" fmla="*/ 0 w 10000"/>
                <a:gd name="T69" fmla="*/ 0 h 9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>
                <a:gd name="T0" fmla="*/ 0 w 5760"/>
                <a:gd name="T1" fmla="*/ 0 h 4320"/>
                <a:gd name="T2" fmla="*/ 0 w 5760"/>
                <a:gd name="T3" fmla="*/ 4320 h 4320"/>
                <a:gd name="T4" fmla="*/ 5760 w 5760"/>
                <a:gd name="T5" fmla="*/ 4320 h 4320"/>
                <a:gd name="T6" fmla="*/ 5760 w 5760"/>
                <a:gd name="T7" fmla="*/ 0 h 4320"/>
                <a:gd name="T8" fmla="*/ 0 w 5760"/>
                <a:gd name="T9" fmla="*/ 0 h 4320"/>
                <a:gd name="T10" fmla="*/ 5444 w 5760"/>
                <a:gd name="T11" fmla="*/ 4004 h 4320"/>
                <a:gd name="T12" fmla="*/ 324 w 5760"/>
                <a:gd name="T13" fmla="*/ 4004 h 4320"/>
                <a:gd name="T14" fmla="*/ 324 w 5760"/>
                <a:gd name="T15" fmla="*/ 324 h 4320"/>
                <a:gd name="T16" fmla="*/ 5444 w 5760"/>
                <a:gd name="T17" fmla="*/ 324 h 4320"/>
                <a:gd name="T18" fmla="*/ 5444 w 5760"/>
                <a:gd name="T19" fmla="*/ 4004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44525" y="654050"/>
            <a:ext cx="601663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eaLnBrk="1" hangingPunct="1">
              <a:defRPr/>
            </a:pPr>
            <a:r>
              <a:rPr lang="en-US" sz="8000" dirty="0"/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7888" y="2900363"/>
            <a:ext cx="538162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eaLnBrk="1" hangingPunct="1">
              <a:defRPr/>
            </a:pPr>
            <a:r>
              <a:rPr lang="en-US" sz="80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9" y="914401"/>
            <a:ext cx="6160385" cy="2894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87279" y="3814473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900" smtClean="0"/>
            </a:lvl1pPr>
          </a:lstStyle>
          <a:p>
            <a:pPr>
              <a:defRPr/>
            </a:pPr>
            <a:fld id="{6F2DA4B9-9126-470E-A89A-57D518EF8CD3}" type="datetime1">
              <a:rPr lang="en-US" smtClean="0"/>
              <a:t>10/5/2025</a:t>
            </a:fld>
            <a:endParaRPr lang="en-US" dirty="0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sz="900" dirty="0"/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85568" y="150207"/>
            <a:ext cx="1592740" cy="81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247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0" y="-1588"/>
            <a:ext cx="9144000" cy="6859588"/>
            <a:chOff x="0" y="-2308"/>
            <a:chExt cx="9144000" cy="6860308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" name="Oval 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Oval 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Oval 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>
              <a:spLocks/>
            </p:cNvSpPr>
            <p:nvPr/>
          </p:nvSpPr>
          <p:spPr bwMode="gray">
            <a:xfrm rot="-589932">
              <a:off x="6359946" y="4311243"/>
              <a:ext cx="2377690" cy="317748"/>
            </a:xfrm>
            <a:custGeom>
              <a:avLst/>
              <a:gdLst>
                <a:gd name="T0" fmla="*/ 85 w 10000"/>
                <a:gd name="T1" fmla="*/ 2532 h 5291"/>
                <a:gd name="T2" fmla="*/ 9958 w 10000"/>
                <a:gd name="T3" fmla="*/ 5291 h 5291"/>
                <a:gd name="T4" fmla="*/ 10000 w 10000"/>
                <a:gd name="T5" fmla="*/ 0 h 5291"/>
                <a:gd name="T6" fmla="*/ 10000 w 10000"/>
                <a:gd name="T7" fmla="*/ 0 h 5291"/>
                <a:gd name="T8" fmla="*/ 9667 w 10000"/>
                <a:gd name="T9" fmla="*/ 204 h 5291"/>
                <a:gd name="T10" fmla="*/ 9334 w 10000"/>
                <a:gd name="T11" fmla="*/ 400 h 5291"/>
                <a:gd name="T12" fmla="*/ 9001 w 10000"/>
                <a:gd name="T13" fmla="*/ 590 h 5291"/>
                <a:gd name="T14" fmla="*/ 8667 w 10000"/>
                <a:gd name="T15" fmla="*/ 753 h 5291"/>
                <a:gd name="T16" fmla="*/ 8333 w 10000"/>
                <a:gd name="T17" fmla="*/ 917 h 5291"/>
                <a:gd name="T18" fmla="*/ 7999 w 10000"/>
                <a:gd name="T19" fmla="*/ 1071 h 5291"/>
                <a:gd name="T20" fmla="*/ 7669 w 10000"/>
                <a:gd name="T21" fmla="*/ 1202 h 5291"/>
                <a:gd name="T22" fmla="*/ 7333 w 10000"/>
                <a:gd name="T23" fmla="*/ 1325 h 5291"/>
                <a:gd name="T24" fmla="*/ 7000 w 10000"/>
                <a:gd name="T25" fmla="*/ 1440 h 5291"/>
                <a:gd name="T26" fmla="*/ 6673 w 10000"/>
                <a:gd name="T27" fmla="*/ 1538 h 5291"/>
                <a:gd name="T28" fmla="*/ 6340 w 10000"/>
                <a:gd name="T29" fmla="*/ 1636 h 5291"/>
                <a:gd name="T30" fmla="*/ 6013 w 10000"/>
                <a:gd name="T31" fmla="*/ 1719 h 5291"/>
                <a:gd name="T32" fmla="*/ 5686 w 10000"/>
                <a:gd name="T33" fmla="*/ 1784 h 5291"/>
                <a:gd name="T34" fmla="*/ 5359 w 10000"/>
                <a:gd name="T35" fmla="*/ 1850 h 5291"/>
                <a:gd name="T36" fmla="*/ 5036 w 10000"/>
                <a:gd name="T37" fmla="*/ 1906 h 5291"/>
                <a:gd name="T38" fmla="*/ 4717 w 10000"/>
                <a:gd name="T39" fmla="*/ 1948 h 5291"/>
                <a:gd name="T40" fmla="*/ 4396 w 10000"/>
                <a:gd name="T41" fmla="*/ 1980 h 5291"/>
                <a:gd name="T42" fmla="*/ 4079 w 10000"/>
                <a:gd name="T43" fmla="*/ 2013 h 5291"/>
                <a:gd name="T44" fmla="*/ 3766 w 10000"/>
                <a:gd name="T45" fmla="*/ 2029 h 5291"/>
                <a:gd name="T46" fmla="*/ 3454 w 10000"/>
                <a:gd name="T47" fmla="*/ 2046 h 5291"/>
                <a:gd name="T48" fmla="*/ 3145 w 10000"/>
                <a:gd name="T49" fmla="*/ 2053 h 5291"/>
                <a:gd name="T50" fmla="*/ 2839 w 10000"/>
                <a:gd name="T51" fmla="*/ 2046 h 5291"/>
                <a:gd name="T52" fmla="*/ 2537 w 10000"/>
                <a:gd name="T53" fmla="*/ 2046 h 5291"/>
                <a:gd name="T54" fmla="*/ 2238 w 10000"/>
                <a:gd name="T55" fmla="*/ 2029 h 5291"/>
                <a:gd name="T56" fmla="*/ 1943 w 10000"/>
                <a:gd name="T57" fmla="*/ 2004 h 5291"/>
                <a:gd name="T58" fmla="*/ 1653 w 10000"/>
                <a:gd name="T59" fmla="*/ 1980 h 5291"/>
                <a:gd name="T60" fmla="*/ 1368 w 10000"/>
                <a:gd name="T61" fmla="*/ 1955 h 5291"/>
                <a:gd name="T62" fmla="*/ 1085 w 10000"/>
                <a:gd name="T63" fmla="*/ 1915 h 5291"/>
                <a:gd name="T64" fmla="*/ 806 w 10000"/>
                <a:gd name="T65" fmla="*/ 1873 h 5291"/>
                <a:gd name="T66" fmla="*/ 533 w 10000"/>
                <a:gd name="T67" fmla="*/ 1833 h 5291"/>
                <a:gd name="T68" fmla="*/ 0 w 10000"/>
                <a:gd name="T69" fmla="*/ 1726 h 5291"/>
                <a:gd name="T70" fmla="*/ 85 w 10000"/>
                <a:gd name="T71" fmla="*/ 2532 h 5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31"/>
            <p:cNvSpPr>
              <a:spLocks/>
            </p:cNvSpPr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>
                <a:gd name="T0" fmla="*/ 0 w 10000"/>
                <a:gd name="T1" fmla="*/ 0 h 9621"/>
                <a:gd name="T2" fmla="*/ 0 w 10000"/>
                <a:gd name="T3" fmla="*/ 2411 h 9621"/>
                <a:gd name="T4" fmla="*/ 0 w 10000"/>
                <a:gd name="T5" fmla="*/ 9586 h 9621"/>
                <a:gd name="T6" fmla="*/ 0 w 10000"/>
                <a:gd name="T7" fmla="*/ 9621 h 9621"/>
                <a:gd name="T8" fmla="*/ 10000 w 10000"/>
                <a:gd name="T9" fmla="*/ 9585 h 9621"/>
                <a:gd name="T10" fmla="*/ 10000 w 10000"/>
                <a:gd name="T11" fmla="*/ 9586 h 9621"/>
                <a:gd name="T12" fmla="*/ 9990 w 10000"/>
                <a:gd name="T13" fmla="*/ 2411 h 9621"/>
                <a:gd name="T14" fmla="*/ 9990 w 10000"/>
                <a:gd name="T15" fmla="*/ 0 h 9621"/>
                <a:gd name="T16" fmla="*/ 9990 w 10000"/>
                <a:gd name="T17" fmla="*/ 0 h 9621"/>
                <a:gd name="T18" fmla="*/ 9534 w 10000"/>
                <a:gd name="T19" fmla="*/ 253 h 9621"/>
                <a:gd name="T20" fmla="*/ 9084 w 10000"/>
                <a:gd name="T21" fmla="*/ 477 h 9621"/>
                <a:gd name="T22" fmla="*/ 8628 w 10000"/>
                <a:gd name="T23" fmla="*/ 669 h 9621"/>
                <a:gd name="T24" fmla="*/ 8177 w 10000"/>
                <a:gd name="T25" fmla="*/ 847 h 9621"/>
                <a:gd name="T26" fmla="*/ 7726 w 10000"/>
                <a:gd name="T27" fmla="*/ 984 h 9621"/>
                <a:gd name="T28" fmla="*/ 7279 w 10000"/>
                <a:gd name="T29" fmla="*/ 1087 h 9621"/>
                <a:gd name="T30" fmla="*/ 6832 w 10000"/>
                <a:gd name="T31" fmla="*/ 1176 h 9621"/>
                <a:gd name="T32" fmla="*/ 6393 w 10000"/>
                <a:gd name="T33" fmla="*/ 1236 h 9621"/>
                <a:gd name="T34" fmla="*/ 5962 w 10000"/>
                <a:gd name="T35" fmla="*/ 1279 h 9621"/>
                <a:gd name="T36" fmla="*/ 5534 w 10000"/>
                <a:gd name="T37" fmla="*/ 1294 h 9621"/>
                <a:gd name="T38" fmla="*/ 5120 w 10000"/>
                <a:gd name="T39" fmla="*/ 1294 h 9621"/>
                <a:gd name="T40" fmla="*/ 4709 w 10000"/>
                <a:gd name="T41" fmla="*/ 1294 h 9621"/>
                <a:gd name="T42" fmla="*/ 4311 w 10000"/>
                <a:gd name="T43" fmla="*/ 1266 h 9621"/>
                <a:gd name="T44" fmla="*/ 3923 w 10000"/>
                <a:gd name="T45" fmla="*/ 1221 h 9621"/>
                <a:gd name="T46" fmla="*/ 3548 w 10000"/>
                <a:gd name="T47" fmla="*/ 1161 h 9621"/>
                <a:gd name="T48" fmla="*/ 3187 w 10000"/>
                <a:gd name="T49" fmla="*/ 1101 h 9621"/>
                <a:gd name="T50" fmla="*/ 2840 w 10000"/>
                <a:gd name="T51" fmla="*/ 1026 h 9621"/>
                <a:gd name="T52" fmla="*/ 2505 w 10000"/>
                <a:gd name="T53" fmla="*/ 954 h 9621"/>
                <a:gd name="T54" fmla="*/ 2192 w 10000"/>
                <a:gd name="T55" fmla="*/ 865 h 9621"/>
                <a:gd name="T56" fmla="*/ 1889 w 10000"/>
                <a:gd name="T57" fmla="*/ 775 h 9621"/>
                <a:gd name="T58" fmla="*/ 1346 w 10000"/>
                <a:gd name="T59" fmla="*/ 579 h 9621"/>
                <a:gd name="T60" fmla="*/ 882 w 10000"/>
                <a:gd name="T61" fmla="*/ 400 h 9621"/>
                <a:gd name="T62" fmla="*/ 511 w 10000"/>
                <a:gd name="T63" fmla="*/ 253 h 9621"/>
                <a:gd name="T64" fmla="*/ 234 w 10000"/>
                <a:gd name="T65" fmla="*/ 118 h 9621"/>
                <a:gd name="T66" fmla="*/ 0 w 10000"/>
                <a:gd name="T67" fmla="*/ 0 h 9621"/>
                <a:gd name="T68" fmla="*/ 0 w 10000"/>
                <a:gd name="T69" fmla="*/ 0 h 9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>
                <a:gd name="T0" fmla="*/ 0 w 5760"/>
                <a:gd name="T1" fmla="*/ 0 h 4320"/>
                <a:gd name="T2" fmla="*/ 0 w 5760"/>
                <a:gd name="T3" fmla="*/ 4320 h 4320"/>
                <a:gd name="T4" fmla="*/ 5760 w 5760"/>
                <a:gd name="T5" fmla="*/ 4320 h 4320"/>
                <a:gd name="T6" fmla="*/ 5760 w 5760"/>
                <a:gd name="T7" fmla="*/ 0 h 4320"/>
                <a:gd name="T8" fmla="*/ 0 w 5760"/>
                <a:gd name="T9" fmla="*/ 0 h 4320"/>
                <a:gd name="T10" fmla="*/ 5444 w 5760"/>
                <a:gd name="T11" fmla="*/ 4004 h 4320"/>
                <a:gd name="T12" fmla="*/ 324 w 5760"/>
                <a:gd name="T13" fmla="*/ 4004 h 4320"/>
                <a:gd name="T14" fmla="*/ 324 w 5760"/>
                <a:gd name="T15" fmla="*/ 324 h 4320"/>
                <a:gd name="T16" fmla="*/ 5444 w 5760"/>
                <a:gd name="T17" fmla="*/ 324 h 4320"/>
                <a:gd name="T18" fmla="*/ 5444 w 5760"/>
                <a:gd name="T19" fmla="*/ 4004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399"/>
            <a:ext cx="6422004" cy="209550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AA31E1-987D-4AB0-8008-1D71D6B0980C}" type="datetime1">
              <a:rPr lang="en-US" smtClean="0"/>
              <a:t>10/5/2025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85568" y="150207"/>
            <a:ext cx="1592740" cy="81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674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3294063" y="2489200"/>
            <a:ext cx="0" cy="3546475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849938" y="2489200"/>
            <a:ext cx="0" cy="3546475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884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8884" y="2489199"/>
            <a:ext cx="231098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8884" y="3147164"/>
            <a:ext cx="2310988" cy="287771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9201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4"/>
            <a:ext cx="2326750" cy="2888366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39" cy="288836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A86E9-A4AF-4AB1-81C2-7FC0F26A7F34}" type="datetime1">
              <a:rPr lang="en-US" smtClean="0"/>
              <a:t>10/5/2025</a:t>
            </a:fld>
            <a:endParaRPr lang="en-US" dirty="0"/>
          </a:p>
        </p:txBody>
      </p:sp>
      <p:sp>
        <p:nvSpPr>
          <p:cNvPr id="12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143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3289300" y="2489200"/>
            <a:ext cx="0" cy="3546475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849938" y="2489200"/>
            <a:ext cx="0" cy="3546475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36973"/>
            <a:ext cx="6423592" cy="69999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39" y="4188546"/>
            <a:ext cx="2314064" cy="64901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8" y="4837558"/>
            <a:ext cx="2309280" cy="118732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7" y="4188546"/>
            <a:ext cx="233090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9200"/>
            <a:ext cx="2025182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7" y="4846509"/>
            <a:ext cx="2330904" cy="117837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84814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5" y="2489200"/>
            <a:ext cx="2018839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6510"/>
            <a:ext cx="2299492" cy="118902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Date Placeholder 6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C4E3C7-C809-4D39-A334-A9096B827868}" type="datetime1">
              <a:rPr lang="en-US" smtClean="0"/>
              <a:t>10/5/2025</a:t>
            </a:fld>
            <a:endParaRPr lang="en-US" dirty="0"/>
          </a:p>
        </p:txBody>
      </p:sp>
      <p:sp>
        <p:nvSpPr>
          <p:cNvPr id="16" name="Footer Placeholder 7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312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1" y="2489200"/>
            <a:ext cx="6343201" cy="3530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023445-FD9C-497C-8189-3B539BF40856}" type="datetime1">
              <a:rPr lang="en-US" smtClean="0"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dirty="0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4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0" y="-1588"/>
            <a:ext cx="9144000" cy="6859588"/>
            <a:chOff x="0" y="-2308"/>
            <a:chExt cx="9144000" cy="6860308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" name="Oval 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Oval 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Oval 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>
              <a:spLocks/>
            </p:cNvSpPr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>
                <a:gd name="T0" fmla="*/ 85 w 10000"/>
                <a:gd name="T1" fmla="*/ 2532 h 5291"/>
                <a:gd name="T2" fmla="*/ 9958 w 10000"/>
                <a:gd name="T3" fmla="*/ 5291 h 5291"/>
                <a:gd name="T4" fmla="*/ 10000 w 10000"/>
                <a:gd name="T5" fmla="*/ 0 h 5291"/>
                <a:gd name="T6" fmla="*/ 10000 w 10000"/>
                <a:gd name="T7" fmla="*/ 0 h 5291"/>
                <a:gd name="T8" fmla="*/ 9667 w 10000"/>
                <a:gd name="T9" fmla="*/ 204 h 5291"/>
                <a:gd name="T10" fmla="*/ 9334 w 10000"/>
                <a:gd name="T11" fmla="*/ 400 h 5291"/>
                <a:gd name="T12" fmla="*/ 9001 w 10000"/>
                <a:gd name="T13" fmla="*/ 590 h 5291"/>
                <a:gd name="T14" fmla="*/ 8667 w 10000"/>
                <a:gd name="T15" fmla="*/ 753 h 5291"/>
                <a:gd name="T16" fmla="*/ 8333 w 10000"/>
                <a:gd name="T17" fmla="*/ 917 h 5291"/>
                <a:gd name="T18" fmla="*/ 7999 w 10000"/>
                <a:gd name="T19" fmla="*/ 1071 h 5291"/>
                <a:gd name="T20" fmla="*/ 7669 w 10000"/>
                <a:gd name="T21" fmla="*/ 1202 h 5291"/>
                <a:gd name="T22" fmla="*/ 7333 w 10000"/>
                <a:gd name="T23" fmla="*/ 1325 h 5291"/>
                <a:gd name="T24" fmla="*/ 7000 w 10000"/>
                <a:gd name="T25" fmla="*/ 1440 h 5291"/>
                <a:gd name="T26" fmla="*/ 6673 w 10000"/>
                <a:gd name="T27" fmla="*/ 1538 h 5291"/>
                <a:gd name="T28" fmla="*/ 6340 w 10000"/>
                <a:gd name="T29" fmla="*/ 1636 h 5291"/>
                <a:gd name="T30" fmla="*/ 6013 w 10000"/>
                <a:gd name="T31" fmla="*/ 1719 h 5291"/>
                <a:gd name="T32" fmla="*/ 5686 w 10000"/>
                <a:gd name="T33" fmla="*/ 1784 h 5291"/>
                <a:gd name="T34" fmla="*/ 5359 w 10000"/>
                <a:gd name="T35" fmla="*/ 1850 h 5291"/>
                <a:gd name="T36" fmla="*/ 5036 w 10000"/>
                <a:gd name="T37" fmla="*/ 1906 h 5291"/>
                <a:gd name="T38" fmla="*/ 4717 w 10000"/>
                <a:gd name="T39" fmla="*/ 1948 h 5291"/>
                <a:gd name="T40" fmla="*/ 4396 w 10000"/>
                <a:gd name="T41" fmla="*/ 1980 h 5291"/>
                <a:gd name="T42" fmla="*/ 4079 w 10000"/>
                <a:gd name="T43" fmla="*/ 2013 h 5291"/>
                <a:gd name="T44" fmla="*/ 3766 w 10000"/>
                <a:gd name="T45" fmla="*/ 2029 h 5291"/>
                <a:gd name="T46" fmla="*/ 3454 w 10000"/>
                <a:gd name="T47" fmla="*/ 2046 h 5291"/>
                <a:gd name="T48" fmla="*/ 3145 w 10000"/>
                <a:gd name="T49" fmla="*/ 2053 h 5291"/>
                <a:gd name="T50" fmla="*/ 2839 w 10000"/>
                <a:gd name="T51" fmla="*/ 2046 h 5291"/>
                <a:gd name="T52" fmla="*/ 2537 w 10000"/>
                <a:gd name="T53" fmla="*/ 2046 h 5291"/>
                <a:gd name="T54" fmla="*/ 2238 w 10000"/>
                <a:gd name="T55" fmla="*/ 2029 h 5291"/>
                <a:gd name="T56" fmla="*/ 1943 w 10000"/>
                <a:gd name="T57" fmla="*/ 2004 h 5291"/>
                <a:gd name="T58" fmla="*/ 1653 w 10000"/>
                <a:gd name="T59" fmla="*/ 1980 h 5291"/>
                <a:gd name="T60" fmla="*/ 1368 w 10000"/>
                <a:gd name="T61" fmla="*/ 1955 h 5291"/>
                <a:gd name="T62" fmla="*/ 1085 w 10000"/>
                <a:gd name="T63" fmla="*/ 1915 h 5291"/>
                <a:gd name="T64" fmla="*/ 806 w 10000"/>
                <a:gd name="T65" fmla="*/ 1873 h 5291"/>
                <a:gd name="T66" fmla="*/ 533 w 10000"/>
                <a:gd name="T67" fmla="*/ 1833 h 5291"/>
                <a:gd name="T68" fmla="*/ 0 w 10000"/>
                <a:gd name="T69" fmla="*/ 1726 h 5291"/>
                <a:gd name="T70" fmla="*/ 85 w 10000"/>
                <a:gd name="T71" fmla="*/ 2532 h 5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14338" y="402547"/>
              <a:ext cx="4611687" cy="60537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32"/>
            <p:cNvSpPr>
              <a:spLocks/>
            </p:cNvSpPr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>
                <a:gd name="T0" fmla="*/ 0 w 4960"/>
                <a:gd name="T1" fmla="*/ 0 h 2752"/>
                <a:gd name="T2" fmla="*/ 0 w 4960"/>
                <a:gd name="T3" fmla="*/ 324 h 2752"/>
                <a:gd name="T4" fmla="*/ 0 w 4960"/>
                <a:gd name="T5" fmla="*/ 1992 h 2752"/>
                <a:gd name="T6" fmla="*/ 0 w 4960"/>
                <a:gd name="T7" fmla="*/ 2752 h 2752"/>
                <a:gd name="T8" fmla="*/ 4960 w 4960"/>
                <a:gd name="T9" fmla="*/ 2752 h 2752"/>
                <a:gd name="T10" fmla="*/ 4960 w 4960"/>
                <a:gd name="T11" fmla="*/ 1992 h 2752"/>
                <a:gd name="T12" fmla="*/ 4960 w 4960"/>
                <a:gd name="T13" fmla="*/ 324 h 2752"/>
                <a:gd name="T14" fmla="*/ 4960 w 4960"/>
                <a:gd name="T15" fmla="*/ 0 h 2752"/>
                <a:gd name="T16" fmla="*/ 4960 w 4960"/>
                <a:gd name="T17" fmla="*/ 0 h 2752"/>
                <a:gd name="T18" fmla="*/ 4734 w 4960"/>
                <a:gd name="T19" fmla="*/ 34 h 2752"/>
                <a:gd name="T20" fmla="*/ 4510 w 4960"/>
                <a:gd name="T21" fmla="*/ 64 h 2752"/>
                <a:gd name="T22" fmla="*/ 4284 w 4960"/>
                <a:gd name="T23" fmla="*/ 90 h 2752"/>
                <a:gd name="T24" fmla="*/ 4060 w 4960"/>
                <a:gd name="T25" fmla="*/ 114 h 2752"/>
                <a:gd name="T26" fmla="*/ 3836 w 4960"/>
                <a:gd name="T27" fmla="*/ 132 h 2752"/>
                <a:gd name="T28" fmla="*/ 3614 w 4960"/>
                <a:gd name="T29" fmla="*/ 146 h 2752"/>
                <a:gd name="T30" fmla="*/ 3392 w 4960"/>
                <a:gd name="T31" fmla="*/ 158 h 2752"/>
                <a:gd name="T32" fmla="*/ 3174 w 4960"/>
                <a:gd name="T33" fmla="*/ 166 h 2752"/>
                <a:gd name="T34" fmla="*/ 2960 w 4960"/>
                <a:gd name="T35" fmla="*/ 172 h 2752"/>
                <a:gd name="T36" fmla="*/ 2748 w 4960"/>
                <a:gd name="T37" fmla="*/ 174 h 2752"/>
                <a:gd name="T38" fmla="*/ 2542 w 4960"/>
                <a:gd name="T39" fmla="*/ 174 h 2752"/>
                <a:gd name="T40" fmla="*/ 2338 w 4960"/>
                <a:gd name="T41" fmla="*/ 174 h 2752"/>
                <a:gd name="T42" fmla="*/ 2140 w 4960"/>
                <a:gd name="T43" fmla="*/ 170 h 2752"/>
                <a:gd name="T44" fmla="*/ 1948 w 4960"/>
                <a:gd name="T45" fmla="*/ 164 h 2752"/>
                <a:gd name="T46" fmla="*/ 1762 w 4960"/>
                <a:gd name="T47" fmla="*/ 156 h 2752"/>
                <a:gd name="T48" fmla="*/ 1582 w 4960"/>
                <a:gd name="T49" fmla="*/ 148 h 2752"/>
                <a:gd name="T50" fmla="*/ 1410 w 4960"/>
                <a:gd name="T51" fmla="*/ 138 h 2752"/>
                <a:gd name="T52" fmla="*/ 1244 w 4960"/>
                <a:gd name="T53" fmla="*/ 128 h 2752"/>
                <a:gd name="T54" fmla="*/ 1088 w 4960"/>
                <a:gd name="T55" fmla="*/ 116 h 2752"/>
                <a:gd name="T56" fmla="*/ 938 w 4960"/>
                <a:gd name="T57" fmla="*/ 104 h 2752"/>
                <a:gd name="T58" fmla="*/ 668 w 4960"/>
                <a:gd name="T59" fmla="*/ 78 h 2752"/>
                <a:gd name="T60" fmla="*/ 438 w 4960"/>
                <a:gd name="T61" fmla="*/ 54 h 2752"/>
                <a:gd name="T62" fmla="*/ 254 w 4960"/>
                <a:gd name="T63" fmla="*/ 34 h 2752"/>
                <a:gd name="T64" fmla="*/ 116 w 4960"/>
                <a:gd name="T65" fmla="*/ 16 h 2752"/>
                <a:gd name="T66" fmla="*/ 0 w 4960"/>
                <a:gd name="T67" fmla="*/ 0 h 2752"/>
                <a:gd name="T68" fmla="*/ 0 w 4960"/>
                <a:gd name="T69" fmla="*/ 0 h 2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>
                <a:gd name="T0" fmla="*/ 0 w 5760"/>
                <a:gd name="T1" fmla="*/ 0 h 4320"/>
                <a:gd name="T2" fmla="*/ 0 w 5760"/>
                <a:gd name="T3" fmla="*/ 4320 h 4320"/>
                <a:gd name="T4" fmla="*/ 5760 w 5760"/>
                <a:gd name="T5" fmla="*/ 4320 h 4320"/>
                <a:gd name="T6" fmla="*/ 5760 w 5760"/>
                <a:gd name="T7" fmla="*/ 0 h 4320"/>
                <a:gd name="T8" fmla="*/ 0 w 5760"/>
                <a:gd name="T9" fmla="*/ 0 h 4320"/>
                <a:gd name="T10" fmla="*/ 5444 w 5760"/>
                <a:gd name="T11" fmla="*/ 4004 h 4320"/>
                <a:gd name="T12" fmla="*/ 324 w 5760"/>
                <a:gd name="T13" fmla="*/ 4004 h 4320"/>
                <a:gd name="T14" fmla="*/ 324 w 5760"/>
                <a:gd name="T15" fmla="*/ 324 h 4320"/>
                <a:gd name="T16" fmla="*/ 5444 w 5760"/>
                <a:gd name="T17" fmla="*/ 324 h 4320"/>
                <a:gd name="T18" fmla="*/ 5444 w 5760"/>
                <a:gd name="T19" fmla="*/ 4004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8235" y="1447799"/>
            <a:ext cx="4435439" cy="4571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41E9E2-A2CE-439B-BCF2-E09B2D97EF8B}" type="datetime1">
              <a:rPr lang="en-US" smtClean="0"/>
              <a:t>10/5/2025</a:t>
            </a:fld>
            <a:endParaRPr 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85568" y="150207"/>
            <a:ext cx="1592740" cy="81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8254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7502" y="2311773"/>
            <a:ext cx="710899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5"/>
              </a:spcBef>
            </a:pPr>
            <a:endParaRPr lang="en-US"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637D3-781A-49EB-B74D-296FAC0F138F}" type="datetime1">
              <a:rPr lang="en-US" smtClean="0"/>
              <a:t>10/5/2025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62413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5"/>
              </a:spcBef>
            </a:pPr>
            <a:endParaRPr lang="en-US" spc="-2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26D55-E7A7-4455-A8A3-E5368A0DB459}" type="datetime1">
              <a:rPr lang="en-US" smtClean="0"/>
              <a:t>10/5/2025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422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/>
          <p:cNvGrpSpPr>
            <a:grpSpLocks/>
          </p:cNvGrpSpPr>
          <p:nvPr/>
        </p:nvGrpSpPr>
        <p:grpSpPr bwMode="auto">
          <a:xfrm>
            <a:off x="0" y="-1588"/>
            <a:ext cx="9144000" cy="6859588"/>
            <a:chOff x="0" y="-2308"/>
            <a:chExt cx="9144000" cy="6860308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1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51" name="Freeform 5"/>
            <p:cNvSpPr>
              <a:spLocks/>
            </p:cNvSpPr>
            <p:nvPr/>
          </p:nvSpPr>
          <p:spPr bwMode="gray">
            <a:xfrm rot="-589932">
              <a:off x="6359946" y="1790293"/>
              <a:ext cx="2377690" cy="317748"/>
            </a:xfrm>
            <a:custGeom>
              <a:avLst/>
              <a:gdLst>
                <a:gd name="T0" fmla="*/ 85 w 10000"/>
                <a:gd name="T1" fmla="*/ 2532 h 5291"/>
                <a:gd name="T2" fmla="*/ 9958 w 10000"/>
                <a:gd name="T3" fmla="*/ 5291 h 5291"/>
                <a:gd name="T4" fmla="*/ 10000 w 10000"/>
                <a:gd name="T5" fmla="*/ 0 h 5291"/>
                <a:gd name="T6" fmla="*/ 10000 w 10000"/>
                <a:gd name="T7" fmla="*/ 0 h 5291"/>
                <a:gd name="T8" fmla="*/ 9667 w 10000"/>
                <a:gd name="T9" fmla="*/ 204 h 5291"/>
                <a:gd name="T10" fmla="*/ 9334 w 10000"/>
                <a:gd name="T11" fmla="*/ 400 h 5291"/>
                <a:gd name="T12" fmla="*/ 9001 w 10000"/>
                <a:gd name="T13" fmla="*/ 590 h 5291"/>
                <a:gd name="T14" fmla="*/ 8667 w 10000"/>
                <a:gd name="T15" fmla="*/ 753 h 5291"/>
                <a:gd name="T16" fmla="*/ 8333 w 10000"/>
                <a:gd name="T17" fmla="*/ 917 h 5291"/>
                <a:gd name="T18" fmla="*/ 7999 w 10000"/>
                <a:gd name="T19" fmla="*/ 1071 h 5291"/>
                <a:gd name="T20" fmla="*/ 7669 w 10000"/>
                <a:gd name="T21" fmla="*/ 1202 h 5291"/>
                <a:gd name="T22" fmla="*/ 7333 w 10000"/>
                <a:gd name="T23" fmla="*/ 1325 h 5291"/>
                <a:gd name="T24" fmla="*/ 7000 w 10000"/>
                <a:gd name="T25" fmla="*/ 1440 h 5291"/>
                <a:gd name="T26" fmla="*/ 6673 w 10000"/>
                <a:gd name="T27" fmla="*/ 1538 h 5291"/>
                <a:gd name="T28" fmla="*/ 6340 w 10000"/>
                <a:gd name="T29" fmla="*/ 1636 h 5291"/>
                <a:gd name="T30" fmla="*/ 6013 w 10000"/>
                <a:gd name="T31" fmla="*/ 1719 h 5291"/>
                <a:gd name="T32" fmla="*/ 5686 w 10000"/>
                <a:gd name="T33" fmla="*/ 1784 h 5291"/>
                <a:gd name="T34" fmla="*/ 5359 w 10000"/>
                <a:gd name="T35" fmla="*/ 1850 h 5291"/>
                <a:gd name="T36" fmla="*/ 5036 w 10000"/>
                <a:gd name="T37" fmla="*/ 1906 h 5291"/>
                <a:gd name="T38" fmla="*/ 4717 w 10000"/>
                <a:gd name="T39" fmla="*/ 1948 h 5291"/>
                <a:gd name="T40" fmla="*/ 4396 w 10000"/>
                <a:gd name="T41" fmla="*/ 1980 h 5291"/>
                <a:gd name="T42" fmla="*/ 4079 w 10000"/>
                <a:gd name="T43" fmla="*/ 2013 h 5291"/>
                <a:gd name="T44" fmla="*/ 3766 w 10000"/>
                <a:gd name="T45" fmla="*/ 2029 h 5291"/>
                <a:gd name="T46" fmla="*/ 3454 w 10000"/>
                <a:gd name="T47" fmla="*/ 2046 h 5291"/>
                <a:gd name="T48" fmla="*/ 3145 w 10000"/>
                <a:gd name="T49" fmla="*/ 2053 h 5291"/>
                <a:gd name="T50" fmla="*/ 2839 w 10000"/>
                <a:gd name="T51" fmla="*/ 2046 h 5291"/>
                <a:gd name="T52" fmla="*/ 2537 w 10000"/>
                <a:gd name="T53" fmla="*/ 2046 h 5291"/>
                <a:gd name="T54" fmla="*/ 2238 w 10000"/>
                <a:gd name="T55" fmla="*/ 2029 h 5291"/>
                <a:gd name="T56" fmla="*/ 1943 w 10000"/>
                <a:gd name="T57" fmla="*/ 2004 h 5291"/>
                <a:gd name="T58" fmla="*/ 1653 w 10000"/>
                <a:gd name="T59" fmla="*/ 1980 h 5291"/>
                <a:gd name="T60" fmla="*/ 1368 w 10000"/>
                <a:gd name="T61" fmla="*/ 1955 h 5291"/>
                <a:gd name="T62" fmla="*/ 1085 w 10000"/>
                <a:gd name="T63" fmla="*/ 1915 h 5291"/>
                <a:gd name="T64" fmla="*/ 806 w 10000"/>
                <a:gd name="T65" fmla="*/ 1873 h 5291"/>
                <a:gd name="T66" fmla="*/ 533 w 10000"/>
                <a:gd name="T67" fmla="*/ 1833 h 5291"/>
                <a:gd name="T68" fmla="*/ 0 w 10000"/>
                <a:gd name="T69" fmla="*/ 1726 h 5291"/>
                <a:gd name="T70" fmla="*/ 85 w 10000"/>
                <a:gd name="T71" fmla="*/ 2532 h 5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2" name="Freeform 13"/>
            <p:cNvSpPr>
              <a:spLocks/>
            </p:cNvSpPr>
            <p:nvPr/>
          </p:nvSpPr>
          <p:spPr bwMode="gray">
            <a:xfrm>
              <a:off x="485023" y="1854142"/>
              <a:ext cx="8173954" cy="4535226"/>
            </a:xfrm>
            <a:custGeom>
              <a:avLst/>
              <a:gdLst>
                <a:gd name="T0" fmla="*/ 0 w 4960"/>
                <a:gd name="T1" fmla="*/ 0 h 2752"/>
                <a:gd name="T2" fmla="*/ 0 w 4960"/>
                <a:gd name="T3" fmla="*/ 324 h 2752"/>
                <a:gd name="T4" fmla="*/ 0 w 4960"/>
                <a:gd name="T5" fmla="*/ 1992 h 2752"/>
                <a:gd name="T6" fmla="*/ 0 w 4960"/>
                <a:gd name="T7" fmla="*/ 2752 h 2752"/>
                <a:gd name="T8" fmla="*/ 4960 w 4960"/>
                <a:gd name="T9" fmla="*/ 2752 h 2752"/>
                <a:gd name="T10" fmla="*/ 4960 w 4960"/>
                <a:gd name="T11" fmla="*/ 1992 h 2752"/>
                <a:gd name="T12" fmla="*/ 4960 w 4960"/>
                <a:gd name="T13" fmla="*/ 324 h 2752"/>
                <a:gd name="T14" fmla="*/ 4960 w 4960"/>
                <a:gd name="T15" fmla="*/ 0 h 2752"/>
                <a:gd name="T16" fmla="*/ 4960 w 4960"/>
                <a:gd name="T17" fmla="*/ 0 h 2752"/>
                <a:gd name="T18" fmla="*/ 4734 w 4960"/>
                <a:gd name="T19" fmla="*/ 34 h 2752"/>
                <a:gd name="T20" fmla="*/ 4510 w 4960"/>
                <a:gd name="T21" fmla="*/ 64 h 2752"/>
                <a:gd name="T22" fmla="*/ 4284 w 4960"/>
                <a:gd name="T23" fmla="*/ 90 h 2752"/>
                <a:gd name="T24" fmla="*/ 4060 w 4960"/>
                <a:gd name="T25" fmla="*/ 114 h 2752"/>
                <a:gd name="T26" fmla="*/ 3836 w 4960"/>
                <a:gd name="T27" fmla="*/ 132 h 2752"/>
                <a:gd name="T28" fmla="*/ 3614 w 4960"/>
                <a:gd name="T29" fmla="*/ 146 h 2752"/>
                <a:gd name="T30" fmla="*/ 3392 w 4960"/>
                <a:gd name="T31" fmla="*/ 158 h 2752"/>
                <a:gd name="T32" fmla="*/ 3174 w 4960"/>
                <a:gd name="T33" fmla="*/ 166 h 2752"/>
                <a:gd name="T34" fmla="*/ 2960 w 4960"/>
                <a:gd name="T35" fmla="*/ 172 h 2752"/>
                <a:gd name="T36" fmla="*/ 2748 w 4960"/>
                <a:gd name="T37" fmla="*/ 174 h 2752"/>
                <a:gd name="T38" fmla="*/ 2542 w 4960"/>
                <a:gd name="T39" fmla="*/ 174 h 2752"/>
                <a:gd name="T40" fmla="*/ 2338 w 4960"/>
                <a:gd name="T41" fmla="*/ 174 h 2752"/>
                <a:gd name="T42" fmla="*/ 2140 w 4960"/>
                <a:gd name="T43" fmla="*/ 170 h 2752"/>
                <a:gd name="T44" fmla="*/ 1948 w 4960"/>
                <a:gd name="T45" fmla="*/ 164 h 2752"/>
                <a:gd name="T46" fmla="*/ 1762 w 4960"/>
                <a:gd name="T47" fmla="*/ 156 h 2752"/>
                <a:gd name="T48" fmla="*/ 1582 w 4960"/>
                <a:gd name="T49" fmla="*/ 148 h 2752"/>
                <a:gd name="T50" fmla="*/ 1410 w 4960"/>
                <a:gd name="T51" fmla="*/ 138 h 2752"/>
                <a:gd name="T52" fmla="*/ 1244 w 4960"/>
                <a:gd name="T53" fmla="*/ 128 h 2752"/>
                <a:gd name="T54" fmla="*/ 1088 w 4960"/>
                <a:gd name="T55" fmla="*/ 116 h 2752"/>
                <a:gd name="T56" fmla="*/ 938 w 4960"/>
                <a:gd name="T57" fmla="*/ 104 h 2752"/>
                <a:gd name="T58" fmla="*/ 668 w 4960"/>
                <a:gd name="T59" fmla="*/ 78 h 2752"/>
                <a:gd name="T60" fmla="*/ 438 w 4960"/>
                <a:gd name="T61" fmla="*/ 54 h 2752"/>
                <a:gd name="T62" fmla="*/ 254 w 4960"/>
                <a:gd name="T63" fmla="*/ 34 h 2752"/>
                <a:gd name="T64" fmla="*/ 116 w 4960"/>
                <a:gd name="T65" fmla="*/ 16 h 2752"/>
                <a:gd name="T66" fmla="*/ 0 w 4960"/>
                <a:gd name="T67" fmla="*/ 0 h 2752"/>
                <a:gd name="T68" fmla="*/ 0 w 4960"/>
                <a:gd name="T69" fmla="*/ 0 h 2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3" name="Freeform 5"/>
            <p:cNvSpPr>
              <a:spLocks noEditPoints="1"/>
            </p:cNvSpPr>
            <p:nvPr userDrawn="1"/>
          </p:nvSpPr>
          <p:spPr bwMode="gray">
            <a:xfrm>
              <a:off x="0" y="-2308"/>
              <a:ext cx="9144000" cy="6858000"/>
            </a:xfrm>
            <a:custGeom>
              <a:avLst/>
              <a:gdLst>
                <a:gd name="T0" fmla="*/ 0 w 5760"/>
                <a:gd name="T1" fmla="*/ 0 h 4320"/>
                <a:gd name="T2" fmla="*/ 0 w 5760"/>
                <a:gd name="T3" fmla="*/ 4320 h 4320"/>
                <a:gd name="T4" fmla="*/ 5760 w 5760"/>
                <a:gd name="T5" fmla="*/ 4320 h 4320"/>
                <a:gd name="T6" fmla="*/ 5760 w 5760"/>
                <a:gd name="T7" fmla="*/ 0 h 4320"/>
                <a:gd name="T8" fmla="*/ 0 w 5760"/>
                <a:gd name="T9" fmla="*/ 0 h 4320"/>
                <a:gd name="T10" fmla="*/ 5444 w 5760"/>
                <a:gd name="T11" fmla="*/ 4004 h 4320"/>
                <a:gd name="T12" fmla="*/ 324 w 5760"/>
                <a:gd name="T13" fmla="*/ 4004 h 4320"/>
                <a:gd name="T14" fmla="*/ 324 w 5760"/>
                <a:gd name="T15" fmla="*/ 324 h 4320"/>
                <a:gd name="T16" fmla="*/ 5444 w 5760"/>
                <a:gd name="T17" fmla="*/ 324 h 4320"/>
                <a:gd name="T18" fmla="*/ 5444 w 5760"/>
                <a:gd name="T19" fmla="*/ 4004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gray">
          <a:xfrm>
            <a:off x="863600" y="925513"/>
            <a:ext cx="634682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90549" y="2262427"/>
            <a:ext cx="8068427" cy="4087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550" y="6365875"/>
            <a:ext cx="3860800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000" b="1" i="0" dirty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3963" y="6372225"/>
            <a:ext cx="990600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900" b="1" i="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4104618B-4F82-405E-A9B1-B50DC45575ED}" type="datetime1">
              <a:rPr lang="en-US" smtClean="0"/>
              <a:t>10/5/2025</a:t>
            </a:fld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7085568" y="150207"/>
            <a:ext cx="1592740" cy="81422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52" r:id="rId1"/>
    <p:sldLayoutId id="2147484153" r:id="rId2"/>
    <p:sldLayoutId id="2147484154" r:id="rId3"/>
    <p:sldLayoutId id="2147484149" r:id="rId4"/>
    <p:sldLayoutId id="2147484150" r:id="rId5"/>
    <p:sldLayoutId id="2147484151" r:id="rId6"/>
    <p:sldLayoutId id="2147484155" r:id="rId7"/>
    <p:sldLayoutId id="2147484156" r:id="rId8"/>
    <p:sldLayoutId id="2147484157" r:id="rId9"/>
    <p:sldLayoutId id="2147484158" r:id="rId10"/>
    <p:sldLayoutId id="2147484159" r:id="rId11"/>
    <p:sldLayoutId id="2147484160" r:id="rId12"/>
    <p:sldLayoutId id="2147484161" r:id="rId13"/>
    <p:sldLayoutId id="2147484162" r:id="rId14"/>
    <p:sldLayoutId id="2147484163" r:id="rId15"/>
    <p:sldLayoutId id="2147484164" r:id="rId16"/>
    <p:sldLayoutId id="2147484165" r:id="rId17"/>
    <p:sldLayoutId id="2147484166" r:id="rId18"/>
    <p:sldLayoutId id="2147484167" r:id="rId19"/>
  </p:sldLayoutIdLst>
  <p:hf sldNum="0"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200" kern="1200">
          <a:solidFill>
            <a:schemeClr val="bg2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685800" indent="-282575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958850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233488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1508125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3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sz="4400" dirty="0"/>
              <a:t>JavaScript &amp; XHTML:</a:t>
            </a:r>
            <a:br>
              <a:rPr lang="en-US" sz="4400" dirty="0"/>
            </a:br>
            <a:r>
              <a:rPr lang="en-US" sz="4400" dirty="0"/>
              <a:t>The DOM</a:t>
            </a:r>
          </a:p>
        </p:txBody>
      </p:sp>
      <p:sp>
        <p:nvSpPr>
          <p:cNvPr id="2122" name="Rectangle 74"/>
          <p:cNvSpPr>
            <a:spLocks noGrp="1" noChangeArrowheads="1"/>
          </p:cNvSpPr>
          <p:nvPr>
            <p:ph type="subTitle" idx="1"/>
          </p:nvPr>
        </p:nvSpPr>
        <p:spPr>
          <a:xfrm>
            <a:off x="935038" y="3886200"/>
            <a:ext cx="7523162" cy="23622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fr-FR" dirty="0"/>
              <a:t>INFO432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Advanced technologies of WEB</a:t>
            </a:r>
          </a:p>
          <a:p>
            <a:pPr fontAlgn="auto">
              <a:spcAft>
                <a:spcPts val="0"/>
              </a:spcAft>
              <a:buFont typeface="Wingdings 3" charset="2"/>
              <a:buNone/>
              <a:defRPr/>
            </a:pPr>
            <a:endParaRPr 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To make static web pages dynamic </a:t>
            </a:r>
            <a:r>
              <a:rPr lang="en-US" sz="2000" dirty="0">
                <a:sym typeface="Wingdings" panose="05000000000000000000" pitchFamily="2" charset="2"/>
              </a:rPr>
              <a:t> JavaScript</a:t>
            </a:r>
          </a:p>
          <a:p>
            <a:r>
              <a:rPr lang="en-US" sz="2000" dirty="0">
                <a:sym typeface="Wingdings" panose="05000000000000000000" pitchFamily="2" charset="2"/>
              </a:rPr>
              <a:t>How  access and manipulate the content 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Ex: add a tag, delete one, modify the content, the attribute, the style of a tag,…</a:t>
            </a:r>
          </a:p>
          <a:p>
            <a:r>
              <a:rPr lang="en-US" sz="2000" dirty="0">
                <a:sym typeface="Wingdings" panose="05000000000000000000" pitchFamily="2" charset="2"/>
              </a:rPr>
              <a:t>Problem  How to access the tags of a web page?</a:t>
            </a:r>
          </a:p>
          <a:p>
            <a:r>
              <a:rPr lang="en-US" sz="2000" dirty="0"/>
              <a:t>Solution: The DOM: Document Object Model</a:t>
            </a:r>
          </a:p>
        </p:txBody>
      </p:sp>
    </p:spTree>
    <p:extLst>
      <p:ext uri="{BB962C8B-B14F-4D97-AF65-F5344CB8AC3E}">
        <p14:creationId xmlns:p14="http://schemas.microsoft.com/office/powerpoint/2010/main" val="529657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DOM = interface between HTML-XHTML-XML and application programs</a:t>
            </a:r>
          </a:p>
          <a:p>
            <a:r>
              <a:rPr lang="en-US" sz="2000" dirty="0"/>
              <a:t>Bases on the treelike structure of all web pages</a:t>
            </a:r>
          </a:p>
          <a:p>
            <a:r>
              <a:rPr lang="en-US" sz="2000" dirty="0"/>
              <a:t>JavaScript supports the DOM.</a:t>
            </a:r>
          </a:p>
          <a:p>
            <a:r>
              <a:rPr lang="en-US" sz="2000" dirty="0"/>
              <a:t>HTML elements are represented as objects and element attributes are represented as properties</a:t>
            </a:r>
          </a:p>
          <a:p>
            <a:pPr lvl="1"/>
            <a:r>
              <a:rPr lang="en-US" dirty="0">
                <a:latin typeface="Courier New" panose="02070309020205020404" pitchFamily="49" charset="0"/>
              </a:rPr>
              <a:t>Ex: &lt;input type = "text" name = "address"&gt;</a:t>
            </a:r>
          </a:p>
          <a:p>
            <a:pPr lvl="1"/>
            <a:r>
              <a:rPr lang="en-US" dirty="0">
                <a:latin typeface="Courier New" panose="02070309020205020404" pitchFamily="49" charset="0"/>
              </a:rPr>
              <a:t>represented as an object with two properties, type and name, with the values "text" and "address"  </a:t>
            </a:r>
          </a:p>
        </p:txBody>
      </p:sp>
    </p:spTree>
    <p:extLst>
      <p:ext uri="{BB962C8B-B14F-4D97-AF65-F5344CB8AC3E}">
        <p14:creationId xmlns:p14="http://schemas.microsoft.com/office/powerpoint/2010/main" val="868189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7739" y="2404284"/>
            <a:ext cx="6322686" cy="4453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25124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1746120"/>
              </p:ext>
            </p:extLst>
          </p:nvPr>
        </p:nvGraphicFramePr>
        <p:xfrm>
          <a:off x="2010626" y="1916113"/>
          <a:ext cx="6645275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707400" imgH="7013160" progId="">
                  <p:embed/>
                </p:oleObj>
              </mc:Choice>
              <mc:Fallback>
                <p:oleObj r:id="rId3" imgW="9707400" imgH="7013160" progId="">
                  <p:embed/>
                  <p:pic>
                    <p:nvPicPr>
                      <p:cNvPr id="266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0626" y="1916113"/>
                        <a:ext cx="6645275" cy="48006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361576" y="2057400"/>
            <a:ext cx="1277938" cy="368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buClr>
                <a:srgbClr val="FFFFFF"/>
              </a:buClr>
              <a:buFont typeface="Courier New" panose="02070309020205020404" pitchFamily="49" charset="0"/>
              <a:buNone/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</a:rPr>
              <a:t>document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304800" y="3643313"/>
            <a:ext cx="1963738" cy="368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buClr>
                <a:srgbClr val="FFFFFF"/>
              </a:buClr>
              <a:buFont typeface="Courier New" panose="02070309020205020404" pitchFamily="49" charset="0"/>
              <a:buNone/>
            </a:pPr>
            <a:r>
              <a:rPr lang="en-GB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document.body</a:t>
            </a:r>
            <a:endParaRPr lang="en-GB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6553200" y="6245225"/>
            <a:ext cx="1965325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buFont typeface="Verdana" panose="020B0604030504040204" pitchFamily="34" charset="0"/>
              <a:buNone/>
            </a:pPr>
            <a:fld id="{BBF0F1B9-E4BC-4530-BE78-223FC45B9D81}" type="slidenum">
              <a:rPr lang="en-GB" sz="1200">
                <a:solidFill>
                  <a:srgbClr val="000000"/>
                </a:solidFill>
                <a:latin typeface="Verdana" panose="020B0604030504040204" pitchFamily="34" charset="0"/>
              </a:rPr>
              <a:pPr algn="r">
                <a:lnSpc>
                  <a:spcPct val="100000"/>
                </a:lnSpc>
                <a:buFont typeface="Verdana" panose="020B0604030504040204" pitchFamily="34" charset="0"/>
                <a:buNone/>
              </a:pPr>
              <a:t>5</a:t>
            </a:fld>
            <a:endParaRPr lang="en-GB" sz="12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Tree Structure</a:t>
            </a:r>
          </a:p>
        </p:txBody>
      </p:sp>
    </p:spTree>
    <p:extLst>
      <p:ext uri="{BB962C8B-B14F-4D97-AF65-F5344CB8AC3E}">
        <p14:creationId xmlns:p14="http://schemas.microsoft.com/office/powerpoint/2010/main" val="38637827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elements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549" y="2262426"/>
            <a:ext cx="8068427" cy="4474549"/>
          </a:xfrm>
        </p:spPr>
        <p:txBody>
          <a:bodyPr/>
          <a:lstStyle/>
          <a:p>
            <a:r>
              <a:rPr lang="en-US" sz="2000" dirty="0"/>
              <a:t>Several methods</a:t>
            </a:r>
          </a:p>
          <a:p>
            <a:pPr lvl="1"/>
            <a:r>
              <a:rPr lang="en-US" sz="1800" b="1" dirty="0" err="1"/>
              <a:t>getElementById</a:t>
            </a:r>
            <a:r>
              <a:rPr lang="en-US" sz="1800" b="1" dirty="0"/>
              <a:t>() </a:t>
            </a:r>
            <a:r>
              <a:rPr lang="en-US" sz="1800" dirty="0">
                <a:sym typeface="Wingdings" panose="05000000000000000000" pitchFamily="2" charset="2"/>
              </a:rPr>
              <a:t> returns a reference on the object</a:t>
            </a:r>
          </a:p>
          <a:p>
            <a:pPr lvl="1"/>
            <a:endParaRPr lang="en-US" sz="1800" dirty="0"/>
          </a:p>
          <a:p>
            <a:pPr lvl="1"/>
            <a:r>
              <a:rPr lang="en-US" sz="1800" b="1" dirty="0" err="1"/>
              <a:t>getElementsByTagName</a:t>
            </a:r>
            <a:r>
              <a:rPr lang="en-US" sz="1800" b="1" dirty="0"/>
              <a:t>() </a:t>
            </a:r>
            <a:r>
              <a:rPr lang="en-US" sz="1800" dirty="0">
                <a:sym typeface="Wingdings" panose="05000000000000000000" pitchFamily="2" charset="2"/>
              </a:rPr>
              <a:t> returns an array of elements having this tag name.</a:t>
            </a:r>
          </a:p>
          <a:p>
            <a:pPr lvl="1"/>
            <a:endParaRPr lang="en-US" sz="1800" dirty="0">
              <a:sym typeface="Wingdings" panose="05000000000000000000" pitchFamily="2" charset="2"/>
            </a:endParaRPr>
          </a:p>
          <a:p>
            <a:pPr lvl="1"/>
            <a:r>
              <a:rPr lang="en-US" sz="1800" b="1" dirty="0" err="1"/>
              <a:t>getElementsByName</a:t>
            </a:r>
            <a:r>
              <a:rPr lang="en-US" sz="1800" b="1" dirty="0"/>
              <a:t>() </a:t>
            </a:r>
            <a:r>
              <a:rPr lang="en-US" sz="1800" dirty="0">
                <a:sym typeface="Wingdings" panose="05000000000000000000" pitchFamily="2" charset="2"/>
              </a:rPr>
              <a:t> returns an array of elements having this name.</a:t>
            </a:r>
          </a:p>
          <a:p>
            <a:pPr lvl="1"/>
            <a:endParaRPr lang="en-US" sz="1800" dirty="0">
              <a:sym typeface="Wingdings" panose="05000000000000000000" pitchFamily="2" charset="2"/>
            </a:endParaRPr>
          </a:p>
          <a:p>
            <a:pPr lvl="1"/>
            <a:r>
              <a:rPr lang="fr-FR" sz="1800" b="1" dirty="0" err="1"/>
              <a:t>document.getElementsByClassName</a:t>
            </a:r>
            <a:r>
              <a:rPr lang="fr-FR" sz="1800" b="1" dirty="0"/>
              <a:t>(</a:t>
            </a:r>
            <a:r>
              <a:rPr lang="fr-FR" sz="1800" b="1" dirty="0" err="1"/>
              <a:t>className</a:t>
            </a:r>
            <a:r>
              <a:rPr lang="fr-FR" sz="1800" b="1" dirty="0"/>
              <a:t>)</a:t>
            </a:r>
            <a:r>
              <a:rPr lang="fr-FR" sz="1800" b="1" dirty="0">
                <a:sym typeface="Wingdings" panose="05000000000000000000" pitchFamily="2" charset="2"/>
              </a:rPr>
              <a:t> </a:t>
            </a:r>
            <a:r>
              <a:rPr lang="fr-FR" sz="1800" dirty="0" err="1">
                <a:sym typeface="Wingdings" panose="05000000000000000000" pitchFamily="2" charset="2"/>
              </a:rPr>
              <a:t>returns</a:t>
            </a:r>
            <a:r>
              <a:rPr lang="fr-FR" sz="1800" dirty="0">
                <a:sym typeface="Wingdings" panose="05000000000000000000" pitchFamily="2" charset="2"/>
              </a:rPr>
              <a:t> an </a:t>
            </a:r>
            <a:r>
              <a:rPr lang="fr-FR" sz="1800" dirty="0" err="1">
                <a:sym typeface="Wingdings" panose="05000000000000000000" pitchFamily="2" charset="2"/>
              </a:rPr>
              <a:t>array</a:t>
            </a:r>
            <a:r>
              <a:rPr lang="fr-FR" sz="1800" dirty="0">
                <a:sym typeface="Wingdings" panose="05000000000000000000" pitchFamily="2" charset="2"/>
              </a:rPr>
              <a:t> of </a:t>
            </a:r>
            <a:r>
              <a:rPr lang="fr-FR" sz="1800" dirty="0" err="1">
                <a:sym typeface="Wingdings" panose="05000000000000000000" pitchFamily="2" charset="2"/>
              </a:rPr>
              <a:t>elements</a:t>
            </a:r>
            <a:r>
              <a:rPr lang="fr-FR" sz="1800" dirty="0">
                <a:sym typeface="Wingdings" panose="05000000000000000000" pitchFamily="2" charset="2"/>
              </a:rPr>
              <a:t> </a:t>
            </a:r>
            <a:r>
              <a:rPr lang="fr-FR" sz="1800" dirty="0" err="1">
                <a:sym typeface="Wingdings" panose="05000000000000000000" pitchFamily="2" charset="2"/>
              </a:rPr>
              <a:t>having</a:t>
            </a:r>
            <a:r>
              <a:rPr lang="fr-FR" sz="1800" dirty="0">
                <a:sym typeface="Wingdings" panose="05000000000000000000" pitchFamily="2" charset="2"/>
              </a:rPr>
              <a:t> the class </a:t>
            </a:r>
            <a:r>
              <a:rPr lang="fr-FR" sz="1800" dirty="0" err="1">
                <a:sym typeface="Wingdings" panose="05000000000000000000" pitchFamily="2" charset="2"/>
              </a:rPr>
              <a:t>className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158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elements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6242" y="1982540"/>
            <a:ext cx="8068427" cy="4474549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Using object collections </a:t>
            </a:r>
          </a:p>
          <a:p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document.head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the &lt;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document.title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the 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document.</a:t>
            </a:r>
          </a:p>
          <a:p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document.body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the &lt;body&gt; 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document.</a:t>
            </a:r>
          </a:p>
          <a:p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document.documentElement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the root &lt;html&gt;</a:t>
            </a:r>
          </a:p>
          <a:p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element.document.embeds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all &lt;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document.forms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all &lt;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document.images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all &lt;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document.links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all &lt;a&gt; 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href 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document.scripts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all &lt;script&gt; 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document.anchors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all &lt;a&gt; 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823C86-7CED-49AC-7502-B6E723740934}"/>
              </a:ext>
            </a:extLst>
          </p:cNvPr>
          <p:cNvSpPr txBox="1"/>
          <p:nvPr/>
        </p:nvSpPr>
        <p:spPr>
          <a:xfrm>
            <a:off x="5656520" y="3870251"/>
            <a:ext cx="338115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These return </a:t>
            </a:r>
            <a:r>
              <a:rPr lang="en-US" sz="1600" b="1" dirty="0" err="1"/>
              <a:t>HTMLCollection</a:t>
            </a:r>
            <a:r>
              <a:rPr lang="en-US" sz="1600" b="1" dirty="0"/>
              <a:t> or </a:t>
            </a:r>
            <a:r>
              <a:rPr lang="en-US" sz="1600" b="1" dirty="0" err="1"/>
              <a:t>NodeList</a:t>
            </a:r>
            <a:r>
              <a:rPr lang="en-US" sz="1600" b="1" dirty="0"/>
              <a:t> (array-like objects, not true arrays, but can be accessed with indices [0], [1]…)</a:t>
            </a:r>
          </a:p>
        </p:txBody>
      </p:sp>
    </p:spTree>
    <p:extLst>
      <p:ext uri="{BB962C8B-B14F-4D97-AF65-F5344CB8AC3E}">
        <p14:creationId xmlns:p14="http://schemas.microsoft.com/office/powerpoint/2010/main" val="730911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elements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/>
              <a:t>getElementById</a:t>
            </a:r>
            <a:r>
              <a:rPr lang="en-US" sz="2000" dirty="0"/>
              <a:t>() </a:t>
            </a:r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738" y="3021385"/>
            <a:ext cx="6848475" cy="28860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975" y="5409574"/>
            <a:ext cx="3916176" cy="133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406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elements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775" y="2489200"/>
            <a:ext cx="7066990" cy="3530600"/>
          </a:xfrm>
        </p:spPr>
        <p:txBody>
          <a:bodyPr/>
          <a:lstStyle/>
          <a:p>
            <a:r>
              <a:rPr lang="en-US" sz="2000" dirty="0" err="1"/>
              <a:t>getElementById</a:t>
            </a:r>
            <a:r>
              <a:rPr lang="en-US" sz="2000" dirty="0"/>
              <a:t>()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</a:rPr>
              <a:t>&lt;form action =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""</a:t>
            </a:r>
            <a:r>
              <a:rPr lang="en-US" sz="2400" dirty="0">
                <a:latin typeface="Courier New" panose="02070309020205020404" pitchFamily="49" charset="0"/>
              </a:rPr>
              <a:t>&gt;</a:t>
            </a:r>
          </a:p>
          <a:p>
            <a:pPr marL="403225" lvl="1" indent="0">
              <a:buNone/>
            </a:pPr>
            <a:r>
              <a:rPr lang="en-US" sz="1800" dirty="0">
                <a:latin typeface="Courier New" panose="02070309020205020404" pitchFamily="49" charset="0"/>
              </a:rPr>
              <a:t>&lt;input type =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latin typeface="Courier New" panose="02070309020205020404" pitchFamily="49" charset="0"/>
              </a:rPr>
              <a:t>button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latin typeface="Courier New" panose="02070309020205020404" pitchFamily="49" charset="0"/>
              </a:rPr>
              <a:t>  id =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 err="1">
                <a:latin typeface="Courier New" panose="02070309020205020404" pitchFamily="49" charset="0"/>
              </a:rPr>
              <a:t>pushMe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 /</a:t>
            </a:r>
            <a:r>
              <a:rPr lang="en-US" sz="1800" dirty="0">
                <a:latin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</a:rPr>
              <a:t>&lt;/form&gt;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</a:rPr>
              <a:t>document.getElementById</a:t>
            </a:r>
            <a:r>
              <a:rPr lang="en-US" sz="2400" dirty="0">
                <a:latin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dirty="0" err="1">
                <a:latin typeface="Courier New" panose="02070309020205020404" pitchFamily="49" charset="0"/>
              </a:rPr>
              <a:t>pushMe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dirty="0">
                <a:latin typeface="Courier New" panose="02070309020205020404" pitchFamily="49" charset="0"/>
              </a:rPr>
              <a:t>)</a:t>
            </a:r>
            <a:r>
              <a:rPr lang="en-US" sz="2400" dirty="0"/>
              <a:t> </a:t>
            </a:r>
            <a:endParaRPr lang="en-US" sz="24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9122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elements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88" y="2206813"/>
            <a:ext cx="8498541" cy="3530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dirty="0"/>
              <a:t> </a:t>
            </a:r>
            <a:r>
              <a:rPr lang="en-US" sz="2000" dirty="0">
                <a:latin typeface="Courier New" panose="02070309020205020404" pitchFamily="49" charset="0"/>
              </a:rPr>
              <a:t>&lt;form id =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dirty="0" err="1">
                <a:latin typeface="Courier New" panose="02070309020205020404" pitchFamily="49" charset="0"/>
              </a:rPr>
              <a:t>topGroup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dirty="0">
                <a:latin typeface="Courier New" panose="02070309020205020404" pitchFamily="49" charset="0"/>
              </a:rPr>
              <a:t>&gt;</a:t>
            </a:r>
          </a:p>
          <a:p>
            <a:pPr marL="403225" lvl="1" indent="0">
              <a:buNone/>
            </a:pPr>
            <a:r>
              <a:rPr lang="en-US" dirty="0">
                <a:latin typeface="Courier New" panose="02070309020205020404" pitchFamily="49" charset="0"/>
              </a:rPr>
              <a:t>&lt;input type=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>
                <a:latin typeface="Courier New" panose="02070309020205020404" pitchFamily="49" charset="0"/>
              </a:rPr>
              <a:t>checkbox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>
                <a:latin typeface="Courier New" panose="02070309020205020404" pitchFamily="49" charset="0"/>
              </a:rPr>
              <a:t> name=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>
                <a:latin typeface="Courier New" panose="02070309020205020404" pitchFamily="49" charset="0"/>
              </a:rPr>
              <a:t>toppings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>
                <a:latin typeface="Courier New" panose="02070309020205020404" pitchFamily="49" charset="0"/>
              </a:rPr>
              <a:t> value=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>
                <a:latin typeface="Courier New" panose="02070309020205020404" pitchFamily="49" charset="0"/>
              </a:rPr>
              <a:t>olives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>
                <a:latin typeface="Courier New" panose="02070309020205020404" pitchFamily="49" charset="0"/>
              </a:rPr>
              <a:t> /&gt;</a:t>
            </a:r>
          </a:p>
          <a:p>
            <a:pPr marL="403225" lvl="1" indent="0">
              <a:buNone/>
            </a:pPr>
            <a:r>
              <a:rPr lang="en-US" dirty="0">
                <a:latin typeface="Courier New" panose="02070309020205020404" pitchFamily="49" charset="0"/>
              </a:rPr>
              <a:t>...</a:t>
            </a:r>
          </a:p>
          <a:p>
            <a:pPr marL="403225" lvl="1" indent="0">
              <a:buNone/>
            </a:pPr>
            <a:r>
              <a:rPr lang="en-US" dirty="0">
                <a:latin typeface="Courier New" panose="02070309020205020404" pitchFamily="49" charset="0"/>
              </a:rPr>
              <a:t>&lt;input type=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>
                <a:latin typeface="Courier New" panose="02070309020205020404" pitchFamily="49" charset="0"/>
              </a:rPr>
              <a:t>checkbox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>
                <a:latin typeface="Courier New" panose="02070309020205020404" pitchFamily="49" charset="0"/>
              </a:rPr>
              <a:t> name=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>
                <a:latin typeface="Courier New" panose="02070309020205020404" pitchFamily="49" charset="0"/>
              </a:rPr>
              <a:t>toppings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>
                <a:latin typeface="Courier New" panose="02070309020205020404" pitchFamily="49" charset="0"/>
              </a:rPr>
              <a:t> value=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>
                <a:latin typeface="Courier New" panose="02070309020205020404" pitchFamily="49" charset="0"/>
              </a:rPr>
              <a:t>tomatoes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>
                <a:latin typeface="Courier New" panose="02070309020205020404" pitchFamily="49" charset="0"/>
              </a:rPr>
              <a:t> 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Courier New" panose="02070309020205020404" pitchFamily="49" charset="0"/>
              </a:rPr>
              <a:t>&lt;/form&gt;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Courier New" panose="02070309020205020404" pitchFamily="49" charset="0"/>
              </a:rPr>
              <a:t>...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 err="1">
                <a:latin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numChecked</a:t>
            </a:r>
            <a:r>
              <a:rPr lang="en-US" sz="2000" dirty="0">
                <a:latin typeface="Courier New" panose="02070309020205020404" pitchFamily="49" charset="0"/>
              </a:rPr>
              <a:t> =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 err="1">
                <a:latin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dom</a:t>
            </a:r>
            <a:r>
              <a:rPr lang="en-US" sz="2000" dirty="0">
                <a:latin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</a:rPr>
              <a:t>document.getElementById</a:t>
            </a:r>
            <a:r>
              <a:rPr lang="en-US" sz="2000" dirty="0">
                <a:latin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dirty="0" err="1">
                <a:latin typeface="Courier New" panose="02070309020205020404" pitchFamily="49" charset="0"/>
              </a:rPr>
              <a:t>topGroup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dirty="0">
                <a:latin typeface="Courier New" panose="020703090202050204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Courier New" panose="02070309020205020404" pitchFamily="49" charset="0"/>
              </a:rPr>
              <a:t>for(index = 0; index &lt; </a:t>
            </a:r>
            <a:r>
              <a:rPr lang="en-US" sz="2000" dirty="0" err="1">
                <a:latin typeface="Courier New" panose="02070309020205020404" pitchFamily="49" charset="0"/>
              </a:rPr>
              <a:t>dom.toppings.length</a:t>
            </a:r>
            <a:r>
              <a:rPr lang="en-US" sz="2000" dirty="0">
                <a:latin typeface="Courier New" panose="02070309020205020404" pitchFamily="49" charset="0"/>
              </a:rPr>
              <a:t>; index++)</a:t>
            </a:r>
          </a:p>
          <a:p>
            <a:pPr marL="403225" lvl="1" indent="0">
              <a:buNone/>
            </a:pPr>
            <a:r>
              <a:rPr lang="en-US" dirty="0">
                <a:latin typeface="Courier New" panose="02070309020205020404" pitchFamily="49" charset="0"/>
              </a:rPr>
              <a:t>if (</a:t>
            </a:r>
            <a:r>
              <a:rPr lang="en-US" dirty="0" err="1">
                <a:latin typeface="Courier New" panose="02070309020205020404" pitchFamily="49" charset="0"/>
              </a:rPr>
              <a:t>dom.toppings</a:t>
            </a:r>
            <a:r>
              <a:rPr lang="en-US" dirty="0">
                <a:latin typeface="Courier New" panose="02070309020205020404" pitchFamily="49" charset="0"/>
              </a:rPr>
              <a:t>[index].checked]</a:t>
            </a:r>
          </a:p>
          <a:p>
            <a:pPr marL="730250" lvl="2" indent="0">
              <a:buNone/>
            </a:pPr>
            <a:r>
              <a:rPr lang="en-US" dirty="0" err="1">
                <a:latin typeface="Courier New" panose="02070309020205020404" pitchFamily="49" charset="0"/>
              </a:rPr>
              <a:t>numChecked</a:t>
            </a:r>
            <a:r>
              <a:rPr lang="en-US" dirty="0">
                <a:latin typeface="Courier New" panose="02070309020205020404" pitchFamily="49" charset="0"/>
              </a:rPr>
              <a:t>++;</a:t>
            </a:r>
            <a:endParaRPr lang="en-US" sz="20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37849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elements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/>
              <a:t>getElementsByTagName</a:t>
            </a:r>
            <a:r>
              <a:rPr lang="en-US" sz="2000" dirty="0"/>
              <a:t>() </a:t>
            </a:r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65" y="3138487"/>
            <a:ext cx="8181975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141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elements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/>
              <a:t>getElementsByName</a:t>
            </a:r>
            <a:r>
              <a:rPr lang="en-US" sz="2000" dirty="0"/>
              <a:t>()</a:t>
            </a:r>
          </a:p>
          <a:p>
            <a:pPr lvl="1"/>
            <a:r>
              <a:rPr lang="en-US" dirty="0"/>
              <a:t>Same as </a:t>
            </a:r>
            <a:r>
              <a:rPr lang="en-US" dirty="0" err="1"/>
              <a:t>getElementsByTagName</a:t>
            </a:r>
            <a:r>
              <a:rPr lang="en-US" dirty="0"/>
              <a:t> but here retrieves only tags having the name given as parameter</a:t>
            </a:r>
          </a:p>
          <a:p>
            <a:pPr lvl="1"/>
            <a:r>
              <a:rPr lang="en-US" dirty="0"/>
              <a:t>Especially used for forms access 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82578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bg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HTML DOM Node access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64776" y="2166471"/>
            <a:ext cx="8054789" cy="4274669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 err="1"/>
              <a:t>X.innerHTML</a:t>
            </a:r>
            <a:r>
              <a:rPr lang="en-US" sz="2000" dirty="0"/>
              <a:t> : html text in X</a:t>
            </a:r>
          </a:p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 err="1"/>
              <a:t>X.nodeName</a:t>
            </a:r>
            <a:r>
              <a:rPr lang="en-US" sz="2000" dirty="0"/>
              <a:t> : node name of X</a:t>
            </a:r>
          </a:p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 err="1"/>
              <a:t>X.nodeType</a:t>
            </a:r>
            <a:r>
              <a:rPr lang="en-US" sz="2000" dirty="0"/>
              <a:t> : node type of X</a:t>
            </a:r>
          </a:p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 err="1"/>
              <a:t>X.parentNode</a:t>
            </a:r>
            <a:r>
              <a:rPr lang="en-US" sz="2000" dirty="0"/>
              <a:t> : parent node</a:t>
            </a:r>
          </a:p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 err="1"/>
              <a:t>X.childNodes</a:t>
            </a:r>
            <a:r>
              <a:rPr lang="en-US" sz="2000" dirty="0"/>
              <a:t>: array of X children nodes </a:t>
            </a:r>
          </a:p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 err="1"/>
              <a:t>X.attributes</a:t>
            </a:r>
            <a:r>
              <a:rPr lang="en-US" sz="2000" dirty="0"/>
              <a:t> : array of X attributes</a:t>
            </a:r>
          </a:p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 err="1"/>
              <a:t>X.firstChild</a:t>
            </a:r>
            <a:r>
              <a:rPr lang="en-US" sz="2000" dirty="0"/>
              <a:t> : X’ first child node</a:t>
            </a:r>
          </a:p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 err="1"/>
              <a:t>X.lastChild</a:t>
            </a:r>
            <a:r>
              <a:rPr lang="en-US" sz="2000" dirty="0"/>
              <a:t> : X’ last child node</a:t>
            </a:r>
          </a:p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 err="1"/>
              <a:t>X.nextSibling</a:t>
            </a:r>
            <a:r>
              <a:rPr lang="en-US" sz="2000" dirty="0"/>
              <a:t> : X next sibling node</a:t>
            </a:r>
          </a:p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 err="1"/>
              <a:t>X.previousSibling</a:t>
            </a:r>
            <a:r>
              <a:rPr lang="en-US" sz="2000" dirty="0"/>
              <a:t> : X previous sibling node</a:t>
            </a:r>
          </a:p>
        </p:txBody>
      </p:sp>
    </p:spTree>
    <p:extLst>
      <p:ext uri="{BB962C8B-B14F-4D97-AF65-F5344CB8AC3E}">
        <p14:creationId xmlns:p14="http://schemas.microsoft.com/office/powerpoint/2010/main" val="745435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 Box 2"/>
          <p:cNvSpPr txBox="1">
            <a:spLocks noChangeArrowheads="1"/>
          </p:cNvSpPr>
          <p:nvPr/>
        </p:nvSpPr>
        <p:spPr bwMode="auto">
          <a:xfrm>
            <a:off x="381000" y="3521261"/>
            <a:ext cx="8763000" cy="283602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3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&lt;div&gt; </a:t>
            </a:r>
            <a:r>
              <a:rPr lang="en-US" sz="3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Hello &lt;b&gt;World&lt;/b&gt;</a:t>
            </a:r>
            <a:r>
              <a:rPr lang="en-US" sz="3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&lt;/div&gt;</a:t>
            </a:r>
          </a:p>
        </p:txBody>
      </p:sp>
      <p:sp>
        <p:nvSpPr>
          <p:cNvPr id="6" name="Left Brace 5"/>
          <p:cNvSpPr/>
          <p:nvPr/>
        </p:nvSpPr>
        <p:spPr bwMode="auto">
          <a:xfrm rot="16200000">
            <a:off x="4076700" y="2017667"/>
            <a:ext cx="990600" cy="5181600"/>
          </a:xfrm>
          <a:prstGeom prst="leftBrace">
            <a:avLst>
              <a:gd name="adj1" fmla="val 8333"/>
              <a:gd name="adj2" fmla="val 51063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Times New Roman" pitchFamily="16" charset="0"/>
              <a:buNone/>
              <a:defRPr/>
            </a:pPr>
            <a:endParaRPr lang="en-US">
              <a:ln w="76200">
                <a:solidFill>
                  <a:schemeClr val="tx1"/>
                </a:solidFill>
                <a:prstDash val="sysDot"/>
              </a:ln>
            </a:endParaRPr>
          </a:p>
        </p:txBody>
      </p:sp>
      <p:sp>
        <p:nvSpPr>
          <p:cNvPr id="7" name="Left Brace 6"/>
          <p:cNvSpPr/>
          <p:nvPr/>
        </p:nvSpPr>
        <p:spPr bwMode="auto">
          <a:xfrm rot="5400000">
            <a:off x="4134971" y="-881108"/>
            <a:ext cx="990600" cy="8610600"/>
          </a:xfrm>
          <a:prstGeom prst="leftBrace">
            <a:avLst>
              <a:gd name="adj1" fmla="val 8333"/>
              <a:gd name="adj2" fmla="val 51063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Times New Roman" pitchFamily="16" charset="0"/>
              <a:buNone/>
              <a:defRPr/>
            </a:pPr>
            <a:endParaRPr lang="en-US">
              <a:ln w="76200">
                <a:solidFill>
                  <a:schemeClr val="tx1"/>
                </a:solidFill>
                <a:prstDash val="sysDot"/>
              </a:ln>
            </a:endParaRPr>
          </a:p>
        </p:txBody>
      </p:sp>
      <p:sp>
        <p:nvSpPr>
          <p:cNvPr id="17415" name="Text Box 1"/>
          <p:cNvSpPr txBox="1">
            <a:spLocks noChangeArrowheads="1"/>
          </p:cNvSpPr>
          <p:nvPr/>
        </p:nvSpPr>
        <p:spPr bwMode="auto">
          <a:xfrm>
            <a:off x="1143000" y="1666874"/>
            <a:ext cx="8001000" cy="1216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7416" name="Text Box 1"/>
          <p:cNvSpPr txBox="1">
            <a:spLocks noChangeArrowheads="1"/>
          </p:cNvSpPr>
          <p:nvPr/>
        </p:nvSpPr>
        <p:spPr bwMode="auto">
          <a:xfrm>
            <a:off x="3511924" y="2009051"/>
            <a:ext cx="2743200" cy="1216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 err="1">
                <a:solidFill>
                  <a:schemeClr val="tx1"/>
                </a:solidFill>
              </a:rPr>
              <a:t>outerHTML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7417" name="Text Box 1"/>
          <p:cNvSpPr txBox="1">
            <a:spLocks noChangeArrowheads="1"/>
          </p:cNvSpPr>
          <p:nvPr/>
        </p:nvSpPr>
        <p:spPr bwMode="auto">
          <a:xfrm>
            <a:off x="3511924" y="4926060"/>
            <a:ext cx="2743200" cy="1216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 err="1">
                <a:solidFill>
                  <a:srgbClr val="FF0000"/>
                </a:solidFill>
              </a:rPr>
              <a:t>innerHTML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0" name="Title 2"/>
          <p:cNvSpPr txBox="1">
            <a:spLocks/>
          </p:cNvSpPr>
          <p:nvPr/>
        </p:nvSpPr>
        <p:spPr>
          <a:xfrm>
            <a:off x="647700" y="717959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100" dirty="0" err="1">
                <a:solidFill>
                  <a:schemeClr val="bg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innerHTML</a:t>
            </a:r>
            <a:r>
              <a:rPr lang="en-US" sz="4100" dirty="0">
                <a:solidFill>
                  <a:schemeClr val="bg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4100" dirty="0" err="1">
                <a:solidFill>
                  <a:schemeClr val="bg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vs</a:t>
            </a:r>
            <a:r>
              <a:rPr lang="en-US" sz="4100" dirty="0">
                <a:solidFill>
                  <a:schemeClr val="bg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4100" dirty="0" err="1">
                <a:solidFill>
                  <a:schemeClr val="bg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outerHTML</a:t>
            </a:r>
            <a:endParaRPr kumimoji="0" lang="en-US" sz="41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22407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"/>
          <p:cNvSpPr txBox="1">
            <a:spLocks noChangeArrowheads="1"/>
          </p:cNvSpPr>
          <p:nvPr/>
        </p:nvSpPr>
        <p:spPr bwMode="auto">
          <a:xfrm>
            <a:off x="304800" y="0"/>
            <a:ext cx="8001000" cy="1216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609600" y="796925"/>
            <a:ext cx="8229600" cy="1143000"/>
          </a:xfrm>
          <a:prstGeom prst="rect">
            <a:avLst/>
          </a:prstGeom>
        </p:spPr>
        <p:txBody>
          <a:bodyPr/>
          <a:lstStyle/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4100" dirty="0">
                <a:solidFill>
                  <a:schemeClr val="bg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Edit Attributes of Elements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609600" y="2489200"/>
            <a:ext cx="7996518" cy="35306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 err="1">
                <a:solidFill>
                  <a:srgbClr val="000000"/>
                </a:solidFill>
              </a:rPr>
              <a:t>X.getAttribute</a:t>
            </a:r>
            <a:r>
              <a:rPr lang="en-US" sz="2400" dirty="0">
                <a:solidFill>
                  <a:srgbClr val="000000"/>
                </a:solidFill>
              </a:rPr>
              <a:t>(“Attribute name”) : Get an attribute value</a:t>
            </a:r>
          </a:p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 err="1">
                <a:solidFill>
                  <a:srgbClr val="000000"/>
                </a:solidFill>
              </a:rPr>
              <a:t>X.setAttribute</a:t>
            </a:r>
            <a:r>
              <a:rPr lang="en-US" sz="2400" dirty="0">
                <a:solidFill>
                  <a:srgbClr val="000000"/>
                </a:solidFill>
              </a:rPr>
              <a:t>(“Attribute </a:t>
            </a:r>
            <a:r>
              <a:rPr lang="en-US" sz="2400" dirty="0" err="1">
                <a:solidFill>
                  <a:srgbClr val="000000"/>
                </a:solidFill>
              </a:rPr>
              <a:t>name”,”Attribute</a:t>
            </a:r>
            <a:r>
              <a:rPr lang="en-US" sz="2400" dirty="0">
                <a:solidFill>
                  <a:srgbClr val="000000"/>
                </a:solidFill>
              </a:rPr>
              <a:t> value”) : Set attribute value</a:t>
            </a:r>
          </a:p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 err="1">
                <a:solidFill>
                  <a:srgbClr val="000000"/>
                </a:solidFill>
              </a:rPr>
              <a:t>X.removeAttribute</a:t>
            </a:r>
            <a:r>
              <a:rPr lang="en-US" sz="2400" dirty="0">
                <a:solidFill>
                  <a:srgbClr val="000000"/>
                </a:solidFill>
              </a:rPr>
              <a:t>(“Attribute name”) : Remove attribute</a:t>
            </a:r>
          </a:p>
        </p:txBody>
      </p:sp>
    </p:spTree>
    <p:extLst>
      <p:ext uri="{BB962C8B-B14F-4D97-AF65-F5344CB8AC3E}">
        <p14:creationId xmlns:p14="http://schemas.microsoft.com/office/powerpoint/2010/main" val="1283482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Attributes of Elements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08" y="2245659"/>
            <a:ext cx="9018592" cy="20078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02" y="4661087"/>
            <a:ext cx="8981498" cy="219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2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class Attribute of style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2419760"/>
            <a:ext cx="6835309" cy="430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83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1"/>
          <p:cNvSpPr txBox="1">
            <a:spLocks noChangeArrowheads="1"/>
          </p:cNvSpPr>
          <p:nvPr/>
        </p:nvSpPr>
        <p:spPr bwMode="auto">
          <a:xfrm>
            <a:off x="304800" y="0"/>
            <a:ext cx="8001000" cy="1216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>
              <a:solidFill>
                <a:srgbClr val="FFFFFF"/>
              </a:solidFill>
            </a:endParaRPr>
          </a:p>
        </p:txBody>
      </p:sp>
      <p:pic>
        <p:nvPicPr>
          <p:cNvPr id="2458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078" y="2770094"/>
            <a:ext cx="5203990" cy="4087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style properties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1636" y="2064311"/>
            <a:ext cx="6441142" cy="681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56417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"/>
          <p:cNvSpPr txBox="1">
            <a:spLocks noChangeArrowheads="1"/>
          </p:cNvSpPr>
          <p:nvPr/>
        </p:nvSpPr>
        <p:spPr bwMode="auto">
          <a:xfrm>
            <a:off x="304800" y="0"/>
            <a:ext cx="8001000" cy="1216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26627" name="Text Box 2"/>
          <p:cNvSpPr txBox="1">
            <a:spLocks noChangeArrowheads="1"/>
          </p:cNvSpPr>
          <p:nvPr/>
        </p:nvSpPr>
        <p:spPr bwMode="auto">
          <a:xfrm>
            <a:off x="609600" y="1600200"/>
            <a:ext cx="8534400" cy="4953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itchFamily="2" charset="2"/>
              <a:buChar char="§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6628" name="Text Box 1"/>
          <p:cNvSpPr txBox="1">
            <a:spLocks noChangeArrowheads="1"/>
          </p:cNvSpPr>
          <p:nvPr/>
        </p:nvSpPr>
        <p:spPr bwMode="auto">
          <a:xfrm>
            <a:off x="457200" y="152400"/>
            <a:ext cx="8001000" cy="1216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>
                <a:solidFill>
                  <a:srgbClr val="FFFFFF"/>
                </a:solidFill>
              </a:rPr>
              <a:t>Ví dụ</a:t>
            </a:r>
          </a:p>
        </p:txBody>
      </p:sp>
      <p:pic>
        <p:nvPicPr>
          <p:cNvPr id="266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14300"/>
            <a:ext cx="8839200" cy="662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08314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1"/>
          <p:cNvSpPr txBox="1">
            <a:spLocks noChangeArrowheads="1"/>
          </p:cNvSpPr>
          <p:nvPr/>
        </p:nvSpPr>
        <p:spPr bwMode="auto">
          <a:xfrm>
            <a:off x="304800" y="0"/>
            <a:ext cx="8001000" cy="1216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609600" y="1600200"/>
            <a:ext cx="8534400" cy="4953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itchFamily="2" charset="2"/>
              <a:buChar char="§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5604" name="Text Box 1"/>
          <p:cNvSpPr txBox="1">
            <a:spLocks noChangeArrowheads="1"/>
          </p:cNvSpPr>
          <p:nvPr/>
        </p:nvSpPr>
        <p:spPr bwMode="auto">
          <a:xfrm>
            <a:off x="819150" y="667309"/>
            <a:ext cx="8001000" cy="1216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>
                <a:solidFill>
                  <a:srgbClr val="FFFFFF"/>
                </a:solidFill>
              </a:rPr>
              <a:t>Edit style properties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09550" y="3527611"/>
            <a:ext cx="8724900" cy="2124075"/>
            <a:chOff x="304800" y="1524000"/>
            <a:chExt cx="8724900" cy="2124075"/>
          </a:xfrm>
        </p:grpSpPr>
        <p:pic>
          <p:nvPicPr>
            <p:cNvPr id="25605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57200" y="1524000"/>
              <a:ext cx="8543925" cy="657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606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04800" y="2438400"/>
              <a:ext cx="8724900" cy="371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607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57200" y="3276600"/>
              <a:ext cx="8458200" cy="371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" name="Title 2"/>
          <p:cNvSpPr txBox="1">
            <a:spLocks/>
          </p:cNvSpPr>
          <p:nvPr/>
        </p:nvSpPr>
        <p:spPr>
          <a:xfrm>
            <a:off x="476250" y="2407023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DOM Node properties</a:t>
            </a:r>
          </a:p>
        </p:txBody>
      </p:sp>
    </p:spTree>
    <p:extLst>
      <p:ext uri="{BB962C8B-B14F-4D97-AF65-F5344CB8AC3E}">
        <p14:creationId xmlns:p14="http://schemas.microsoft.com/office/powerpoint/2010/main" val="1618292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1"/>
          <p:cNvSpPr txBox="1">
            <a:spLocks noChangeArrowheads="1"/>
          </p:cNvSpPr>
          <p:nvPr/>
        </p:nvSpPr>
        <p:spPr bwMode="auto">
          <a:xfrm>
            <a:off x="304800" y="0"/>
            <a:ext cx="8001000" cy="1216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23555" name="Text Box 2"/>
          <p:cNvSpPr txBox="1">
            <a:spLocks noChangeArrowheads="1"/>
          </p:cNvSpPr>
          <p:nvPr/>
        </p:nvSpPr>
        <p:spPr bwMode="auto">
          <a:xfrm>
            <a:off x="609600" y="1600200"/>
            <a:ext cx="8534400" cy="4953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itchFamily="2" charset="2"/>
              <a:buChar char="§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2355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" y="3211046"/>
            <a:ext cx="8458200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2"/>
          <p:cNvSpPr txBox="1">
            <a:spLocks/>
          </p:cNvSpPr>
          <p:nvPr/>
        </p:nvSpPr>
        <p:spPr>
          <a:xfrm>
            <a:off x="571500" y="2288242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Style background</a:t>
            </a:r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819150" y="667309"/>
            <a:ext cx="8001000" cy="1216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>
                <a:solidFill>
                  <a:srgbClr val="FFFFFF"/>
                </a:solidFill>
              </a:rPr>
              <a:t>Edit style properties</a:t>
            </a:r>
          </a:p>
        </p:txBody>
      </p:sp>
    </p:spTree>
    <p:extLst>
      <p:ext uri="{BB962C8B-B14F-4D97-AF65-F5344CB8AC3E}">
        <p14:creationId xmlns:p14="http://schemas.microsoft.com/office/powerpoint/2010/main" val="2108451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1"/>
          <p:cNvSpPr txBox="1">
            <a:spLocks noChangeArrowheads="1"/>
          </p:cNvSpPr>
          <p:nvPr/>
        </p:nvSpPr>
        <p:spPr bwMode="auto">
          <a:xfrm>
            <a:off x="304800" y="0"/>
            <a:ext cx="8001000" cy="1216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27651" name="Text Box 2"/>
          <p:cNvSpPr txBox="1">
            <a:spLocks noChangeArrowheads="1"/>
          </p:cNvSpPr>
          <p:nvPr/>
        </p:nvSpPr>
        <p:spPr bwMode="auto">
          <a:xfrm>
            <a:off x="609600" y="1600200"/>
            <a:ext cx="8534400" cy="4953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itchFamily="2" charset="2"/>
              <a:buChar char="§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2765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087687"/>
            <a:ext cx="8572500" cy="364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2"/>
          <p:cNvSpPr txBox="1">
            <a:spLocks/>
          </p:cNvSpPr>
          <p:nvPr/>
        </p:nvSpPr>
        <p:spPr>
          <a:xfrm>
            <a:off x="457200" y="2132012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Style font</a:t>
            </a:r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819150" y="667309"/>
            <a:ext cx="8001000" cy="1216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>
                <a:solidFill>
                  <a:srgbClr val="FFFFFF"/>
                </a:solidFill>
              </a:rPr>
              <a:t>Edit style properties</a:t>
            </a:r>
          </a:p>
        </p:txBody>
      </p:sp>
    </p:spTree>
    <p:extLst>
      <p:ext uri="{BB962C8B-B14F-4D97-AF65-F5344CB8AC3E}">
        <p14:creationId xmlns:p14="http://schemas.microsoft.com/office/powerpoint/2010/main" val="2695691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the content of a tag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757" y="2182198"/>
            <a:ext cx="6698597" cy="23881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011" y="4679137"/>
            <a:ext cx="5889532" cy="207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654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of Tag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17918" y="2138324"/>
            <a:ext cx="7537637" cy="4485759"/>
          </a:xfrm>
        </p:spPr>
        <p:txBody>
          <a:bodyPr/>
          <a:lstStyle/>
          <a:p>
            <a:r>
              <a:rPr lang="en-US" dirty="0" err="1"/>
              <a:t>innerHTMl</a:t>
            </a:r>
            <a:r>
              <a:rPr lang="en-US" dirty="0"/>
              <a:t> and </a:t>
            </a:r>
            <a:r>
              <a:rPr lang="en-US" dirty="0" err="1"/>
              <a:t>innerText</a:t>
            </a:r>
            <a:r>
              <a:rPr lang="en-US" dirty="0"/>
              <a:t> (</a:t>
            </a:r>
            <a:r>
              <a:rPr lang="en-US" dirty="0" err="1"/>
              <a:t>TextContent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sz="1400" dirty="0"/>
              <a:t>&lt;body&gt;</a:t>
            </a:r>
          </a:p>
          <a:p>
            <a:pPr marL="0" indent="0">
              <a:buNone/>
            </a:pPr>
            <a:r>
              <a:rPr lang="en-US" sz="1400" dirty="0"/>
              <a:t>  &lt;div id="</a:t>
            </a:r>
            <a:r>
              <a:rPr lang="en-US" sz="1400" dirty="0" err="1"/>
              <a:t>myDiv</a:t>
            </a:r>
            <a:r>
              <a:rPr lang="en-US" sz="1400" dirty="0"/>
              <a:t>"&gt;</a:t>
            </a:r>
          </a:p>
          <a:p>
            <a:pPr marL="0" indent="0">
              <a:buNone/>
            </a:pPr>
            <a:r>
              <a:rPr lang="en-US" sz="1400" dirty="0"/>
              <a:t>    &lt;p&gt;Simple text &lt;a </a:t>
            </a:r>
            <a:r>
              <a:rPr lang="en-US" sz="1400" dirty="0" err="1"/>
              <a:t>href</a:t>
            </a:r>
            <a:r>
              <a:rPr lang="en-US" sz="1400" dirty="0"/>
              <a:t>="#"&gt;and a link&lt;/a&gt;&lt;/p&gt;</a:t>
            </a:r>
          </a:p>
          <a:p>
            <a:pPr marL="0" indent="0">
              <a:buNone/>
            </a:pPr>
            <a:r>
              <a:rPr lang="en-US" sz="1400" dirty="0"/>
              <a:t>  &lt;/div&gt;</a:t>
            </a:r>
          </a:p>
          <a:p>
            <a:pPr marL="0" indent="0">
              <a:buNone/>
            </a:pPr>
            <a:r>
              <a:rPr lang="en-US" sz="1400" dirty="0"/>
              <a:t>  &lt;script&gt;</a:t>
            </a:r>
          </a:p>
          <a:p>
            <a:pPr marL="0" indent="0">
              <a:buNone/>
            </a:pPr>
            <a:r>
              <a:rPr lang="en-US" sz="1400" dirty="0"/>
              <a:t>    var div = </a:t>
            </a:r>
            <a:r>
              <a:rPr lang="en-US" sz="1400" dirty="0" err="1"/>
              <a:t>document.getElementById</a:t>
            </a:r>
            <a:r>
              <a:rPr lang="en-US" sz="1400" dirty="0"/>
              <a:t>('</a:t>
            </a:r>
            <a:r>
              <a:rPr lang="en-US" sz="1400" dirty="0" err="1"/>
              <a:t>myDiv</a:t>
            </a:r>
            <a:r>
              <a:rPr lang="en-US" sz="1400" dirty="0"/>
              <a:t>');</a:t>
            </a:r>
          </a:p>
          <a:p>
            <a:pPr marL="0" indent="0">
              <a:buNone/>
            </a:pPr>
            <a:r>
              <a:rPr lang="en-US" sz="1400" dirty="0"/>
              <a:t>    // </a:t>
            </a:r>
            <a:r>
              <a:rPr lang="en-US" sz="1400" dirty="0" err="1"/>
              <a:t>innerHTML</a:t>
            </a:r>
            <a:r>
              <a:rPr lang="en-US" sz="1400" dirty="0"/>
              <a:t> → returns content WITH tags</a:t>
            </a:r>
          </a:p>
          <a:p>
            <a:pPr marL="0" indent="0">
              <a:buNone/>
            </a:pPr>
            <a:r>
              <a:rPr lang="en-US" sz="1400" dirty="0"/>
              <a:t>    alert(</a:t>
            </a:r>
            <a:r>
              <a:rPr lang="en-US" sz="1400" dirty="0" err="1"/>
              <a:t>div.innerHTML</a:t>
            </a:r>
            <a:r>
              <a:rPr lang="en-US" sz="1400" dirty="0"/>
              <a:t>);  //&lt;p&gt;Simple text &lt;a </a:t>
            </a:r>
            <a:r>
              <a:rPr lang="en-US" sz="1400" dirty="0" err="1"/>
              <a:t>href</a:t>
            </a:r>
            <a:r>
              <a:rPr lang="en-US" sz="1400" dirty="0"/>
              <a:t>="#"&gt;and a link&lt;/a&gt;&lt;/p&gt;</a:t>
            </a:r>
          </a:p>
          <a:p>
            <a:pPr marL="0" indent="0">
              <a:buNone/>
            </a:pPr>
            <a:r>
              <a:rPr lang="en-US" sz="1400" dirty="0"/>
              <a:t>    // </a:t>
            </a:r>
            <a:r>
              <a:rPr lang="en-US" sz="1400" dirty="0" err="1"/>
              <a:t>innerText</a:t>
            </a:r>
            <a:r>
              <a:rPr lang="en-US" sz="1400" dirty="0"/>
              <a:t> → returns only the text (no tags)</a:t>
            </a:r>
          </a:p>
          <a:p>
            <a:pPr marL="0" indent="0">
              <a:buNone/>
            </a:pPr>
            <a:r>
              <a:rPr lang="en-US" sz="1400" dirty="0"/>
              <a:t>    alert(</a:t>
            </a:r>
            <a:r>
              <a:rPr lang="en-US" sz="1400" dirty="0" err="1"/>
              <a:t>div.innerText</a:t>
            </a:r>
            <a:r>
              <a:rPr lang="en-US" sz="1400" dirty="0"/>
              <a:t>);  //Simple text and a link</a:t>
            </a:r>
          </a:p>
          <a:p>
            <a:pPr marL="0" indent="0">
              <a:buNone/>
            </a:pPr>
            <a:r>
              <a:rPr lang="en-US" sz="1400" dirty="0"/>
              <a:t>  &lt;/script&gt;</a:t>
            </a:r>
          </a:p>
          <a:p>
            <a:pPr marL="0" indent="0">
              <a:buNone/>
            </a:pPr>
            <a:r>
              <a:rPr lang="en-US" sz="1400" dirty="0"/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2742959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1"/>
          <p:cNvSpPr txBox="1">
            <a:spLocks noChangeArrowheads="1"/>
          </p:cNvSpPr>
          <p:nvPr/>
        </p:nvSpPr>
        <p:spPr bwMode="auto">
          <a:xfrm>
            <a:off x="457200" y="228600"/>
            <a:ext cx="6096000" cy="11890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buClr>
                <a:srgbClr val="CCFF99"/>
              </a:buClr>
              <a:buFont typeface="Verdana" panose="020B0604030504040204" pitchFamily="34" charset="0"/>
              <a:buNone/>
            </a:pPr>
            <a:r>
              <a:rPr lang="en-GB" sz="3800" dirty="0">
                <a:solidFill>
                  <a:srgbClr val="000000"/>
                </a:solidFill>
                <a:latin typeface="Verdana" panose="020B0604030504040204" pitchFamily="34" charset="0"/>
              </a:rPr>
              <a:t>child, </a:t>
            </a:r>
            <a:r>
              <a:rPr lang="en-GB" sz="3800" dirty="0">
                <a:solidFill>
                  <a:srgbClr val="00CC99"/>
                </a:solidFill>
                <a:latin typeface="Verdana" panose="020B0604030504040204" pitchFamily="34" charset="0"/>
              </a:rPr>
              <a:t>sibling, parent</a:t>
            </a:r>
          </a:p>
        </p:txBody>
      </p:sp>
      <p:graphicFrame>
        <p:nvGraphicFramePr>
          <p:cNvPr id="27650" name="Object 2"/>
          <p:cNvGraphicFramePr>
            <a:graphicFrameLocks noChangeAspect="1"/>
          </p:cNvGraphicFramePr>
          <p:nvPr/>
        </p:nvGraphicFramePr>
        <p:xfrm>
          <a:off x="546100" y="1968500"/>
          <a:ext cx="8051800" cy="406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651000" imgH="3355560" progId="">
                  <p:embed/>
                </p:oleObj>
              </mc:Choice>
              <mc:Fallback>
                <p:oleObj r:id="rId3" imgW="6651000" imgH="3355560" progId="">
                  <p:embed/>
                  <p:pic>
                    <p:nvPicPr>
                      <p:cNvPr id="276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1968500"/>
                        <a:ext cx="8051800" cy="40624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6553200" y="6245225"/>
            <a:ext cx="1965325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buFont typeface="Verdana" panose="020B0604030504040204" pitchFamily="34" charset="0"/>
              <a:buNone/>
            </a:pPr>
            <a:fld id="{3071ACB9-0C69-4BA3-8B38-77F53228A573}" type="slidenum">
              <a:rPr lang="en-GB" sz="1200">
                <a:solidFill>
                  <a:srgbClr val="000000"/>
                </a:solidFill>
                <a:latin typeface="Verdana" panose="020B0604030504040204" pitchFamily="34" charset="0"/>
              </a:rPr>
              <a:pPr algn="r">
                <a:lnSpc>
                  <a:spcPct val="100000"/>
                </a:lnSpc>
                <a:buFont typeface="Verdana" panose="020B0604030504040204" pitchFamily="34" charset="0"/>
                <a:buNone/>
              </a:pPr>
              <a:t>25</a:t>
            </a:fld>
            <a:endParaRPr lang="en-GB" sz="12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01476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buClr>
                <a:srgbClr val="CCFF99"/>
              </a:buClr>
              <a:buFont typeface="Verdana" panose="020B0604030504040204" pitchFamily="34" charset="0"/>
              <a:buNone/>
            </a:pPr>
            <a:r>
              <a:rPr lang="en-GB" sz="3800">
                <a:solidFill>
                  <a:srgbClr val="CCFF99"/>
                </a:solidFill>
                <a:latin typeface="Verdana" panose="020B0604030504040204" pitchFamily="34" charset="0"/>
              </a:rPr>
              <a:t>child</a:t>
            </a:r>
            <a:r>
              <a:rPr lang="en-GB" sz="3800">
                <a:solidFill>
                  <a:srgbClr val="000000"/>
                </a:solidFill>
                <a:latin typeface="Verdana" panose="020B0604030504040204" pitchFamily="34" charset="0"/>
              </a:rPr>
              <a:t>, </a:t>
            </a:r>
            <a:r>
              <a:rPr lang="en-GB" sz="3800">
                <a:solidFill>
                  <a:srgbClr val="FBD1D1"/>
                </a:solidFill>
                <a:latin typeface="Verdana" panose="020B0604030504040204" pitchFamily="34" charset="0"/>
              </a:rPr>
              <a:t>sibling</a:t>
            </a:r>
            <a:r>
              <a:rPr lang="en-GB" sz="3800">
                <a:solidFill>
                  <a:srgbClr val="000000"/>
                </a:solidFill>
                <a:latin typeface="Verdana" panose="020B0604030504040204" pitchFamily="34" charset="0"/>
              </a:rPr>
              <a:t>, parent</a:t>
            </a:r>
          </a:p>
        </p:txBody>
      </p:sp>
      <p:graphicFrame>
        <p:nvGraphicFramePr>
          <p:cNvPr id="28674" name="Object 2"/>
          <p:cNvGraphicFramePr>
            <a:graphicFrameLocks noChangeAspect="1"/>
          </p:cNvGraphicFramePr>
          <p:nvPr/>
        </p:nvGraphicFramePr>
        <p:xfrm>
          <a:off x="546100" y="1968500"/>
          <a:ext cx="8051800" cy="406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651000" imgH="3355560" progId="">
                  <p:embed/>
                </p:oleObj>
              </mc:Choice>
              <mc:Fallback>
                <p:oleObj r:id="rId3" imgW="6651000" imgH="3355560" progId="">
                  <p:embed/>
                  <p:pic>
                    <p:nvPicPr>
                      <p:cNvPr id="286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1968500"/>
                        <a:ext cx="8051800" cy="40624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6553200" y="6245225"/>
            <a:ext cx="1965325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buFont typeface="Verdana" panose="020B0604030504040204" pitchFamily="34" charset="0"/>
              <a:buNone/>
            </a:pPr>
            <a:fld id="{04EE4A3B-E000-4E7A-960B-6CDF7DD96DCE}" type="slidenum">
              <a:rPr lang="en-GB" sz="1200">
                <a:solidFill>
                  <a:srgbClr val="000000"/>
                </a:solidFill>
                <a:latin typeface="Verdana" panose="020B0604030504040204" pitchFamily="34" charset="0"/>
              </a:rPr>
              <a:pPr algn="r">
                <a:lnSpc>
                  <a:spcPct val="100000"/>
                </a:lnSpc>
                <a:buFont typeface="Verdana" panose="020B0604030504040204" pitchFamily="34" charset="0"/>
                <a:buNone/>
              </a:pPr>
              <a:t>26</a:t>
            </a:fld>
            <a:endParaRPr lang="en-GB" sz="12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7137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buClr>
                <a:srgbClr val="CCFF99"/>
              </a:buClr>
              <a:buFont typeface="Verdana" panose="020B0604030504040204" pitchFamily="34" charset="0"/>
              <a:buNone/>
            </a:pPr>
            <a:r>
              <a:rPr lang="en-GB" sz="3800">
                <a:solidFill>
                  <a:srgbClr val="CCFF99"/>
                </a:solidFill>
                <a:latin typeface="Verdana" panose="020B0604030504040204" pitchFamily="34" charset="0"/>
              </a:rPr>
              <a:t>child</a:t>
            </a:r>
            <a:r>
              <a:rPr lang="en-GB" sz="3800">
                <a:solidFill>
                  <a:srgbClr val="000000"/>
                </a:solidFill>
                <a:latin typeface="Verdana" panose="020B0604030504040204" pitchFamily="34" charset="0"/>
              </a:rPr>
              <a:t>, </a:t>
            </a:r>
            <a:r>
              <a:rPr lang="en-GB" sz="3800">
                <a:solidFill>
                  <a:srgbClr val="FBD1D1"/>
                </a:solidFill>
                <a:latin typeface="Verdana" panose="020B0604030504040204" pitchFamily="34" charset="0"/>
              </a:rPr>
              <a:t>sibling</a:t>
            </a:r>
            <a:r>
              <a:rPr lang="en-GB" sz="3800">
                <a:solidFill>
                  <a:srgbClr val="000000"/>
                </a:solidFill>
                <a:latin typeface="Verdana" panose="020B0604030504040204" pitchFamily="34" charset="0"/>
              </a:rPr>
              <a:t>, </a:t>
            </a:r>
            <a:r>
              <a:rPr lang="en-GB" sz="3800">
                <a:solidFill>
                  <a:srgbClr val="CCCCFF"/>
                </a:solidFill>
                <a:latin typeface="Verdana" panose="020B0604030504040204" pitchFamily="34" charset="0"/>
              </a:rPr>
              <a:t>parent</a:t>
            </a:r>
          </a:p>
        </p:txBody>
      </p:sp>
      <p:graphicFrame>
        <p:nvGraphicFramePr>
          <p:cNvPr id="29698" name="Object 2"/>
          <p:cNvGraphicFramePr>
            <a:graphicFrameLocks noChangeAspect="1"/>
          </p:cNvGraphicFramePr>
          <p:nvPr/>
        </p:nvGraphicFramePr>
        <p:xfrm>
          <a:off x="546100" y="1968500"/>
          <a:ext cx="8051800" cy="406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651000" imgH="3355560" progId="">
                  <p:embed/>
                </p:oleObj>
              </mc:Choice>
              <mc:Fallback>
                <p:oleObj r:id="rId3" imgW="6651000" imgH="3355560" progId="">
                  <p:embed/>
                  <p:pic>
                    <p:nvPicPr>
                      <p:cNvPr id="296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1968500"/>
                        <a:ext cx="8051800" cy="40624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6553200" y="6245225"/>
            <a:ext cx="1965325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buFont typeface="Verdana" panose="020B0604030504040204" pitchFamily="34" charset="0"/>
              <a:buNone/>
            </a:pPr>
            <a:fld id="{C61F80D3-56E4-4E14-B196-3F4EE18F2894}" type="slidenum">
              <a:rPr lang="en-GB" sz="1200">
                <a:solidFill>
                  <a:srgbClr val="000000"/>
                </a:solidFill>
                <a:latin typeface="Verdana" panose="020B0604030504040204" pitchFamily="34" charset="0"/>
              </a:rPr>
              <a:pPr algn="r">
                <a:lnSpc>
                  <a:spcPct val="100000"/>
                </a:lnSpc>
                <a:buFont typeface="Verdana" panose="020B0604030504040204" pitchFamily="34" charset="0"/>
                <a:buNone/>
              </a:pPr>
              <a:t>27</a:t>
            </a:fld>
            <a:endParaRPr lang="en-GB" sz="12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5965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buClr>
                <a:srgbClr val="CCFF99"/>
              </a:buClr>
              <a:buFont typeface="Verdana" panose="020B0604030504040204" pitchFamily="34" charset="0"/>
              <a:buNone/>
            </a:pPr>
            <a:r>
              <a:rPr lang="en-GB" sz="3800">
                <a:solidFill>
                  <a:srgbClr val="CCFF99"/>
                </a:solidFill>
                <a:latin typeface="Verdana" panose="020B0604030504040204" pitchFamily="34" charset="0"/>
              </a:rPr>
              <a:t>child</a:t>
            </a:r>
            <a:r>
              <a:rPr lang="en-GB" sz="3800">
                <a:solidFill>
                  <a:srgbClr val="000000"/>
                </a:solidFill>
                <a:latin typeface="Verdana" panose="020B0604030504040204" pitchFamily="34" charset="0"/>
              </a:rPr>
              <a:t>, </a:t>
            </a:r>
            <a:r>
              <a:rPr lang="en-GB" sz="3800">
                <a:solidFill>
                  <a:srgbClr val="FBD1D1"/>
                </a:solidFill>
                <a:latin typeface="Verdana" panose="020B0604030504040204" pitchFamily="34" charset="0"/>
              </a:rPr>
              <a:t>sibling</a:t>
            </a:r>
            <a:r>
              <a:rPr lang="en-GB" sz="3800">
                <a:solidFill>
                  <a:srgbClr val="000000"/>
                </a:solidFill>
                <a:latin typeface="Verdana" panose="020B0604030504040204" pitchFamily="34" charset="0"/>
              </a:rPr>
              <a:t>, </a:t>
            </a:r>
            <a:r>
              <a:rPr lang="en-GB" sz="3800">
                <a:solidFill>
                  <a:srgbClr val="CCCCFF"/>
                </a:solidFill>
                <a:latin typeface="Verdana" panose="020B0604030504040204" pitchFamily="34" charset="0"/>
              </a:rPr>
              <a:t>parent</a:t>
            </a:r>
          </a:p>
        </p:txBody>
      </p:sp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546100" y="1968500"/>
          <a:ext cx="8051800" cy="406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651000" imgH="3355560" progId="">
                  <p:embed/>
                </p:oleObj>
              </mc:Choice>
              <mc:Fallback>
                <p:oleObj r:id="rId3" imgW="6651000" imgH="3355560" progId="">
                  <p:embed/>
                  <p:pic>
                    <p:nvPicPr>
                      <p:cNvPr id="307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1968500"/>
                        <a:ext cx="8051800" cy="40624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6553200" y="6245225"/>
            <a:ext cx="1965325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defTabSz="457200" fontAlgn="base">
              <a:lnSpc>
                <a:spcPct val="3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>
              <a:lnSpc>
                <a:spcPct val="100000"/>
              </a:lnSpc>
              <a:buFont typeface="Verdana" panose="020B0604030504040204" pitchFamily="34" charset="0"/>
              <a:buNone/>
            </a:pPr>
            <a:fld id="{3B28DDDC-91A0-4154-B157-EA975461B80A}" type="slidenum">
              <a:rPr lang="en-GB" sz="1200">
                <a:solidFill>
                  <a:srgbClr val="000000"/>
                </a:solidFill>
                <a:latin typeface="Verdana" panose="020B0604030504040204" pitchFamily="34" charset="0"/>
              </a:rPr>
              <a:pPr algn="r">
                <a:lnSpc>
                  <a:spcPct val="100000"/>
                </a:lnSpc>
                <a:buFont typeface="Verdana" panose="020B0604030504040204" pitchFamily="34" charset="0"/>
                <a:buNone/>
              </a:pPr>
              <a:t>28</a:t>
            </a:fld>
            <a:endParaRPr lang="en-GB" sz="12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2254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child &amp; last child + </a:t>
            </a:r>
            <a:r>
              <a:rPr lang="en-US" dirty="0" err="1"/>
              <a:t>nodeValue</a:t>
            </a:r>
            <a:r>
              <a:rPr lang="en-US" dirty="0"/>
              <a:t> &amp; data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50" y="3215528"/>
            <a:ext cx="753427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0094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childNodes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2693333"/>
            <a:ext cx="7419975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1943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tags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66775" y="2489200"/>
            <a:ext cx="7120778" cy="3530600"/>
          </a:xfrm>
        </p:spPr>
        <p:txBody>
          <a:bodyPr/>
          <a:lstStyle/>
          <a:p>
            <a:r>
              <a:rPr lang="en-US" dirty="0"/>
              <a:t>Create a tag</a:t>
            </a:r>
          </a:p>
          <a:p>
            <a:pPr lvl="1"/>
            <a:r>
              <a:rPr lang="en-US" b="1" dirty="0" err="1"/>
              <a:t>var</a:t>
            </a:r>
            <a:r>
              <a:rPr lang="en-US" b="1" dirty="0"/>
              <a:t> </a:t>
            </a:r>
            <a:r>
              <a:rPr lang="en-US" dirty="0" err="1"/>
              <a:t>newLink</a:t>
            </a:r>
            <a:r>
              <a:rPr lang="en-US" dirty="0"/>
              <a:t> = </a:t>
            </a:r>
            <a:r>
              <a:rPr lang="en-US" dirty="0" err="1"/>
              <a:t>document.createElement</a:t>
            </a:r>
            <a:r>
              <a:rPr lang="en-US" dirty="0"/>
              <a:t>('a');</a:t>
            </a:r>
          </a:p>
          <a:p>
            <a:r>
              <a:rPr lang="en-US" dirty="0"/>
              <a:t>Assign values to attributes</a:t>
            </a:r>
          </a:p>
          <a:p>
            <a:pPr lvl="1"/>
            <a:r>
              <a:rPr lang="en-US" dirty="0"/>
              <a:t>newLink.id = ‘</a:t>
            </a:r>
            <a:r>
              <a:rPr lang="en-US" dirty="0" err="1"/>
              <a:t>myLink</a:t>
            </a:r>
            <a:r>
              <a:rPr lang="en-US" dirty="0"/>
              <a:t>';</a:t>
            </a:r>
          </a:p>
          <a:p>
            <a:pPr lvl="1"/>
            <a:r>
              <a:rPr lang="en-US" dirty="0" err="1"/>
              <a:t>newLink.href</a:t>
            </a:r>
            <a:r>
              <a:rPr lang="en-US" dirty="0"/>
              <a:t> = 'http://www.myWebSite.com';</a:t>
            </a:r>
          </a:p>
          <a:p>
            <a:pPr lvl="1"/>
            <a:r>
              <a:rPr lang="fr-FR" dirty="0" err="1"/>
              <a:t>newLink.title</a:t>
            </a:r>
            <a:r>
              <a:rPr lang="fr-FR" dirty="0"/>
              <a:t> = ‘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own</a:t>
            </a:r>
            <a:r>
              <a:rPr lang="fr-FR" dirty="0"/>
              <a:t> </a:t>
            </a:r>
            <a:r>
              <a:rPr lang="fr-FR" dirty="0" err="1"/>
              <a:t>webpage</a:t>
            </a:r>
            <a:r>
              <a:rPr lang="fr-FR" dirty="0"/>
              <a:t> !';</a:t>
            </a:r>
          </a:p>
          <a:p>
            <a:pPr lvl="1"/>
            <a:r>
              <a:rPr lang="en-US" dirty="0" err="1"/>
              <a:t>newLink.setAttribute</a:t>
            </a:r>
            <a:r>
              <a:rPr lang="en-US" dirty="0"/>
              <a:t>('</a:t>
            </a:r>
            <a:r>
              <a:rPr lang="en-US" dirty="0" err="1"/>
              <a:t>tabindex</a:t>
            </a:r>
            <a:r>
              <a:rPr lang="en-US" dirty="0"/>
              <a:t>', '10');</a:t>
            </a:r>
          </a:p>
        </p:txBody>
      </p:sp>
    </p:spTree>
    <p:extLst>
      <p:ext uri="{BB962C8B-B14F-4D97-AF65-F5344CB8AC3E}">
        <p14:creationId xmlns:p14="http://schemas.microsoft.com/office/powerpoint/2010/main" val="16111111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bg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Add-remove tags(nodes)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 err="1"/>
              <a:t>X.appendChild</a:t>
            </a:r>
            <a:r>
              <a:rPr lang="en-US" dirty="0"/>
              <a:t> ( Y) : add node Y  into node X</a:t>
            </a:r>
          </a:p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 err="1"/>
              <a:t>X.removeChild</a:t>
            </a:r>
            <a:r>
              <a:rPr lang="en-US" dirty="0"/>
              <a:t> ( Y ) : remove node Y out of node X</a:t>
            </a:r>
          </a:p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 err="1"/>
              <a:t>document.createTextNode</a:t>
            </a:r>
            <a:r>
              <a:rPr lang="en-US" dirty="0"/>
              <a:t>(“Text”) : create a text node</a:t>
            </a:r>
          </a:p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 err="1"/>
              <a:t>X.cloneNode</a:t>
            </a:r>
            <a:r>
              <a:rPr lang="en-US" dirty="0"/>
              <a:t>(true) </a:t>
            </a:r>
            <a:r>
              <a:rPr lang="en-US" dirty="0">
                <a:sym typeface="Wingdings" panose="05000000000000000000" pitchFamily="2" charset="2"/>
              </a:rPr>
              <a:t> copy node with its children</a:t>
            </a:r>
          </a:p>
          <a:p>
            <a:pPr lvl="1"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sym typeface="Wingdings" panose="05000000000000000000" pitchFamily="2" charset="2"/>
              </a:rPr>
              <a:t>If false  without </a:t>
            </a:r>
            <a:r>
              <a:rPr lang="en-US" dirty="0" err="1">
                <a:sym typeface="Wingdings" panose="05000000000000000000" pitchFamily="2" charset="2"/>
              </a:rPr>
              <a:t>chaildren</a:t>
            </a:r>
            <a:endParaRPr lang="en-US" dirty="0"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 err="1">
                <a:sym typeface="Wingdings" panose="05000000000000000000" pitchFamily="2" charset="2"/>
              </a:rPr>
              <a:t>X.replaceChild</a:t>
            </a:r>
            <a:r>
              <a:rPr lang="en-US" dirty="0">
                <a:sym typeface="Wingdings" panose="05000000000000000000" pitchFamily="2" charset="2"/>
              </a:rPr>
              <a:t>  replace a node by another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697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Other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 err="1"/>
              <a:t>hasChildNodes</a:t>
            </a:r>
            <a:r>
              <a:rPr lang="en-US" dirty="0"/>
              <a:t>() </a:t>
            </a:r>
            <a:r>
              <a:rPr lang="en-US" dirty="0">
                <a:sym typeface="Wingdings" panose="05000000000000000000" pitchFamily="2" charset="2"/>
              </a:rPr>
              <a:t> to test if a node contains children</a:t>
            </a:r>
          </a:p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 err="1">
                <a:sym typeface="Wingdings" panose="05000000000000000000" pitchFamily="2" charset="2"/>
              </a:rPr>
              <a:t>insertBefore</a:t>
            </a:r>
            <a:r>
              <a:rPr lang="en-US" dirty="0">
                <a:sym typeface="Wingdings" panose="05000000000000000000" pitchFamily="2" charset="2"/>
              </a:rPr>
              <a:t>() insert a node before another one</a:t>
            </a:r>
          </a:p>
          <a:p>
            <a:pPr lvl="1"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 err="1">
                <a:sym typeface="Wingdings" panose="05000000000000000000" pitchFamily="2" charset="2"/>
              </a:rPr>
              <a:t>X.insertBefore</a:t>
            </a:r>
            <a:r>
              <a:rPr lang="en-US" dirty="0">
                <a:sym typeface="Wingdings" panose="05000000000000000000" pitchFamily="2" charset="2"/>
              </a:rPr>
              <a:t>(p, q)  insert p before q in the node X</a:t>
            </a:r>
          </a:p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 err="1">
                <a:sym typeface="Wingdings" panose="05000000000000000000" pitchFamily="2" charset="2"/>
              </a:rPr>
              <a:t>insertAfter</a:t>
            </a:r>
            <a:r>
              <a:rPr lang="en-US" dirty="0">
                <a:sym typeface="Wingdings" panose="05000000000000000000" pitchFamily="2" charset="2"/>
              </a:rPr>
              <a:t>()  same as </a:t>
            </a:r>
            <a:r>
              <a:rPr lang="en-US" dirty="0" err="1">
                <a:sym typeface="Wingdings" panose="05000000000000000000" pitchFamily="2" charset="2"/>
              </a:rPr>
              <a:t>insertBefore</a:t>
            </a:r>
            <a:r>
              <a:rPr lang="en-US" dirty="0">
                <a:sym typeface="Wingdings" panose="05000000000000000000" pitchFamily="2" charset="2"/>
              </a:rPr>
              <a:t> but here after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5676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250"/>
              </a:spcBef>
              <a:spcAft>
                <a:spcPts val="250"/>
              </a:spcAft>
              <a:buClrTx/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/>
              <a:t>Write the JavaScript code that creates the following web page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64" y="3282203"/>
            <a:ext cx="4905375" cy="2724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127" y="4652682"/>
            <a:ext cx="4606873" cy="220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0406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Exercise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49" y="2245659"/>
            <a:ext cx="8922818" cy="415149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159" y="5495946"/>
            <a:ext cx="2845308" cy="13620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874" y="3810752"/>
            <a:ext cx="2809593" cy="156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1787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017503" y="2977946"/>
            <a:ext cx="7108997" cy="813043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5200" spc="-10" dirty="0"/>
              <a:t>Events</a:t>
            </a:r>
            <a:endParaRPr sz="5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 &amp; Events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/>
              <a:t>When to manipulate content of a page </a:t>
            </a:r>
            <a:r>
              <a:rPr lang="en-US" sz="2000" dirty="0">
                <a:sym typeface="Wingdings" panose="05000000000000000000" pitchFamily="2" charset="2"/>
              </a:rPr>
              <a:t> event happens on an element</a:t>
            </a:r>
          </a:p>
          <a:p>
            <a:pPr lvl="1"/>
            <a:r>
              <a:rPr lang="en-US" sz="1800" dirty="0"/>
              <a:t>Ex: click on a button, mouse over an image, ….</a:t>
            </a:r>
          </a:p>
          <a:p>
            <a:pPr lvl="1"/>
            <a:endParaRPr lang="en-US" sz="1800" dirty="0"/>
          </a:p>
          <a:p>
            <a:r>
              <a:rPr lang="en-US" sz="2000" dirty="0"/>
              <a:t>How to do ?</a:t>
            </a:r>
          </a:p>
          <a:p>
            <a:pPr lvl="1"/>
            <a:r>
              <a:rPr lang="en-US" sz="1800" dirty="0"/>
              <a:t>Associate an </a:t>
            </a:r>
            <a:r>
              <a:rPr lang="en-US" sz="1800" i="1" dirty="0"/>
              <a:t>event handler</a:t>
            </a:r>
            <a:r>
              <a:rPr lang="en-US" sz="1800" dirty="0"/>
              <a:t> to be executed to the tag for this specific event</a:t>
            </a:r>
          </a:p>
          <a:p>
            <a:pPr lvl="1"/>
            <a:endParaRPr lang="en-US" sz="1800" dirty="0"/>
          </a:p>
          <a:p>
            <a:r>
              <a:rPr lang="en-US" sz="2000" dirty="0"/>
              <a:t>The process of connecting an event handler to an event is called </a:t>
            </a:r>
            <a:r>
              <a:rPr lang="en-US" sz="2000" i="1" dirty="0"/>
              <a:t>registration</a:t>
            </a:r>
          </a:p>
        </p:txBody>
      </p:sp>
    </p:spTree>
    <p:extLst>
      <p:ext uri="{BB962C8B-B14F-4D97-AF65-F5344CB8AC3E}">
        <p14:creationId xmlns:p14="http://schemas.microsoft.com/office/powerpoint/2010/main" val="21108033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0142" y="818391"/>
            <a:ext cx="6346825" cy="997709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DOM</a:t>
            </a:r>
            <a:r>
              <a:rPr spc="-110" dirty="0"/>
              <a:t> </a:t>
            </a:r>
            <a:r>
              <a:rPr dirty="0"/>
              <a:t>communicates</a:t>
            </a:r>
            <a:r>
              <a:rPr spc="-110" dirty="0"/>
              <a:t> </a:t>
            </a:r>
            <a:r>
              <a:rPr dirty="0"/>
              <a:t>to</a:t>
            </a:r>
            <a:r>
              <a:rPr spc="-105" dirty="0"/>
              <a:t> </a:t>
            </a:r>
            <a:r>
              <a:rPr dirty="0"/>
              <a:t>JavaScript</a:t>
            </a:r>
            <a:r>
              <a:rPr spc="-110" dirty="0"/>
              <a:t> </a:t>
            </a:r>
            <a:r>
              <a:rPr dirty="0"/>
              <a:t>with</a:t>
            </a:r>
            <a:r>
              <a:rPr spc="-110" dirty="0"/>
              <a:t> </a:t>
            </a:r>
            <a:r>
              <a:rPr spc="-10" dirty="0"/>
              <a:t>Events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2033600"/>
            <a:ext cx="7284720" cy="322453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spcBef>
                <a:spcPts val="414"/>
              </a:spcBef>
            </a:pP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Event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types:</a:t>
            </a:r>
            <a:endParaRPr dirty="0">
              <a:latin typeface="Arial"/>
              <a:cs typeface="Arial"/>
            </a:endParaRPr>
          </a:p>
          <a:p>
            <a:pPr marL="469265" indent="-366395">
              <a:spcBef>
                <a:spcPts val="315"/>
              </a:spcBef>
              <a:buChar char="●"/>
              <a:tabLst>
                <a:tab pos="469265" algn="l"/>
              </a:tabLst>
            </a:pP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Mouse-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related:</a:t>
            </a:r>
            <a:r>
              <a:rPr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mouse</a:t>
            </a:r>
            <a:r>
              <a:rPr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movement,</a:t>
            </a:r>
            <a:r>
              <a:rPr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button</a:t>
            </a:r>
            <a:r>
              <a:rPr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click,</a:t>
            </a:r>
            <a:r>
              <a:rPr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enter/leave</a:t>
            </a:r>
            <a:r>
              <a:rPr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element</a:t>
            </a:r>
            <a:endParaRPr dirty="0">
              <a:latin typeface="Arial"/>
              <a:cs typeface="Arial"/>
            </a:endParaRPr>
          </a:p>
          <a:p>
            <a:pPr marL="469265" indent="-366395">
              <a:spcBef>
                <a:spcPts val="315"/>
              </a:spcBef>
              <a:buChar char="●"/>
              <a:tabLst>
                <a:tab pos="469265" algn="l"/>
              </a:tabLst>
            </a:pP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Keyboard-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related: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down,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up,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press</a:t>
            </a:r>
            <a:endParaRPr dirty="0">
              <a:latin typeface="Arial"/>
              <a:cs typeface="Arial"/>
            </a:endParaRPr>
          </a:p>
          <a:p>
            <a:pPr marL="469265" indent="-366395">
              <a:spcBef>
                <a:spcPts val="315"/>
              </a:spcBef>
              <a:buChar char="●"/>
              <a:tabLst>
                <a:tab pos="469265" algn="l"/>
              </a:tabLst>
            </a:pP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Focus-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related: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focus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in,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focus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out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(blur)</a:t>
            </a:r>
            <a:endParaRPr dirty="0">
              <a:latin typeface="Arial"/>
              <a:cs typeface="Arial"/>
            </a:endParaRPr>
          </a:p>
          <a:p>
            <a:pPr marL="469265" indent="-366395">
              <a:spcBef>
                <a:spcPts val="315"/>
              </a:spcBef>
              <a:buChar char="●"/>
              <a:tabLst>
                <a:tab pos="469265" algn="l"/>
              </a:tabLst>
            </a:pP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Input</a:t>
            </a:r>
            <a:r>
              <a:rPr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field</a:t>
            </a:r>
            <a:r>
              <a:rPr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changed,</a:t>
            </a:r>
            <a:r>
              <a:rPr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Form</a:t>
            </a:r>
            <a:r>
              <a:rPr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submitted</a:t>
            </a:r>
            <a:endParaRPr dirty="0">
              <a:latin typeface="Arial"/>
              <a:cs typeface="Arial"/>
            </a:endParaRPr>
          </a:p>
          <a:p>
            <a:pPr marL="469265" indent="-366395">
              <a:spcBef>
                <a:spcPts val="315"/>
              </a:spcBef>
              <a:buChar char="●"/>
              <a:tabLst>
                <a:tab pos="469265" algn="l"/>
              </a:tabLst>
            </a:pP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Timer</a:t>
            </a:r>
            <a:r>
              <a:rPr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events</a:t>
            </a:r>
            <a:endParaRPr dirty="0">
              <a:latin typeface="Arial"/>
              <a:cs typeface="Arial"/>
            </a:endParaRPr>
          </a:p>
          <a:p>
            <a:pPr marL="469265" indent="-366395">
              <a:spcBef>
                <a:spcPts val="315"/>
              </a:spcBef>
              <a:buChar char="●"/>
              <a:tabLst>
                <a:tab pos="469265" algn="l"/>
              </a:tabLst>
            </a:pP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Miscellaneous:</a:t>
            </a:r>
            <a:endParaRPr dirty="0">
              <a:latin typeface="Arial"/>
              <a:cs typeface="Arial"/>
            </a:endParaRPr>
          </a:p>
          <a:p>
            <a:pPr marL="926465" lvl="1" indent="-335915">
              <a:spcBef>
                <a:spcPts val="330"/>
              </a:spcBef>
              <a:buChar char="○"/>
              <a:tabLst>
                <a:tab pos="926465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Content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element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has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changed</a:t>
            </a:r>
            <a:endParaRPr sz="1400" dirty="0">
              <a:latin typeface="Arial"/>
              <a:cs typeface="Arial"/>
            </a:endParaRPr>
          </a:p>
          <a:p>
            <a:pPr marL="926465" lvl="1" indent="-335915">
              <a:spcBef>
                <a:spcPts val="270"/>
              </a:spcBef>
              <a:buChar char="○"/>
              <a:tabLst>
                <a:tab pos="926465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Page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loaded/unloaded</a:t>
            </a:r>
            <a:endParaRPr sz="1400" dirty="0">
              <a:latin typeface="Arial"/>
              <a:cs typeface="Arial"/>
            </a:endParaRPr>
          </a:p>
          <a:p>
            <a:pPr marL="926465" lvl="1" indent="-335915">
              <a:spcBef>
                <a:spcPts val="270"/>
              </a:spcBef>
              <a:buChar char="○"/>
              <a:tabLst>
                <a:tab pos="926465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Image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loaded</a:t>
            </a:r>
            <a:endParaRPr sz="1400" dirty="0">
              <a:latin typeface="Arial"/>
              <a:cs typeface="Arial"/>
            </a:endParaRPr>
          </a:p>
          <a:p>
            <a:pPr marL="926465" lvl="1" indent="-335915">
              <a:spcBef>
                <a:spcPts val="270"/>
              </a:spcBef>
              <a:buChar char="○"/>
              <a:tabLst>
                <a:tab pos="926465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Uncaught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exception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2918" y="882165"/>
            <a:ext cx="6346825" cy="505267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Event</a:t>
            </a:r>
            <a:r>
              <a:rPr spc="-100" dirty="0"/>
              <a:t> </a:t>
            </a:r>
            <a:r>
              <a:rPr spc="-10" dirty="0"/>
              <a:t>handling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6624" y="2507615"/>
            <a:ext cx="7742555" cy="1842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Creating</a:t>
            </a:r>
            <a:r>
              <a:rPr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event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handler: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must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specify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things:</a:t>
            </a:r>
            <a:endParaRPr dirty="0">
              <a:latin typeface="Arial"/>
              <a:cs typeface="Arial"/>
            </a:endParaRPr>
          </a:p>
          <a:p>
            <a:pPr marL="469265" indent="-366395">
              <a:spcBef>
                <a:spcPts val="1889"/>
              </a:spcBef>
              <a:buChar char="●"/>
              <a:tabLst>
                <a:tab pos="469265" algn="l"/>
              </a:tabLst>
            </a:pP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What</a:t>
            </a:r>
            <a:r>
              <a:rPr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happened: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event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interest.</a:t>
            </a:r>
            <a:endParaRPr dirty="0">
              <a:latin typeface="Arial"/>
              <a:cs typeface="Arial"/>
            </a:endParaRPr>
          </a:p>
          <a:p>
            <a:pPr marL="469265" indent="-366395">
              <a:spcBef>
                <a:spcPts val="1889"/>
              </a:spcBef>
              <a:buChar char="●"/>
              <a:tabLst>
                <a:tab pos="469265" algn="l"/>
              </a:tabLst>
            </a:pP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Where</a:t>
            </a:r>
            <a:r>
              <a:rPr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happened: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element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interest.</a:t>
            </a:r>
            <a:endParaRPr dirty="0">
              <a:latin typeface="Arial"/>
              <a:cs typeface="Arial"/>
            </a:endParaRPr>
          </a:p>
          <a:p>
            <a:pPr marL="469265" indent="-366395">
              <a:spcBef>
                <a:spcPts val="1889"/>
              </a:spcBef>
              <a:buChar char="●"/>
              <a:tabLst>
                <a:tab pos="469265" algn="l"/>
              </a:tabLst>
            </a:pP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What</a:t>
            </a:r>
            <a:r>
              <a:rPr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do: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JavaScript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invoke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when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event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occurs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element.</a:t>
            </a:r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5319" y="734075"/>
            <a:ext cx="6346825" cy="997709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Specifying</a:t>
            </a:r>
            <a:r>
              <a:rPr spc="-100" dirty="0"/>
              <a:t> </a:t>
            </a:r>
            <a:r>
              <a:rPr dirty="0"/>
              <a:t>the</a:t>
            </a:r>
            <a:r>
              <a:rPr spc="-100" dirty="0"/>
              <a:t> </a:t>
            </a:r>
            <a:r>
              <a:rPr dirty="0"/>
              <a:t>JavaScript</a:t>
            </a:r>
            <a:r>
              <a:rPr spc="-95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an</a:t>
            </a:r>
            <a:r>
              <a:rPr spc="-95" dirty="0"/>
              <a:t> </a:t>
            </a:r>
            <a:r>
              <a:rPr spc="-10" dirty="0"/>
              <a:t>Event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2073606"/>
            <a:ext cx="8173720" cy="2912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Option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#1: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HTML:</a:t>
            </a:r>
            <a:endParaRPr dirty="0">
              <a:latin typeface="Arial"/>
              <a:cs typeface="Arial"/>
            </a:endParaRPr>
          </a:p>
          <a:p>
            <a:pPr marL="379095">
              <a:spcBef>
                <a:spcPts val="1889"/>
              </a:spcBef>
            </a:pPr>
            <a:r>
              <a:rPr dirty="0">
                <a:solidFill>
                  <a:srgbClr val="595959"/>
                </a:solidFill>
                <a:latin typeface="Consolas"/>
                <a:cs typeface="Consolas"/>
              </a:rPr>
              <a:t>&lt;div</a:t>
            </a:r>
            <a:r>
              <a:rPr spc="-10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>
                <a:solidFill>
                  <a:srgbClr val="595959"/>
                </a:solidFill>
                <a:latin typeface="Consolas"/>
                <a:cs typeface="Consolas"/>
              </a:rPr>
              <a:t>onclick="gotMouseClick('id42');</a:t>
            </a:r>
            <a:r>
              <a:rPr spc="-8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pc="-10" dirty="0">
                <a:solidFill>
                  <a:srgbClr val="595959"/>
                </a:solidFill>
                <a:latin typeface="Consolas"/>
                <a:cs typeface="Consolas"/>
              </a:rPr>
              <a:t>gotMouse=true;"&gt;...&lt;/div&gt;</a:t>
            </a:r>
            <a:endParaRPr dirty="0">
              <a:latin typeface="Consolas"/>
              <a:cs typeface="Consolas"/>
            </a:endParaRPr>
          </a:p>
          <a:p>
            <a:pPr marL="379095" indent="-366395">
              <a:spcBef>
                <a:spcPts val="1889"/>
              </a:spcBef>
              <a:buChar char="●"/>
              <a:tabLst>
                <a:tab pos="379095" algn="l"/>
              </a:tabLst>
            </a:pP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Option</a:t>
            </a:r>
            <a:r>
              <a:rPr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#2: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Javascript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DOM:</a:t>
            </a:r>
            <a:endParaRPr dirty="0">
              <a:latin typeface="Arial"/>
              <a:cs typeface="Arial"/>
            </a:endParaRPr>
          </a:p>
          <a:p>
            <a:pPr marL="379095">
              <a:spcBef>
                <a:spcPts val="1889"/>
              </a:spcBef>
            </a:pPr>
            <a:r>
              <a:rPr dirty="0">
                <a:solidFill>
                  <a:srgbClr val="595959"/>
                </a:solidFill>
                <a:latin typeface="Consolas"/>
                <a:cs typeface="Consolas"/>
              </a:rPr>
              <a:t>element.onclick</a:t>
            </a:r>
            <a:r>
              <a:rPr spc="-4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pc="-4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pc="-10" dirty="0">
                <a:solidFill>
                  <a:srgbClr val="595959"/>
                </a:solidFill>
                <a:latin typeface="Consolas"/>
                <a:cs typeface="Consolas"/>
              </a:rPr>
              <a:t>mouseClick;</a:t>
            </a:r>
            <a:endParaRPr dirty="0">
              <a:latin typeface="Consolas"/>
              <a:cs typeface="Consolas"/>
            </a:endParaRPr>
          </a:p>
          <a:p>
            <a:pPr marL="836294">
              <a:spcBef>
                <a:spcPts val="315"/>
              </a:spcBef>
            </a:pP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endParaRPr dirty="0">
              <a:latin typeface="Arial"/>
              <a:cs typeface="Arial"/>
            </a:endParaRPr>
          </a:p>
          <a:p>
            <a:pPr marL="379095">
              <a:spcBef>
                <a:spcPts val="315"/>
              </a:spcBef>
            </a:pPr>
            <a:r>
              <a:rPr dirty="0">
                <a:solidFill>
                  <a:srgbClr val="595959"/>
                </a:solidFill>
                <a:latin typeface="Consolas"/>
                <a:cs typeface="Consolas"/>
              </a:rPr>
              <a:t>element.addEventListener("click",</a:t>
            </a:r>
            <a:r>
              <a:rPr spc="-17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pc="-10" dirty="0">
                <a:solidFill>
                  <a:srgbClr val="595959"/>
                </a:solidFill>
                <a:latin typeface="Consolas"/>
                <a:cs typeface="Consolas"/>
              </a:rPr>
              <a:t>mouseClick);</a:t>
            </a:r>
            <a:endParaRPr dirty="0">
              <a:latin typeface="Consolas"/>
              <a:cs typeface="Consolas"/>
            </a:endParaRPr>
          </a:p>
          <a:p>
            <a:pPr marL="379095" indent="-366395">
              <a:spcBef>
                <a:spcPts val="1315"/>
              </a:spcBef>
              <a:buChar char="●"/>
              <a:tabLst>
                <a:tab pos="379095" algn="l"/>
              </a:tabLst>
            </a:pP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Example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powerful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listener/emitter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pattern</a:t>
            </a:r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354" y="917542"/>
            <a:ext cx="6346825" cy="505267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Event</a:t>
            </a:r>
            <a:r>
              <a:rPr spc="-100" dirty="0"/>
              <a:t> </a:t>
            </a:r>
            <a:r>
              <a:rPr spc="-10" dirty="0"/>
              <a:t>object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0311" y="2469979"/>
            <a:ext cx="8062694" cy="3078792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6395" algn="just">
              <a:spcBef>
                <a:spcPts val="1165"/>
              </a:spcBef>
              <a:buChar char="●"/>
              <a:tabLst>
                <a:tab pos="379095" algn="l"/>
              </a:tabLst>
            </a:pP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Event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listener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functions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passed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Consolas"/>
                <a:cs typeface="Consolas"/>
              </a:rPr>
              <a:t>Event</a:t>
            </a:r>
            <a:r>
              <a:rPr spc="-4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object</a:t>
            </a:r>
            <a:endParaRPr dirty="0">
              <a:latin typeface="Arial"/>
              <a:cs typeface="Arial"/>
            </a:endParaRPr>
          </a:p>
          <a:p>
            <a:pPr marL="379095" algn="just">
              <a:spcBef>
                <a:spcPts val="1065"/>
              </a:spcBef>
            </a:pP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Typically</a:t>
            </a:r>
            <a:r>
              <a:rPr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sub-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classed</a:t>
            </a:r>
            <a:r>
              <a:rPr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Consolas"/>
                <a:cs typeface="Consolas"/>
              </a:rPr>
              <a:t>MouseEvent,</a:t>
            </a:r>
            <a:r>
              <a:rPr spc="-8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>
                <a:solidFill>
                  <a:srgbClr val="595959"/>
                </a:solidFill>
                <a:latin typeface="Consolas"/>
                <a:cs typeface="Consolas"/>
              </a:rPr>
              <a:t>KeyboardEvent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dirty="0">
              <a:latin typeface="Arial"/>
              <a:cs typeface="Arial"/>
            </a:endParaRPr>
          </a:p>
          <a:p>
            <a:pPr marL="379095" indent="-366395" algn="just">
              <a:spcBef>
                <a:spcPts val="1890"/>
              </a:spcBef>
              <a:buChar char="●"/>
              <a:tabLst>
                <a:tab pos="379095" algn="l"/>
              </a:tabLst>
            </a:pP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Some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Event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properties:</a:t>
            </a:r>
            <a:endParaRPr dirty="0">
              <a:latin typeface="Arial"/>
              <a:cs typeface="Arial"/>
            </a:endParaRPr>
          </a:p>
          <a:p>
            <a:pPr marL="664845" indent="-285750" algn="just">
              <a:spcBef>
                <a:spcPts val="1890"/>
              </a:spcBef>
              <a:buFont typeface="Arial" panose="020B0604020202020204" pitchFamily="34" charset="0"/>
              <a:buChar char="•"/>
            </a:pPr>
            <a:r>
              <a:rPr spc="-10" dirty="0">
                <a:solidFill>
                  <a:srgbClr val="595959"/>
                </a:solidFill>
                <a:latin typeface="Consolas"/>
                <a:cs typeface="Consolas"/>
              </a:rPr>
              <a:t>type</a:t>
            </a:r>
            <a:r>
              <a:rPr spc="-4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name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event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('</a:t>
            </a:r>
            <a:r>
              <a:rPr dirty="0">
                <a:solidFill>
                  <a:srgbClr val="595959"/>
                </a:solidFill>
                <a:latin typeface="Consolas"/>
                <a:cs typeface="Consolas"/>
              </a:rPr>
              <a:t>click',</a:t>
            </a:r>
            <a:r>
              <a:rPr spc="-2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>
                <a:solidFill>
                  <a:srgbClr val="595959"/>
                </a:solidFill>
                <a:latin typeface="Consolas"/>
                <a:cs typeface="Consolas"/>
              </a:rPr>
              <a:t>'mouseDown',</a:t>
            </a:r>
            <a:r>
              <a:rPr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>
                <a:solidFill>
                  <a:srgbClr val="595959"/>
                </a:solidFill>
                <a:latin typeface="Consolas"/>
                <a:cs typeface="Consolas"/>
              </a:rPr>
              <a:t>'keyUp'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…)</a:t>
            </a:r>
            <a:endParaRPr dirty="0">
              <a:latin typeface="Arial"/>
              <a:cs typeface="Arial"/>
            </a:endParaRPr>
          </a:p>
          <a:p>
            <a:pPr marL="652145" marR="1228725" indent="-285750" algn="just">
              <a:lnSpc>
                <a:spcPct val="149300"/>
              </a:lnSpc>
              <a:buFont typeface="Arial" panose="020B0604020202020204" pitchFamily="34" charset="0"/>
              <a:buChar char="•"/>
            </a:pPr>
            <a:r>
              <a:rPr spc="-10" dirty="0">
                <a:solidFill>
                  <a:srgbClr val="595959"/>
                </a:solidFill>
                <a:latin typeface="Consolas"/>
                <a:cs typeface="Consolas"/>
              </a:rPr>
              <a:t>timeStamp</a:t>
            </a:r>
            <a:r>
              <a:rPr spc="-4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time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event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was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created</a:t>
            </a:r>
            <a:endParaRPr lang="en-US" spc="-10" dirty="0">
              <a:solidFill>
                <a:srgbClr val="595959"/>
              </a:solidFill>
              <a:latin typeface="Arial"/>
              <a:cs typeface="Arial"/>
            </a:endParaRPr>
          </a:p>
          <a:p>
            <a:pPr marL="652145" marR="1228725" indent="-285750" algn="just">
              <a:lnSpc>
                <a:spcPct val="1493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595959"/>
                </a:solidFill>
                <a:latin typeface="Consolas"/>
                <a:cs typeface="Consolas"/>
              </a:rPr>
              <a:t>currentTarget</a:t>
            </a:r>
            <a:r>
              <a:rPr lang="en-US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lang="en-US" spc="4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Element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listener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was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registered</a:t>
            </a:r>
            <a:r>
              <a:rPr lang="en-US" spc="-25" dirty="0">
                <a:solidFill>
                  <a:srgbClr val="595959"/>
                </a:solidFill>
                <a:latin typeface="Arial"/>
                <a:cs typeface="Arial"/>
              </a:rPr>
              <a:t> on </a:t>
            </a:r>
          </a:p>
          <a:p>
            <a:pPr marL="652145" marR="1228725" indent="-285750" algn="just">
              <a:lnSpc>
                <a:spcPct val="149300"/>
              </a:lnSpc>
              <a:buFont typeface="Arial" panose="020B0604020202020204" pitchFamily="34" charset="0"/>
              <a:buChar char="•"/>
            </a:pPr>
            <a:r>
              <a:rPr lang="en-US" spc="-10" dirty="0">
                <a:solidFill>
                  <a:srgbClr val="595959"/>
                </a:solidFill>
                <a:latin typeface="Consolas"/>
                <a:cs typeface="Consolas"/>
              </a:rPr>
              <a:t>target</a:t>
            </a:r>
            <a:r>
              <a:rPr lang="en-US" spc="-484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lang="en-US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Element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dispatched</a:t>
            </a:r>
            <a:r>
              <a:rPr lang="en-US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lang="en-US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event</a:t>
            </a:r>
            <a:endParaRPr lang="en-US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9460" y="980294"/>
            <a:ext cx="6346825" cy="505267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Consolas"/>
                <a:cs typeface="Consolas"/>
              </a:rPr>
              <a:t>MouseEvent</a:t>
            </a:r>
            <a:r>
              <a:rPr spc="-750" dirty="0">
                <a:latin typeface="Consolas"/>
                <a:cs typeface="Consolas"/>
              </a:rPr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>
                <a:latin typeface="Consolas"/>
                <a:cs typeface="Consolas"/>
              </a:rPr>
              <a:t>KeyboardEvent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3084" y="2434736"/>
            <a:ext cx="8218775" cy="42498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 algn="just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</a:tabLst>
            </a:pP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Some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Consolas"/>
                <a:cs typeface="Consolas"/>
              </a:rPr>
              <a:t>MouseEvent</a:t>
            </a:r>
            <a:r>
              <a:rPr spc="-4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properties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(prototype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inherits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Consolas"/>
                <a:cs typeface="Consolas"/>
              </a:rPr>
              <a:t>Event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dirty="0">
              <a:latin typeface="Arial"/>
              <a:cs typeface="Arial"/>
            </a:endParaRPr>
          </a:p>
          <a:p>
            <a:pPr marL="664845" indent="-285750" algn="just">
              <a:spcBef>
                <a:spcPts val="1889"/>
              </a:spcBef>
              <a:buFont typeface="Arial" panose="020B0604020202020204" pitchFamily="34" charset="0"/>
              <a:buChar char="•"/>
            </a:pPr>
            <a:r>
              <a:rPr spc="-10" dirty="0">
                <a:solidFill>
                  <a:srgbClr val="595959"/>
                </a:solidFill>
                <a:latin typeface="Consolas"/>
                <a:cs typeface="Consolas"/>
              </a:rPr>
              <a:t>button</a:t>
            </a:r>
            <a:r>
              <a:rPr spc="-484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mouse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button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was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pressed</a:t>
            </a:r>
            <a:endParaRPr dirty="0">
              <a:latin typeface="Arial"/>
              <a:cs typeface="Arial"/>
            </a:endParaRPr>
          </a:p>
          <a:p>
            <a:pPr marL="664845" indent="-285750" algn="just">
              <a:spcBef>
                <a:spcPts val="1065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595959"/>
                </a:solidFill>
                <a:latin typeface="Consolas"/>
                <a:cs typeface="Consolas"/>
              </a:rPr>
              <a:t>pageX,</a:t>
            </a:r>
            <a:r>
              <a:rPr spc="-4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>
                <a:solidFill>
                  <a:srgbClr val="595959"/>
                </a:solidFill>
                <a:latin typeface="Consolas"/>
                <a:cs typeface="Consolas"/>
              </a:rPr>
              <a:t>pageY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mouse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position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relative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top-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left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corner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document</a:t>
            </a:r>
            <a:endParaRPr dirty="0">
              <a:latin typeface="Arial"/>
              <a:cs typeface="Arial"/>
            </a:endParaRPr>
          </a:p>
          <a:p>
            <a:pPr marL="664845" indent="-285750" algn="just">
              <a:spcBef>
                <a:spcPts val="1065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595959"/>
                </a:solidFill>
                <a:latin typeface="Consolas"/>
                <a:cs typeface="Consolas"/>
              </a:rPr>
              <a:t>screenX,</a:t>
            </a:r>
            <a:r>
              <a:rPr spc="-5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>
                <a:solidFill>
                  <a:srgbClr val="595959"/>
                </a:solidFill>
                <a:latin typeface="Consolas"/>
                <a:cs typeface="Consolas"/>
              </a:rPr>
              <a:t>screenY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mouse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position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screen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coordinates</a:t>
            </a:r>
            <a:endParaRPr dirty="0">
              <a:latin typeface="Arial"/>
              <a:cs typeface="Arial"/>
            </a:endParaRPr>
          </a:p>
          <a:p>
            <a:pPr marL="297815" marR="1093470" indent="-285750" algn="just">
              <a:lnSpc>
                <a:spcPct val="187500"/>
              </a:lnSpc>
              <a:spcBef>
                <a:spcPts val="225"/>
              </a:spcBef>
              <a:buFont typeface="Arial" panose="020B0604020202020204" pitchFamily="34" charset="0"/>
              <a:buChar char="•"/>
              <a:tabLst>
                <a:tab pos="379095" algn="l"/>
              </a:tabLst>
            </a:pP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Some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Consolas"/>
                <a:cs typeface="Consolas"/>
              </a:rPr>
              <a:t>KeyboardEvent</a:t>
            </a:r>
            <a:r>
              <a:rPr spc="-47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properties (prototype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inherits</a:t>
            </a:r>
            <a:r>
              <a:rPr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Consolas"/>
                <a:cs typeface="Consolas"/>
              </a:rPr>
              <a:t>Event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lang="en-US" spc="-10" dirty="0">
              <a:solidFill>
                <a:srgbClr val="595959"/>
              </a:solidFill>
              <a:latin typeface="Arial"/>
              <a:cs typeface="Arial"/>
            </a:endParaRPr>
          </a:p>
          <a:p>
            <a:pPr marL="755015" marR="1093470" lvl="1" indent="-285750" algn="just">
              <a:lnSpc>
                <a:spcPct val="187500"/>
              </a:lnSpc>
              <a:spcBef>
                <a:spcPts val="225"/>
              </a:spcBef>
              <a:buFont typeface="Arial" panose="020B0604020202020204" pitchFamily="34" charset="0"/>
              <a:buChar char="•"/>
              <a:tabLst>
                <a:tab pos="379095" algn="l"/>
              </a:tabLst>
            </a:pPr>
            <a:r>
              <a:rPr dirty="0" err="1">
                <a:solidFill>
                  <a:srgbClr val="595959"/>
                </a:solidFill>
                <a:latin typeface="Consolas"/>
                <a:cs typeface="Consolas"/>
              </a:rPr>
              <a:t>keyCode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identifier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keyboard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key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was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pressed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 -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Not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necessarily</a:t>
            </a:r>
            <a:r>
              <a:rPr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pc="-11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ASCII</a:t>
            </a:r>
            <a:r>
              <a:rPr spc="-10" dirty="0">
                <a:solidFill>
                  <a:srgbClr val="595959"/>
                </a:solidFill>
                <a:latin typeface="Arial"/>
                <a:cs typeface="Arial"/>
              </a:rPr>
              <a:t> character!</a:t>
            </a:r>
            <a:r>
              <a:rPr lang="en-US" spc="-10" dirty="0">
                <a:solidFill>
                  <a:srgbClr val="595959"/>
                </a:solidFill>
                <a:latin typeface="Arial"/>
                <a:cs typeface="Arial"/>
              </a:rPr>
              <a:t> (deprecated)</a:t>
            </a:r>
          </a:p>
          <a:p>
            <a:pPr marL="755015" marR="1093470" lvl="1" indent="-285750" algn="just">
              <a:lnSpc>
                <a:spcPct val="187500"/>
              </a:lnSpc>
              <a:spcBef>
                <a:spcPts val="225"/>
              </a:spcBef>
              <a:buFont typeface="Arial" panose="020B0604020202020204" pitchFamily="34" charset="0"/>
              <a:buChar char="•"/>
              <a:tabLst>
                <a:tab pos="379095" algn="l"/>
              </a:tabLst>
            </a:pPr>
            <a:r>
              <a:rPr dirty="0" err="1">
                <a:solidFill>
                  <a:srgbClr val="595959"/>
                </a:solidFill>
                <a:latin typeface="Consolas"/>
                <a:cs typeface="Consolas"/>
              </a:rPr>
              <a:t>charCode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integer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Unicode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value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corresponding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keypress,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if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there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595959"/>
                </a:solidFill>
                <a:latin typeface="Arial"/>
                <a:cs typeface="Arial"/>
              </a:rPr>
              <a:t>one</a:t>
            </a:r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7365" y="805792"/>
            <a:ext cx="6346825" cy="997709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Draggable</a:t>
            </a:r>
            <a:r>
              <a:rPr spc="-125" dirty="0"/>
              <a:t> </a:t>
            </a:r>
            <a:r>
              <a:rPr dirty="0"/>
              <a:t>Rectangle</a:t>
            </a:r>
            <a:r>
              <a:rPr spc="-120" dirty="0"/>
              <a:t> </a:t>
            </a:r>
            <a:r>
              <a:rPr dirty="0"/>
              <a:t>-</a:t>
            </a:r>
            <a:r>
              <a:rPr spc="-120" dirty="0"/>
              <a:t> </a:t>
            </a:r>
            <a:r>
              <a:rPr spc="-10" dirty="0"/>
              <a:t>HTML/CSS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3390" y="2352578"/>
            <a:ext cx="7517219" cy="41654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 marR="2891155" indent="-251460">
              <a:lnSpc>
                <a:spcPct val="114599"/>
              </a:lnSpc>
              <a:spcBef>
                <a:spcPts val="100"/>
              </a:spcBef>
            </a:pPr>
            <a:r>
              <a:rPr sz="2400" dirty="0">
                <a:latin typeface="Consolas"/>
                <a:cs typeface="Consolas"/>
              </a:rPr>
              <a:t>&lt;style</a:t>
            </a:r>
            <a:r>
              <a:rPr sz="2400" spc="-30" dirty="0"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type="text/css"&gt; </a:t>
            </a:r>
            <a:r>
              <a:rPr sz="2400" dirty="0">
                <a:latin typeface="Consolas"/>
                <a:cs typeface="Consolas"/>
              </a:rPr>
              <a:t>#div1</a:t>
            </a:r>
            <a:r>
              <a:rPr sz="2400" spc="-25" dirty="0">
                <a:latin typeface="Consolas"/>
                <a:cs typeface="Consolas"/>
              </a:rPr>
              <a:t> </a:t>
            </a:r>
            <a:r>
              <a:rPr sz="2400" spc="-50" dirty="0">
                <a:latin typeface="Consolas"/>
                <a:cs typeface="Consolas"/>
              </a:rPr>
              <a:t>{</a:t>
            </a:r>
            <a:endParaRPr sz="2400" dirty="0">
              <a:latin typeface="Consolas"/>
              <a:cs typeface="Consolas"/>
            </a:endParaRPr>
          </a:p>
          <a:p>
            <a:pPr marL="469900">
              <a:spcBef>
                <a:spcPts val="315"/>
              </a:spcBef>
            </a:pPr>
            <a:r>
              <a:rPr sz="2400" dirty="0">
                <a:latin typeface="Consolas"/>
                <a:cs typeface="Consolas"/>
              </a:rPr>
              <a:t>position:</a:t>
            </a:r>
            <a:r>
              <a:rPr sz="2400" spc="-45" dirty="0"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absolute;</a:t>
            </a:r>
            <a:endParaRPr sz="2400" dirty="0">
              <a:latin typeface="Consolas"/>
              <a:cs typeface="Consolas"/>
            </a:endParaRPr>
          </a:p>
          <a:p>
            <a:pPr marL="263525">
              <a:spcBef>
                <a:spcPts val="315"/>
              </a:spcBef>
            </a:pPr>
            <a:r>
              <a:rPr sz="2400" spc="-50" dirty="0">
                <a:latin typeface="Consolas"/>
                <a:cs typeface="Consolas"/>
              </a:rPr>
              <a:t>}</a:t>
            </a:r>
            <a:endParaRPr sz="2400" dirty="0">
              <a:latin typeface="Consolas"/>
              <a:cs typeface="Consolas"/>
            </a:endParaRPr>
          </a:p>
          <a:p>
            <a:pPr marL="12700">
              <a:spcBef>
                <a:spcPts val="315"/>
              </a:spcBef>
            </a:pPr>
            <a:r>
              <a:rPr sz="2400" spc="-10" dirty="0">
                <a:latin typeface="Consolas"/>
                <a:cs typeface="Consolas"/>
              </a:rPr>
              <a:t>&lt;/style&gt;</a:t>
            </a:r>
            <a:endParaRPr sz="2400" dirty="0">
              <a:latin typeface="Consolas"/>
              <a:cs typeface="Consolas"/>
            </a:endParaRPr>
          </a:p>
          <a:p>
            <a:pPr marL="12700">
              <a:spcBef>
                <a:spcPts val="315"/>
              </a:spcBef>
            </a:pPr>
            <a:r>
              <a:rPr sz="2400" spc="-25" dirty="0">
                <a:latin typeface="Consolas"/>
                <a:cs typeface="Consolas"/>
              </a:rPr>
              <a:t>...</a:t>
            </a:r>
            <a:endParaRPr sz="2400" dirty="0">
              <a:latin typeface="Consolas"/>
              <a:cs typeface="Consolas"/>
            </a:endParaRPr>
          </a:p>
          <a:p>
            <a:pPr marL="469900" marR="5080" indent="-457200">
              <a:lnSpc>
                <a:spcPct val="114599"/>
              </a:lnSpc>
            </a:pPr>
            <a:r>
              <a:rPr sz="2400" dirty="0">
                <a:latin typeface="Consolas"/>
                <a:cs typeface="Consolas"/>
              </a:rPr>
              <a:t>&lt;div</a:t>
            </a:r>
            <a:r>
              <a:rPr sz="2400" spc="-35" dirty="0"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id="div1"</a:t>
            </a:r>
            <a:r>
              <a:rPr sz="2400" spc="-30" dirty="0"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onmousedown="mouseDown(event);" onmousemove="mouseMove(event);" </a:t>
            </a:r>
            <a:r>
              <a:rPr sz="2400" dirty="0">
                <a:latin typeface="Consolas"/>
                <a:cs typeface="Consolas"/>
              </a:rPr>
              <a:t>onmouseup="mouseUp(event);"&gt;Drag</a:t>
            </a:r>
            <a:r>
              <a:rPr sz="2400" spc="-170" dirty="0"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Me!&lt;/div&gt;</a:t>
            </a:r>
            <a:endParaRPr sz="24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7037" y="903496"/>
            <a:ext cx="6346825" cy="443711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Draggable</a:t>
            </a:r>
            <a:r>
              <a:rPr spc="-125" dirty="0"/>
              <a:t> </a:t>
            </a:r>
            <a:r>
              <a:rPr dirty="0"/>
              <a:t>Rectangle</a:t>
            </a:r>
            <a:r>
              <a:rPr spc="-120" dirty="0"/>
              <a:t> </a:t>
            </a:r>
            <a:r>
              <a:rPr dirty="0"/>
              <a:t>-</a:t>
            </a:r>
            <a:r>
              <a:rPr spc="-120" dirty="0"/>
              <a:t> </a:t>
            </a:r>
            <a:r>
              <a:rPr spc="-10" dirty="0"/>
              <a:t>JavaScript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700" y="2732740"/>
            <a:ext cx="4117975" cy="3059427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85725" marR="313055">
              <a:lnSpc>
                <a:spcPct val="116100"/>
              </a:lnSpc>
              <a:spcBef>
                <a:spcPts val="345"/>
              </a:spcBef>
              <a:tabLst>
                <a:tab pos="2624455" algn="l"/>
              </a:tabLst>
            </a:pPr>
            <a:r>
              <a:rPr sz="1400" dirty="0">
                <a:latin typeface="Consolas"/>
                <a:cs typeface="Consolas"/>
              </a:rPr>
              <a:t>var</a:t>
            </a:r>
            <a:r>
              <a:rPr sz="1400" spc="-60" dirty="0"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4A86E7"/>
                </a:solidFill>
                <a:latin typeface="Consolas"/>
                <a:cs typeface="Consolas"/>
              </a:rPr>
              <a:t>isMouseDown</a:t>
            </a:r>
            <a:r>
              <a:rPr sz="1400" spc="-55" dirty="0">
                <a:solidFill>
                  <a:srgbClr val="4A86E7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=</a:t>
            </a:r>
            <a:r>
              <a:rPr sz="1400" spc="-6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false;</a:t>
            </a:r>
            <a:r>
              <a:rPr sz="1400" dirty="0">
                <a:latin typeface="Consolas"/>
                <a:cs typeface="Consolas"/>
              </a:rPr>
              <a:t>	//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Dragging? </a:t>
            </a:r>
            <a:r>
              <a:rPr sz="1400" dirty="0">
                <a:latin typeface="Consolas"/>
                <a:cs typeface="Consolas"/>
              </a:rPr>
              <a:t>var</a:t>
            </a:r>
            <a:r>
              <a:rPr sz="1400" spc="-50" dirty="0"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4A86E7"/>
                </a:solidFill>
                <a:latin typeface="Consolas"/>
                <a:cs typeface="Consolas"/>
              </a:rPr>
              <a:t>prevX</a:t>
            </a:r>
            <a:r>
              <a:rPr sz="1400" dirty="0">
                <a:latin typeface="Consolas"/>
                <a:cs typeface="Consolas"/>
              </a:rPr>
              <a:t>,</a:t>
            </a:r>
            <a:r>
              <a:rPr sz="1400" spc="-55" dirty="0"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4A86E7"/>
                </a:solidFill>
                <a:latin typeface="Consolas"/>
                <a:cs typeface="Consolas"/>
              </a:rPr>
              <a:t>prevY</a:t>
            </a:r>
            <a:r>
              <a:rPr sz="1400" spc="-10" dirty="0">
                <a:latin typeface="Consolas"/>
                <a:cs typeface="Consolas"/>
              </a:rPr>
              <a:t>;</a:t>
            </a:r>
            <a:endParaRPr sz="1400" dirty="0">
              <a:latin typeface="Consolas"/>
              <a:cs typeface="Consolas"/>
            </a:endParaRPr>
          </a:p>
          <a:p>
            <a:pPr>
              <a:spcBef>
                <a:spcPts val="310"/>
              </a:spcBef>
            </a:pPr>
            <a:endParaRPr sz="1400" dirty="0">
              <a:latin typeface="Consolas"/>
              <a:cs typeface="Consolas"/>
            </a:endParaRPr>
          </a:p>
          <a:p>
            <a:pPr marL="378460" marR="1386840" indent="-293370">
              <a:lnSpc>
                <a:spcPct val="116100"/>
              </a:lnSpc>
            </a:pPr>
            <a:r>
              <a:rPr sz="1400" dirty="0">
                <a:latin typeface="Consolas"/>
                <a:cs typeface="Consolas"/>
              </a:rPr>
              <a:t>function</a:t>
            </a:r>
            <a:r>
              <a:rPr sz="1400" spc="-65" dirty="0">
                <a:latin typeface="Consolas"/>
                <a:cs typeface="Consolas"/>
              </a:rPr>
              <a:t> </a:t>
            </a:r>
            <a:r>
              <a:rPr sz="1400" b="1" spc="-10" dirty="0">
                <a:latin typeface="Consolas"/>
                <a:cs typeface="Consolas"/>
              </a:rPr>
              <a:t>mouseDown</a:t>
            </a:r>
            <a:r>
              <a:rPr sz="1400" spc="-10" dirty="0">
                <a:latin typeface="Consolas"/>
                <a:cs typeface="Consolas"/>
              </a:rPr>
              <a:t>(event)</a:t>
            </a:r>
            <a:r>
              <a:rPr sz="1400" spc="-70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{ </a:t>
            </a:r>
            <a:r>
              <a:rPr sz="1400" dirty="0">
                <a:solidFill>
                  <a:srgbClr val="4A86E7"/>
                </a:solidFill>
                <a:latin typeface="Consolas"/>
                <a:cs typeface="Consolas"/>
              </a:rPr>
              <a:t>prevX</a:t>
            </a:r>
            <a:r>
              <a:rPr sz="1400" spc="-35" dirty="0">
                <a:solidFill>
                  <a:srgbClr val="4A86E7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=</a:t>
            </a:r>
            <a:r>
              <a:rPr sz="1400" spc="-4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event.pageX; </a:t>
            </a:r>
            <a:r>
              <a:rPr sz="1400" dirty="0">
                <a:solidFill>
                  <a:srgbClr val="4A86E7"/>
                </a:solidFill>
                <a:latin typeface="Consolas"/>
                <a:cs typeface="Consolas"/>
              </a:rPr>
              <a:t>prevY</a:t>
            </a:r>
            <a:r>
              <a:rPr sz="1400" spc="-35" dirty="0">
                <a:solidFill>
                  <a:srgbClr val="4A86E7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=</a:t>
            </a:r>
            <a:r>
              <a:rPr sz="1400" spc="-4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event.pageY; </a:t>
            </a:r>
            <a:r>
              <a:rPr sz="1400" dirty="0">
                <a:solidFill>
                  <a:srgbClr val="4A86E7"/>
                </a:solidFill>
                <a:latin typeface="Consolas"/>
                <a:cs typeface="Consolas"/>
              </a:rPr>
              <a:t>isMouseDown</a:t>
            </a:r>
            <a:r>
              <a:rPr sz="1400" spc="-70" dirty="0">
                <a:solidFill>
                  <a:srgbClr val="4A86E7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=</a:t>
            </a:r>
            <a:r>
              <a:rPr sz="1400" spc="-7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true;</a:t>
            </a:r>
            <a:endParaRPr sz="1400" dirty="0">
              <a:latin typeface="Consolas"/>
              <a:cs typeface="Consolas"/>
            </a:endParaRPr>
          </a:p>
          <a:p>
            <a:pPr marL="85725">
              <a:spcBef>
                <a:spcPts val="270"/>
              </a:spcBef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 dirty="0">
              <a:latin typeface="Consolas"/>
              <a:cs typeface="Consolas"/>
            </a:endParaRPr>
          </a:p>
          <a:p>
            <a:pPr>
              <a:spcBef>
                <a:spcPts val="310"/>
              </a:spcBef>
            </a:pPr>
            <a:endParaRPr sz="1400" dirty="0">
              <a:latin typeface="Consolas"/>
              <a:cs typeface="Consolas"/>
            </a:endParaRPr>
          </a:p>
          <a:p>
            <a:pPr marL="280670" marR="1581785" indent="-195580">
              <a:lnSpc>
                <a:spcPct val="116100"/>
              </a:lnSpc>
              <a:spcBef>
                <a:spcPts val="5"/>
              </a:spcBef>
            </a:pPr>
            <a:r>
              <a:rPr sz="1400" dirty="0">
                <a:latin typeface="Consolas"/>
                <a:cs typeface="Consolas"/>
              </a:rPr>
              <a:t>function</a:t>
            </a:r>
            <a:r>
              <a:rPr sz="1400" spc="-135" dirty="0">
                <a:latin typeface="Consolas"/>
                <a:cs typeface="Consolas"/>
              </a:rPr>
              <a:t> </a:t>
            </a:r>
            <a:r>
              <a:rPr sz="1400" b="1" dirty="0">
                <a:latin typeface="Consolas"/>
                <a:cs typeface="Consolas"/>
              </a:rPr>
              <a:t>mouseUp</a:t>
            </a:r>
            <a:r>
              <a:rPr sz="1400" dirty="0">
                <a:latin typeface="Consolas"/>
                <a:cs typeface="Consolas"/>
              </a:rPr>
              <a:t>(event)</a:t>
            </a:r>
            <a:r>
              <a:rPr sz="1400" spc="-140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{ </a:t>
            </a:r>
            <a:r>
              <a:rPr sz="1400" dirty="0">
                <a:solidFill>
                  <a:srgbClr val="4A86E7"/>
                </a:solidFill>
                <a:latin typeface="Consolas"/>
                <a:cs typeface="Consolas"/>
              </a:rPr>
              <a:t>isMouseDown</a:t>
            </a:r>
            <a:r>
              <a:rPr sz="1400" spc="-70" dirty="0">
                <a:solidFill>
                  <a:srgbClr val="4A86E7"/>
                </a:solidFill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=</a:t>
            </a:r>
            <a:r>
              <a:rPr sz="1400" spc="-7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false;</a:t>
            </a:r>
            <a:endParaRPr sz="1400" dirty="0">
              <a:latin typeface="Consolas"/>
              <a:cs typeface="Consolas"/>
            </a:endParaRPr>
          </a:p>
          <a:p>
            <a:pPr marL="85725">
              <a:spcBef>
                <a:spcPts val="270"/>
              </a:spcBef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0" y="2792884"/>
            <a:ext cx="4362450" cy="2939138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 marL="357505" marR="1821180" indent="-272415">
              <a:lnSpc>
                <a:spcPct val="115100"/>
              </a:lnSpc>
              <a:spcBef>
                <a:spcPts val="385"/>
              </a:spcBef>
            </a:pPr>
            <a:r>
              <a:rPr sz="1300" b="1" dirty="0">
                <a:latin typeface="Consolas"/>
                <a:cs typeface="Consolas"/>
              </a:rPr>
              <a:t>function</a:t>
            </a:r>
            <a:r>
              <a:rPr sz="1300" b="1" spc="-60" dirty="0">
                <a:latin typeface="Consolas"/>
                <a:cs typeface="Consolas"/>
              </a:rPr>
              <a:t> </a:t>
            </a:r>
            <a:r>
              <a:rPr sz="1300" b="1" dirty="0">
                <a:latin typeface="Consolas"/>
                <a:cs typeface="Consolas"/>
              </a:rPr>
              <a:t>mouseMove(event)</a:t>
            </a:r>
            <a:r>
              <a:rPr sz="1300" b="1" spc="-60" dirty="0">
                <a:latin typeface="Consolas"/>
                <a:cs typeface="Consolas"/>
              </a:rPr>
              <a:t> </a:t>
            </a:r>
            <a:r>
              <a:rPr sz="1300" b="1" spc="-50" dirty="0">
                <a:latin typeface="Consolas"/>
                <a:cs typeface="Consolas"/>
              </a:rPr>
              <a:t>{ </a:t>
            </a:r>
            <a:r>
              <a:rPr sz="1300" b="1" dirty="0">
                <a:latin typeface="Consolas"/>
                <a:cs typeface="Consolas"/>
              </a:rPr>
              <a:t>if</a:t>
            </a:r>
            <a:r>
              <a:rPr sz="1300" b="1" spc="-75" dirty="0">
                <a:latin typeface="Consolas"/>
                <a:cs typeface="Consolas"/>
              </a:rPr>
              <a:t> </a:t>
            </a:r>
            <a:r>
              <a:rPr sz="1300" b="1" dirty="0">
                <a:latin typeface="Consolas"/>
                <a:cs typeface="Consolas"/>
              </a:rPr>
              <a:t>(!</a:t>
            </a:r>
            <a:r>
              <a:rPr sz="1400" b="1" dirty="0">
                <a:solidFill>
                  <a:srgbClr val="4A86E7"/>
                </a:solidFill>
                <a:latin typeface="Consolas"/>
                <a:cs typeface="Consolas"/>
              </a:rPr>
              <a:t>isMouseDown</a:t>
            </a:r>
            <a:r>
              <a:rPr sz="1300" b="1" dirty="0">
                <a:latin typeface="Consolas"/>
                <a:cs typeface="Consolas"/>
              </a:rPr>
              <a:t>)</a:t>
            </a:r>
            <a:r>
              <a:rPr sz="1300" b="1" spc="-75" dirty="0">
                <a:latin typeface="Consolas"/>
                <a:cs typeface="Consolas"/>
              </a:rPr>
              <a:t> </a:t>
            </a:r>
            <a:r>
              <a:rPr sz="1300" b="1" spc="-50" dirty="0">
                <a:latin typeface="Consolas"/>
                <a:cs typeface="Consolas"/>
              </a:rPr>
              <a:t>{</a:t>
            </a:r>
            <a:endParaRPr sz="1300" dirty="0">
              <a:latin typeface="Consolas"/>
              <a:cs typeface="Consolas"/>
            </a:endParaRPr>
          </a:p>
          <a:p>
            <a:pPr marL="542925">
              <a:spcBef>
                <a:spcPts val="275"/>
              </a:spcBef>
            </a:pPr>
            <a:r>
              <a:rPr sz="1300" b="1" spc="-10" dirty="0">
                <a:latin typeface="Consolas"/>
                <a:cs typeface="Consolas"/>
              </a:rPr>
              <a:t>return;</a:t>
            </a:r>
            <a:endParaRPr sz="1300" dirty="0">
              <a:latin typeface="Consolas"/>
              <a:cs typeface="Consolas"/>
            </a:endParaRPr>
          </a:p>
          <a:p>
            <a:pPr marL="357505">
              <a:spcBef>
                <a:spcPts val="240"/>
              </a:spcBef>
            </a:pPr>
            <a:r>
              <a:rPr sz="1300" b="1" spc="-50" dirty="0">
                <a:latin typeface="Consolas"/>
                <a:cs typeface="Consolas"/>
              </a:rPr>
              <a:t>}</a:t>
            </a:r>
            <a:endParaRPr sz="1300" dirty="0">
              <a:latin typeface="Consolas"/>
              <a:cs typeface="Consolas"/>
            </a:endParaRPr>
          </a:p>
          <a:p>
            <a:pPr marL="357505" marR="95250" indent="-635">
              <a:lnSpc>
                <a:spcPct val="115399"/>
              </a:lnSpc>
            </a:pPr>
            <a:r>
              <a:rPr sz="1300" b="1" dirty="0">
                <a:latin typeface="Consolas"/>
                <a:cs typeface="Consolas"/>
              </a:rPr>
              <a:t>var</a:t>
            </a:r>
            <a:r>
              <a:rPr sz="1300" b="1" spc="-10" dirty="0">
                <a:latin typeface="Consolas"/>
                <a:cs typeface="Consolas"/>
              </a:rPr>
              <a:t> </a:t>
            </a:r>
            <a:r>
              <a:rPr sz="1300" b="1" dirty="0">
                <a:solidFill>
                  <a:srgbClr val="6AA84F"/>
                </a:solidFill>
                <a:latin typeface="Consolas"/>
                <a:cs typeface="Consolas"/>
              </a:rPr>
              <a:t>elem</a:t>
            </a:r>
            <a:r>
              <a:rPr sz="1300" b="1" spc="-10" dirty="0">
                <a:solidFill>
                  <a:srgbClr val="6AA84F"/>
                </a:solidFill>
                <a:latin typeface="Consolas"/>
                <a:cs typeface="Consolas"/>
              </a:rPr>
              <a:t> </a:t>
            </a:r>
            <a:r>
              <a:rPr sz="1300" b="1" dirty="0">
                <a:latin typeface="Consolas"/>
                <a:cs typeface="Consolas"/>
              </a:rPr>
              <a:t>=</a:t>
            </a:r>
            <a:r>
              <a:rPr sz="1300" b="1" spc="-10" dirty="0">
                <a:latin typeface="Consolas"/>
                <a:cs typeface="Consolas"/>
              </a:rPr>
              <a:t> document.</a:t>
            </a:r>
            <a:r>
              <a:rPr sz="1300" b="1" spc="-10" dirty="0">
                <a:solidFill>
                  <a:srgbClr val="BE9000"/>
                </a:solidFill>
                <a:latin typeface="Consolas"/>
                <a:cs typeface="Consolas"/>
              </a:rPr>
              <a:t>getElementById</a:t>
            </a:r>
            <a:r>
              <a:rPr sz="1300" b="1" spc="-10" dirty="0">
                <a:latin typeface="Consolas"/>
                <a:cs typeface="Consolas"/>
              </a:rPr>
              <a:t>("div1"); </a:t>
            </a:r>
            <a:r>
              <a:rPr sz="1300" b="1" dirty="0">
                <a:solidFill>
                  <a:srgbClr val="6AA84F"/>
                </a:solidFill>
                <a:latin typeface="Consolas"/>
                <a:cs typeface="Consolas"/>
              </a:rPr>
              <a:t>elem</a:t>
            </a:r>
            <a:r>
              <a:rPr sz="1300" b="1" dirty="0">
                <a:latin typeface="Consolas"/>
                <a:cs typeface="Consolas"/>
              </a:rPr>
              <a:t>.style.left</a:t>
            </a:r>
            <a:r>
              <a:rPr sz="1300" b="1" spc="-45" dirty="0">
                <a:latin typeface="Consolas"/>
                <a:cs typeface="Consolas"/>
              </a:rPr>
              <a:t> </a:t>
            </a:r>
            <a:r>
              <a:rPr sz="1300" b="1" dirty="0">
                <a:latin typeface="Consolas"/>
                <a:cs typeface="Consolas"/>
              </a:rPr>
              <a:t>=</a:t>
            </a:r>
            <a:r>
              <a:rPr sz="1300" b="1" spc="-45" dirty="0">
                <a:latin typeface="Consolas"/>
                <a:cs typeface="Consolas"/>
              </a:rPr>
              <a:t> </a:t>
            </a:r>
            <a:r>
              <a:rPr sz="1300" b="1" dirty="0">
                <a:latin typeface="Consolas"/>
                <a:cs typeface="Consolas"/>
              </a:rPr>
              <a:t>(</a:t>
            </a:r>
            <a:r>
              <a:rPr sz="1300" b="1" dirty="0">
                <a:solidFill>
                  <a:srgbClr val="6AA84F"/>
                </a:solidFill>
                <a:latin typeface="Consolas"/>
                <a:cs typeface="Consolas"/>
              </a:rPr>
              <a:t>elem</a:t>
            </a:r>
            <a:r>
              <a:rPr sz="1300" b="1" dirty="0">
                <a:latin typeface="Consolas"/>
                <a:cs typeface="Consolas"/>
              </a:rPr>
              <a:t>.offsetLeft</a:t>
            </a:r>
            <a:r>
              <a:rPr sz="1300" b="1" spc="-45" dirty="0">
                <a:latin typeface="Consolas"/>
                <a:cs typeface="Consolas"/>
              </a:rPr>
              <a:t> </a:t>
            </a:r>
            <a:r>
              <a:rPr sz="1300" b="1" spc="-50" dirty="0">
                <a:latin typeface="Consolas"/>
                <a:cs typeface="Consolas"/>
              </a:rPr>
              <a:t>+</a:t>
            </a:r>
            <a:endParaRPr sz="1300" dirty="0">
              <a:latin typeface="Consolas"/>
              <a:cs typeface="Consolas"/>
            </a:endParaRPr>
          </a:p>
          <a:p>
            <a:pPr marL="357505" marR="598170" indent="641985">
              <a:lnSpc>
                <a:spcPts val="1850"/>
              </a:lnSpc>
              <a:spcBef>
                <a:spcPts val="155"/>
              </a:spcBef>
            </a:pPr>
            <a:r>
              <a:rPr sz="1300" b="1" dirty="0">
                <a:latin typeface="Consolas"/>
                <a:cs typeface="Consolas"/>
              </a:rPr>
              <a:t>(event.pageX</a:t>
            </a:r>
            <a:r>
              <a:rPr sz="1300" b="1" spc="-35" dirty="0">
                <a:latin typeface="Consolas"/>
                <a:cs typeface="Consolas"/>
              </a:rPr>
              <a:t> </a:t>
            </a:r>
            <a:r>
              <a:rPr sz="1300" b="1" dirty="0">
                <a:latin typeface="Consolas"/>
                <a:cs typeface="Consolas"/>
              </a:rPr>
              <a:t>-</a:t>
            </a:r>
            <a:r>
              <a:rPr sz="1300" b="1" spc="-20" dirty="0"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4A86E7"/>
                </a:solidFill>
                <a:latin typeface="Consolas"/>
                <a:cs typeface="Consolas"/>
              </a:rPr>
              <a:t>prevX</a:t>
            </a:r>
            <a:r>
              <a:rPr sz="1300" b="1" dirty="0">
                <a:latin typeface="Consolas"/>
                <a:cs typeface="Consolas"/>
              </a:rPr>
              <a:t>))</a:t>
            </a:r>
            <a:r>
              <a:rPr sz="1300" b="1" spc="-35" dirty="0">
                <a:latin typeface="Consolas"/>
                <a:cs typeface="Consolas"/>
              </a:rPr>
              <a:t> </a:t>
            </a:r>
            <a:r>
              <a:rPr sz="1300" b="1" dirty="0">
                <a:latin typeface="Consolas"/>
                <a:cs typeface="Consolas"/>
              </a:rPr>
              <a:t>+</a:t>
            </a:r>
            <a:r>
              <a:rPr sz="1300" b="1" spc="-35" dirty="0">
                <a:latin typeface="Consolas"/>
                <a:cs typeface="Consolas"/>
              </a:rPr>
              <a:t> </a:t>
            </a:r>
            <a:r>
              <a:rPr sz="1300" b="1" spc="-10" dirty="0">
                <a:latin typeface="Consolas"/>
                <a:cs typeface="Consolas"/>
              </a:rPr>
              <a:t>"px"; </a:t>
            </a:r>
            <a:r>
              <a:rPr sz="1300" b="1" dirty="0">
                <a:solidFill>
                  <a:srgbClr val="6AA84F"/>
                </a:solidFill>
                <a:latin typeface="Consolas"/>
                <a:cs typeface="Consolas"/>
              </a:rPr>
              <a:t>elem</a:t>
            </a:r>
            <a:r>
              <a:rPr sz="1300" b="1" dirty="0">
                <a:latin typeface="Consolas"/>
                <a:cs typeface="Consolas"/>
              </a:rPr>
              <a:t>.style.top</a:t>
            </a:r>
            <a:r>
              <a:rPr sz="1300" b="1" spc="-45" dirty="0">
                <a:latin typeface="Consolas"/>
                <a:cs typeface="Consolas"/>
              </a:rPr>
              <a:t> </a:t>
            </a:r>
            <a:r>
              <a:rPr sz="1300" b="1" dirty="0">
                <a:latin typeface="Consolas"/>
                <a:cs typeface="Consolas"/>
              </a:rPr>
              <a:t>=</a:t>
            </a:r>
            <a:r>
              <a:rPr sz="1300" b="1" spc="-40" dirty="0">
                <a:latin typeface="Consolas"/>
                <a:cs typeface="Consolas"/>
              </a:rPr>
              <a:t> </a:t>
            </a:r>
            <a:r>
              <a:rPr sz="1300" b="1" dirty="0">
                <a:latin typeface="Consolas"/>
                <a:cs typeface="Consolas"/>
              </a:rPr>
              <a:t>(</a:t>
            </a:r>
            <a:r>
              <a:rPr sz="1300" b="1" dirty="0">
                <a:solidFill>
                  <a:srgbClr val="6AA84F"/>
                </a:solidFill>
                <a:latin typeface="Consolas"/>
                <a:cs typeface="Consolas"/>
              </a:rPr>
              <a:t>elem</a:t>
            </a:r>
            <a:r>
              <a:rPr sz="1300" b="1" dirty="0">
                <a:latin typeface="Consolas"/>
                <a:cs typeface="Consolas"/>
              </a:rPr>
              <a:t>.offsetTop</a:t>
            </a:r>
            <a:r>
              <a:rPr sz="1300" b="1" spc="-40" dirty="0">
                <a:latin typeface="Consolas"/>
                <a:cs typeface="Consolas"/>
              </a:rPr>
              <a:t> </a:t>
            </a:r>
            <a:r>
              <a:rPr sz="1300" b="1" spc="-50" dirty="0">
                <a:latin typeface="Consolas"/>
                <a:cs typeface="Consolas"/>
              </a:rPr>
              <a:t>+</a:t>
            </a:r>
            <a:endParaRPr sz="1300" dirty="0">
              <a:latin typeface="Consolas"/>
              <a:cs typeface="Consolas"/>
            </a:endParaRPr>
          </a:p>
          <a:p>
            <a:pPr marL="1000125">
              <a:spcBef>
                <a:spcPts val="130"/>
              </a:spcBef>
            </a:pPr>
            <a:r>
              <a:rPr sz="1300" b="1" dirty="0">
                <a:latin typeface="Consolas"/>
                <a:cs typeface="Consolas"/>
              </a:rPr>
              <a:t>(event.pageY</a:t>
            </a:r>
            <a:r>
              <a:rPr sz="1300" b="1" spc="-35" dirty="0">
                <a:latin typeface="Consolas"/>
                <a:cs typeface="Consolas"/>
              </a:rPr>
              <a:t> </a:t>
            </a:r>
            <a:r>
              <a:rPr sz="1300" b="1" dirty="0">
                <a:latin typeface="Consolas"/>
                <a:cs typeface="Consolas"/>
              </a:rPr>
              <a:t>-</a:t>
            </a:r>
            <a:r>
              <a:rPr sz="1300" b="1" spc="-20" dirty="0"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4A86E7"/>
                </a:solidFill>
                <a:latin typeface="Consolas"/>
                <a:cs typeface="Consolas"/>
              </a:rPr>
              <a:t>prevY</a:t>
            </a:r>
            <a:r>
              <a:rPr sz="1300" b="1" dirty="0">
                <a:latin typeface="Consolas"/>
                <a:cs typeface="Consolas"/>
              </a:rPr>
              <a:t>))</a:t>
            </a:r>
            <a:r>
              <a:rPr sz="1300" b="1" spc="-35" dirty="0">
                <a:latin typeface="Consolas"/>
                <a:cs typeface="Consolas"/>
              </a:rPr>
              <a:t> </a:t>
            </a:r>
            <a:r>
              <a:rPr sz="1300" b="1" dirty="0">
                <a:latin typeface="Consolas"/>
                <a:cs typeface="Consolas"/>
              </a:rPr>
              <a:t>+</a:t>
            </a:r>
            <a:r>
              <a:rPr sz="1300" b="1" spc="-35" dirty="0">
                <a:latin typeface="Consolas"/>
                <a:cs typeface="Consolas"/>
              </a:rPr>
              <a:t> </a:t>
            </a:r>
            <a:r>
              <a:rPr sz="1300" b="1" spc="-10" dirty="0">
                <a:latin typeface="Consolas"/>
                <a:cs typeface="Consolas"/>
              </a:rPr>
              <a:t>"px";</a:t>
            </a:r>
            <a:endParaRPr sz="1300" dirty="0">
              <a:latin typeface="Consolas"/>
              <a:cs typeface="Consolas"/>
            </a:endParaRPr>
          </a:p>
          <a:p>
            <a:pPr marL="357505">
              <a:spcBef>
                <a:spcPts val="270"/>
              </a:spcBef>
            </a:pPr>
            <a:r>
              <a:rPr sz="1400" b="1" dirty="0">
                <a:solidFill>
                  <a:srgbClr val="4A86E7"/>
                </a:solidFill>
                <a:latin typeface="Consolas"/>
                <a:cs typeface="Consolas"/>
              </a:rPr>
              <a:t>prevX</a:t>
            </a:r>
            <a:r>
              <a:rPr sz="1400" b="1" spc="-85" dirty="0">
                <a:solidFill>
                  <a:srgbClr val="4A86E7"/>
                </a:solidFill>
                <a:latin typeface="Consolas"/>
                <a:cs typeface="Consolas"/>
              </a:rPr>
              <a:t> </a:t>
            </a:r>
            <a:r>
              <a:rPr sz="1300" b="1" dirty="0">
                <a:latin typeface="Consolas"/>
                <a:cs typeface="Consolas"/>
              </a:rPr>
              <a:t>=</a:t>
            </a:r>
            <a:r>
              <a:rPr sz="1300" b="1" spc="-35" dirty="0">
                <a:latin typeface="Consolas"/>
                <a:cs typeface="Consolas"/>
              </a:rPr>
              <a:t> </a:t>
            </a:r>
            <a:r>
              <a:rPr sz="1300" b="1" spc="-10" dirty="0">
                <a:latin typeface="Consolas"/>
                <a:cs typeface="Consolas"/>
              </a:rPr>
              <a:t>event.pageX;</a:t>
            </a:r>
            <a:endParaRPr sz="1300" dirty="0">
              <a:latin typeface="Consolas"/>
              <a:cs typeface="Consolas"/>
            </a:endParaRPr>
          </a:p>
          <a:p>
            <a:pPr marL="357505">
              <a:spcBef>
                <a:spcPts val="270"/>
              </a:spcBef>
            </a:pPr>
            <a:r>
              <a:rPr sz="1400" b="1" dirty="0">
                <a:solidFill>
                  <a:srgbClr val="4A86E7"/>
                </a:solidFill>
                <a:latin typeface="Consolas"/>
                <a:cs typeface="Consolas"/>
              </a:rPr>
              <a:t>prevY</a:t>
            </a:r>
            <a:r>
              <a:rPr sz="1400" b="1" spc="-85" dirty="0">
                <a:solidFill>
                  <a:srgbClr val="4A86E7"/>
                </a:solidFill>
                <a:latin typeface="Consolas"/>
                <a:cs typeface="Consolas"/>
              </a:rPr>
              <a:t> </a:t>
            </a:r>
            <a:r>
              <a:rPr sz="1300" b="1" dirty="0">
                <a:latin typeface="Consolas"/>
                <a:cs typeface="Consolas"/>
              </a:rPr>
              <a:t>=</a:t>
            </a:r>
            <a:r>
              <a:rPr sz="1300" b="1" spc="-35" dirty="0">
                <a:latin typeface="Consolas"/>
                <a:cs typeface="Consolas"/>
              </a:rPr>
              <a:t> </a:t>
            </a:r>
            <a:r>
              <a:rPr sz="1300" b="1" spc="-10" dirty="0">
                <a:latin typeface="Consolas"/>
                <a:cs typeface="Consolas"/>
              </a:rPr>
              <a:t>event.pageY;</a:t>
            </a:r>
            <a:endParaRPr sz="1300" dirty="0">
              <a:latin typeface="Consolas"/>
              <a:cs typeface="Consolas"/>
            </a:endParaRPr>
          </a:p>
          <a:p>
            <a:pPr marL="85725">
              <a:spcBef>
                <a:spcPts val="275"/>
              </a:spcBef>
            </a:pPr>
            <a:r>
              <a:rPr sz="1300" b="1" spc="-50" dirty="0">
                <a:latin typeface="Consolas"/>
                <a:cs typeface="Consolas"/>
              </a:rPr>
              <a:t>}</a:t>
            </a:r>
            <a:endParaRPr sz="13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38" y="0"/>
            <a:ext cx="6762397" cy="687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743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72" y="968188"/>
            <a:ext cx="7804277" cy="573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5796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63" y="1143001"/>
            <a:ext cx="8819767" cy="5163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614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Registering an event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600" y="2489200"/>
            <a:ext cx="8078693" cy="408641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Assign the event handler </a:t>
            </a:r>
            <a:r>
              <a:rPr lang="en-US" b="1" dirty="0"/>
              <a:t>script</a:t>
            </a:r>
            <a:r>
              <a:rPr lang="en-US" dirty="0"/>
              <a:t> to an event tag attribute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onclick = "alert('Mouse click!');“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or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onclick</a:t>
            </a:r>
            <a:r>
              <a:rPr lang="en-US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 = "</a:t>
            </a:r>
            <a:r>
              <a:rPr lang="en-US" sz="16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myHandler</a:t>
            </a:r>
            <a:r>
              <a:rPr lang="en-US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();"</a:t>
            </a:r>
            <a:r>
              <a:rPr lang="en-US" b="1" dirty="0">
                <a:solidFill>
                  <a:srgbClr val="008000"/>
                </a:solidFill>
              </a:rPr>
              <a:t>   </a:t>
            </a:r>
          </a:p>
          <a:p>
            <a:pPr marL="0" indent="0">
              <a:buNone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&lt;a id=“</a:t>
            </a:r>
            <a:r>
              <a:rPr lang="en-US" sz="1400" b="1" dirty="0" err="1">
                <a:solidFill>
                  <a:schemeClr val="tx2">
                    <a:lumMod val="75000"/>
                  </a:schemeClr>
                </a:solidFill>
              </a:rPr>
              <a:t>mylink</a:t>
            </a:r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” </a:t>
            </a:r>
            <a:r>
              <a:rPr lang="en-US" sz="1400" b="1" dirty="0" err="1">
                <a:solidFill>
                  <a:schemeClr val="tx2">
                    <a:lumMod val="75000"/>
                  </a:schemeClr>
                </a:solidFill>
              </a:rPr>
              <a:t>href</a:t>
            </a:r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=“” </a:t>
            </a:r>
            <a:r>
              <a:rPr lang="en-US" sz="1400" b="1" dirty="0" err="1">
                <a:solidFill>
                  <a:schemeClr val="tx2">
                    <a:lumMod val="75000"/>
                  </a:schemeClr>
                </a:solidFill>
              </a:rPr>
              <a:t>onclick</a:t>
            </a:r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=“alert(‘you have clicked me’);”&gt; click me&lt;/a&gt;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&lt;a id=“</a:t>
            </a:r>
            <a:r>
              <a:rPr lang="en-US" sz="1400" b="1" dirty="0" err="1">
                <a:solidFill>
                  <a:schemeClr val="tx2">
                    <a:lumMod val="75000"/>
                  </a:schemeClr>
                </a:solidFill>
              </a:rPr>
              <a:t>mylink</a:t>
            </a:r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” </a:t>
            </a:r>
            <a:r>
              <a:rPr lang="en-US" sz="1400" b="1" dirty="0" err="1">
                <a:solidFill>
                  <a:schemeClr val="tx2">
                    <a:lumMod val="75000"/>
                  </a:schemeClr>
                </a:solidFill>
              </a:rPr>
              <a:t>href</a:t>
            </a:r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=“” </a:t>
            </a:r>
            <a:r>
              <a:rPr lang="en-US" sz="1400" b="1" dirty="0" err="1">
                <a:solidFill>
                  <a:schemeClr val="tx2">
                    <a:lumMod val="75000"/>
                  </a:schemeClr>
                </a:solidFill>
              </a:rPr>
              <a:t>onclick</a:t>
            </a:r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=“</a:t>
            </a:r>
            <a:r>
              <a:rPr lang="en-US" sz="1400" b="1" dirty="0" err="1">
                <a:solidFill>
                  <a:schemeClr val="tx2">
                    <a:lumMod val="75000"/>
                  </a:schemeClr>
                </a:solidFill>
              </a:rPr>
              <a:t>LinkClick</a:t>
            </a:r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();”&gt; click me&lt;/a&gt; (or without parenthesis)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&lt;a id=“</a:t>
            </a:r>
            <a:r>
              <a:rPr lang="en-US" sz="1400" b="1" dirty="0" err="1">
                <a:solidFill>
                  <a:schemeClr val="tx2">
                    <a:lumMod val="75000"/>
                  </a:schemeClr>
                </a:solidFill>
              </a:rPr>
              <a:t>mylink</a:t>
            </a:r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” </a:t>
            </a:r>
            <a:r>
              <a:rPr lang="en-US" sz="1400" b="1" dirty="0" err="1">
                <a:solidFill>
                  <a:schemeClr val="tx2">
                    <a:lumMod val="75000"/>
                  </a:schemeClr>
                </a:solidFill>
              </a:rPr>
              <a:t>href</a:t>
            </a:r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=“” </a:t>
            </a:r>
            <a:r>
              <a:rPr lang="en-US" sz="1400" b="1" dirty="0" err="1">
                <a:solidFill>
                  <a:schemeClr val="tx2">
                    <a:lumMod val="75000"/>
                  </a:schemeClr>
                </a:solidFill>
              </a:rPr>
              <a:t>onclick</a:t>
            </a:r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=“</a:t>
            </a:r>
            <a:r>
              <a:rPr lang="en-US" sz="1400" b="1" dirty="0" err="1">
                <a:solidFill>
                  <a:schemeClr val="tx2">
                    <a:lumMod val="75000"/>
                  </a:schemeClr>
                </a:solidFill>
              </a:rPr>
              <a:t>this.textContent</a:t>
            </a:r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=‘do not click me anymore’; return false;”&gt; click me&lt;/a&gt;</a:t>
            </a:r>
          </a:p>
          <a:p>
            <a:pPr marL="403225" lvl="1" indent="0">
              <a:buNone/>
            </a:pPr>
            <a:r>
              <a:rPr lang="en-US" sz="1200" b="1" dirty="0">
                <a:solidFill>
                  <a:srgbClr val="008000"/>
                </a:solidFill>
              </a:rPr>
              <a:t>Return false </a:t>
            </a:r>
            <a:r>
              <a:rPr lang="en-US" sz="1200" b="1" dirty="0">
                <a:solidFill>
                  <a:srgbClr val="008000"/>
                </a:solidFill>
                <a:sym typeface="Wingdings" panose="05000000000000000000" pitchFamily="2" charset="2"/>
              </a:rPr>
              <a:t> to block the link</a:t>
            </a:r>
          </a:p>
          <a:p>
            <a:r>
              <a:rPr lang="en-US" sz="1400" b="1" dirty="0" err="1">
                <a:solidFill>
                  <a:srgbClr val="008000"/>
                </a:solidFill>
              </a:rPr>
              <a:t>Document.getElementById</a:t>
            </a:r>
            <a:r>
              <a:rPr lang="en-US" sz="1400" b="1" dirty="0">
                <a:solidFill>
                  <a:srgbClr val="008000"/>
                </a:solidFill>
              </a:rPr>
              <a:t>(“</a:t>
            </a:r>
            <a:r>
              <a:rPr lang="en-US" sz="1400" b="1" dirty="0" err="1">
                <a:solidFill>
                  <a:srgbClr val="008000"/>
                </a:solidFill>
              </a:rPr>
              <a:t>myLink</a:t>
            </a:r>
            <a:r>
              <a:rPr lang="en-US" sz="1400" b="1" dirty="0">
                <a:solidFill>
                  <a:srgbClr val="008000"/>
                </a:solidFill>
              </a:rPr>
              <a:t>”).onclick = </a:t>
            </a:r>
            <a:r>
              <a:rPr lang="en-US" sz="1400" b="1" dirty="0" err="1">
                <a:solidFill>
                  <a:srgbClr val="008000"/>
                </a:solidFill>
              </a:rPr>
              <a:t>linkClick</a:t>
            </a:r>
            <a:r>
              <a:rPr lang="en-US" sz="1400" b="1" dirty="0">
                <a:solidFill>
                  <a:srgbClr val="008000"/>
                </a:solidFill>
              </a:rPr>
              <a:t>;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6628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600" y="2085788"/>
            <a:ext cx="7829138" cy="3530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F07B1"/>
                </a:solidFill>
              </a:rPr>
              <a:t>&lt;head&gt; </a:t>
            </a:r>
          </a:p>
          <a:p>
            <a:pPr marL="403225" lvl="1" indent="0">
              <a:buNone/>
            </a:pPr>
            <a:r>
              <a:rPr lang="en-US" b="1" dirty="0">
                <a:solidFill>
                  <a:srgbClr val="0F07B1"/>
                </a:solidFill>
              </a:rPr>
              <a:t>&lt;title&gt; load.html &lt;/title&gt; </a:t>
            </a:r>
          </a:p>
          <a:p>
            <a:pPr marL="403225" lvl="1" indent="0">
              <a:buNone/>
            </a:pPr>
            <a:r>
              <a:rPr lang="en-US" b="1" dirty="0">
                <a:solidFill>
                  <a:srgbClr val="0F07B1"/>
                </a:solidFill>
              </a:rPr>
              <a:t>&lt;meta charset = "utf-8" /&gt;</a:t>
            </a:r>
          </a:p>
          <a:p>
            <a:pPr marL="403225" lvl="1" indent="0">
              <a:buNone/>
            </a:pPr>
            <a:r>
              <a:rPr lang="en-US" b="1" dirty="0">
                <a:solidFill>
                  <a:srgbClr val="0F07B1"/>
                </a:solidFill>
              </a:rPr>
              <a:t>&lt;script type = "text/</a:t>
            </a:r>
            <a:r>
              <a:rPr lang="en-US" b="1" dirty="0" err="1">
                <a:solidFill>
                  <a:srgbClr val="0F07B1"/>
                </a:solidFill>
              </a:rPr>
              <a:t>javascript</a:t>
            </a:r>
            <a:r>
              <a:rPr lang="en-US" b="1" dirty="0">
                <a:solidFill>
                  <a:srgbClr val="0F07B1"/>
                </a:solidFill>
              </a:rPr>
              <a:t>"  </a:t>
            </a:r>
            <a:r>
              <a:rPr lang="en-US" b="1" dirty="0" err="1">
                <a:solidFill>
                  <a:srgbClr val="0F07B1"/>
                </a:solidFill>
              </a:rPr>
              <a:t>src</a:t>
            </a:r>
            <a:r>
              <a:rPr lang="en-US" b="1" dirty="0">
                <a:solidFill>
                  <a:srgbClr val="0F07B1"/>
                </a:solidFill>
              </a:rPr>
              <a:t> = "load.js" &gt; &lt;/script&gt;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F07B1"/>
                </a:solidFill>
              </a:rPr>
              <a:t>&lt;/head&gt;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F07B1"/>
                </a:solidFill>
              </a:rPr>
              <a:t>&lt;body </a:t>
            </a:r>
            <a:r>
              <a:rPr lang="en-US" b="1" dirty="0" err="1">
                <a:solidFill>
                  <a:srgbClr val="0F07B1"/>
                </a:solidFill>
              </a:rPr>
              <a:t>onload</a:t>
            </a:r>
            <a:r>
              <a:rPr lang="en-US" b="1" dirty="0">
                <a:solidFill>
                  <a:srgbClr val="0F07B1"/>
                </a:solidFill>
              </a:rPr>
              <a:t>="</a:t>
            </a:r>
            <a:r>
              <a:rPr lang="en-US" b="1" dirty="0" err="1">
                <a:solidFill>
                  <a:srgbClr val="0F07B1"/>
                </a:solidFill>
              </a:rPr>
              <a:t>load_greeting</a:t>
            </a:r>
            <a:r>
              <a:rPr lang="en-US" b="1" dirty="0">
                <a:solidFill>
                  <a:srgbClr val="0F07B1"/>
                </a:solidFill>
              </a:rPr>
              <a:t>();"&gt;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F07B1"/>
                </a:solidFill>
              </a:rPr>
              <a:t>    …….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F07B1"/>
                </a:solidFill>
              </a:rPr>
              <a:t>&lt;/body&gt;</a:t>
            </a:r>
          </a:p>
          <a:p>
            <a:pPr marL="0" indent="0">
              <a:buNone/>
            </a:pPr>
            <a:endParaRPr lang="en-US" b="1" dirty="0">
              <a:solidFill>
                <a:srgbClr val="0F07B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function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load_greeting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() {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 alert("You are visiting my home page. You are welcomed");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707613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Handle inputs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30" y="2171311"/>
            <a:ext cx="3608775" cy="16867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588" y="2610163"/>
            <a:ext cx="5634318" cy="42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0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Handle inputs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092" y="2278518"/>
            <a:ext cx="6196106" cy="410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23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TextBox</a:t>
            </a:r>
            <a:r>
              <a:rPr lang="en-US" dirty="0"/>
              <a:t> events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02" y="2197397"/>
            <a:ext cx="3848381" cy="3187309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H="1" flipV="1">
            <a:off x="1276210" y="4760258"/>
            <a:ext cx="1359414" cy="13850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120" y="5945390"/>
            <a:ext cx="601027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205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TextBox</a:t>
            </a:r>
            <a:r>
              <a:rPr lang="en-US" dirty="0"/>
              <a:t> events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336" y="3004120"/>
            <a:ext cx="7205943" cy="280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82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Validating forms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check that the passwords match before sending them to the server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749" y="3505200"/>
            <a:ext cx="343852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395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57151" y="546101"/>
            <a:ext cx="7686675" cy="3530600"/>
          </a:xfrm>
        </p:spPr>
        <p:txBody>
          <a:bodyPr/>
          <a:lstStyle/>
          <a:p>
            <a:r>
              <a:rPr lang="en-US" b="1" dirty="0">
                <a:solidFill>
                  <a:srgbClr val="008000"/>
                </a:solidFill>
              </a:rPr>
              <a:t>To validate a form </a:t>
            </a:r>
            <a:endParaRPr lang="en-US" b="1" dirty="0">
              <a:solidFill>
                <a:srgbClr val="008000"/>
              </a:solidFill>
              <a:sym typeface="Wingdings" panose="05000000000000000000" pitchFamily="2" charset="2"/>
            </a:endParaRPr>
          </a:p>
          <a:p>
            <a:pPr lvl="1"/>
            <a:r>
              <a:rPr lang="en-US" b="1" dirty="0">
                <a:solidFill>
                  <a:srgbClr val="008000"/>
                </a:solidFill>
                <a:sym typeface="Wingdings" panose="05000000000000000000" pitchFamily="2" charset="2"/>
              </a:rPr>
              <a:t>put a handler on the </a:t>
            </a:r>
            <a:r>
              <a:rPr lang="en-US" b="1" dirty="0" err="1">
                <a:solidFill>
                  <a:srgbClr val="008000"/>
                </a:solidFill>
                <a:sym typeface="Wingdings" panose="05000000000000000000" pitchFamily="2" charset="2"/>
              </a:rPr>
              <a:t>onsubmit</a:t>
            </a:r>
            <a:r>
              <a:rPr lang="en-US" b="1" dirty="0">
                <a:solidFill>
                  <a:srgbClr val="008000"/>
                </a:solidFill>
                <a:sym typeface="Wingdings" panose="05000000000000000000" pitchFamily="2" charset="2"/>
              </a:rPr>
              <a:t> attribute of the form</a:t>
            </a:r>
            <a:endParaRPr lang="en-US" b="1" dirty="0">
              <a:solidFill>
                <a:srgbClr val="008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1" y="1848716"/>
            <a:ext cx="9072257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416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57151" y="546101"/>
            <a:ext cx="7686675" cy="3530600"/>
          </a:xfrm>
        </p:spPr>
        <p:txBody>
          <a:bodyPr/>
          <a:lstStyle/>
          <a:p>
            <a:r>
              <a:rPr lang="en-US" b="1" dirty="0">
                <a:solidFill>
                  <a:srgbClr val="008000"/>
                </a:solidFill>
              </a:rPr>
              <a:t>If not valid </a:t>
            </a:r>
            <a:r>
              <a:rPr lang="en-US" b="1" dirty="0">
                <a:solidFill>
                  <a:srgbClr val="008000"/>
                </a:solidFill>
                <a:sym typeface="Wingdings" panose="05000000000000000000" pitchFamily="2" charset="2"/>
              </a:rPr>
              <a:t> return false</a:t>
            </a:r>
          </a:p>
          <a:p>
            <a:pPr lvl="1"/>
            <a:r>
              <a:rPr lang="en-US" b="1" dirty="0">
                <a:solidFill>
                  <a:srgbClr val="008000"/>
                </a:solidFill>
                <a:sym typeface="Wingdings" panose="05000000000000000000" pitchFamily="2" charset="2"/>
              </a:rPr>
              <a:t>Return false tells the browser </a:t>
            </a:r>
            <a:r>
              <a:rPr lang="en-US" b="1">
                <a:solidFill>
                  <a:srgbClr val="008000"/>
                </a:solidFill>
                <a:sym typeface="Wingdings" panose="05000000000000000000" pitchFamily="2" charset="2"/>
              </a:rPr>
              <a:t>to not to </a:t>
            </a:r>
            <a:r>
              <a:rPr lang="en-US" b="1" dirty="0">
                <a:solidFill>
                  <a:srgbClr val="008000"/>
                </a:solidFill>
                <a:sym typeface="Wingdings" panose="05000000000000000000" pitchFamily="2" charset="2"/>
              </a:rPr>
              <a:t>submit the form</a:t>
            </a:r>
            <a:endParaRPr lang="en-US" b="1" dirty="0">
              <a:solidFill>
                <a:srgbClr val="008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9" y="2014537"/>
            <a:ext cx="8410575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8636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Validating forms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check that the inputted data match the format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653" y="3435442"/>
            <a:ext cx="6257925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7939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27" y="267260"/>
            <a:ext cx="7305675" cy="645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8968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77" y="1580309"/>
            <a:ext cx="795337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4325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09" y="1431832"/>
            <a:ext cx="8191500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4701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of assigning event handler by attribute</a:t>
            </a:r>
          </a:p>
          <a:p>
            <a:pPr lvl="1"/>
            <a:r>
              <a:rPr lang="en-US" dirty="0"/>
              <a:t>No way to use parameters</a:t>
            </a:r>
          </a:p>
          <a:p>
            <a:r>
              <a:rPr lang="en-US" dirty="0"/>
              <a:t>DOM 2 is more sophisticated and powerful model</a:t>
            </a:r>
          </a:p>
          <a:p>
            <a:r>
              <a:rPr lang="en-US" dirty="0"/>
              <a:t>Has a module Events</a:t>
            </a:r>
          </a:p>
          <a:p>
            <a:pPr>
              <a:lnSpc>
                <a:spcPct val="100000"/>
              </a:lnSpc>
            </a:pPr>
            <a:r>
              <a:rPr lang="en-US" dirty="0"/>
              <a:t>Advantages:</a:t>
            </a:r>
          </a:p>
          <a:p>
            <a:pPr lvl="1"/>
            <a:r>
              <a:rPr lang="en-US" dirty="0"/>
              <a:t>It is good to keep HTML and JavaScript separate</a:t>
            </a:r>
          </a:p>
          <a:p>
            <a:pPr lvl="1"/>
            <a:r>
              <a:rPr lang="en-US" dirty="0"/>
              <a:t>The handler could be changed during use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42" y="5281612"/>
            <a:ext cx="764857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408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register event handler?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774" y="2489200"/>
            <a:ext cx="7510743" cy="3530600"/>
          </a:xfrm>
        </p:spPr>
        <p:txBody>
          <a:bodyPr/>
          <a:lstStyle/>
          <a:p>
            <a:r>
              <a:rPr lang="en-US" sz="2000" b="1" dirty="0" err="1">
                <a:solidFill>
                  <a:srgbClr val="C00000"/>
                </a:solidFill>
              </a:rPr>
              <a:t>X.addEventListener</a:t>
            </a:r>
            <a:r>
              <a:rPr lang="en-US" sz="2000" b="1" dirty="0">
                <a:solidFill>
                  <a:srgbClr val="C00000"/>
                </a:solidFill>
              </a:rPr>
              <a:t>(</a:t>
            </a:r>
            <a:r>
              <a:rPr lang="en-US" sz="2000" b="1" dirty="0" err="1">
                <a:solidFill>
                  <a:srgbClr val="C00000"/>
                </a:solidFill>
              </a:rPr>
              <a:t>eventType</a:t>
            </a:r>
            <a:r>
              <a:rPr lang="en-US" sz="2000" b="1" dirty="0">
                <a:solidFill>
                  <a:srgbClr val="C00000"/>
                </a:solidFill>
              </a:rPr>
              <a:t>, handler, </a:t>
            </a:r>
            <a:r>
              <a:rPr lang="en-US" sz="2000" b="1" dirty="0" err="1">
                <a:solidFill>
                  <a:srgbClr val="C00000"/>
                </a:solidFill>
              </a:rPr>
              <a:t>boolean</a:t>
            </a:r>
            <a:r>
              <a:rPr lang="en-US" sz="2000" b="1" dirty="0">
                <a:solidFill>
                  <a:srgbClr val="C00000"/>
                </a:solidFill>
              </a:rPr>
              <a:t>)</a:t>
            </a:r>
          </a:p>
          <a:p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b="1" dirty="0">
                <a:solidFill>
                  <a:srgbClr val="C00000"/>
                </a:solidFill>
              </a:rPr>
              <a:t>X. </a:t>
            </a:r>
            <a:r>
              <a:rPr lang="en-US" sz="2000" b="1" dirty="0" err="1">
                <a:solidFill>
                  <a:srgbClr val="C00000"/>
                </a:solidFill>
              </a:rPr>
              <a:t>removeEventListener</a:t>
            </a:r>
            <a:r>
              <a:rPr lang="en-US" sz="2000" b="1" dirty="0">
                <a:solidFill>
                  <a:srgbClr val="C00000"/>
                </a:solidFill>
              </a:rPr>
              <a:t>(</a:t>
            </a:r>
            <a:r>
              <a:rPr lang="en-US" sz="2000" b="1" dirty="0" err="1">
                <a:solidFill>
                  <a:srgbClr val="C00000"/>
                </a:solidFill>
              </a:rPr>
              <a:t>eventType</a:t>
            </a:r>
            <a:r>
              <a:rPr lang="en-US" sz="2000" b="1" dirty="0">
                <a:solidFill>
                  <a:srgbClr val="C00000"/>
                </a:solidFill>
              </a:rPr>
              <a:t>, handler, </a:t>
            </a:r>
            <a:r>
              <a:rPr lang="en-US" sz="2000" b="1" dirty="0" err="1">
                <a:solidFill>
                  <a:srgbClr val="C00000"/>
                </a:solidFill>
              </a:rPr>
              <a:t>boolean</a:t>
            </a:r>
            <a:r>
              <a:rPr lang="en-US" sz="2000" b="1" dirty="0">
                <a:solidFill>
                  <a:srgbClr val="C00000"/>
                </a:solidFill>
              </a:rPr>
              <a:t>)</a:t>
            </a:r>
          </a:p>
          <a:p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b="1" dirty="0" err="1">
                <a:solidFill>
                  <a:srgbClr val="C00000"/>
                </a:solidFill>
              </a:rPr>
              <a:t>Event.currentTarget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r>
              <a:rPr lang="en-US" sz="2000" b="1" dirty="0">
                <a:solidFill>
                  <a:srgbClr val="C00000"/>
                </a:solidFill>
                <a:sym typeface="Wingdings" panose="05000000000000000000" pitchFamily="2" charset="2"/>
              </a:rPr>
              <a:t> a reference on the element generating the events</a:t>
            </a:r>
            <a:endParaRPr lang="en-US" sz="2000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8528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validator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400" y="2927127"/>
            <a:ext cx="5281706" cy="187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4183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validator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491" y="695325"/>
            <a:ext cx="7153275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23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validator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33" y="1988202"/>
            <a:ext cx="8477250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22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Ion Boardroom">
    <a:dk1>
      <a:sysClr val="windowText" lastClr="000000"/>
    </a:dk1>
    <a:lt1>
      <a:sysClr val="window" lastClr="FFFFFF"/>
    </a:lt1>
    <a:dk2>
      <a:srgbClr val="EE5818"/>
    </a:dk2>
    <a:lt2>
      <a:srgbClr val="EBEBEB"/>
    </a:lt2>
    <a:accent1>
      <a:srgbClr val="F5A408"/>
    </a:accent1>
    <a:accent2>
      <a:srgbClr val="FA731A"/>
    </a:accent2>
    <a:accent3>
      <a:srgbClr val="AB9281"/>
    </a:accent3>
    <a:accent4>
      <a:srgbClr val="A18CD0"/>
    </a:accent4>
    <a:accent5>
      <a:srgbClr val="8EBBD2"/>
    </a:accent5>
    <a:accent6>
      <a:srgbClr val="ACC995"/>
    </a:accent6>
    <a:hlink>
      <a:srgbClr val="FAC96A"/>
    </a:hlink>
    <a:folHlink>
      <a:srgbClr val="FCDB9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23C66856B3314981D2E215FB7144D6" ma:contentTypeVersion="3" ma:contentTypeDescription="Create a new document." ma:contentTypeScope="" ma:versionID="0558f5131f6a6215fe38876429cdf331">
  <xsd:schema xmlns:xsd="http://www.w3.org/2001/XMLSchema" xmlns:xs="http://www.w3.org/2001/XMLSchema" xmlns:p="http://schemas.microsoft.com/office/2006/metadata/properties" xmlns:ns2="eb3e1578-f179-4e15-9381-9501b2dce7c0" targetNamespace="http://schemas.microsoft.com/office/2006/metadata/properties" ma:root="true" ma:fieldsID="a1328ed78473fb4399bef447b7e69837" ns2:_="">
    <xsd:import namespace="eb3e1578-f179-4e15-9381-9501b2dce7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3e1578-f179-4e15-9381-9501b2dce7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6D4B7F4-9BC1-4182-B377-33D64966D676}"/>
</file>

<file path=customXml/itemProps2.xml><?xml version="1.0" encoding="utf-8"?>
<ds:datastoreItem xmlns:ds="http://schemas.openxmlformats.org/officeDocument/2006/customXml" ds:itemID="{65A0B732-DDE8-4145-80D4-08F3883F13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1AA1D1-C2E9-430E-8F54-DFC1B1F9EBE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19789</TotalTime>
  <Words>3389</Words>
  <Application>Microsoft Office PowerPoint</Application>
  <PresentationFormat>On-screen Show (4:3)</PresentationFormat>
  <Paragraphs>453</Paragraphs>
  <Slides>65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65</vt:i4>
      </vt:variant>
    </vt:vector>
  </HeadingPairs>
  <TitlesOfParts>
    <vt:vector size="74" baseType="lpstr">
      <vt:lpstr>Arial</vt:lpstr>
      <vt:lpstr>Century Gothic</vt:lpstr>
      <vt:lpstr>Consolas</vt:lpstr>
      <vt:lpstr>Courier New</vt:lpstr>
      <vt:lpstr>Times New Roman</vt:lpstr>
      <vt:lpstr>Verdana</vt:lpstr>
      <vt:lpstr>Wingdings</vt:lpstr>
      <vt:lpstr>Wingdings 3</vt:lpstr>
      <vt:lpstr>Ion Boardroom</vt:lpstr>
      <vt:lpstr>JavaScript &amp; XHTML: The DOM</vt:lpstr>
      <vt:lpstr>JavaScript environment</vt:lpstr>
      <vt:lpstr>DOM</vt:lpstr>
      <vt:lpstr>DOM</vt:lpstr>
      <vt:lpstr>Document Tree Structure</vt:lpstr>
      <vt:lpstr>Access elements in HTML</vt:lpstr>
      <vt:lpstr>Access elements in HTML</vt:lpstr>
      <vt:lpstr>Access elements in HTML</vt:lpstr>
      <vt:lpstr>Access elements in HTML</vt:lpstr>
      <vt:lpstr>Access elements in HTML</vt:lpstr>
      <vt:lpstr>Access elements in HTML</vt:lpstr>
      <vt:lpstr>Access elements in HTML</vt:lpstr>
      <vt:lpstr>HTML DOM Node access</vt:lpstr>
      <vt:lpstr>PowerPoint Presentation</vt:lpstr>
      <vt:lpstr>PowerPoint Presentation</vt:lpstr>
      <vt:lpstr>Edit Attributes of Elements</vt:lpstr>
      <vt:lpstr>Edit class Attribute of style</vt:lpstr>
      <vt:lpstr>Edit style properties</vt:lpstr>
      <vt:lpstr>PowerPoint Presentation</vt:lpstr>
      <vt:lpstr>PowerPoint Presentation</vt:lpstr>
      <vt:lpstr>PowerPoint Presentation</vt:lpstr>
      <vt:lpstr>PowerPoint Presentation</vt:lpstr>
      <vt:lpstr>Edit the content of a tag</vt:lpstr>
      <vt:lpstr>Content of Tag</vt:lpstr>
      <vt:lpstr>PowerPoint Presentation</vt:lpstr>
      <vt:lpstr>PowerPoint Presentation</vt:lpstr>
      <vt:lpstr>PowerPoint Presentation</vt:lpstr>
      <vt:lpstr>PowerPoint Presentation</vt:lpstr>
      <vt:lpstr>First child &amp; last child + nodeValue &amp; data</vt:lpstr>
      <vt:lpstr>childNodes</vt:lpstr>
      <vt:lpstr>Create tags</vt:lpstr>
      <vt:lpstr>Add-remove tags(nodes)</vt:lpstr>
      <vt:lpstr>Other methods</vt:lpstr>
      <vt:lpstr>Exercise</vt:lpstr>
      <vt:lpstr>Exercise</vt:lpstr>
      <vt:lpstr>Events</vt:lpstr>
      <vt:lpstr>Events &amp; Events Handling</vt:lpstr>
      <vt:lpstr>DOM communicates to JavaScript with Events</vt:lpstr>
      <vt:lpstr>Event handling</vt:lpstr>
      <vt:lpstr>Specifying the JavaScript of an Event</vt:lpstr>
      <vt:lpstr>Event object</vt:lpstr>
      <vt:lpstr>MouseEvent and KeyboardEvent</vt:lpstr>
      <vt:lpstr>Draggable Rectangle - HTML/CSS</vt:lpstr>
      <vt:lpstr>Draggable Rectangle - JavaScript</vt:lpstr>
      <vt:lpstr>PowerPoint Presentation</vt:lpstr>
      <vt:lpstr>PowerPoint Presentation</vt:lpstr>
      <vt:lpstr>PowerPoint Presentation</vt:lpstr>
      <vt:lpstr>Registering an event</vt:lpstr>
      <vt:lpstr>Simple example</vt:lpstr>
      <vt:lpstr>Handle inputs</vt:lpstr>
      <vt:lpstr>Handle inputs</vt:lpstr>
      <vt:lpstr>TextBox events</vt:lpstr>
      <vt:lpstr>TextBox events</vt:lpstr>
      <vt:lpstr>Validating forms</vt:lpstr>
      <vt:lpstr>PowerPoint Presentation</vt:lpstr>
      <vt:lpstr>PowerPoint Presentation</vt:lpstr>
      <vt:lpstr>Validating forms</vt:lpstr>
      <vt:lpstr>PowerPoint Presentation</vt:lpstr>
      <vt:lpstr>PowerPoint Presentation</vt:lpstr>
      <vt:lpstr>PowerPoint Presentation</vt:lpstr>
      <vt:lpstr>DOM2</vt:lpstr>
      <vt:lpstr>How to register event handler?</vt:lpstr>
      <vt:lpstr>Form validator</vt:lpstr>
      <vt:lpstr>Form validator</vt:lpstr>
      <vt:lpstr>Form validator</vt:lpstr>
    </vt:vector>
  </TitlesOfParts>
  <Company>Yahoo!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dc:creator>Douglas Crockford</dc:creator>
  <cp:lastModifiedBy>Kamal Beydoun</cp:lastModifiedBy>
  <cp:revision>493</cp:revision>
  <dcterms:created xsi:type="dcterms:W3CDTF">2005-10-05T17:31:40Z</dcterms:created>
  <dcterms:modified xsi:type="dcterms:W3CDTF">2025-10-05T19:08:12Z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0x010100BE23C66856B3314981D2E215FB7144D6</vt:lpwstr>
  </property>
</Properties>
</file>