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2" r:id="rId1"/>
  </p:sldMasterIdLst>
  <p:notesMasterIdLst>
    <p:notesMasterId r:id="rId21"/>
  </p:notesMasterIdLst>
  <p:handoutMasterIdLst>
    <p:handoutMasterId r:id="rId22"/>
  </p:handoutMasterIdLst>
  <p:sldIdLst>
    <p:sldId id="286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</p:sldIdLst>
  <p:sldSz cx="12192000" cy="6858000"/>
  <p:notesSz cx="7315200" cy="96012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3399"/>
    <a:srgbClr val="009900"/>
    <a:srgbClr val="CC0099"/>
    <a:srgbClr val="FF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288E3F-7C37-4D1F-B63B-B253114AEE34}" v="2" dt="2025-09-25T08:30:34.9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29" autoAdjust="0"/>
    <p:restoredTop sz="91257" autoAdjust="0"/>
  </p:normalViewPr>
  <p:slideViewPr>
    <p:cSldViewPr>
      <p:cViewPr varScale="1">
        <p:scale>
          <a:sx n="63" d="100"/>
          <a:sy n="63" d="100"/>
        </p:scale>
        <p:origin x="396" y="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Relationship Id="rId30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al Beydoun" userId="e88cbbf3-5e5f-46df-aecf-fe10b322ce6e" providerId="ADAL" clId="{E4876F53-9B78-423D-99A1-E03CA3D47365}"/>
    <pc:docChg chg="addSld delSld modSld delMainMaster">
      <pc:chgData name="Kamal Beydoun" userId="e88cbbf3-5e5f-46df-aecf-fe10b322ce6e" providerId="ADAL" clId="{E4876F53-9B78-423D-99A1-E03CA3D47365}" dt="2025-09-24T20:17:32.956" v="2"/>
      <pc:docMkLst>
        <pc:docMk/>
      </pc:docMkLst>
      <pc:sldChg chg="delSp add del setBg delDesignElem">
        <pc:chgData name="Kamal Beydoun" userId="e88cbbf3-5e5f-46df-aecf-fe10b322ce6e" providerId="ADAL" clId="{E4876F53-9B78-423D-99A1-E03CA3D47365}" dt="2025-09-24T20:17:32.956" v="2"/>
        <pc:sldMkLst>
          <pc:docMk/>
          <pc:sldMk cId="0" sldId="286"/>
        </pc:sldMkLst>
        <pc:spChg chg="del">
          <ac:chgData name="Kamal Beydoun" userId="e88cbbf3-5e5f-46df-aecf-fe10b322ce6e" providerId="ADAL" clId="{E4876F53-9B78-423D-99A1-E03CA3D47365}" dt="2025-09-24T20:17:32.956" v="2"/>
          <ac:spMkLst>
            <pc:docMk/>
            <pc:sldMk cId="0" sldId="286"/>
            <ac:spMk id="10249" creationId="{AE220058-3FCE-496E-ADF2-D8A6961F39F6}"/>
          </ac:spMkLst>
        </pc:spChg>
        <pc:spChg chg="del">
          <ac:chgData name="Kamal Beydoun" userId="e88cbbf3-5e5f-46df-aecf-fe10b322ce6e" providerId="ADAL" clId="{E4876F53-9B78-423D-99A1-E03CA3D47365}" dt="2025-09-24T20:17:32.956" v="2"/>
          <ac:spMkLst>
            <pc:docMk/>
            <pc:sldMk cId="0" sldId="286"/>
            <ac:spMk id="10253" creationId="{3E9C5090-7D25-41E3-A6D3-CCAEE505E785}"/>
          </ac:spMkLst>
        </pc:spChg>
        <pc:spChg chg="del">
          <ac:chgData name="Kamal Beydoun" userId="e88cbbf3-5e5f-46df-aecf-fe10b322ce6e" providerId="ADAL" clId="{E4876F53-9B78-423D-99A1-E03CA3D47365}" dt="2025-09-24T20:17:32.956" v="2"/>
          <ac:spMkLst>
            <pc:docMk/>
            <pc:sldMk cId="0" sldId="286"/>
            <ac:spMk id="10255" creationId="{11BF8809-0DAC-41E5-A212-ACB4A01BE95B}"/>
          </ac:spMkLst>
        </pc:spChg>
        <pc:cxnChg chg="del">
          <ac:chgData name="Kamal Beydoun" userId="e88cbbf3-5e5f-46df-aecf-fe10b322ce6e" providerId="ADAL" clId="{E4876F53-9B78-423D-99A1-E03CA3D47365}" dt="2025-09-24T20:17:32.956" v="2"/>
          <ac:cxnSpMkLst>
            <pc:docMk/>
            <pc:sldMk cId="0" sldId="286"/>
            <ac:cxnSpMk id="10251" creationId="{E193F809-7E50-4AAD-8E26-878207931CB5}"/>
          </ac:cxnSpMkLst>
        </pc:cxnChg>
      </pc:sldChg>
      <pc:sldMasterChg chg="del delSldLayout">
        <pc:chgData name="Kamal Beydoun" userId="e88cbbf3-5e5f-46df-aecf-fe10b322ce6e" providerId="ADAL" clId="{E4876F53-9B78-423D-99A1-E03CA3D47365}" dt="2025-09-24T18:19:35.631" v="0" actId="47"/>
        <pc:sldMasterMkLst>
          <pc:docMk/>
          <pc:sldMasterMk cId="0" sldId="2147483672"/>
        </pc:sldMasterMkLst>
        <pc:sldLayoutChg chg="del">
          <pc:chgData name="Kamal Beydoun" userId="e88cbbf3-5e5f-46df-aecf-fe10b322ce6e" providerId="ADAL" clId="{E4876F53-9B78-423D-99A1-E03CA3D47365}" dt="2025-09-24T18:19:35.631" v="0" actId="47"/>
          <pc:sldLayoutMkLst>
            <pc:docMk/>
            <pc:sldMasterMk cId="0" sldId="2147483672"/>
            <pc:sldLayoutMk cId="891319352" sldId="2147483854"/>
          </pc:sldLayoutMkLst>
        </pc:sldLayoutChg>
        <pc:sldLayoutChg chg="del">
          <pc:chgData name="Kamal Beydoun" userId="e88cbbf3-5e5f-46df-aecf-fe10b322ce6e" providerId="ADAL" clId="{E4876F53-9B78-423D-99A1-E03CA3D47365}" dt="2025-09-24T18:19:35.631" v="0" actId="47"/>
          <pc:sldLayoutMkLst>
            <pc:docMk/>
            <pc:sldMasterMk cId="0" sldId="2147483672"/>
            <pc:sldLayoutMk cId="1888763252" sldId="2147483855"/>
          </pc:sldLayoutMkLst>
        </pc:sldLayoutChg>
        <pc:sldLayoutChg chg="del">
          <pc:chgData name="Kamal Beydoun" userId="e88cbbf3-5e5f-46df-aecf-fe10b322ce6e" providerId="ADAL" clId="{E4876F53-9B78-423D-99A1-E03CA3D47365}" dt="2025-09-24T18:19:35.631" v="0" actId="47"/>
          <pc:sldLayoutMkLst>
            <pc:docMk/>
            <pc:sldMasterMk cId="0" sldId="2147483672"/>
            <pc:sldLayoutMk cId="3107546199" sldId="2147483856"/>
          </pc:sldLayoutMkLst>
        </pc:sldLayoutChg>
        <pc:sldLayoutChg chg="del">
          <pc:chgData name="Kamal Beydoun" userId="e88cbbf3-5e5f-46df-aecf-fe10b322ce6e" providerId="ADAL" clId="{E4876F53-9B78-423D-99A1-E03CA3D47365}" dt="2025-09-24T18:19:35.631" v="0" actId="47"/>
          <pc:sldLayoutMkLst>
            <pc:docMk/>
            <pc:sldMasterMk cId="0" sldId="2147483672"/>
            <pc:sldLayoutMk cId="1771963308" sldId="2147483857"/>
          </pc:sldLayoutMkLst>
        </pc:sldLayoutChg>
        <pc:sldLayoutChg chg="del">
          <pc:chgData name="Kamal Beydoun" userId="e88cbbf3-5e5f-46df-aecf-fe10b322ce6e" providerId="ADAL" clId="{E4876F53-9B78-423D-99A1-E03CA3D47365}" dt="2025-09-24T18:19:35.631" v="0" actId="47"/>
          <pc:sldLayoutMkLst>
            <pc:docMk/>
            <pc:sldMasterMk cId="0" sldId="2147483672"/>
            <pc:sldLayoutMk cId="2980523009" sldId="2147483858"/>
          </pc:sldLayoutMkLst>
        </pc:sldLayoutChg>
        <pc:sldLayoutChg chg="del">
          <pc:chgData name="Kamal Beydoun" userId="e88cbbf3-5e5f-46df-aecf-fe10b322ce6e" providerId="ADAL" clId="{E4876F53-9B78-423D-99A1-E03CA3D47365}" dt="2025-09-24T18:19:35.631" v="0" actId="47"/>
          <pc:sldLayoutMkLst>
            <pc:docMk/>
            <pc:sldMasterMk cId="0" sldId="2147483672"/>
            <pc:sldLayoutMk cId="1687316040" sldId="2147483870"/>
          </pc:sldLayoutMkLst>
        </pc:sldLayoutChg>
        <pc:sldLayoutChg chg="del">
          <pc:chgData name="Kamal Beydoun" userId="e88cbbf3-5e5f-46df-aecf-fe10b322ce6e" providerId="ADAL" clId="{E4876F53-9B78-423D-99A1-E03CA3D47365}" dt="2025-09-24T18:19:35.631" v="0" actId="47"/>
          <pc:sldLayoutMkLst>
            <pc:docMk/>
            <pc:sldMasterMk cId="0" sldId="2147483672"/>
            <pc:sldLayoutMk cId="4264203302" sldId="2147483871"/>
          </pc:sldLayoutMkLst>
        </pc:sldLayoutChg>
        <pc:sldLayoutChg chg="del">
          <pc:chgData name="Kamal Beydoun" userId="e88cbbf3-5e5f-46df-aecf-fe10b322ce6e" providerId="ADAL" clId="{E4876F53-9B78-423D-99A1-E03CA3D47365}" dt="2025-09-24T18:19:35.631" v="0" actId="47"/>
          <pc:sldLayoutMkLst>
            <pc:docMk/>
            <pc:sldMasterMk cId="0" sldId="2147483672"/>
            <pc:sldLayoutMk cId="915866553" sldId="2147483872"/>
          </pc:sldLayoutMkLst>
        </pc:sldLayoutChg>
        <pc:sldLayoutChg chg="del">
          <pc:chgData name="Kamal Beydoun" userId="e88cbbf3-5e5f-46df-aecf-fe10b322ce6e" providerId="ADAL" clId="{E4876F53-9B78-423D-99A1-E03CA3D47365}" dt="2025-09-24T18:19:35.631" v="0" actId="47"/>
          <pc:sldLayoutMkLst>
            <pc:docMk/>
            <pc:sldMasterMk cId="0" sldId="2147483672"/>
            <pc:sldLayoutMk cId="435046390" sldId="2147483873"/>
          </pc:sldLayoutMkLst>
        </pc:sldLayoutChg>
        <pc:sldLayoutChg chg="del">
          <pc:chgData name="Kamal Beydoun" userId="e88cbbf3-5e5f-46df-aecf-fe10b322ce6e" providerId="ADAL" clId="{E4876F53-9B78-423D-99A1-E03CA3D47365}" dt="2025-09-24T18:19:35.631" v="0" actId="47"/>
          <pc:sldLayoutMkLst>
            <pc:docMk/>
            <pc:sldMasterMk cId="0" sldId="2147483672"/>
            <pc:sldLayoutMk cId="3818839975" sldId="2147483874"/>
          </pc:sldLayoutMkLst>
        </pc:sldLayoutChg>
        <pc:sldLayoutChg chg="del">
          <pc:chgData name="Kamal Beydoun" userId="e88cbbf3-5e5f-46df-aecf-fe10b322ce6e" providerId="ADAL" clId="{E4876F53-9B78-423D-99A1-E03CA3D47365}" dt="2025-09-24T18:19:35.631" v="0" actId="47"/>
          <pc:sldLayoutMkLst>
            <pc:docMk/>
            <pc:sldMasterMk cId="0" sldId="2147483672"/>
            <pc:sldLayoutMk cId="3891020591" sldId="21474838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65FA5FD2-C544-CEFE-DC1E-E605ADF62D7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2475D075-6B7A-A6B1-957B-4D913C82F32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216F4F61-998C-6488-F9F7-5FCF14089DA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9911BF6B-425D-2B2C-C91A-FC60959B9B8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E8BFA35B-DE07-47AE-8016-05B51BF46E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9AF35398-3111-E559-54D9-F7C82C4CC3E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D985282A-1D8A-556F-125D-5D6ADB62007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070B12A9-E317-565E-7A0C-FE072AB5117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28A8EA44-F166-1030-F170-BFCD08269D2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13B3C49B-A6BA-6A2A-2758-CC1D135DE7C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48B0ABB6-9971-883C-F049-40546FEA16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5A5E852-51D1-45DB-83AF-FCFBC62705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4E850-7DC6-E33F-906C-14ABA8A32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D6F97-373B-40A1-9DF7-581DCE6F0C5B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EA410-7058-011D-DC2A-B5F2C43E0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BA33A-C3A0-DD91-E7FD-C8DD69F9F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DC1-265C-4596-84E3-7341268CD9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7667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5D84D-6495-16F9-84AA-57BEA4CA8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A9278-4DC2-42AC-B6FC-360CF9F16B3F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C195B-E607-CF1C-2642-6CADEDBA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FB6E5-5B06-6D1E-D430-95A232C6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3ED653-D021-487E-A9FB-81375FE9EC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990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B3C9D-ACAA-9D5A-8CCF-57ACFCA49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431975-8585-41CF-88B0-0EF17EE74DAB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EEC98-B0A4-7C3E-0FF7-1D4732196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ECACF-DAFF-EE13-02AF-98856D102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02DF2-881F-46DE-A76E-F026438799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8351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C7E0AF9-88AA-43AD-AE7F-2F3434288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E0E6B-E8F0-4225-ADFC-41F8D73BE2B5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6E5E63E-953A-1A08-5509-A797B1547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C7D00BD-E4EA-68EC-5D52-FB12AE68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6F36D1-136E-4A64-BAA2-99621A7E13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811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4474460-FB9C-CC6C-FA07-C0E77EE9F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F5433D-D7C7-4B10-9DEC-C889064652C4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6D4A4DD-546E-3182-C006-7B1B1970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10635B3-159A-5998-7E60-84043584A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C37651-25F4-4A90-A5C1-0B2F050DBB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3258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5EF0D3F-274C-0D4C-B17C-AD53C480C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94FE2-414C-4EA4-B7ED-BFCB71D60266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6C3A5D1-7DEF-6AD0-ED86-AA9BA0CF0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BB48506-EA17-7E37-5926-FC3EC3F4F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B5F84-0651-4A37-8AFB-38CD142B35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6067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A287BEE-0773-5716-11BA-F20A9E497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261711-DB20-49A5-A232-7220A236954B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281622C-420E-DB6D-D365-F73ED58A5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9DB5187-FC26-6C27-0375-AD2329E9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93F56D-D503-4B1F-8820-B215B7CA8E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441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FD657FC-0315-619B-54BD-A9004C4C8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A249A3-6DDD-411B-960D-6AC5C4B21F6F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DEE108D-A6A5-69BE-E837-2D372AE2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EDC0-D46F-D573-07B4-6DA9A02F9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66107-48A5-476C-BA4B-085087EB8F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861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5FD9507-CA9B-CD99-C289-B9CFFC52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84AF4-8B89-4DCC-A399-049B73C58B54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182997-9481-A9C5-C1DA-42853669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0736BFE-7CE1-1265-6FAD-422610C1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0FB7E-A5AD-476A-97A0-0481AC1C75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1195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531E6-2188-DFEC-3F68-456BE7E31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A3727F-245D-468E-9EC5-A0136BBA54B2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DD23D-D7C2-3804-FE9B-6EFBD35BF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8579E-9B22-E010-6E33-4A6EA5EC1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F60477-4C2D-4149-BADC-F36ABB06D1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9104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DFD36-E2AE-77A8-F4BB-796989EAC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6CC9F9-B925-4768-AAC9-0F7F9A26DF6B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8AEBB-2949-53DD-E26B-2B5B102B4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6238C-58F5-E03F-2F4A-5B2D54DAF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BB7348-AA65-4500-AB17-D99287C626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9734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36A9B833-A21B-5818-895A-6F67A87DA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082D7A8B-73CC-456B-082B-344CAFF5A5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ED397-5D03-F377-BBCF-418FCBF11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39BF587-6CA1-4A89-BE2B-E73CDA61482C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6D7C7-D4C7-77D7-EE52-2F48878FF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BC132-44B4-7E40-0E23-EC99C537F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349CD83-B7CC-4BF3-8A3F-DA8EC0ABD3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4">
            <a:extLst>
              <a:ext uri="{FF2B5EF4-FFF2-40B4-BE49-F238E27FC236}">
                <a16:creationId xmlns:a16="http://schemas.microsoft.com/office/drawing/2014/main" id="{AFDCD113-A699-56F8-71AE-EDFDE4932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067" y="758952"/>
            <a:ext cx="7319175" cy="35661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IN432</a:t>
            </a:r>
            <a:b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</a:br>
            <a: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Advanced Web Programming</a:t>
            </a:r>
          </a:p>
        </p:txBody>
      </p:sp>
      <p:pic>
        <p:nvPicPr>
          <p:cNvPr id="10246" name="Graphic 10245" descr="Computer">
            <a:extLst>
              <a:ext uri="{FF2B5EF4-FFF2-40B4-BE49-F238E27FC236}">
                <a16:creationId xmlns:a16="http://schemas.microsoft.com/office/drawing/2014/main" id="{695A09B2-4B52-71B4-6B3F-135007F1B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18" y="1944907"/>
            <a:ext cx="2449486" cy="24494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4">
            <a:extLst>
              <a:ext uri="{FF2B5EF4-FFF2-40B4-BE49-F238E27FC236}">
                <a16:creationId xmlns:a16="http://schemas.microsoft.com/office/drawing/2014/main" id="{E0940E10-DB64-3198-C6D5-90C7A5E6E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Text</a:t>
            </a:r>
          </a:p>
        </p:txBody>
      </p:sp>
      <p:sp>
        <p:nvSpPr>
          <p:cNvPr id="12291" name="TextBox 6">
            <a:extLst>
              <a:ext uri="{FF2B5EF4-FFF2-40B4-BE49-F238E27FC236}">
                <a16:creationId xmlns:a16="http://schemas.microsoft.com/office/drawing/2014/main" id="{5F7B47C1-11A9-7E6A-302C-6065AF4C3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23875"/>
            <a:ext cx="10820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00"/>
                </a:solidFill>
                <a:latin typeface="Segoe UI" panose="020B0502040204020203" pitchFamily="34" charset="0"/>
              </a:rPr>
              <a:t>Text Alignment</a:t>
            </a:r>
          </a:p>
        </p:txBody>
      </p:sp>
      <p:sp>
        <p:nvSpPr>
          <p:cNvPr id="12292" name="Rectangle 1">
            <a:extLst>
              <a:ext uri="{FF2B5EF4-FFF2-40B4-BE49-F238E27FC236}">
                <a16:creationId xmlns:a16="http://schemas.microsoft.com/office/drawing/2014/main" id="{B4C71CDE-8917-39DD-85EC-E8DC12EAC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138238"/>
            <a:ext cx="10439400" cy="400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The</a:t>
            </a:r>
            <a:r>
              <a:rPr lang="en-US" altLang="en-US" sz="2000">
                <a:solidFill>
                  <a:srgbClr val="000000"/>
                </a:solidFill>
              </a:rPr>
              <a:t> </a:t>
            </a:r>
            <a:r>
              <a:rPr lang="en-US" altLang="en-US" sz="2000">
                <a:solidFill>
                  <a:srgbClr val="DC143C"/>
                </a:solidFill>
                <a:latin typeface="Consolas" panose="020B0609020204030204" pitchFamily="49" charset="0"/>
              </a:rPr>
              <a:t>text-align</a:t>
            </a:r>
            <a:r>
              <a:rPr lang="en-US" altLang="en-US" sz="2000">
                <a:solidFill>
                  <a:srgbClr val="000000"/>
                </a:solidFill>
              </a:rPr>
              <a:t> </a:t>
            </a:r>
            <a:r>
              <a:rPr lang="en-US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property is used to set the horizontal alignment of a text.</a:t>
            </a:r>
            <a:endParaRPr lang="en-US" altLang="en-US" sz="2000"/>
          </a:p>
        </p:txBody>
      </p:sp>
      <p:pic>
        <p:nvPicPr>
          <p:cNvPr id="12293" name="Picture 3">
            <a:extLst>
              <a:ext uri="{FF2B5EF4-FFF2-40B4-BE49-F238E27FC236}">
                <a16:creationId xmlns:a16="http://schemas.microsoft.com/office/drawing/2014/main" id="{FA9BDDC7-C05D-A433-CEBF-9BC84BD75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92275"/>
            <a:ext cx="3657600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8">
            <a:extLst>
              <a:ext uri="{FF2B5EF4-FFF2-40B4-BE49-F238E27FC236}">
                <a16:creationId xmlns:a16="http://schemas.microsoft.com/office/drawing/2014/main" id="{D7B75F6D-5646-B69E-D541-6FA469B12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735138"/>
            <a:ext cx="3451225" cy="150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72ACE5-40DB-C318-E2D0-86ABA7BB3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4">
            <a:extLst>
              <a:ext uri="{FF2B5EF4-FFF2-40B4-BE49-F238E27FC236}">
                <a16:creationId xmlns:a16="http://schemas.microsoft.com/office/drawing/2014/main" id="{984628C8-7ADA-C751-36CD-36403DBAC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Text</a:t>
            </a:r>
          </a:p>
        </p:txBody>
      </p:sp>
      <p:sp>
        <p:nvSpPr>
          <p:cNvPr id="13315" name="TextBox 6">
            <a:extLst>
              <a:ext uri="{FF2B5EF4-FFF2-40B4-BE49-F238E27FC236}">
                <a16:creationId xmlns:a16="http://schemas.microsoft.com/office/drawing/2014/main" id="{B190D121-5B6B-A59A-B66C-64D59E18A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23875"/>
            <a:ext cx="10820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00"/>
                </a:solidFill>
                <a:latin typeface="Segoe UI" panose="020B0502040204020203" pitchFamily="34" charset="0"/>
              </a:rPr>
              <a:t>Text Vertical Alignment</a:t>
            </a:r>
          </a:p>
        </p:txBody>
      </p:sp>
      <p:pic>
        <p:nvPicPr>
          <p:cNvPr id="13316" name="Picture 5">
            <a:extLst>
              <a:ext uri="{FF2B5EF4-FFF2-40B4-BE49-F238E27FC236}">
                <a16:creationId xmlns:a16="http://schemas.microsoft.com/office/drawing/2014/main" id="{B557C4A0-88ED-2C17-FCBC-E84D7F449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" y="1143000"/>
            <a:ext cx="3429000" cy="376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10">
            <a:extLst>
              <a:ext uri="{FF2B5EF4-FFF2-40B4-BE49-F238E27FC236}">
                <a16:creationId xmlns:a16="http://schemas.microsoft.com/office/drawing/2014/main" id="{A2AC64E7-7926-2CC3-F51D-3084F177E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5062538"/>
            <a:ext cx="10161588" cy="1600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0D3CC2-76D7-9DC6-4880-7BA9E55CC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4">
            <a:extLst>
              <a:ext uri="{FF2B5EF4-FFF2-40B4-BE49-F238E27FC236}">
                <a16:creationId xmlns:a16="http://schemas.microsoft.com/office/drawing/2014/main" id="{53F1AA18-4715-7298-3426-00B715227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Text</a:t>
            </a:r>
          </a:p>
        </p:txBody>
      </p:sp>
      <p:sp>
        <p:nvSpPr>
          <p:cNvPr id="14339" name="TextBox 6">
            <a:extLst>
              <a:ext uri="{FF2B5EF4-FFF2-40B4-BE49-F238E27FC236}">
                <a16:creationId xmlns:a16="http://schemas.microsoft.com/office/drawing/2014/main" id="{6B926940-AF34-62C1-B859-6C415510B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23875"/>
            <a:ext cx="10820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00"/>
                </a:solidFill>
                <a:latin typeface="Segoe UI" panose="020B0502040204020203" pitchFamily="34" charset="0"/>
              </a:rPr>
              <a:t>Text Decoration</a:t>
            </a:r>
          </a:p>
        </p:txBody>
      </p:sp>
      <p:pic>
        <p:nvPicPr>
          <p:cNvPr id="14340" name="Picture 2">
            <a:extLst>
              <a:ext uri="{FF2B5EF4-FFF2-40B4-BE49-F238E27FC236}">
                <a16:creationId xmlns:a16="http://schemas.microsoft.com/office/drawing/2014/main" id="{8496599B-976F-FBAD-B476-53ABA2F04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01713"/>
            <a:ext cx="3856038" cy="357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7">
            <a:extLst>
              <a:ext uri="{FF2B5EF4-FFF2-40B4-BE49-F238E27FC236}">
                <a16:creationId xmlns:a16="http://schemas.microsoft.com/office/drawing/2014/main" id="{4355DAA0-72EF-B5EA-F797-FB321B787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3" y="1905000"/>
            <a:ext cx="3529012" cy="221773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464E88-4442-B3CE-260D-899EC2545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F6E35F84-4EA4-9B2C-D00C-67609BD1C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Text</a:t>
            </a:r>
          </a:p>
        </p:txBody>
      </p:sp>
      <p:sp>
        <p:nvSpPr>
          <p:cNvPr id="15363" name="TextBox 6">
            <a:extLst>
              <a:ext uri="{FF2B5EF4-FFF2-40B4-BE49-F238E27FC236}">
                <a16:creationId xmlns:a16="http://schemas.microsoft.com/office/drawing/2014/main" id="{CC4895F6-21A7-4993-FA03-7B86F9341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23875"/>
            <a:ext cx="10820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00"/>
                </a:solidFill>
                <a:latin typeface="Segoe UI" panose="020B0502040204020203" pitchFamily="34" charset="0"/>
              </a:rPr>
              <a:t>Text Transformation</a:t>
            </a:r>
          </a:p>
        </p:txBody>
      </p:sp>
      <p:pic>
        <p:nvPicPr>
          <p:cNvPr id="15364" name="Picture 3">
            <a:extLst>
              <a:ext uri="{FF2B5EF4-FFF2-40B4-BE49-F238E27FC236}">
                <a16:creationId xmlns:a16="http://schemas.microsoft.com/office/drawing/2014/main" id="{0959631A-F760-0BAA-6BCC-20720E8A3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23963"/>
            <a:ext cx="4419600" cy="426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8597ED-F902-F119-9714-48020D1A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4">
            <a:extLst>
              <a:ext uri="{FF2B5EF4-FFF2-40B4-BE49-F238E27FC236}">
                <a16:creationId xmlns:a16="http://schemas.microsoft.com/office/drawing/2014/main" id="{23584ABE-3CC0-B927-ED85-06E149635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Text</a:t>
            </a:r>
          </a:p>
        </p:txBody>
      </p:sp>
      <p:sp>
        <p:nvSpPr>
          <p:cNvPr id="16387" name="TextBox 6">
            <a:extLst>
              <a:ext uri="{FF2B5EF4-FFF2-40B4-BE49-F238E27FC236}">
                <a16:creationId xmlns:a16="http://schemas.microsoft.com/office/drawing/2014/main" id="{68FDA47C-B066-34DC-A219-9861EC549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23875"/>
            <a:ext cx="10820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00"/>
                </a:solidFill>
                <a:latin typeface="Segoe UI" panose="020B0502040204020203" pitchFamily="34" charset="0"/>
              </a:rPr>
              <a:t>Text Spacing</a:t>
            </a:r>
          </a:p>
        </p:txBody>
      </p:sp>
      <p:pic>
        <p:nvPicPr>
          <p:cNvPr id="16388" name="Picture 2">
            <a:extLst>
              <a:ext uri="{FF2B5EF4-FFF2-40B4-BE49-F238E27FC236}">
                <a16:creationId xmlns:a16="http://schemas.microsoft.com/office/drawing/2014/main" id="{FE40D8C8-1A96-77AF-CEAA-CCC57D9CD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84250"/>
            <a:ext cx="10668000" cy="551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A5FF12-4AF5-7992-F788-2FA053D52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4">
            <a:extLst>
              <a:ext uri="{FF2B5EF4-FFF2-40B4-BE49-F238E27FC236}">
                <a16:creationId xmlns:a16="http://schemas.microsoft.com/office/drawing/2014/main" id="{87FA201E-94C4-A044-840F-EE793F38A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Text</a:t>
            </a:r>
          </a:p>
        </p:txBody>
      </p:sp>
      <p:sp>
        <p:nvSpPr>
          <p:cNvPr id="17411" name="TextBox 6">
            <a:extLst>
              <a:ext uri="{FF2B5EF4-FFF2-40B4-BE49-F238E27FC236}">
                <a16:creationId xmlns:a16="http://schemas.microsoft.com/office/drawing/2014/main" id="{BD880342-C793-0C7E-D6D8-ACEC2627C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23875"/>
            <a:ext cx="10820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00"/>
                </a:solidFill>
                <a:latin typeface="Segoe UI" panose="020B0502040204020203" pitchFamily="34" charset="0"/>
              </a:rPr>
              <a:t>Text Shadow</a:t>
            </a:r>
          </a:p>
        </p:txBody>
      </p:sp>
      <p:pic>
        <p:nvPicPr>
          <p:cNvPr id="17412" name="Picture 3">
            <a:extLst>
              <a:ext uri="{FF2B5EF4-FFF2-40B4-BE49-F238E27FC236}">
                <a16:creationId xmlns:a16="http://schemas.microsoft.com/office/drawing/2014/main" id="{A951D4A5-95A2-D98F-D2FC-E41A42CA9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3" y="1060450"/>
            <a:ext cx="4618037" cy="503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7">
            <a:extLst>
              <a:ext uri="{FF2B5EF4-FFF2-40B4-BE49-F238E27FC236}">
                <a16:creationId xmlns:a16="http://schemas.microsoft.com/office/drawing/2014/main" id="{4FF37FBD-4C68-3091-DE1D-57D25CD68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4800600"/>
            <a:ext cx="26670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3B4E81-0A65-CF42-32EF-9A75B6EB9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4">
            <a:extLst>
              <a:ext uri="{FF2B5EF4-FFF2-40B4-BE49-F238E27FC236}">
                <a16:creationId xmlns:a16="http://schemas.microsoft.com/office/drawing/2014/main" id="{28BB5855-6FFD-01DE-75E8-893B484CD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Text</a:t>
            </a:r>
          </a:p>
        </p:txBody>
      </p:sp>
      <p:sp>
        <p:nvSpPr>
          <p:cNvPr id="18435" name="TextBox 6">
            <a:extLst>
              <a:ext uri="{FF2B5EF4-FFF2-40B4-BE49-F238E27FC236}">
                <a16:creationId xmlns:a16="http://schemas.microsoft.com/office/drawing/2014/main" id="{06F2D006-B947-1128-4CCE-E67EB751E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23875"/>
            <a:ext cx="10820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00"/>
                </a:solidFill>
                <a:latin typeface="Segoe UI" panose="020B0502040204020203" pitchFamily="34" charset="0"/>
              </a:rPr>
              <a:t>Text Shadow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610ECE1D-B22D-4B3B-7B9A-58FF7D415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3" y="1060450"/>
            <a:ext cx="4618037" cy="503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7">
            <a:extLst>
              <a:ext uri="{FF2B5EF4-FFF2-40B4-BE49-F238E27FC236}">
                <a16:creationId xmlns:a16="http://schemas.microsoft.com/office/drawing/2014/main" id="{740A65EF-7A06-13EC-3D4A-AE43223E3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4800600"/>
            <a:ext cx="26670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0E7D6D-C3D1-90F9-0375-400048DCD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4">
            <a:extLst>
              <a:ext uri="{FF2B5EF4-FFF2-40B4-BE49-F238E27FC236}">
                <a16:creationId xmlns:a16="http://schemas.microsoft.com/office/drawing/2014/main" id="{CCF537FB-E39F-2F4C-D7DD-F8F281F1B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Text</a:t>
            </a:r>
          </a:p>
        </p:txBody>
      </p:sp>
      <p:sp>
        <p:nvSpPr>
          <p:cNvPr id="19459" name="TextBox 6">
            <a:extLst>
              <a:ext uri="{FF2B5EF4-FFF2-40B4-BE49-F238E27FC236}">
                <a16:creationId xmlns:a16="http://schemas.microsoft.com/office/drawing/2014/main" id="{F6B1C4E5-A7A3-ABBC-240D-155E1D766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23875"/>
            <a:ext cx="10820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00"/>
                </a:solidFill>
                <a:latin typeface="Segoe UI" panose="020B0502040204020203" pitchFamily="34" charset="0"/>
              </a:rPr>
              <a:t>Text Color &amp; Background Color</a:t>
            </a:r>
          </a:p>
        </p:txBody>
      </p:sp>
      <p:pic>
        <p:nvPicPr>
          <p:cNvPr id="19460" name="Picture 2">
            <a:extLst>
              <a:ext uri="{FF2B5EF4-FFF2-40B4-BE49-F238E27FC236}">
                <a16:creationId xmlns:a16="http://schemas.microsoft.com/office/drawing/2014/main" id="{0C4B3FDB-7A3D-54F7-77F4-20447E77F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46163"/>
            <a:ext cx="6742113" cy="550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8">
            <a:extLst>
              <a:ext uri="{FF2B5EF4-FFF2-40B4-BE49-F238E27FC236}">
                <a16:creationId xmlns:a16="http://schemas.microsoft.com/office/drawing/2014/main" id="{3001FA1A-62B1-5343-D70F-D54B6AF35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614738"/>
            <a:ext cx="630713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23D43A-C39E-723C-5CEF-6E3E32221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4">
            <a:extLst>
              <a:ext uri="{FF2B5EF4-FFF2-40B4-BE49-F238E27FC236}">
                <a16:creationId xmlns:a16="http://schemas.microsoft.com/office/drawing/2014/main" id="{9E4EAF2A-A860-C00C-FA50-D6B31EE2C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Backgrounds</a:t>
            </a:r>
          </a:p>
        </p:txBody>
      </p:sp>
      <p:sp>
        <p:nvSpPr>
          <p:cNvPr id="20483" name="TextBox 7">
            <a:extLst>
              <a:ext uri="{FF2B5EF4-FFF2-40B4-BE49-F238E27FC236}">
                <a16:creationId xmlns:a16="http://schemas.microsoft.com/office/drawing/2014/main" id="{431BC98C-6999-CFDA-72AC-99B8BC95F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" y="523875"/>
            <a:ext cx="6096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CSS background-color</a:t>
            </a:r>
          </a:p>
        </p:txBody>
      </p:sp>
      <p:pic>
        <p:nvPicPr>
          <p:cNvPr id="20484" name="Picture 5">
            <a:extLst>
              <a:ext uri="{FF2B5EF4-FFF2-40B4-BE49-F238E27FC236}">
                <a16:creationId xmlns:a16="http://schemas.microsoft.com/office/drawing/2014/main" id="{FF491A50-7EBA-1D14-7607-D2DB46159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92175"/>
            <a:ext cx="4843463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TextBox 12">
            <a:extLst>
              <a:ext uri="{FF2B5EF4-FFF2-40B4-BE49-F238E27FC236}">
                <a16:creationId xmlns:a16="http://schemas.microsoft.com/office/drawing/2014/main" id="{AD65FA85-9325-7D8A-3E41-F75C788B8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795463"/>
            <a:ext cx="60960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en-GB" altLang="en-US" sz="18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GB" altLang="en-US" sz="18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GB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a valid color name - like "red"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GB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a HEX value - like "#ff0000"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GB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an RGB value - like "rgb(255,0,0)"</a:t>
            </a:r>
          </a:p>
        </p:txBody>
      </p:sp>
      <p:sp>
        <p:nvSpPr>
          <p:cNvPr id="20486" name="TextBox 14">
            <a:extLst>
              <a:ext uri="{FF2B5EF4-FFF2-40B4-BE49-F238E27FC236}">
                <a16:creationId xmlns:a16="http://schemas.microsoft.com/office/drawing/2014/main" id="{677BC96A-D320-E107-E906-BAE9076A2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429000"/>
            <a:ext cx="609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Opacity / Transparency</a:t>
            </a:r>
            <a:endParaRPr lang="en-US" altLang="en-US" sz="1800" b="1"/>
          </a:p>
        </p:txBody>
      </p:sp>
      <p:pic>
        <p:nvPicPr>
          <p:cNvPr id="20487" name="Picture 16">
            <a:extLst>
              <a:ext uri="{FF2B5EF4-FFF2-40B4-BE49-F238E27FC236}">
                <a16:creationId xmlns:a16="http://schemas.microsoft.com/office/drawing/2014/main" id="{F3F1374D-95E4-42B0-F492-966399D4A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8" y="3954463"/>
            <a:ext cx="3408362" cy="145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A7033A-35DF-628D-C9B1-DACE8E3F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Box 4">
            <a:extLst>
              <a:ext uri="{FF2B5EF4-FFF2-40B4-BE49-F238E27FC236}">
                <a16:creationId xmlns:a16="http://schemas.microsoft.com/office/drawing/2014/main" id="{2DAF7E87-5C91-A90E-6218-3967BA8CA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Backgrounds</a:t>
            </a:r>
          </a:p>
        </p:txBody>
      </p:sp>
      <p:sp>
        <p:nvSpPr>
          <p:cNvPr id="21507" name="TextBox 7">
            <a:extLst>
              <a:ext uri="{FF2B5EF4-FFF2-40B4-BE49-F238E27FC236}">
                <a16:creationId xmlns:a16="http://schemas.microsoft.com/office/drawing/2014/main" id="{53D0CF0F-167C-B6C6-D8AB-BA7128970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" y="523875"/>
            <a:ext cx="6096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Transparency using RGBA</a:t>
            </a:r>
          </a:p>
        </p:txBody>
      </p:sp>
      <p:pic>
        <p:nvPicPr>
          <p:cNvPr id="21508" name="Picture 3">
            <a:extLst>
              <a:ext uri="{FF2B5EF4-FFF2-40B4-BE49-F238E27FC236}">
                <a16:creationId xmlns:a16="http://schemas.microsoft.com/office/drawing/2014/main" id="{128A9A0E-1089-1ABE-61BC-017421D4D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46163"/>
            <a:ext cx="11041063" cy="131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Box 13">
            <a:extLst>
              <a:ext uri="{FF2B5EF4-FFF2-40B4-BE49-F238E27FC236}">
                <a16:creationId xmlns:a16="http://schemas.microsoft.com/office/drawing/2014/main" id="{2386D8E9-6313-6051-F925-33F19DA69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486025"/>
            <a:ext cx="6096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CSS Background Image</a:t>
            </a:r>
            <a:endParaRPr lang="en-US" altLang="en-US" sz="1800" b="1"/>
          </a:p>
        </p:txBody>
      </p:sp>
      <p:pic>
        <p:nvPicPr>
          <p:cNvPr id="21510" name="Picture 10">
            <a:extLst>
              <a:ext uri="{FF2B5EF4-FFF2-40B4-BE49-F238E27FC236}">
                <a16:creationId xmlns:a16="http://schemas.microsoft.com/office/drawing/2014/main" id="{C0F23839-AA96-D10B-D77D-11B1F347F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946400"/>
            <a:ext cx="4732338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Picture 15">
            <a:extLst>
              <a:ext uri="{FF2B5EF4-FFF2-40B4-BE49-F238E27FC236}">
                <a16:creationId xmlns:a16="http://schemas.microsoft.com/office/drawing/2014/main" id="{51F3C4D4-A66B-FD0B-FFAA-70C66C218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" y="4448175"/>
            <a:ext cx="4808538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67F128-7835-74E2-AC81-F6FB31AC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4">
            <a:extLst>
              <a:ext uri="{FF2B5EF4-FFF2-40B4-BE49-F238E27FC236}">
                <a16:creationId xmlns:a16="http://schemas.microsoft.com/office/drawing/2014/main" id="{B13A3052-71BE-BBE8-2A6B-5947EF4E4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Backgrounds</a:t>
            </a:r>
          </a:p>
        </p:txBody>
      </p:sp>
      <p:sp>
        <p:nvSpPr>
          <p:cNvPr id="22531" name="TextBox 13">
            <a:extLst>
              <a:ext uri="{FF2B5EF4-FFF2-40B4-BE49-F238E27FC236}">
                <a16:creationId xmlns:a16="http://schemas.microsoft.com/office/drawing/2014/main" id="{A9B1AF6C-6B83-EC50-D626-1019C4A96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33400"/>
            <a:ext cx="609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CSS Background Image</a:t>
            </a:r>
            <a:endParaRPr lang="en-US" altLang="en-US" sz="1800" b="1"/>
          </a:p>
        </p:txBody>
      </p:sp>
      <p:pic>
        <p:nvPicPr>
          <p:cNvPr id="22532" name="Picture 2">
            <a:extLst>
              <a:ext uri="{FF2B5EF4-FFF2-40B4-BE49-F238E27FC236}">
                <a16:creationId xmlns:a16="http://schemas.microsoft.com/office/drawing/2014/main" id="{2D67EC99-F366-9072-1B2C-72FF4699F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66800"/>
            <a:ext cx="6542088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6">
            <a:extLst>
              <a:ext uri="{FF2B5EF4-FFF2-40B4-BE49-F238E27FC236}">
                <a16:creationId xmlns:a16="http://schemas.microsoft.com/office/drawing/2014/main" id="{034E99FD-6184-E861-EB2C-04B52C04C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86100"/>
            <a:ext cx="6634163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62B1D3-40F1-FD1D-4A53-8EFCF0B1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Box 4">
            <a:extLst>
              <a:ext uri="{FF2B5EF4-FFF2-40B4-BE49-F238E27FC236}">
                <a16:creationId xmlns:a16="http://schemas.microsoft.com/office/drawing/2014/main" id="{FD24AC46-88A5-75D7-53DE-9D19281B2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Backgrounds</a:t>
            </a:r>
          </a:p>
        </p:txBody>
      </p:sp>
      <p:sp>
        <p:nvSpPr>
          <p:cNvPr id="23555" name="TextBox 13">
            <a:extLst>
              <a:ext uri="{FF2B5EF4-FFF2-40B4-BE49-F238E27FC236}">
                <a16:creationId xmlns:a16="http://schemas.microsoft.com/office/drawing/2014/main" id="{7BE08D26-17DF-85F7-AF2E-29CEEBB94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33400"/>
            <a:ext cx="609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CSS Background Image</a:t>
            </a:r>
            <a:endParaRPr lang="en-US" altLang="en-US" sz="1800" b="1"/>
          </a:p>
        </p:txBody>
      </p:sp>
      <p:pic>
        <p:nvPicPr>
          <p:cNvPr id="23556" name="Picture 3">
            <a:extLst>
              <a:ext uri="{FF2B5EF4-FFF2-40B4-BE49-F238E27FC236}">
                <a16:creationId xmlns:a16="http://schemas.microsoft.com/office/drawing/2014/main" id="{562324EA-FD29-C096-0314-E89C0746B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28688"/>
            <a:ext cx="8670925" cy="592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9327E0-45A7-1507-C0A6-8E04009E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4">
            <a:extLst>
              <a:ext uri="{FF2B5EF4-FFF2-40B4-BE49-F238E27FC236}">
                <a16:creationId xmlns:a16="http://schemas.microsoft.com/office/drawing/2014/main" id="{B6FC1F01-EE42-4B40-73F6-575776967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Backgrounds</a:t>
            </a:r>
          </a:p>
        </p:txBody>
      </p:sp>
      <p:sp>
        <p:nvSpPr>
          <p:cNvPr id="24579" name="TextBox 13">
            <a:extLst>
              <a:ext uri="{FF2B5EF4-FFF2-40B4-BE49-F238E27FC236}">
                <a16:creationId xmlns:a16="http://schemas.microsoft.com/office/drawing/2014/main" id="{6D1D0AB8-33F8-4E3C-6186-3ECA69449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33400"/>
            <a:ext cx="609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CSS Background Attachment</a:t>
            </a:r>
            <a:endParaRPr lang="en-US" altLang="en-US" sz="1800" b="1"/>
          </a:p>
        </p:txBody>
      </p:sp>
      <p:pic>
        <p:nvPicPr>
          <p:cNvPr id="24580" name="Picture 2">
            <a:extLst>
              <a:ext uri="{FF2B5EF4-FFF2-40B4-BE49-F238E27FC236}">
                <a16:creationId xmlns:a16="http://schemas.microsoft.com/office/drawing/2014/main" id="{9B1A5C0A-1F6A-029F-6971-CF5E26F97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71538"/>
            <a:ext cx="5521325" cy="217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Rectangle 1">
            <a:extLst>
              <a:ext uri="{FF2B5EF4-FFF2-40B4-BE49-F238E27FC236}">
                <a16:creationId xmlns:a16="http://schemas.microsoft.com/office/drawing/2014/main" id="{146DC96C-A9B7-DA77-0D87-180F6F643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48000"/>
            <a:ext cx="9753600" cy="86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The</a:t>
            </a:r>
            <a:r>
              <a:rPr lang="en-US" altLang="en-US" sz="1800" b="1">
                <a:solidFill>
                  <a:srgbClr val="000000"/>
                </a:solidFill>
              </a:rPr>
              <a:t> </a:t>
            </a:r>
            <a:r>
              <a:rPr lang="en-US" altLang="en-US" sz="1800" b="1">
                <a:solidFill>
                  <a:srgbClr val="DC143C"/>
                </a:solidFill>
                <a:latin typeface="Consolas" panose="020B0609020204030204" pitchFamily="49" charset="0"/>
              </a:rPr>
              <a:t>background-attachment</a:t>
            </a:r>
            <a:r>
              <a:rPr lang="en-US" altLang="en-US" sz="1800" b="1">
                <a:solidFill>
                  <a:srgbClr val="000000"/>
                </a:solidFill>
              </a:rPr>
              <a:t> </a:t>
            </a:r>
            <a:r>
              <a:rPr lang="en-US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property specifies whether the background image should scroll or be fixed (will not scroll with the rest of the page):</a:t>
            </a:r>
            <a:r>
              <a:rPr lang="en-US" altLang="en-US" sz="1800" b="1"/>
              <a:t> </a:t>
            </a:r>
            <a:endParaRPr lang="en-US" altLang="en-US" sz="3200" b="1"/>
          </a:p>
        </p:txBody>
      </p:sp>
      <p:pic>
        <p:nvPicPr>
          <p:cNvPr id="24582" name="Picture 7">
            <a:extLst>
              <a:ext uri="{FF2B5EF4-FFF2-40B4-BE49-F238E27FC236}">
                <a16:creationId xmlns:a16="http://schemas.microsoft.com/office/drawing/2014/main" id="{A5636B6C-D235-B48B-660C-492ECF563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286250"/>
            <a:ext cx="5257800" cy="213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627A33-9E35-883C-DB12-4A923CD16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4">
            <a:extLst>
              <a:ext uri="{FF2B5EF4-FFF2-40B4-BE49-F238E27FC236}">
                <a16:creationId xmlns:a16="http://schemas.microsoft.com/office/drawing/2014/main" id="{14AF9ED6-EC8E-8356-AE20-EB8A5B3AD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Backgrounds</a:t>
            </a:r>
          </a:p>
        </p:txBody>
      </p:sp>
      <p:sp>
        <p:nvSpPr>
          <p:cNvPr id="25603" name="TextBox 13">
            <a:extLst>
              <a:ext uri="{FF2B5EF4-FFF2-40B4-BE49-F238E27FC236}">
                <a16:creationId xmlns:a16="http://schemas.microsoft.com/office/drawing/2014/main" id="{76497D99-D9A9-B15F-E1A3-244C58DA6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33400"/>
            <a:ext cx="609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CSS Background ShortHand</a:t>
            </a:r>
            <a:endParaRPr lang="en-US" altLang="en-US" sz="1800" b="1"/>
          </a:p>
        </p:txBody>
      </p:sp>
      <p:sp>
        <p:nvSpPr>
          <p:cNvPr id="25604" name="TextBox 6">
            <a:extLst>
              <a:ext uri="{FF2B5EF4-FFF2-40B4-BE49-F238E27FC236}">
                <a16:creationId xmlns:a16="http://schemas.microsoft.com/office/drawing/2014/main" id="{40869FB1-BE5D-65E8-D643-45BAEF273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19200"/>
            <a:ext cx="6096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Use the shorthand property to set the background properties in one declaration: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br>
              <a:rPr lang="en-GB" altLang="en-US" sz="1800"/>
            </a:br>
            <a:endParaRPr lang="en-US" altLang="en-US" sz="1800"/>
          </a:p>
        </p:txBody>
      </p:sp>
      <p:pic>
        <p:nvPicPr>
          <p:cNvPr id="25605" name="Picture 7">
            <a:extLst>
              <a:ext uri="{FF2B5EF4-FFF2-40B4-BE49-F238E27FC236}">
                <a16:creationId xmlns:a16="http://schemas.microsoft.com/office/drawing/2014/main" id="{D74D2302-A505-680D-933D-3C3C7C1D9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2100263"/>
            <a:ext cx="10271125" cy="132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D82FC2-AC62-324D-298C-0B2DE284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4">
            <a:extLst>
              <a:ext uri="{FF2B5EF4-FFF2-40B4-BE49-F238E27FC236}">
                <a16:creationId xmlns:a16="http://schemas.microsoft.com/office/drawing/2014/main" id="{80941E50-A625-29E3-19E0-9250F6BBA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Borders</a:t>
            </a:r>
          </a:p>
        </p:txBody>
      </p:sp>
      <p:sp>
        <p:nvSpPr>
          <p:cNvPr id="26627" name="TextBox 8">
            <a:extLst>
              <a:ext uri="{FF2B5EF4-FFF2-40B4-BE49-F238E27FC236}">
                <a16:creationId xmlns:a16="http://schemas.microsoft.com/office/drawing/2014/main" id="{85A0FE53-E4E7-60EC-6963-E3526A300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97536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A52A2A"/>
                </a:solidFill>
                <a:latin typeface="Consolas" panose="020B0609020204030204" pitchFamily="49" charset="0"/>
              </a:rPr>
              <a:t>p.dotted 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en-US" sz="240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2400">
                <a:solidFill>
                  <a:srgbClr val="0000CD"/>
                </a:solidFill>
                <a:latin typeface="Consolas" panose="020B0609020204030204" pitchFamily="49" charset="0"/>
              </a:rPr>
              <a:t> dotted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  <a:br>
              <a:rPr lang="en-US" altLang="en-US" sz="2400"/>
            </a:br>
            <a:r>
              <a:rPr lang="en-US" altLang="en-US" sz="2400">
                <a:solidFill>
                  <a:srgbClr val="A52A2A"/>
                </a:solidFill>
                <a:latin typeface="Consolas" panose="020B0609020204030204" pitchFamily="49" charset="0"/>
              </a:rPr>
              <a:t>p.dashed 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en-US" sz="240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2400">
                <a:solidFill>
                  <a:srgbClr val="0000CD"/>
                </a:solidFill>
                <a:latin typeface="Consolas" panose="020B0609020204030204" pitchFamily="49" charset="0"/>
              </a:rPr>
              <a:t> dashed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  <a:br>
              <a:rPr lang="en-US" altLang="en-US" sz="2400"/>
            </a:br>
            <a:r>
              <a:rPr lang="en-US" altLang="en-US" sz="2400">
                <a:solidFill>
                  <a:srgbClr val="A52A2A"/>
                </a:solidFill>
                <a:latin typeface="Consolas" panose="020B0609020204030204" pitchFamily="49" charset="0"/>
              </a:rPr>
              <a:t>p.solid 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en-US" sz="240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2400">
                <a:solidFill>
                  <a:srgbClr val="0000CD"/>
                </a:solidFill>
                <a:latin typeface="Consolas" panose="020B0609020204030204" pitchFamily="49" charset="0"/>
              </a:rPr>
              <a:t> solid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  <a:br>
              <a:rPr lang="en-US" altLang="en-US" sz="2400"/>
            </a:br>
            <a:r>
              <a:rPr lang="en-US" altLang="en-US" sz="2400">
                <a:solidFill>
                  <a:srgbClr val="A52A2A"/>
                </a:solidFill>
                <a:latin typeface="Consolas" panose="020B0609020204030204" pitchFamily="49" charset="0"/>
              </a:rPr>
              <a:t>p.double 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en-US" sz="240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2400">
                <a:solidFill>
                  <a:srgbClr val="0000CD"/>
                </a:solidFill>
                <a:latin typeface="Consolas" panose="020B0609020204030204" pitchFamily="49" charset="0"/>
              </a:rPr>
              <a:t> double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  <a:br>
              <a:rPr lang="en-US" altLang="en-US" sz="2400"/>
            </a:br>
            <a:r>
              <a:rPr lang="en-US" altLang="en-US" sz="2400">
                <a:solidFill>
                  <a:srgbClr val="A52A2A"/>
                </a:solidFill>
                <a:latin typeface="Consolas" panose="020B0609020204030204" pitchFamily="49" charset="0"/>
              </a:rPr>
              <a:t>p.groove 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en-US" sz="240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2400">
                <a:solidFill>
                  <a:srgbClr val="0000CD"/>
                </a:solidFill>
                <a:latin typeface="Consolas" panose="020B0609020204030204" pitchFamily="49" charset="0"/>
              </a:rPr>
              <a:t> groove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  <a:br>
              <a:rPr lang="en-US" altLang="en-US" sz="2400"/>
            </a:br>
            <a:r>
              <a:rPr lang="en-US" altLang="en-US" sz="2400">
                <a:solidFill>
                  <a:srgbClr val="A52A2A"/>
                </a:solidFill>
                <a:latin typeface="Consolas" panose="020B0609020204030204" pitchFamily="49" charset="0"/>
              </a:rPr>
              <a:t>p.ridge 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en-US" sz="240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2400">
                <a:solidFill>
                  <a:srgbClr val="0000CD"/>
                </a:solidFill>
                <a:latin typeface="Consolas" panose="020B0609020204030204" pitchFamily="49" charset="0"/>
              </a:rPr>
              <a:t> ridge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  <a:br>
              <a:rPr lang="en-US" altLang="en-US" sz="2400"/>
            </a:br>
            <a:r>
              <a:rPr lang="en-US" altLang="en-US" sz="2400">
                <a:solidFill>
                  <a:srgbClr val="A52A2A"/>
                </a:solidFill>
                <a:latin typeface="Consolas" panose="020B0609020204030204" pitchFamily="49" charset="0"/>
              </a:rPr>
              <a:t>p.inset 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en-US" sz="240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2400">
                <a:solidFill>
                  <a:srgbClr val="0000CD"/>
                </a:solidFill>
                <a:latin typeface="Consolas" panose="020B0609020204030204" pitchFamily="49" charset="0"/>
              </a:rPr>
              <a:t> inset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  <a:br>
              <a:rPr lang="en-US" altLang="en-US" sz="2400"/>
            </a:br>
            <a:r>
              <a:rPr lang="en-US" altLang="en-US" sz="2400">
                <a:solidFill>
                  <a:srgbClr val="A52A2A"/>
                </a:solidFill>
                <a:latin typeface="Consolas" panose="020B0609020204030204" pitchFamily="49" charset="0"/>
              </a:rPr>
              <a:t>p.outset 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en-US" sz="240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2400">
                <a:solidFill>
                  <a:srgbClr val="0000CD"/>
                </a:solidFill>
                <a:latin typeface="Consolas" panose="020B0609020204030204" pitchFamily="49" charset="0"/>
              </a:rPr>
              <a:t> outset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  <a:br>
              <a:rPr lang="en-US" altLang="en-US" sz="2400"/>
            </a:br>
            <a:r>
              <a:rPr lang="en-US" altLang="en-US" sz="2400">
                <a:solidFill>
                  <a:srgbClr val="A52A2A"/>
                </a:solidFill>
                <a:latin typeface="Consolas" panose="020B0609020204030204" pitchFamily="49" charset="0"/>
              </a:rPr>
              <a:t>p.none 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en-US" sz="240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2400">
                <a:solidFill>
                  <a:srgbClr val="0000CD"/>
                </a:solidFill>
                <a:latin typeface="Consolas" panose="020B0609020204030204" pitchFamily="49" charset="0"/>
              </a:rPr>
              <a:t> none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  <a:br>
              <a:rPr lang="en-US" altLang="en-US" sz="2400"/>
            </a:br>
            <a:r>
              <a:rPr lang="en-US" altLang="en-US" sz="2400">
                <a:solidFill>
                  <a:srgbClr val="A52A2A"/>
                </a:solidFill>
                <a:latin typeface="Consolas" panose="020B0609020204030204" pitchFamily="49" charset="0"/>
              </a:rPr>
              <a:t>p.hidden 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en-US" sz="240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2400">
                <a:solidFill>
                  <a:srgbClr val="0000CD"/>
                </a:solidFill>
                <a:latin typeface="Consolas" panose="020B0609020204030204" pitchFamily="49" charset="0"/>
              </a:rPr>
              <a:t> hidden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  <a:br>
              <a:rPr lang="en-US" altLang="en-US" sz="2400"/>
            </a:br>
            <a:r>
              <a:rPr lang="en-US" altLang="en-US" sz="2400">
                <a:solidFill>
                  <a:srgbClr val="A52A2A"/>
                </a:solidFill>
                <a:latin typeface="Consolas" panose="020B0609020204030204" pitchFamily="49" charset="0"/>
              </a:rPr>
              <a:t>p.mix 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en-US" sz="2400">
                <a:solidFill>
                  <a:srgbClr val="FF0000"/>
                </a:solidFill>
                <a:latin typeface="Consolas" panose="020B0609020204030204" pitchFamily="49" charset="0"/>
              </a:rPr>
              <a:t>border-style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2400">
                <a:solidFill>
                  <a:srgbClr val="0000CD"/>
                </a:solidFill>
                <a:latin typeface="Consolas" panose="020B0609020204030204" pitchFamily="49" charset="0"/>
              </a:rPr>
              <a:t> dotted dashed solid double</a:t>
            </a:r>
            <a:r>
              <a:rPr lang="en-US" altLang="en-US" sz="240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  <a:endParaRPr lang="en-US" altLang="en-US"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10ED32-96A2-D9F2-0270-7D7ECEE8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4">
            <a:extLst>
              <a:ext uri="{FF2B5EF4-FFF2-40B4-BE49-F238E27FC236}">
                <a16:creationId xmlns:a16="http://schemas.microsoft.com/office/drawing/2014/main" id="{D619E460-2210-60AC-EEB9-D126E3982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Borders</a:t>
            </a:r>
          </a:p>
        </p:txBody>
      </p:sp>
      <p:sp>
        <p:nvSpPr>
          <p:cNvPr id="27651" name="TextBox 5">
            <a:extLst>
              <a:ext uri="{FF2B5EF4-FFF2-40B4-BE49-F238E27FC236}">
                <a16:creationId xmlns:a16="http://schemas.microsoft.com/office/drawing/2014/main" id="{E03CBE84-FE54-B3F0-2A11-67433464B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6096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p 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 border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2px solid red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 border-radius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5px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1800"/>
          </a:p>
        </p:txBody>
      </p:sp>
      <p:sp>
        <p:nvSpPr>
          <p:cNvPr id="27652" name="Rectangle 1">
            <a:extLst>
              <a:ext uri="{FF2B5EF4-FFF2-40B4-BE49-F238E27FC236}">
                <a16:creationId xmlns:a16="http://schemas.microsoft.com/office/drawing/2014/main" id="{86DFB83B-B012-0750-9C18-E212304BB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963613"/>
            <a:ext cx="5181600" cy="708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The</a:t>
            </a:r>
            <a:r>
              <a:rPr lang="en-US" altLang="en-US" sz="2000">
                <a:solidFill>
                  <a:srgbClr val="000000"/>
                </a:solidFill>
              </a:rPr>
              <a:t> </a:t>
            </a:r>
            <a:r>
              <a:rPr lang="en-US" altLang="en-US" sz="2000">
                <a:solidFill>
                  <a:srgbClr val="DC143C"/>
                </a:solidFill>
                <a:latin typeface="Consolas" panose="020B0609020204030204" pitchFamily="49" charset="0"/>
              </a:rPr>
              <a:t>border-radius</a:t>
            </a:r>
            <a:r>
              <a:rPr lang="en-US" altLang="en-US" sz="2000">
                <a:solidFill>
                  <a:srgbClr val="000000"/>
                </a:solidFill>
              </a:rPr>
              <a:t> </a:t>
            </a:r>
            <a:r>
              <a:rPr lang="en-US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property is used to add rounded borders to an element</a:t>
            </a:r>
            <a:endParaRPr lang="en-US" altLang="en-US" sz="2000"/>
          </a:p>
        </p:txBody>
      </p:sp>
      <p:sp>
        <p:nvSpPr>
          <p:cNvPr id="27653" name="TextBox 9">
            <a:extLst>
              <a:ext uri="{FF2B5EF4-FFF2-40B4-BE49-F238E27FC236}">
                <a16:creationId xmlns:a16="http://schemas.microsoft.com/office/drawing/2014/main" id="{EBCB87EB-6323-128A-8CE0-F28BEBB77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5" y="3314700"/>
            <a:ext cx="6096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p </a:t>
            </a:r>
            <a:r>
              <a:rPr lang="en-GB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GB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GB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border-left</a:t>
            </a:r>
            <a:r>
              <a:rPr lang="en-GB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6px solid red</a:t>
            </a:r>
            <a:r>
              <a:rPr lang="en-GB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GB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GB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 background-color</a:t>
            </a:r>
            <a:r>
              <a:rPr lang="en-GB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lightgrey</a:t>
            </a:r>
            <a:r>
              <a:rPr lang="en-GB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GB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GB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1800"/>
          </a:p>
        </p:txBody>
      </p:sp>
      <p:sp>
        <p:nvSpPr>
          <p:cNvPr id="27654" name="TextBox 10">
            <a:extLst>
              <a:ext uri="{FF2B5EF4-FFF2-40B4-BE49-F238E27FC236}">
                <a16:creationId xmlns:a16="http://schemas.microsoft.com/office/drawing/2014/main" id="{66213FA5-25FD-A03C-F2E2-97244E7BE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5" y="4967288"/>
            <a:ext cx="6096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p 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border-bottom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6px solid red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background-color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lightgrey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18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0E361A-2C84-0172-09C0-08C27CBE8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4">
            <a:extLst>
              <a:ext uri="{FF2B5EF4-FFF2-40B4-BE49-F238E27FC236}">
                <a16:creationId xmlns:a16="http://schemas.microsoft.com/office/drawing/2014/main" id="{2511C0B1-1100-6BDF-1AA3-5A85CE889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33CC"/>
                </a:solidFill>
                <a:latin typeface="Segoe UI" panose="020B0502040204020203" pitchFamily="34" charset="0"/>
              </a:rPr>
              <a:t>Different List Item Markers</a:t>
            </a:r>
          </a:p>
        </p:txBody>
      </p:sp>
      <p:pic>
        <p:nvPicPr>
          <p:cNvPr id="28675" name="Picture 3">
            <a:extLst>
              <a:ext uri="{FF2B5EF4-FFF2-40B4-BE49-F238E27FC236}">
                <a16:creationId xmlns:a16="http://schemas.microsoft.com/office/drawing/2014/main" id="{3398FD73-D69A-850C-3AF4-3F6E23C15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23875"/>
            <a:ext cx="4435475" cy="564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7">
            <a:extLst>
              <a:ext uri="{FF2B5EF4-FFF2-40B4-BE49-F238E27FC236}">
                <a16:creationId xmlns:a16="http://schemas.microsoft.com/office/drawing/2014/main" id="{279B093B-A230-7C85-D228-20D3ACC6C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728663"/>
            <a:ext cx="2919413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1FF8A8-7D30-9E1C-F772-531BECC6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Box 4">
            <a:extLst>
              <a:ext uri="{FF2B5EF4-FFF2-40B4-BE49-F238E27FC236}">
                <a16:creationId xmlns:a16="http://schemas.microsoft.com/office/drawing/2014/main" id="{18A69132-C8C4-8FD0-AD86-2EA2BC363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33CC"/>
                </a:solidFill>
                <a:latin typeface="Segoe UI" panose="020B0502040204020203" pitchFamily="34" charset="0"/>
              </a:rPr>
              <a:t>Styling List With Colors</a:t>
            </a:r>
          </a:p>
        </p:txBody>
      </p:sp>
      <p:pic>
        <p:nvPicPr>
          <p:cNvPr id="29699" name="Picture 2">
            <a:extLst>
              <a:ext uri="{FF2B5EF4-FFF2-40B4-BE49-F238E27FC236}">
                <a16:creationId xmlns:a16="http://schemas.microsoft.com/office/drawing/2014/main" id="{8554BA45-088D-0F6B-13FA-29B19C90E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38163"/>
            <a:ext cx="2667000" cy="625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6">
            <a:extLst>
              <a:ext uri="{FF2B5EF4-FFF2-40B4-BE49-F238E27FC236}">
                <a16:creationId xmlns:a16="http://schemas.microsoft.com/office/drawing/2014/main" id="{A8C74302-EEFA-A042-2B38-A0905FE6F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547813"/>
            <a:ext cx="4948238" cy="401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TextBox 2">
            <a:extLst>
              <a:ext uri="{FF2B5EF4-FFF2-40B4-BE49-F238E27FC236}">
                <a16:creationId xmlns:a16="http://schemas.microsoft.com/office/drawing/2014/main" id="{499B7EBB-8B2D-BC5B-D3F6-AB56846CA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98450"/>
            <a:ext cx="60944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/>
              <a:t>The CSS margin properties are used to create space around </a:t>
            </a:r>
            <a:r>
              <a:rPr lang="en-US" altLang="en-US" b="1"/>
              <a:t>elements</a:t>
            </a:r>
            <a:r>
              <a:rPr lang="en-US" altLang="en-US"/>
              <a:t>, outside of any defined borders.</a:t>
            </a:r>
          </a:p>
        </p:txBody>
      </p:sp>
      <p:sp>
        <p:nvSpPr>
          <p:cNvPr id="29702" name="TextBox 4">
            <a:extLst>
              <a:ext uri="{FF2B5EF4-FFF2-40B4-BE49-F238E27FC236}">
                <a16:creationId xmlns:a16="http://schemas.microsoft.com/office/drawing/2014/main" id="{EA07518F-D535-FC92-E403-E367FA68B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707063"/>
            <a:ext cx="60944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/>
              <a:t>Padding is used to create space around an </a:t>
            </a:r>
            <a:r>
              <a:rPr lang="en-US" altLang="en-US" b="1"/>
              <a:t>element's content</a:t>
            </a:r>
            <a:r>
              <a:rPr lang="en-US" altLang="en-US"/>
              <a:t>, inside of any defined borders.</a:t>
            </a:r>
          </a:p>
          <a:p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F5F887-6B1C-0A47-53C6-55EAAB6F6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ED653-D021-487E-A9FB-81375FE9ECA9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3C66856B3314981D2E215FB7144D6" ma:contentTypeVersion="0" ma:contentTypeDescription="Create a new document." ma:contentTypeScope="" ma:versionID="a8f50facb5a903a92afdc154f06e588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0AB15A5-FF0E-4F3F-8B06-00EDD1B9D977}"/>
</file>

<file path=customXml/itemProps2.xml><?xml version="1.0" encoding="utf-8"?>
<ds:datastoreItem xmlns:ds="http://schemas.openxmlformats.org/officeDocument/2006/customXml" ds:itemID="{BDD641E8-3BC6-453D-8D78-7D8565ED3781}"/>
</file>

<file path=customXml/itemProps3.xml><?xml version="1.0" encoding="utf-8"?>
<ds:datastoreItem xmlns:ds="http://schemas.openxmlformats.org/officeDocument/2006/customXml" ds:itemID="{99C5AD17-C56B-45DE-B425-F182E7E343C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5911</TotalTime>
  <Words>387</Words>
  <Application>Microsoft Office PowerPoint</Application>
  <PresentationFormat>Widescreen</PresentationFormat>
  <Paragraphs>69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Segoe UI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Bassel Dhaini</dc:creator>
  <cp:lastModifiedBy>Kamal Beydoun</cp:lastModifiedBy>
  <cp:revision>1406</cp:revision>
  <dcterms:created xsi:type="dcterms:W3CDTF">1601-01-01T00:00:00Z</dcterms:created>
  <dcterms:modified xsi:type="dcterms:W3CDTF">2025-09-25T08:30:44Z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0x010100BE23C66856B3314981D2E215FB7144D6</vt:lpwstr>
  </property>
</Properties>
</file>