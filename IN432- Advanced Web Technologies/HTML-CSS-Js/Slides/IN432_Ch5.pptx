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803" r:id="rId2"/>
  </p:sldMasterIdLst>
  <p:notesMasterIdLst>
    <p:notesMasterId r:id="rId32"/>
  </p:notesMasterIdLst>
  <p:handoutMasterIdLst>
    <p:handoutMasterId r:id="rId33"/>
  </p:handoutMasterIdLst>
  <p:sldIdLst>
    <p:sldId id="3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329" r:id="rId14"/>
    <p:sldId id="354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  <p:sldId id="372" r:id="rId26"/>
    <p:sldId id="374" r:id="rId27"/>
    <p:sldId id="303" r:id="rId28"/>
    <p:sldId id="304" r:id="rId29"/>
    <p:sldId id="306" r:id="rId30"/>
    <p:sldId id="312" r:id="rId31"/>
  </p:sldIdLst>
  <p:sldSz cx="12192000" cy="6858000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33CC"/>
    <a:srgbClr val="003399"/>
    <a:srgbClr val="CC0099"/>
    <a:srgbClr val="FF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F4694-918A-4B61-BDCC-4537AD11B7B2}" v="18" dt="2025-09-25T10:02:18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29" autoAdjust="0"/>
    <p:restoredTop sz="68605" autoAdjust="0"/>
  </p:normalViewPr>
  <p:slideViewPr>
    <p:cSldViewPr>
      <p:cViewPr varScale="1">
        <p:scale>
          <a:sx n="48" d="100"/>
          <a:sy n="48" d="100"/>
        </p:scale>
        <p:origin x="956" y="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42" Type="http://schemas.openxmlformats.org/officeDocument/2006/relationships/customXml" Target="../customXml/item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 Beydoun" userId="e88cbbf3-5e5f-46df-aecf-fe10b322ce6e" providerId="ADAL" clId="{E4876F53-9B78-423D-99A1-E03CA3D47365}"/>
    <pc:docChg chg="undo custSel addSld delSld modSld sldOrd">
      <pc:chgData name="Kamal Beydoun" userId="e88cbbf3-5e5f-46df-aecf-fe10b322ce6e" providerId="ADAL" clId="{E4876F53-9B78-423D-99A1-E03CA3D47365}" dt="2025-09-25T10:02:18.612" v="124"/>
      <pc:docMkLst>
        <pc:docMk/>
      </pc:docMkLst>
      <pc:sldChg chg="add del">
        <pc:chgData name="Kamal Beydoun" userId="e88cbbf3-5e5f-46df-aecf-fe10b322ce6e" providerId="ADAL" clId="{E4876F53-9B78-423D-99A1-E03CA3D47365}" dt="2025-09-24T18:34:45.058" v="3" actId="47"/>
        <pc:sldMkLst>
          <pc:docMk/>
          <pc:sldMk cId="0" sldId="256"/>
        </pc:sldMkLst>
      </pc:sldChg>
      <pc:sldChg chg="modSp add del mod">
        <pc:chgData name="Kamal Beydoun" userId="e88cbbf3-5e5f-46df-aecf-fe10b322ce6e" providerId="ADAL" clId="{E4876F53-9B78-423D-99A1-E03CA3D47365}" dt="2025-09-24T18:36:19.615" v="7" actId="2696"/>
        <pc:sldMkLst>
          <pc:docMk/>
          <pc:sldMk cId="0" sldId="257"/>
        </pc:sldMkLst>
        <pc:spChg chg="mod">
          <ac:chgData name="Kamal Beydoun" userId="e88cbbf3-5e5f-46df-aecf-fe10b322ce6e" providerId="ADAL" clId="{E4876F53-9B78-423D-99A1-E03CA3D47365}" dt="2025-09-24T18:35:33.414" v="5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09-24T18:35:36.733" v="6" actId="1076"/>
          <ac:spMkLst>
            <pc:docMk/>
            <pc:sldMk cId="0" sldId="257"/>
            <ac:spMk id="3" creationId="{00000000-0000-0000-0000-000000000000}"/>
          </ac:spMkLst>
        </pc:spChg>
      </pc:sldChg>
      <pc:sldChg chg="add">
        <pc:chgData name="Kamal Beydoun" userId="e88cbbf3-5e5f-46df-aecf-fe10b322ce6e" providerId="ADAL" clId="{E4876F53-9B78-423D-99A1-E03CA3D47365}" dt="2025-09-24T18:36:36.745" v="8"/>
        <pc:sldMkLst>
          <pc:docMk/>
          <pc:sldMk cId="1207836746" sldId="257"/>
        </pc:sldMkLst>
      </pc:sldChg>
      <pc:sldChg chg="add del">
        <pc:chgData name="Kamal Beydoun" userId="e88cbbf3-5e5f-46df-aecf-fe10b322ce6e" providerId="ADAL" clId="{E4876F53-9B78-423D-99A1-E03CA3D47365}" dt="2025-09-24T18:36:19.615" v="7" actId="2696"/>
        <pc:sldMkLst>
          <pc:docMk/>
          <pc:sldMk cId="0" sldId="258"/>
        </pc:sldMkLst>
      </pc:sldChg>
      <pc:sldChg chg="modSp add mod">
        <pc:chgData name="Kamal Beydoun" userId="e88cbbf3-5e5f-46df-aecf-fe10b322ce6e" providerId="ADAL" clId="{E4876F53-9B78-423D-99A1-E03CA3D47365}" dt="2025-09-24T19:57:38.037" v="40" actId="108"/>
        <pc:sldMkLst>
          <pc:docMk/>
          <pc:sldMk cId="2825636716" sldId="258"/>
        </pc:sldMkLst>
        <pc:spChg chg="mod">
          <ac:chgData name="Kamal Beydoun" userId="e88cbbf3-5e5f-46df-aecf-fe10b322ce6e" providerId="ADAL" clId="{E4876F53-9B78-423D-99A1-E03CA3D47365}" dt="2025-09-24T18:36:48.914" v="9" actId="1076"/>
          <ac:spMkLst>
            <pc:docMk/>
            <pc:sldMk cId="2825636716" sldId="258"/>
            <ac:spMk id="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09-24T19:57:38.037" v="40" actId="108"/>
          <ac:spMkLst>
            <pc:docMk/>
            <pc:sldMk cId="2825636716" sldId="258"/>
            <ac:spMk id="3" creationId="{00000000-0000-0000-0000-000000000000}"/>
          </ac:spMkLst>
        </pc:spChg>
      </pc:sldChg>
      <pc:sldChg chg="add del">
        <pc:chgData name="Kamal Beydoun" userId="e88cbbf3-5e5f-46df-aecf-fe10b322ce6e" providerId="ADAL" clId="{E4876F53-9B78-423D-99A1-E03CA3D47365}" dt="2025-09-24T18:36:19.615" v="7" actId="2696"/>
        <pc:sldMkLst>
          <pc:docMk/>
          <pc:sldMk cId="0" sldId="259"/>
        </pc:sldMkLst>
      </pc:sldChg>
      <pc:sldChg chg="modSp add mod">
        <pc:chgData name="Kamal Beydoun" userId="e88cbbf3-5e5f-46df-aecf-fe10b322ce6e" providerId="ADAL" clId="{E4876F53-9B78-423D-99A1-E03CA3D47365}" dt="2025-09-24T19:59:06.914" v="68" actId="207"/>
        <pc:sldMkLst>
          <pc:docMk/>
          <pc:sldMk cId="3284087713" sldId="259"/>
        </pc:sldMkLst>
        <pc:spChg chg="mod">
          <ac:chgData name="Kamal Beydoun" userId="e88cbbf3-5e5f-46df-aecf-fe10b322ce6e" providerId="ADAL" clId="{E4876F53-9B78-423D-99A1-E03CA3D47365}" dt="2025-09-24T19:57:43.816" v="41" actId="1076"/>
          <ac:spMkLst>
            <pc:docMk/>
            <pc:sldMk cId="3284087713" sldId="259"/>
            <ac:spMk id="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09-24T19:59:06.914" v="68" actId="207"/>
          <ac:spMkLst>
            <pc:docMk/>
            <pc:sldMk cId="3284087713" sldId="259"/>
            <ac:spMk id="3" creationId="{00000000-0000-0000-0000-000000000000}"/>
          </ac:spMkLst>
        </pc:spChg>
      </pc:sldChg>
      <pc:sldChg chg="add del">
        <pc:chgData name="Kamal Beydoun" userId="e88cbbf3-5e5f-46df-aecf-fe10b322ce6e" providerId="ADAL" clId="{E4876F53-9B78-423D-99A1-E03CA3D47365}" dt="2025-09-24T18:36:19.615" v="7" actId="2696"/>
        <pc:sldMkLst>
          <pc:docMk/>
          <pc:sldMk cId="0" sldId="260"/>
        </pc:sldMkLst>
      </pc:sldChg>
      <pc:sldChg chg="modSp add mod">
        <pc:chgData name="Kamal Beydoun" userId="e88cbbf3-5e5f-46df-aecf-fe10b322ce6e" providerId="ADAL" clId="{E4876F53-9B78-423D-99A1-E03CA3D47365}" dt="2025-09-24T19:59:18.928" v="71" actId="1076"/>
        <pc:sldMkLst>
          <pc:docMk/>
          <pc:sldMk cId="4161158252" sldId="260"/>
        </pc:sldMkLst>
        <pc:spChg chg="mod">
          <ac:chgData name="Kamal Beydoun" userId="e88cbbf3-5e5f-46df-aecf-fe10b322ce6e" providerId="ADAL" clId="{E4876F53-9B78-423D-99A1-E03CA3D47365}" dt="2025-09-24T19:59:15.479" v="70" actId="1076"/>
          <ac:spMkLst>
            <pc:docMk/>
            <pc:sldMk cId="4161158252" sldId="260"/>
            <ac:spMk id="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09-24T19:59:18.928" v="71" actId="1076"/>
          <ac:spMkLst>
            <pc:docMk/>
            <pc:sldMk cId="4161158252" sldId="260"/>
            <ac:spMk id="3" creationId="{00000000-0000-0000-0000-000000000000}"/>
          </ac:spMkLst>
        </pc:spChg>
      </pc:sldChg>
      <pc:sldChg chg="add del">
        <pc:chgData name="Kamal Beydoun" userId="e88cbbf3-5e5f-46df-aecf-fe10b322ce6e" providerId="ADAL" clId="{E4876F53-9B78-423D-99A1-E03CA3D47365}" dt="2025-09-24T18:36:19.615" v="7" actId="2696"/>
        <pc:sldMkLst>
          <pc:docMk/>
          <pc:sldMk cId="0" sldId="261"/>
        </pc:sldMkLst>
      </pc:sldChg>
      <pc:sldChg chg="modSp add mod">
        <pc:chgData name="Kamal Beydoun" userId="e88cbbf3-5e5f-46df-aecf-fe10b322ce6e" providerId="ADAL" clId="{E4876F53-9B78-423D-99A1-E03CA3D47365}" dt="2025-09-24T20:06:18.293" v="76" actId="20577"/>
        <pc:sldMkLst>
          <pc:docMk/>
          <pc:sldMk cId="1389624634" sldId="261"/>
        </pc:sldMkLst>
        <pc:spChg chg="mod">
          <ac:chgData name="Kamal Beydoun" userId="e88cbbf3-5e5f-46df-aecf-fe10b322ce6e" providerId="ADAL" clId="{E4876F53-9B78-423D-99A1-E03CA3D47365}" dt="2025-09-24T19:59:45.982" v="73" actId="1076"/>
          <ac:spMkLst>
            <pc:docMk/>
            <pc:sldMk cId="1389624634" sldId="261"/>
            <ac:spMk id="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09-24T20:06:18.293" v="76" actId="20577"/>
          <ac:spMkLst>
            <pc:docMk/>
            <pc:sldMk cId="1389624634" sldId="261"/>
            <ac:spMk id="3" creationId="{00000000-0000-0000-0000-000000000000}"/>
          </ac:spMkLst>
        </pc:spChg>
      </pc:sldChg>
      <pc:sldChg chg="add del">
        <pc:chgData name="Kamal Beydoun" userId="e88cbbf3-5e5f-46df-aecf-fe10b322ce6e" providerId="ADAL" clId="{E4876F53-9B78-423D-99A1-E03CA3D47365}" dt="2025-09-24T18:36:19.615" v="7" actId="2696"/>
        <pc:sldMkLst>
          <pc:docMk/>
          <pc:sldMk cId="0" sldId="262"/>
        </pc:sldMkLst>
      </pc:sldChg>
      <pc:sldChg chg="modSp add mod">
        <pc:chgData name="Kamal Beydoun" userId="e88cbbf3-5e5f-46df-aecf-fe10b322ce6e" providerId="ADAL" clId="{E4876F53-9B78-423D-99A1-E03CA3D47365}" dt="2025-09-24T20:06:32.910" v="80" actId="1076"/>
        <pc:sldMkLst>
          <pc:docMk/>
          <pc:sldMk cId="2037441302" sldId="262"/>
        </pc:sldMkLst>
        <pc:spChg chg="mod">
          <ac:chgData name="Kamal Beydoun" userId="e88cbbf3-5e5f-46df-aecf-fe10b322ce6e" providerId="ADAL" clId="{E4876F53-9B78-423D-99A1-E03CA3D47365}" dt="2025-09-24T20:06:28.359" v="79" actId="14100"/>
          <ac:spMkLst>
            <pc:docMk/>
            <pc:sldMk cId="2037441302" sldId="262"/>
            <ac:spMk id="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09-24T20:06:32.910" v="80" actId="1076"/>
          <ac:spMkLst>
            <pc:docMk/>
            <pc:sldMk cId="2037441302" sldId="262"/>
            <ac:spMk id="3" creationId="{00000000-0000-0000-0000-000000000000}"/>
          </ac:spMkLst>
        </pc:spChg>
      </pc:sldChg>
      <pc:sldChg chg="add del">
        <pc:chgData name="Kamal Beydoun" userId="e88cbbf3-5e5f-46df-aecf-fe10b322ce6e" providerId="ADAL" clId="{E4876F53-9B78-423D-99A1-E03CA3D47365}" dt="2025-09-24T18:36:19.615" v="7" actId="2696"/>
        <pc:sldMkLst>
          <pc:docMk/>
          <pc:sldMk cId="0" sldId="263"/>
        </pc:sldMkLst>
      </pc:sldChg>
      <pc:sldChg chg="modSp add mod">
        <pc:chgData name="Kamal Beydoun" userId="e88cbbf3-5e5f-46df-aecf-fe10b322ce6e" providerId="ADAL" clId="{E4876F53-9B78-423D-99A1-E03CA3D47365}" dt="2025-09-24T20:08:35.003" v="93" actId="20577"/>
        <pc:sldMkLst>
          <pc:docMk/>
          <pc:sldMk cId="1644559888" sldId="263"/>
        </pc:sldMkLst>
        <pc:spChg chg="mod">
          <ac:chgData name="Kamal Beydoun" userId="e88cbbf3-5e5f-46df-aecf-fe10b322ce6e" providerId="ADAL" clId="{E4876F53-9B78-423D-99A1-E03CA3D47365}" dt="2025-09-24T20:07:38.251" v="86" actId="404"/>
          <ac:spMkLst>
            <pc:docMk/>
            <pc:sldMk cId="1644559888" sldId="263"/>
            <ac:spMk id="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09-24T20:08:35.003" v="93" actId="20577"/>
          <ac:spMkLst>
            <pc:docMk/>
            <pc:sldMk cId="1644559888" sldId="263"/>
            <ac:spMk id="3" creationId="{00000000-0000-0000-0000-000000000000}"/>
          </ac:spMkLst>
        </pc:spChg>
      </pc:sldChg>
      <pc:sldChg chg="add del">
        <pc:chgData name="Kamal Beydoun" userId="e88cbbf3-5e5f-46df-aecf-fe10b322ce6e" providerId="ADAL" clId="{E4876F53-9B78-423D-99A1-E03CA3D47365}" dt="2025-09-24T18:36:19.615" v="7" actId="2696"/>
        <pc:sldMkLst>
          <pc:docMk/>
          <pc:sldMk cId="0" sldId="264"/>
        </pc:sldMkLst>
      </pc:sldChg>
      <pc:sldChg chg="modSp add mod">
        <pc:chgData name="Kamal Beydoun" userId="e88cbbf3-5e5f-46df-aecf-fe10b322ce6e" providerId="ADAL" clId="{E4876F53-9B78-423D-99A1-E03CA3D47365}" dt="2025-09-24T20:08:51.758" v="97" actId="1076"/>
        <pc:sldMkLst>
          <pc:docMk/>
          <pc:sldMk cId="745808514" sldId="264"/>
        </pc:sldMkLst>
        <pc:spChg chg="mod">
          <ac:chgData name="Kamal Beydoun" userId="e88cbbf3-5e5f-46df-aecf-fe10b322ce6e" providerId="ADAL" clId="{E4876F53-9B78-423D-99A1-E03CA3D47365}" dt="2025-09-24T20:08:51.758" v="97" actId="1076"/>
          <ac:spMkLst>
            <pc:docMk/>
            <pc:sldMk cId="745808514" sldId="264"/>
            <ac:spMk id="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09-24T20:08:42.121" v="94" actId="1076"/>
          <ac:spMkLst>
            <pc:docMk/>
            <pc:sldMk cId="745808514" sldId="264"/>
            <ac:spMk id="3" creationId="{00000000-0000-0000-0000-000000000000}"/>
          </ac:spMkLst>
        </pc:spChg>
      </pc:sldChg>
      <pc:sldChg chg="add del">
        <pc:chgData name="Kamal Beydoun" userId="e88cbbf3-5e5f-46df-aecf-fe10b322ce6e" providerId="ADAL" clId="{E4876F53-9B78-423D-99A1-E03CA3D47365}" dt="2025-09-24T18:36:19.615" v="7" actId="2696"/>
        <pc:sldMkLst>
          <pc:docMk/>
          <pc:sldMk cId="0" sldId="265"/>
        </pc:sldMkLst>
      </pc:sldChg>
      <pc:sldChg chg="modSp add mod">
        <pc:chgData name="Kamal Beydoun" userId="e88cbbf3-5e5f-46df-aecf-fe10b322ce6e" providerId="ADAL" clId="{E4876F53-9B78-423D-99A1-E03CA3D47365}" dt="2025-09-24T20:09:30.317" v="102" actId="404"/>
        <pc:sldMkLst>
          <pc:docMk/>
          <pc:sldMk cId="4041211465" sldId="265"/>
        </pc:sldMkLst>
        <pc:spChg chg="mod">
          <ac:chgData name="Kamal Beydoun" userId="e88cbbf3-5e5f-46df-aecf-fe10b322ce6e" providerId="ADAL" clId="{E4876F53-9B78-423D-99A1-E03CA3D47365}" dt="2025-09-24T20:09:13.614" v="100" actId="14100"/>
          <ac:spMkLst>
            <pc:docMk/>
            <pc:sldMk cId="4041211465" sldId="265"/>
            <ac:spMk id="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09-24T20:09:30.317" v="102" actId="404"/>
          <ac:spMkLst>
            <pc:docMk/>
            <pc:sldMk cId="4041211465" sldId="265"/>
            <ac:spMk id="3" creationId="{00000000-0000-0000-0000-000000000000}"/>
          </ac:spMkLst>
        </pc:spChg>
      </pc:sldChg>
      <pc:sldChg chg="add del">
        <pc:chgData name="Kamal Beydoun" userId="e88cbbf3-5e5f-46df-aecf-fe10b322ce6e" providerId="ADAL" clId="{E4876F53-9B78-423D-99A1-E03CA3D47365}" dt="2025-09-24T18:36:19.615" v="7" actId="2696"/>
        <pc:sldMkLst>
          <pc:docMk/>
          <pc:sldMk cId="0" sldId="267"/>
        </pc:sldMkLst>
      </pc:sldChg>
      <pc:sldChg chg="modSp add del mod">
        <pc:chgData name="Kamal Beydoun" userId="e88cbbf3-5e5f-46df-aecf-fe10b322ce6e" providerId="ADAL" clId="{E4876F53-9B78-423D-99A1-E03CA3D47365}" dt="2025-09-24T20:12:29.086" v="108" actId="47"/>
        <pc:sldMkLst>
          <pc:docMk/>
          <pc:sldMk cId="1121761425" sldId="267"/>
        </pc:sldMkLst>
        <pc:spChg chg="mod">
          <ac:chgData name="Kamal Beydoun" userId="e88cbbf3-5e5f-46df-aecf-fe10b322ce6e" providerId="ADAL" clId="{E4876F53-9B78-423D-99A1-E03CA3D47365}" dt="2025-09-24T20:11:38.766" v="105" actId="1076"/>
          <ac:spMkLst>
            <pc:docMk/>
            <pc:sldMk cId="1121761425" sldId="267"/>
            <ac:spMk id="2" creationId="{00000000-0000-0000-0000-000000000000}"/>
          </ac:spMkLst>
        </pc:spChg>
        <pc:spChg chg="mod">
          <ac:chgData name="Kamal Beydoun" userId="e88cbbf3-5e5f-46df-aecf-fe10b322ce6e" providerId="ADAL" clId="{E4876F53-9B78-423D-99A1-E03CA3D47365}" dt="2025-09-24T20:11:58.913" v="106" actId="1076"/>
          <ac:spMkLst>
            <pc:docMk/>
            <pc:sldMk cId="1121761425" sldId="267"/>
            <ac:spMk id="3" creationId="{00000000-0000-0000-0000-000000000000}"/>
          </ac:spMkLst>
        </pc:spChg>
        <pc:picChg chg="mod">
          <ac:chgData name="Kamal Beydoun" userId="e88cbbf3-5e5f-46df-aecf-fe10b322ce6e" providerId="ADAL" clId="{E4876F53-9B78-423D-99A1-E03CA3D47365}" dt="2025-09-24T20:12:04.932" v="107" actId="1076"/>
          <ac:picMkLst>
            <pc:docMk/>
            <pc:sldMk cId="1121761425" sldId="267"/>
            <ac:picMk id="4" creationId="{00000000-0000-0000-0000-000000000000}"/>
          </ac:picMkLst>
        </pc:picChg>
      </pc:sldChg>
      <pc:sldChg chg="add del">
        <pc:chgData name="Kamal Beydoun" userId="e88cbbf3-5e5f-46df-aecf-fe10b322ce6e" providerId="ADAL" clId="{E4876F53-9B78-423D-99A1-E03CA3D47365}" dt="2025-09-24T18:36:19.615" v="7" actId="2696"/>
        <pc:sldMkLst>
          <pc:docMk/>
          <pc:sldMk cId="362190822" sldId="268"/>
        </pc:sldMkLst>
      </pc:sldChg>
      <pc:sldChg chg="add modNotesTx">
        <pc:chgData name="Kamal Beydoun" userId="e88cbbf3-5e5f-46df-aecf-fe10b322ce6e" providerId="ADAL" clId="{E4876F53-9B78-423D-99A1-E03CA3D47365}" dt="2025-09-24T20:12:49.854" v="109" actId="6549"/>
        <pc:sldMkLst>
          <pc:docMk/>
          <pc:sldMk cId="982122534" sldId="268"/>
        </pc:sldMkLst>
      </pc:sldChg>
      <pc:sldChg chg="add del">
        <pc:chgData name="Kamal Beydoun" userId="e88cbbf3-5e5f-46df-aecf-fe10b322ce6e" providerId="ADAL" clId="{E4876F53-9B78-423D-99A1-E03CA3D47365}" dt="2025-09-24T20:11:30.205" v="103" actId="47"/>
        <pc:sldMkLst>
          <pc:docMk/>
          <pc:sldMk cId="1306842149" sldId="269"/>
        </pc:sldMkLst>
      </pc:sldChg>
      <pc:sldChg chg="add del">
        <pc:chgData name="Kamal Beydoun" userId="e88cbbf3-5e5f-46df-aecf-fe10b322ce6e" providerId="ADAL" clId="{E4876F53-9B78-423D-99A1-E03CA3D47365}" dt="2025-09-24T18:36:19.615" v="7" actId="2696"/>
        <pc:sldMkLst>
          <pc:docMk/>
          <pc:sldMk cId="3874032227" sldId="269"/>
        </pc:sldMkLst>
      </pc:sldChg>
      <pc:sldChg chg="modSp mod">
        <pc:chgData name="Kamal Beydoun" userId="e88cbbf3-5e5f-46df-aecf-fe10b322ce6e" providerId="ADAL" clId="{E4876F53-9B78-423D-99A1-E03CA3D47365}" dt="2025-09-25T10:02:18.612" v="124"/>
        <pc:sldMkLst>
          <pc:docMk/>
          <pc:sldMk cId="0" sldId="304"/>
        </pc:sldMkLst>
        <pc:spChg chg="mod">
          <ac:chgData name="Kamal Beydoun" userId="e88cbbf3-5e5f-46df-aecf-fe10b322ce6e" providerId="ADAL" clId="{E4876F53-9B78-423D-99A1-E03CA3D47365}" dt="2025-09-25T10:02:18.612" v="124"/>
          <ac:spMkLst>
            <pc:docMk/>
            <pc:sldMk cId="0" sldId="304"/>
            <ac:spMk id="32771" creationId="{CDAB3FB5-166C-6A31-92E7-1057FEC40DC7}"/>
          </ac:spMkLst>
        </pc:spChg>
      </pc:sldChg>
      <pc:sldChg chg="del">
        <pc:chgData name="Kamal Beydoun" userId="e88cbbf3-5e5f-46df-aecf-fe10b322ce6e" providerId="ADAL" clId="{E4876F53-9B78-423D-99A1-E03CA3D47365}" dt="2025-09-24T19:56:34.393" v="33" actId="47"/>
        <pc:sldMkLst>
          <pc:docMk/>
          <pc:sldMk cId="0" sldId="322"/>
        </pc:sldMkLst>
      </pc:sldChg>
      <pc:sldChg chg="del">
        <pc:chgData name="Kamal Beydoun" userId="e88cbbf3-5e5f-46df-aecf-fe10b322ce6e" providerId="ADAL" clId="{E4876F53-9B78-423D-99A1-E03CA3D47365}" dt="2025-09-24T20:13:00.158" v="110" actId="47"/>
        <pc:sldMkLst>
          <pc:docMk/>
          <pc:sldMk cId="0" sldId="324"/>
        </pc:sldMkLst>
      </pc:sldChg>
      <pc:sldChg chg="modSp del mod">
        <pc:chgData name="Kamal Beydoun" userId="e88cbbf3-5e5f-46df-aecf-fe10b322ce6e" providerId="ADAL" clId="{E4876F53-9B78-423D-99A1-E03CA3D47365}" dt="2025-09-24T19:56:34.393" v="33" actId="47"/>
        <pc:sldMkLst>
          <pc:docMk/>
          <pc:sldMk cId="0" sldId="327"/>
        </pc:sldMkLst>
        <pc:spChg chg="mod">
          <ac:chgData name="Kamal Beydoun" userId="e88cbbf3-5e5f-46df-aecf-fe10b322ce6e" providerId="ADAL" clId="{E4876F53-9B78-423D-99A1-E03CA3D47365}" dt="2025-09-24T19:55:50.806" v="31" actId="6549"/>
          <ac:spMkLst>
            <pc:docMk/>
            <pc:sldMk cId="0" sldId="327"/>
            <ac:spMk id="12291" creationId="{F85171FF-FE9F-FE2D-DCAC-61F2DB165A1B}"/>
          </ac:spMkLst>
        </pc:spChg>
      </pc:sldChg>
      <pc:sldChg chg="modSp del mod">
        <pc:chgData name="Kamal Beydoun" userId="e88cbbf3-5e5f-46df-aecf-fe10b322ce6e" providerId="ADAL" clId="{E4876F53-9B78-423D-99A1-E03CA3D47365}" dt="2025-09-24T19:55:55.390" v="32" actId="47"/>
        <pc:sldMkLst>
          <pc:docMk/>
          <pc:sldMk cId="0" sldId="328"/>
        </pc:sldMkLst>
        <pc:spChg chg="mod">
          <ac:chgData name="Kamal Beydoun" userId="e88cbbf3-5e5f-46df-aecf-fe10b322ce6e" providerId="ADAL" clId="{E4876F53-9B78-423D-99A1-E03CA3D47365}" dt="2025-09-24T19:55:44.846" v="26" actId="21"/>
          <ac:spMkLst>
            <pc:docMk/>
            <pc:sldMk cId="0" sldId="328"/>
            <ac:spMk id="13315" creationId="{31FC8474-764E-6E82-BB3A-1FDD1B080082}"/>
          </ac:spMkLst>
        </pc:spChg>
      </pc:sldChg>
      <pc:sldChg chg="ord">
        <pc:chgData name="Kamal Beydoun" userId="e88cbbf3-5e5f-46df-aecf-fe10b322ce6e" providerId="ADAL" clId="{E4876F53-9B78-423D-99A1-E03CA3D47365}" dt="2025-09-24T20:13:03.517" v="112"/>
        <pc:sldMkLst>
          <pc:docMk/>
          <pc:sldMk cId="0" sldId="329"/>
        </pc:sldMkLst>
      </pc:sldChg>
      <pc:sldChg chg="del">
        <pc:chgData name="Kamal Beydoun" userId="e88cbbf3-5e5f-46df-aecf-fe10b322ce6e" providerId="ADAL" clId="{E4876F53-9B78-423D-99A1-E03CA3D47365}" dt="2025-09-24T19:56:34.393" v="33" actId="47"/>
        <pc:sldMkLst>
          <pc:docMk/>
          <pc:sldMk cId="0" sldId="335"/>
        </pc:sldMkLst>
      </pc:sldChg>
      <pc:sldChg chg="del">
        <pc:chgData name="Kamal Beydoun" userId="e88cbbf3-5e5f-46df-aecf-fe10b322ce6e" providerId="ADAL" clId="{E4876F53-9B78-423D-99A1-E03CA3D47365}" dt="2025-09-24T19:56:34.393" v="33" actId="47"/>
        <pc:sldMkLst>
          <pc:docMk/>
          <pc:sldMk cId="0" sldId="336"/>
        </pc:sldMkLst>
      </pc:sldChg>
      <pc:sldMasterChg chg="delSldLayout">
        <pc:chgData name="Kamal Beydoun" userId="e88cbbf3-5e5f-46df-aecf-fe10b322ce6e" providerId="ADAL" clId="{E4876F53-9B78-423D-99A1-E03CA3D47365}" dt="2025-09-24T18:34:45.058" v="3" actId="47"/>
        <pc:sldMasterMkLst>
          <pc:docMk/>
          <pc:sldMasterMk cId="0" sldId="2147483672"/>
        </pc:sldMasterMkLst>
        <pc:sldLayoutChg chg="del">
          <pc:chgData name="Kamal Beydoun" userId="e88cbbf3-5e5f-46df-aecf-fe10b322ce6e" providerId="ADAL" clId="{E4876F53-9B78-423D-99A1-E03CA3D47365}" dt="2025-09-24T18:34:45.058" v="3" actId="47"/>
          <pc:sldLayoutMkLst>
            <pc:docMk/>
            <pc:sldMasterMk cId="0" sldId="2147483672"/>
            <pc:sldLayoutMk cId="47757246" sldId="214748381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2268AA0B-D0BC-886A-6BFB-94177D5EB6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2647B0A-B91D-4353-A590-CF2B5988022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69CE93DF-7BA0-DEEA-777F-5C423F3C8B6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ED9B5957-4495-0F2F-2846-BD4F56DA65C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D1847013-84A8-4F95-AE04-DB98019023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DBACE977-C395-941A-B0DD-F5313D5A64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82AAE12-02BC-F52E-5676-941AEDF0572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081F64B5-FD36-190F-1728-D9BC3A57AEC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2018B37F-347C-295E-1709-70993D1AB95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D08A0477-BD19-8459-7EDA-34D3ACB0AF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551DBC13-0F41-0A3C-8792-D8F8C237B9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C7D3A35D-5896-4B3A-A79E-CF625884D7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541FC-F4DB-409F-9BF1-EB13BFEA582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676396-D989-A533-C500-45D291E40C18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F04B9-D5E9-0286-B714-0965AEF93C4C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B2B39C-0D51-B6F6-1814-9BC58D14FD30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/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35C3E3B-CC2B-2F39-597F-59B0710D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F621F-474E-4B16-8565-EDA72B341EE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727F53C-2D98-C831-2585-5F81204E5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48597EA-6AA9-CF25-C9DD-027432539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2881E-6FD0-45C0-B7DC-FAE53F95F7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5853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C3D43-7423-B418-FA94-71267B4EF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773CE-5BBF-4383-B98A-C56C12F47920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68D65-BB5B-854A-9039-2ADFE05EA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C233F-82F0-0A9C-9BEC-78070F1B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06E9B-ED4C-41C2-B736-0FB3C50453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002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069968-998C-F88E-CA81-B7FF48A94D9B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C022EE-64A8-343C-0D02-FE96279CFA89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3AF353-0568-E00E-3A85-EDA66F011E3E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/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79223B2-E632-45E9-8D43-CF044DEE6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F8226-8187-48EB-999D-DF1E684D5E5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A873FB6-AEAC-B581-DAAB-78091F72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66E4261-DC6C-BAF6-2A54-D903B43D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27AD62-16BB-4C53-9DFA-BC2524A02B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740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42C46FA-5337-9E87-A674-5C68EC01F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CC008C-440C-43C9-B8C9-5140D6D65A5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27FB7-7336-4D61-4FAF-B4B12497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DEA46-7760-BCA3-C647-3266F7B6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19E0CB-F1ED-45A3-9D2E-21655EADF9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5500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7E84811-13C5-C3CB-00A1-BC8158CF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7033B-24A7-4127-AAC7-E34DC345F99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EB29EB3-F975-88E8-D2F2-AEEE795F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04F4BC2-D110-2E06-1DB9-0B1E8853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CFC44B-F8E9-4EDF-A276-E07504BC65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28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167969D-276C-9D35-593C-BFBB04CA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84633-0B17-4CDD-B676-A3890E00FEB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AFD8BE8-4627-4488-2264-84B51B13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F61699-C331-415D-825C-6C0F42E26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EFC77-FBBF-4EC5-9D3F-B699B2B541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312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C12FD0-36C5-C083-2A4E-388460D15CB3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F6E2A4-3598-2FCD-51E3-7B814CE65C51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CF3B5C8D-2AE4-6A08-2397-3AC838F9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CCF2BF-199D-4429-BFF1-B307D7D3E88C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26760170-CEE9-225D-34E1-1AE5DDB31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8B7ABBF-66F0-E371-5BD5-F290799D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42239-54A6-426E-A52D-9412B874BE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7481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D8B15E-E059-3A31-2EBA-F014E7315452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C9642B-7268-8D2B-115F-5C3A6632C833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/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6D0B56F1-20FE-A012-C91B-B77708FA11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A9AD1A3-4C92-42C5-B552-11C497703E82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DB50945-1900-D7D5-7C8F-26394565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60A734E-13F4-381B-2B85-B765326F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51D9EAF7-470B-4E1D-809E-E84D7D8497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118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3C80380-46E6-D3BD-87F3-648C9FF3B538}"/>
              </a:ext>
            </a:extLst>
          </p:cNvPr>
          <p:cNvSpPr/>
          <p:nvPr/>
        </p:nvSpPr>
        <p:spPr>
          <a:xfrm>
            <a:off x="0" y="4953000"/>
            <a:ext cx="12190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69C61-13ED-44C8-BC8E-0E56424F3235}"/>
              </a:ext>
            </a:extLst>
          </p:cNvPr>
          <p:cNvSpPr/>
          <p:nvPr/>
        </p:nvSpPr>
        <p:spPr>
          <a:xfrm>
            <a:off x="0" y="4914900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/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B78F05B7-0D71-5EB1-4D4A-B22C17FE6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A75D1-9837-4751-AA17-B674E6DC935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051DCCC0-7346-594C-67A7-616105612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108B3E5-2920-F303-AA20-2BFF23698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24D101-7E9B-43F1-870C-D82982A8D5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2367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3A8AA-62C4-7B93-5D60-D69EB9EE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4AB96D-BBB4-495C-806F-3E605A88C11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46B95-402D-69B8-2643-2A0B4B0C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15BD0-D3B9-330B-74CF-42BA56A3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22672-B126-42D0-9DB4-8670BFF9E9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091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C12040-B26B-E8CC-3944-5A48C82AAF77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640E5-149A-D5CA-7110-901ADF753B13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F80ECE6-93A8-1F2E-BB1C-C70C51ED1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7962B8-924A-43BA-9C50-9D528EDD44B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4F7CC32-3A77-F545-9BA3-AED1C923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8DC6273-4463-A6E1-072B-4C81C72B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AA4853-0D25-41EA-A961-77262C5AA1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4200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82DFF4-E60C-D364-6A2A-AF92A8F97181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CF4C39-60B3-DE1D-5C39-86D3778C9B27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3307A6-E5AB-11BD-F32B-5767EC9E9435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/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C29D09C-5D19-BA12-09F6-A26BB828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C15E0-D2E3-4E25-828A-E7B747B4F18F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AA9D026-176B-FA63-2FEF-488335DA4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B614EAB-E089-F241-8F58-44B66F84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493A99-6C06-4E50-B78A-4D3F092713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9187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9F8FA-2177-CF91-507C-E3F45604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43247-45C3-42A6-80D1-2DFA4997598B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BD16E-808C-DF0D-5E80-80DA4083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7AF3-E157-1E54-DB24-6678F69F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C19B3-778E-46BD-8A7D-7866717D0C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1827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10644D-9060-2FE8-D3C7-E14ADB900295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94A30-82C1-BEF7-A89E-B9E2DFFABECB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F1F3C6-9703-BC26-0347-F3927B9BE465}"/>
              </a:ext>
            </a:extLst>
          </p:cNvPr>
          <p:cNvCxnSpPr/>
          <p:nvPr/>
        </p:nvCxnSpPr>
        <p:spPr>
          <a:xfrm>
            <a:off x="1208088" y="4343400"/>
            <a:ext cx="987425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Ctr="0"/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/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C71B7B0-A06B-006D-114D-E95B099F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1176F-75F4-4622-A88F-E30FE7575EE5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D7EB77-E0BE-9953-7169-22F6D0A1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9C2F2CD-DBF5-D1C9-7CA1-A9511473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8E89F-D905-4C30-8A8D-2DFA072C03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1550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550D5E-F199-AFB4-3BC3-27E4C4AD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E63DE-C724-49E6-9746-7C18F111EBB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93BF6-DAA2-C939-918A-6847F9DD1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7A44E-4B7B-A216-D29C-169B32C45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840E09-0324-48C4-AA8D-991D2FA774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5554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/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B350295-1796-9B4E-8EBC-CF88BA43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87FD8D-8E6C-4484-AF00-4863C757E25B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277AD08-EB2D-B0BC-E8EF-E5BC7BF4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FFA0FED-BB4C-225A-BFE4-49A1D55D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5246C-853E-4BAD-AB08-5880C2F9E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1861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B3659CD-A9EF-7CA4-B874-94E9E8F32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1268A-F70B-429C-826D-D489741C1320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FF354BE-20FC-65E8-C1E8-3FAAEDE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335EE99-F827-572D-BD37-47F36E11B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1D5FA-3136-44CB-8069-EC2A70018F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3264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28AA49-B690-A90F-1151-43A84A82CA04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EA6C4A-0F11-7E62-451C-24F23C0314BF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CCC873C-38FB-29AE-99C7-227972B41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7E569-9CBC-4F78-B271-3D45F1F929F2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B2176C55-3914-947E-021F-58779FEC0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0CF7F1E-29D0-90B1-BB38-35C38F01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C2EBF-BF29-4256-BFD3-7E873AAE4E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6698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A85966-AA7C-8069-DF9C-5919ACC779AD}"/>
              </a:ext>
            </a:extLst>
          </p:cNvPr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90FDFF-4997-2DC8-D797-10717D721B87}"/>
              </a:ext>
            </a:extLst>
          </p:cNvPr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/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/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D42A80F0-1CE3-0CDC-C093-C5F6F7C882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3592405-A463-48F9-A084-44EBD3BC25AF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71B519B-5306-2165-79AD-F440F204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FD59B13-41F5-4EB9-41DE-1108E8983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96E133E-DA70-4E8B-A604-DF4FDF5B27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47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5BBED4-09A3-05E9-E46A-91EEF4AD708E}"/>
              </a:ext>
            </a:extLst>
          </p:cNvPr>
          <p:cNvSpPr/>
          <p:nvPr/>
        </p:nvSpPr>
        <p:spPr>
          <a:xfrm>
            <a:off x="0" y="4953000"/>
            <a:ext cx="12190413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B2FF36-5A36-D697-0416-28BC3BDC5967}"/>
              </a:ext>
            </a:extLst>
          </p:cNvPr>
          <p:cNvSpPr/>
          <p:nvPr/>
        </p:nvSpPr>
        <p:spPr>
          <a:xfrm>
            <a:off x="0" y="4914900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tIns="0" bIns="0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/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73F9CE50-D4B9-ACDB-2E7B-D6D6A7C1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E818B-5741-41C8-BE6C-3E93661993AC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DD49647-2064-2A8B-1D2E-D8F7A274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F447C19-4C90-9D9F-4712-4B2CA6C3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65AC2-404C-411D-9462-FC9018154A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52098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AB5C2-5DCA-8867-0779-CA5E708E9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30B156-B964-4D83-B078-51491F4F9D7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4AB4D-9716-E990-2ED5-E4C9AD21F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F3FBB-3D16-F416-6009-F2EC2A3BC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4326D-7927-4234-851A-997CC7778C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733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127F4E-4947-CA9F-EFD5-F8207ED04A35}"/>
              </a:ext>
            </a:extLst>
          </p:cNvPr>
          <p:cNvSpPr/>
          <p:nvPr/>
        </p:nvSpPr>
        <p:spPr>
          <a:xfrm>
            <a:off x="4763" y="6400800"/>
            <a:ext cx="1218723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90416F-C68D-BBA8-3AF1-639241AA5411}"/>
              </a:ext>
            </a:extLst>
          </p:cNvPr>
          <p:cNvSpPr/>
          <p:nvPr/>
        </p:nvSpPr>
        <p:spPr>
          <a:xfrm>
            <a:off x="0" y="6334125"/>
            <a:ext cx="12190413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189E825-2DA4-83B6-CC9D-BB5F1AD35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D8AD3-6A6C-4FCB-9623-20792902709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170EB2-DA81-D7E7-ABE9-3215619E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CF9F7A3-5235-701D-D5C7-DF6580A1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10AF5-5917-412B-8D92-DDE8E80B92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41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5D9251-15D8-DB2A-4CB3-DAAD3F9512DC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B9C625-4F1A-08F2-727C-C981830BA0BE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33B-B04B-5E0B-624B-7461103E9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7DEDFDC7-D4EB-3E2C-9D60-826F3A6C7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76DB-1B10-9A5D-78E1-69D48AAD25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17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C6BB3288-4681-46A4-B5C0-078C721BB0E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4948C-A17D-D4D5-5FEE-484B2CB66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7763" y="6459538"/>
            <a:ext cx="4821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51BF7-B452-CE6B-D885-B41D18272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9650" y="6459538"/>
            <a:ext cx="13128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70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C43A51FC-E6A3-40FB-8EC3-4DCDA0B654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056EE8-F056-5D9B-CA42-B960D5CA1691}"/>
              </a:ext>
            </a:extLst>
          </p:cNvPr>
          <p:cNvCxnSpPr/>
          <p:nvPr/>
        </p:nvCxnSpPr>
        <p:spPr>
          <a:xfrm>
            <a:off x="1193800" y="1738313"/>
            <a:ext cx="996791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2" r:id="rId2"/>
    <p:sldLayoutId id="2147483798" r:id="rId3"/>
    <p:sldLayoutId id="2147483793" r:id="rId4"/>
    <p:sldLayoutId id="2147483794" r:id="rId5"/>
    <p:sldLayoutId id="2147483795" r:id="rId6"/>
    <p:sldLayoutId id="2147483799" r:id="rId7"/>
    <p:sldLayoutId id="2147483800" r:id="rId8"/>
    <p:sldLayoutId id="2147483801" r:id="rId9"/>
    <p:sldLayoutId id="2147483796" r:id="rId10"/>
    <p:sldLayoutId id="2147483802" r:id="rId11"/>
  </p:sldLayoutIdLst>
  <p:hf hdr="0" ftr="0" dt="0"/>
  <p:txStyles>
    <p:titleStyle>
      <a:lvl1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kern="1200" spc="-38">
          <a:solidFill>
            <a:srgbClr val="404040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68263" indent="-68263" algn="l" defTabSz="685800" rtl="0" eaLnBrk="0" fontAlgn="base" hangingPunct="0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rgbClr val="404040"/>
          </a:solidFill>
          <a:latin typeface="+mn-lt"/>
          <a:ea typeface="+mn-ea"/>
          <a:cs typeface="+mn-cs"/>
        </a:defRPr>
      </a:lvl1pPr>
      <a:lvl2pPr marL="287338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300" kern="1200">
          <a:solidFill>
            <a:srgbClr val="404040"/>
          </a:solidFill>
          <a:latin typeface="+mn-lt"/>
          <a:ea typeface="+mn-ea"/>
          <a:cs typeface="+mn-cs"/>
        </a:defRPr>
      </a:lvl2pPr>
      <a:lvl3pPr marL="423863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3pPr>
      <a:lvl4pPr marL="561975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4pPr>
      <a:lvl5pPr marL="698500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1BBE663-904F-4CCA-712E-F53CEB966EB8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B4CE0B-B812-259F-B5B0-85306E6313D8}"/>
              </a:ext>
            </a:extLst>
          </p:cNvPr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D42066-CCD5-10DE-0D65-57D20B115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Text Placeholder 2">
            <a:extLst>
              <a:ext uri="{FF2B5EF4-FFF2-40B4-BE49-F238E27FC236}">
                <a16:creationId xmlns:a16="http://schemas.microsoft.com/office/drawing/2014/main" id="{380649E0-9D3B-D35E-7410-87063F1DD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6963" y="1846263"/>
            <a:ext cx="100584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182B2-07BF-672A-2B45-7108C0DB0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6963" y="6459538"/>
            <a:ext cx="24717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675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7CDCBD38-DA31-47B8-AEBF-70D1908F9BB2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F52D8-6C5D-0428-260A-003BF113B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87763" y="6459538"/>
            <a:ext cx="4821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675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1F9A3-AB88-EE25-116A-56D3CB9A7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9650" y="6459538"/>
            <a:ext cx="1312863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7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F68E7CE-6CD2-4FAA-A48C-7ACA38BCDB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9F8DD5-9F47-AE04-F6B5-1AE3A282A79B}"/>
              </a:ext>
            </a:extLst>
          </p:cNvPr>
          <p:cNvCxnSpPr/>
          <p:nvPr/>
        </p:nvCxnSpPr>
        <p:spPr>
          <a:xfrm>
            <a:off x="1193800" y="1738313"/>
            <a:ext cx="9967913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5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hf hdr="0" ftr="0" dt="0"/>
  <p:txStyles>
    <p:titleStyle>
      <a:lvl1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kern="1200" spc="-38">
          <a:solidFill>
            <a:srgbClr val="404040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85000"/>
        </a:lnSpc>
        <a:spcBef>
          <a:spcPct val="0"/>
        </a:spcBef>
        <a:spcAft>
          <a:spcPct val="0"/>
        </a:spcAft>
        <a:defRPr sz="36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68263" indent="-68263" algn="l" defTabSz="685800" rtl="0" eaLnBrk="0" fontAlgn="base" hangingPunct="0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rgbClr val="404040"/>
          </a:solidFill>
          <a:latin typeface="+mn-lt"/>
          <a:ea typeface="+mn-ea"/>
          <a:cs typeface="+mn-cs"/>
        </a:defRPr>
      </a:lvl1pPr>
      <a:lvl2pPr marL="287338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300" kern="1200">
          <a:solidFill>
            <a:srgbClr val="404040"/>
          </a:solidFill>
          <a:latin typeface="+mn-lt"/>
          <a:ea typeface="+mn-ea"/>
          <a:cs typeface="+mn-cs"/>
        </a:defRPr>
      </a:lvl2pPr>
      <a:lvl3pPr marL="423863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3pPr>
      <a:lvl4pPr marL="561975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4pPr>
      <a:lvl5pPr marL="698500" indent="-136525" algn="l" defTabSz="685800" rtl="0" eaLnBrk="0" fontAlgn="base" hangingPunct="0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00" kern="1200">
          <a:solidFill>
            <a:srgbClr val="404040"/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mpany.com:81/a/b/c.html?user=Alice&amp;year=2008&amp;p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ana.org/assignments/uri-scheme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mpany.com/showOrder.php?order=4621047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mpany.com/news/2009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xyz.com/stock/quote.html" TargetMode="External"/><Relationship Id="rId2" Type="http://schemas.openxmlformats.org/officeDocument/2006/relationships/hyperlink" Target="http://www.xyz.com/news/2009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xyz.com/news/2008/March.html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ts.com/companyInfo?name=C%26H%20Sugar" TargetMode="External"/><Relationship Id="rId2" Type="http://schemas.openxmlformats.org/officeDocument/2006/relationships/hyperlink" Target="http://www.stats.com/companyInfo?name=C&amp;H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9" name="Rectangle 10248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251" name="Straight Connector 10250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2" name="TextBox 4">
            <a:extLst>
              <a:ext uri="{FF2B5EF4-FFF2-40B4-BE49-F238E27FC236}">
                <a16:creationId xmlns:a16="http://schemas.microsoft.com/office/drawing/2014/main" id="{AFDCD113-A699-56F8-71AE-EDFDE4932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067" y="758952"/>
            <a:ext cx="7319175" cy="35661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IN432</a:t>
            </a:r>
            <a:b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</a:b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Advanced Web Programming</a:t>
            </a:r>
          </a:p>
        </p:txBody>
      </p:sp>
      <p:pic>
        <p:nvPicPr>
          <p:cNvPr id="10246" name="Graphic 10245" descr="Computer">
            <a:extLst>
              <a:ext uri="{FF2B5EF4-FFF2-40B4-BE49-F238E27FC236}">
                <a16:creationId xmlns:a16="http://schemas.microsoft.com/office/drawing/2014/main" id="{695A09B2-4B52-71B4-6B3F-135007F1B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55" name="Rectangle 10254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914400"/>
            <a:ext cx="13411200" cy="571096"/>
          </a:xfrm>
          <a:prstGeom prst="rect">
            <a:avLst/>
          </a:prstGeom>
        </p:spPr>
        <p:txBody>
          <a:bodyPr vert="horz" wrap="square" lIns="0" tIns="16933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Hypertext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0731" y="2149066"/>
            <a:ext cx="9057640" cy="2559868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</a:tabLst>
            </a:pP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links</a:t>
            </a:r>
            <a:r>
              <a:rPr sz="24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other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Click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links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takes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somewhere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else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1640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adapted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idea,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link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specification:</a:t>
            </a:r>
            <a:endParaRPr sz="2400" dirty="0">
              <a:latin typeface="Arial"/>
              <a:cs typeface="Arial"/>
            </a:endParaRPr>
          </a:p>
          <a:p>
            <a:pPr marL="1168371" lvl="1" indent="-501214">
              <a:spcBef>
                <a:spcPts val="440"/>
              </a:spcBef>
              <a:buClr>
                <a:srgbClr val="595959"/>
              </a:buClr>
              <a:buChar char="○"/>
              <a:tabLst>
                <a:tab pos="1168371" algn="l"/>
              </a:tabLst>
            </a:pPr>
            <a:r>
              <a:rPr sz="1867" dirty="0">
                <a:solidFill>
                  <a:srgbClr val="FF0000"/>
                </a:solidFill>
                <a:latin typeface="Arial"/>
                <a:cs typeface="Arial"/>
              </a:rPr>
              <a:t>Uniform</a:t>
            </a:r>
            <a:r>
              <a:rPr sz="1867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0000"/>
                </a:solidFill>
                <a:latin typeface="Arial"/>
                <a:cs typeface="Arial"/>
              </a:rPr>
              <a:t>Resource</a:t>
            </a:r>
            <a:r>
              <a:rPr sz="1867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0000"/>
                </a:solidFill>
                <a:latin typeface="Arial"/>
                <a:cs typeface="Arial"/>
              </a:rPr>
              <a:t>Locators</a:t>
            </a:r>
            <a:r>
              <a:rPr sz="1867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FF0000"/>
                </a:solidFill>
                <a:latin typeface="Arial"/>
                <a:cs typeface="Arial"/>
              </a:rPr>
              <a:t>(URL)</a:t>
            </a:r>
            <a:r>
              <a:rPr sz="1867" spc="-2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Provided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b="1" dirty="0">
                <a:solidFill>
                  <a:srgbClr val="595959"/>
                </a:solidFill>
                <a:latin typeface="Arial"/>
                <a:cs typeface="Arial"/>
              </a:rPr>
              <a:t>names</a:t>
            </a:r>
            <a:r>
              <a:rPr sz="1867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content</a:t>
            </a:r>
            <a:endParaRPr sz="1867" dirty="0">
              <a:latin typeface="Arial"/>
              <a:cs typeface="Arial"/>
            </a:endParaRPr>
          </a:p>
          <a:p>
            <a:pPr>
              <a:spcBef>
                <a:spcPts val="1493"/>
              </a:spcBef>
            </a:pPr>
            <a:endParaRPr sz="1867" dirty="0">
              <a:latin typeface="Arial"/>
              <a:cs typeface="Arial"/>
            </a:endParaRPr>
          </a:p>
          <a:p>
            <a:pPr marL="505447"/>
            <a:r>
              <a:rPr sz="2400" b="1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2400" b="1" spc="-13" dirty="0">
                <a:solidFill>
                  <a:srgbClr val="595959"/>
                </a:solidFill>
                <a:latin typeface="Consolas"/>
                <a:cs typeface="Consolas"/>
              </a:rPr>
              <a:t> href="https://en.wikipedia.org/wiki/URL"&gt;URL&lt;/a&gt;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3A715-6A73-ADCF-1667-F78814E4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83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999811"/>
            <a:ext cx="13411200" cy="571096"/>
          </a:xfrm>
          <a:prstGeom prst="rect">
            <a:avLst/>
          </a:prstGeom>
        </p:spPr>
        <p:txBody>
          <a:bodyPr vert="horz" wrap="square" lIns="0" tIns="16933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Parts</a:t>
            </a:r>
            <a:r>
              <a:rPr spc="-67" dirty="0"/>
              <a:t> </a:t>
            </a:r>
            <a:r>
              <a:rPr dirty="0"/>
              <a:t>of</a:t>
            </a:r>
            <a:r>
              <a:rPr spc="-67" dirty="0"/>
              <a:t> </a:t>
            </a:r>
            <a:r>
              <a:rPr dirty="0"/>
              <a:t>an</a:t>
            </a:r>
            <a:r>
              <a:rPr spc="-60" dirty="0"/>
              <a:t> </a:t>
            </a:r>
            <a:r>
              <a:rPr spc="-33" dirty="0"/>
              <a:t>URL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95400" y="1981200"/>
            <a:ext cx="9829800" cy="3816259"/>
          </a:xfrm>
          <a:prstGeom prst="rect">
            <a:avLst/>
          </a:prstGeom>
        </p:spPr>
        <p:txBody>
          <a:bodyPr vert="horz" wrap="square" lIns="0" tIns="265007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spcBef>
                <a:spcPts val="1420"/>
              </a:spcBef>
              <a:buNone/>
            </a:pPr>
            <a:r>
              <a:rPr sz="16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onsolas"/>
                <a:cs typeface="Consolas"/>
                <a:hlinkClick r:id="rId2"/>
              </a:rPr>
              <a:t>http://host.company.com:80/a/b/c.html?user=Alice&amp;year=2008#p2</a:t>
            </a:r>
          </a:p>
          <a:p>
            <a:pPr marL="234420" indent="-285750">
              <a:lnSpc>
                <a:spcPct val="100000"/>
              </a:lnSpc>
              <a:spcBef>
                <a:spcPts val="1287"/>
              </a:spcBef>
              <a:buFont typeface="Arial" panose="020B0604020202020204" pitchFamily="34" charset="0"/>
              <a:buChar char="•"/>
            </a:pPr>
            <a:r>
              <a:rPr sz="1600" dirty="0"/>
              <a:t>Scheme</a:t>
            </a:r>
            <a:r>
              <a:rPr sz="1600" spc="-33" dirty="0"/>
              <a:t> </a:t>
            </a:r>
            <a:r>
              <a:rPr sz="1600" dirty="0"/>
              <a:t>(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http:</a:t>
            </a:r>
            <a:r>
              <a:rPr sz="1600" dirty="0"/>
              <a:t>):</a:t>
            </a:r>
            <a:r>
              <a:rPr sz="1600" spc="-33" dirty="0"/>
              <a:t> </a:t>
            </a:r>
            <a:r>
              <a:rPr sz="1600" dirty="0"/>
              <a:t>identifies</a:t>
            </a:r>
            <a:r>
              <a:rPr sz="1600" spc="-33" dirty="0"/>
              <a:t> </a:t>
            </a:r>
            <a:r>
              <a:rPr sz="1600" dirty="0"/>
              <a:t>protocol</a:t>
            </a:r>
            <a:r>
              <a:rPr sz="1600" spc="-27" dirty="0"/>
              <a:t> </a:t>
            </a:r>
            <a:r>
              <a:rPr sz="1600" dirty="0"/>
              <a:t>used</a:t>
            </a:r>
            <a:r>
              <a:rPr sz="1600" spc="-33" dirty="0"/>
              <a:t> </a:t>
            </a:r>
            <a:r>
              <a:rPr sz="1600" dirty="0"/>
              <a:t>to</a:t>
            </a:r>
            <a:r>
              <a:rPr sz="1600" spc="-33" dirty="0"/>
              <a:t> </a:t>
            </a:r>
            <a:r>
              <a:rPr sz="1600" dirty="0"/>
              <a:t>fetch</a:t>
            </a:r>
            <a:r>
              <a:rPr sz="1600" spc="-27" dirty="0"/>
              <a:t> </a:t>
            </a:r>
            <a:r>
              <a:rPr sz="1600" dirty="0"/>
              <a:t>the</a:t>
            </a:r>
            <a:r>
              <a:rPr sz="1600" spc="-33" dirty="0"/>
              <a:t> </a:t>
            </a:r>
            <a:r>
              <a:rPr sz="1600" spc="-13" dirty="0"/>
              <a:t>content.</a:t>
            </a:r>
          </a:p>
          <a:p>
            <a:pPr marL="234420" indent="-285750">
              <a:lnSpc>
                <a:spcPct val="100000"/>
              </a:lnSpc>
              <a:spcBef>
                <a:spcPts val="1420"/>
              </a:spcBef>
              <a:buFont typeface="Arial" panose="020B0604020202020204" pitchFamily="34" charset="0"/>
              <a:buChar char="•"/>
            </a:pPr>
            <a:r>
              <a:rPr sz="1600" dirty="0"/>
              <a:t>Host</a:t>
            </a:r>
            <a:r>
              <a:rPr sz="1600" spc="-33" dirty="0"/>
              <a:t> </a:t>
            </a:r>
            <a:r>
              <a:rPr sz="1600" dirty="0"/>
              <a:t>name</a:t>
            </a:r>
            <a:r>
              <a:rPr sz="1600" spc="607" dirty="0"/>
              <a:t> 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host.company.com</a:t>
            </a:r>
            <a:r>
              <a:rPr sz="1600" dirty="0"/>
              <a:t>):</a:t>
            </a:r>
            <a:r>
              <a:rPr sz="1600" spc="-27" dirty="0"/>
              <a:t> </a:t>
            </a:r>
            <a:r>
              <a:rPr sz="1600" dirty="0"/>
              <a:t>name</a:t>
            </a:r>
            <a:r>
              <a:rPr sz="1600" spc="-33" dirty="0"/>
              <a:t> </a:t>
            </a:r>
            <a:r>
              <a:rPr sz="1600" dirty="0"/>
              <a:t>of</a:t>
            </a:r>
            <a:r>
              <a:rPr sz="1600" spc="-33" dirty="0"/>
              <a:t> </a:t>
            </a:r>
            <a:r>
              <a:rPr sz="1600" dirty="0"/>
              <a:t>a</a:t>
            </a:r>
            <a:r>
              <a:rPr sz="1600" spc="-33" dirty="0"/>
              <a:t> </a:t>
            </a:r>
            <a:r>
              <a:rPr sz="1600" dirty="0"/>
              <a:t>machine</a:t>
            </a:r>
            <a:r>
              <a:rPr sz="1600" spc="-27" dirty="0"/>
              <a:t> </a:t>
            </a:r>
            <a:r>
              <a:rPr sz="1600" dirty="0"/>
              <a:t>to</a:t>
            </a:r>
            <a:r>
              <a:rPr sz="1600" spc="-33" dirty="0"/>
              <a:t> </a:t>
            </a:r>
            <a:r>
              <a:rPr sz="1600" dirty="0"/>
              <a:t>connect</a:t>
            </a:r>
            <a:r>
              <a:rPr sz="1600" spc="-33" dirty="0"/>
              <a:t> to.</a:t>
            </a:r>
          </a:p>
          <a:p>
            <a:pPr marL="234420" marR="6773" indent="-285750">
              <a:lnSpc>
                <a:spcPct val="149300"/>
              </a:lnSpc>
              <a:buFont typeface="Arial" panose="020B0604020202020204" pitchFamily="34" charset="0"/>
              <a:buChar char="•"/>
            </a:pPr>
            <a:r>
              <a:rPr sz="1600" dirty="0"/>
              <a:t>Server's</a:t>
            </a:r>
            <a:r>
              <a:rPr sz="1600" spc="-20" dirty="0"/>
              <a:t> </a:t>
            </a:r>
            <a:r>
              <a:rPr sz="1600" dirty="0"/>
              <a:t>port</a:t>
            </a:r>
            <a:r>
              <a:rPr sz="1600" spc="-20" dirty="0"/>
              <a:t> </a:t>
            </a:r>
            <a:r>
              <a:rPr sz="1600" dirty="0"/>
              <a:t>number</a:t>
            </a:r>
            <a:r>
              <a:rPr sz="1600" spc="-20" dirty="0"/>
              <a:t> </a:t>
            </a:r>
            <a:r>
              <a:rPr sz="1600" dirty="0"/>
              <a:t>(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80</a:t>
            </a:r>
            <a:r>
              <a:rPr sz="1600" dirty="0"/>
              <a:t>):</a:t>
            </a:r>
            <a:r>
              <a:rPr sz="1600" spc="-20" dirty="0"/>
              <a:t> </a:t>
            </a:r>
            <a:r>
              <a:rPr sz="1600" dirty="0"/>
              <a:t>allows</a:t>
            </a:r>
            <a:r>
              <a:rPr sz="1600" spc="-20" dirty="0"/>
              <a:t> </a:t>
            </a:r>
            <a:r>
              <a:rPr sz="1600" dirty="0"/>
              <a:t>multiple</a:t>
            </a:r>
            <a:r>
              <a:rPr sz="1600" spc="-20" dirty="0"/>
              <a:t> </a:t>
            </a:r>
            <a:r>
              <a:rPr sz="1600" dirty="0"/>
              <a:t>servers</a:t>
            </a:r>
            <a:r>
              <a:rPr sz="1600" spc="-20" dirty="0"/>
              <a:t> </a:t>
            </a:r>
            <a:r>
              <a:rPr sz="1600" dirty="0"/>
              <a:t>to</a:t>
            </a:r>
            <a:r>
              <a:rPr sz="1600" spc="-13" dirty="0"/>
              <a:t> </a:t>
            </a:r>
            <a:r>
              <a:rPr sz="1600" dirty="0"/>
              <a:t>run</a:t>
            </a:r>
            <a:r>
              <a:rPr sz="1600" spc="-20" dirty="0"/>
              <a:t> </a:t>
            </a:r>
            <a:r>
              <a:rPr sz="1600" dirty="0"/>
              <a:t>on</a:t>
            </a:r>
            <a:r>
              <a:rPr sz="1600" spc="-20" dirty="0"/>
              <a:t> </a:t>
            </a:r>
            <a:r>
              <a:rPr sz="1600" dirty="0"/>
              <a:t>the</a:t>
            </a:r>
            <a:r>
              <a:rPr sz="1600" spc="-20" dirty="0"/>
              <a:t> </a:t>
            </a:r>
            <a:r>
              <a:rPr sz="1600" dirty="0"/>
              <a:t>same</a:t>
            </a:r>
            <a:r>
              <a:rPr sz="1600" spc="-20" dirty="0"/>
              <a:t> </a:t>
            </a:r>
            <a:r>
              <a:rPr sz="1600" spc="-13" dirty="0"/>
              <a:t>machine. </a:t>
            </a:r>
            <a:endParaRPr lang="en-US" sz="1600" spc="-13" dirty="0"/>
          </a:p>
          <a:p>
            <a:pPr marL="234420" marR="6773" indent="-285750">
              <a:lnSpc>
                <a:spcPct val="149300"/>
              </a:lnSpc>
              <a:buFont typeface="Arial" panose="020B0604020202020204" pitchFamily="34" charset="0"/>
              <a:buChar char="•"/>
            </a:pPr>
            <a:r>
              <a:rPr sz="1600" dirty="0"/>
              <a:t>Hierarchical</a:t>
            </a:r>
            <a:r>
              <a:rPr sz="1600" spc="-40" dirty="0"/>
              <a:t> </a:t>
            </a:r>
            <a:r>
              <a:rPr sz="1600" dirty="0"/>
              <a:t>portion</a:t>
            </a:r>
            <a:r>
              <a:rPr sz="1600" spc="-33" dirty="0"/>
              <a:t> </a:t>
            </a:r>
            <a:r>
              <a:rPr sz="1600" dirty="0"/>
              <a:t>(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/a/b/c.html</a:t>
            </a:r>
            <a:r>
              <a:rPr sz="1600" dirty="0"/>
              <a:t>):</a:t>
            </a:r>
            <a:r>
              <a:rPr sz="1600" spc="-40" dirty="0"/>
              <a:t> </a:t>
            </a:r>
            <a:r>
              <a:rPr sz="1600" dirty="0"/>
              <a:t>used</a:t>
            </a:r>
            <a:r>
              <a:rPr sz="1600" spc="-33" dirty="0"/>
              <a:t> </a:t>
            </a:r>
            <a:r>
              <a:rPr sz="1600" dirty="0"/>
              <a:t>by</a:t>
            </a:r>
            <a:r>
              <a:rPr sz="1600" spc="-40" dirty="0"/>
              <a:t> </a:t>
            </a:r>
            <a:r>
              <a:rPr sz="1600" dirty="0"/>
              <a:t>server</a:t>
            </a:r>
            <a:r>
              <a:rPr sz="1600" spc="-33" dirty="0"/>
              <a:t> </a:t>
            </a:r>
            <a:r>
              <a:rPr sz="1600" dirty="0"/>
              <a:t>to</a:t>
            </a:r>
            <a:r>
              <a:rPr sz="1600" spc="-33" dirty="0"/>
              <a:t> </a:t>
            </a:r>
            <a:r>
              <a:rPr sz="1600" dirty="0"/>
              <a:t>find</a:t>
            </a:r>
            <a:r>
              <a:rPr sz="1600" spc="-40" dirty="0"/>
              <a:t> </a:t>
            </a:r>
            <a:r>
              <a:rPr sz="1600" spc="-13" dirty="0"/>
              <a:t>content.</a:t>
            </a:r>
            <a:endParaRPr lang="en-US" sz="1600" spc="-13" dirty="0"/>
          </a:p>
          <a:p>
            <a:pPr marL="234420" marR="6773" indent="-285750">
              <a:lnSpc>
                <a:spcPct val="149300"/>
              </a:lnSpc>
              <a:buFont typeface="Arial" panose="020B0604020202020204" pitchFamily="34" charset="0"/>
              <a:buChar char="•"/>
            </a:pPr>
            <a:r>
              <a:rPr sz="1600" dirty="0"/>
              <a:t>Query</a:t>
            </a:r>
            <a:r>
              <a:rPr sz="1600" spc="-47" dirty="0"/>
              <a:t> </a:t>
            </a:r>
            <a:r>
              <a:rPr sz="1600" dirty="0"/>
              <a:t>parameters</a:t>
            </a:r>
            <a:r>
              <a:rPr sz="1600" spc="-47" dirty="0"/>
              <a:t> </a:t>
            </a:r>
            <a:r>
              <a:rPr sz="1600" dirty="0"/>
              <a:t>(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?user=Alice&amp;year=2008</a:t>
            </a:r>
            <a:r>
              <a:rPr sz="1600" dirty="0"/>
              <a:t>):</a:t>
            </a:r>
            <a:r>
              <a:rPr sz="1600" spc="-47" dirty="0"/>
              <a:t> </a:t>
            </a:r>
            <a:r>
              <a:rPr sz="1600" dirty="0"/>
              <a:t>provides</a:t>
            </a:r>
            <a:r>
              <a:rPr sz="1600" spc="-40" dirty="0"/>
              <a:t> </a:t>
            </a:r>
            <a:r>
              <a:rPr sz="1600" dirty="0"/>
              <a:t>additional</a:t>
            </a:r>
            <a:r>
              <a:rPr sz="1600" spc="-47" dirty="0"/>
              <a:t> </a:t>
            </a:r>
            <a:r>
              <a:rPr sz="1600" spc="-13" dirty="0"/>
              <a:t>parameters</a:t>
            </a:r>
            <a:endParaRPr lang="en-US" sz="1600" spc="-13" dirty="0"/>
          </a:p>
          <a:p>
            <a:pPr marL="234420" marR="6773" indent="-285750">
              <a:lnSpc>
                <a:spcPct val="149300"/>
              </a:lnSpc>
              <a:buFont typeface="Arial" panose="020B0604020202020204" pitchFamily="34" charset="0"/>
              <a:buChar char="•"/>
            </a:pPr>
            <a:r>
              <a:rPr sz="1600" spc="-13" dirty="0"/>
              <a:t> </a:t>
            </a:r>
            <a:r>
              <a:rPr sz="1600" dirty="0"/>
              <a:t>Fragment</a:t>
            </a:r>
            <a:r>
              <a:rPr sz="1600" spc="-33" dirty="0"/>
              <a:t> </a:t>
            </a:r>
            <a:r>
              <a:rPr sz="1600" dirty="0"/>
              <a:t>(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#p2</a:t>
            </a:r>
            <a:r>
              <a:rPr sz="1600" dirty="0"/>
              <a:t>):</a:t>
            </a:r>
            <a:r>
              <a:rPr sz="1600" spc="-27" dirty="0"/>
              <a:t> </a:t>
            </a:r>
            <a:r>
              <a:rPr sz="1600" dirty="0"/>
              <a:t>Have</a:t>
            </a:r>
            <a:r>
              <a:rPr sz="1600" spc="-27" dirty="0"/>
              <a:t> </a:t>
            </a:r>
            <a:r>
              <a:rPr sz="1600" dirty="0"/>
              <a:t>browser</a:t>
            </a:r>
            <a:r>
              <a:rPr sz="1600" spc="-27" dirty="0"/>
              <a:t> </a:t>
            </a:r>
            <a:r>
              <a:rPr sz="1600" dirty="0"/>
              <a:t>scroll page to</a:t>
            </a:r>
            <a:r>
              <a:rPr sz="1600" spc="-27" dirty="0"/>
              <a:t> </a:t>
            </a:r>
            <a:r>
              <a:rPr sz="1600" dirty="0"/>
              <a:t>fragment</a:t>
            </a:r>
            <a:r>
              <a:rPr sz="1600" spc="-27" dirty="0"/>
              <a:t> </a:t>
            </a:r>
            <a:r>
              <a:rPr sz="1600" dirty="0"/>
              <a:t>(html:</a:t>
            </a:r>
            <a:r>
              <a:rPr sz="1600" spc="27" dirty="0"/>
              <a:t> </a:t>
            </a:r>
            <a:r>
              <a:rPr sz="1600" dirty="0">
                <a:solidFill>
                  <a:srgbClr val="FF0000"/>
                </a:solidFill>
              </a:rPr>
              <a:t>p2</a:t>
            </a:r>
            <a:r>
              <a:rPr sz="1600" spc="-20" dirty="0">
                <a:solidFill>
                  <a:srgbClr val="FF0000"/>
                </a:solidFill>
              </a:rPr>
              <a:t> </a:t>
            </a:r>
            <a:r>
              <a:rPr sz="1600" dirty="0"/>
              <a:t>is</a:t>
            </a:r>
            <a:r>
              <a:rPr sz="1600" spc="-27" dirty="0"/>
              <a:t> </a:t>
            </a:r>
            <a:r>
              <a:rPr sz="1600" dirty="0"/>
              <a:t>anchor</a:t>
            </a:r>
            <a:r>
              <a:rPr sz="1600" spc="-27" dirty="0"/>
              <a:t> tag)</a:t>
            </a:r>
            <a:endParaRPr lang="en-US" sz="1600" spc="-27" dirty="0"/>
          </a:p>
          <a:p>
            <a:pPr marL="453495" marR="6773" lvl="1" indent="-285750">
              <a:lnSpc>
                <a:spcPct val="149300"/>
              </a:lnSpc>
              <a:buFont typeface="Arial" panose="020B0604020202020204" pitchFamily="34" charset="0"/>
              <a:buChar char="•"/>
            </a:pPr>
            <a:r>
              <a:rPr sz="1600" dirty="0"/>
              <a:t>Used on the browser only; not sent to the server.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CF3D6-FD62-2305-45EF-8D5C79C1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563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914400"/>
            <a:ext cx="13411200" cy="571096"/>
          </a:xfrm>
          <a:prstGeom prst="rect">
            <a:avLst/>
          </a:prstGeom>
        </p:spPr>
        <p:txBody>
          <a:bodyPr vert="horz" wrap="square" lIns="0" tIns="16933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URL:</a:t>
            </a:r>
            <a:r>
              <a:rPr spc="-127" dirty="0"/>
              <a:t> </a:t>
            </a:r>
            <a:r>
              <a:rPr dirty="0"/>
              <a:t>schemes</a:t>
            </a:r>
            <a:r>
              <a:rPr spc="-127" dirty="0"/>
              <a:t> </a:t>
            </a:r>
            <a:r>
              <a:rPr dirty="0"/>
              <a:t>(e.g.</a:t>
            </a:r>
            <a:r>
              <a:rPr spc="-100" dirty="0"/>
              <a:t> </a:t>
            </a:r>
            <a:r>
              <a:rPr spc="-13" dirty="0">
                <a:latin typeface="Consolas"/>
                <a:cs typeface="Consolas"/>
              </a:rPr>
              <a:t>http</a:t>
            </a:r>
            <a:r>
              <a:rPr spc="-13" dirty="0"/>
              <a:t>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63868" y="1905000"/>
            <a:ext cx="10318531" cy="4166952"/>
          </a:xfrm>
          <a:prstGeom prst="rect">
            <a:avLst/>
          </a:prstGeom>
        </p:spPr>
        <p:txBody>
          <a:bodyPr vert="horz" wrap="square" lIns="0" tIns="197273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34420" indent="-285750">
              <a:lnSpc>
                <a:spcPct val="100000"/>
              </a:lnSpc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http</a:t>
            </a:r>
            <a:r>
              <a:rPr sz="1600" dirty="0"/>
              <a:t>:</a:t>
            </a:r>
            <a:r>
              <a:rPr sz="1600" spc="-33" dirty="0"/>
              <a:t> </a:t>
            </a:r>
            <a:r>
              <a:rPr sz="1600" dirty="0"/>
              <a:t>is</a:t>
            </a:r>
            <a:r>
              <a:rPr sz="1600" spc="-27" dirty="0"/>
              <a:t> </a:t>
            </a:r>
            <a:r>
              <a:rPr sz="1600" dirty="0"/>
              <a:t>the</a:t>
            </a:r>
            <a:r>
              <a:rPr sz="1600" spc="-27" dirty="0"/>
              <a:t> </a:t>
            </a:r>
            <a:r>
              <a:rPr sz="1600" dirty="0"/>
              <a:t>most</a:t>
            </a:r>
            <a:r>
              <a:rPr sz="1600" spc="-33" dirty="0"/>
              <a:t> </a:t>
            </a:r>
            <a:r>
              <a:rPr sz="1600" dirty="0"/>
              <a:t>common</a:t>
            </a:r>
            <a:r>
              <a:rPr sz="1600" spc="-27" dirty="0"/>
              <a:t> </a:t>
            </a:r>
            <a:r>
              <a:rPr sz="1600" dirty="0"/>
              <a:t>scheme;</a:t>
            </a:r>
            <a:r>
              <a:rPr sz="1600" spc="-27" dirty="0"/>
              <a:t> </a:t>
            </a:r>
            <a:r>
              <a:rPr sz="1600" dirty="0"/>
              <a:t>it</a:t>
            </a:r>
            <a:r>
              <a:rPr sz="1600" spc="-33" dirty="0"/>
              <a:t> </a:t>
            </a:r>
            <a:r>
              <a:rPr sz="1600" dirty="0"/>
              <a:t>means</a:t>
            </a:r>
            <a:r>
              <a:rPr sz="1600" spc="-27" dirty="0"/>
              <a:t> </a:t>
            </a:r>
            <a:r>
              <a:rPr sz="1600" dirty="0"/>
              <a:t>use</a:t>
            </a:r>
            <a:r>
              <a:rPr sz="1600" spc="-27" dirty="0"/>
              <a:t> </a:t>
            </a:r>
            <a:r>
              <a:rPr sz="1600" dirty="0"/>
              <a:t>the</a:t>
            </a:r>
            <a:r>
              <a:rPr sz="1600" spc="-33" dirty="0"/>
              <a:t> </a:t>
            </a:r>
            <a:r>
              <a:rPr sz="1600" dirty="0"/>
              <a:t>HTTP</a:t>
            </a:r>
            <a:r>
              <a:rPr sz="1600" spc="-73" dirty="0"/>
              <a:t> </a:t>
            </a:r>
            <a:r>
              <a:rPr sz="1600" spc="-13" dirty="0"/>
              <a:t>protocol</a:t>
            </a:r>
          </a:p>
          <a:p>
            <a:pPr marL="234420" indent="-285750">
              <a:lnSpc>
                <a:spcPct val="100000"/>
              </a:lnSpc>
              <a:spcBef>
                <a:spcPts val="2519"/>
              </a:spcBef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https</a:t>
            </a:r>
            <a:r>
              <a:rPr sz="1600" dirty="0"/>
              <a:t>:</a:t>
            </a:r>
            <a:r>
              <a:rPr sz="1600" spc="-33" dirty="0"/>
              <a:t> </a:t>
            </a:r>
            <a:r>
              <a:rPr sz="1600" dirty="0"/>
              <a:t>is</a:t>
            </a:r>
            <a:r>
              <a:rPr sz="1600" spc="-20" dirty="0"/>
              <a:t> </a:t>
            </a:r>
            <a:r>
              <a:rPr sz="1600" dirty="0"/>
              <a:t>similar</a:t>
            </a:r>
            <a:r>
              <a:rPr sz="1600" spc="-20" dirty="0"/>
              <a:t> </a:t>
            </a:r>
            <a:r>
              <a:rPr sz="1600" dirty="0"/>
              <a:t>to</a:t>
            </a:r>
            <a:r>
              <a:rPr sz="1600" spc="-20" dirty="0"/>
              <a:t> </a:t>
            </a:r>
            <a:r>
              <a:rPr sz="1600" dirty="0"/>
              <a:t>http:</a:t>
            </a:r>
            <a:r>
              <a:rPr sz="1600" spc="-20" dirty="0"/>
              <a:t> </a:t>
            </a:r>
            <a:r>
              <a:rPr sz="1600" dirty="0"/>
              <a:t>except</a:t>
            </a:r>
            <a:r>
              <a:rPr sz="1600" spc="-20" dirty="0"/>
              <a:t> </a:t>
            </a:r>
            <a:r>
              <a:rPr sz="1600" dirty="0"/>
              <a:t>that</a:t>
            </a:r>
            <a:r>
              <a:rPr sz="1600" spc="-20" dirty="0"/>
              <a:t> </a:t>
            </a:r>
            <a:r>
              <a:rPr sz="1600" dirty="0"/>
              <a:t>it</a:t>
            </a:r>
            <a:r>
              <a:rPr sz="1600" spc="-20" dirty="0"/>
              <a:t> </a:t>
            </a:r>
            <a:r>
              <a:rPr sz="1600" dirty="0"/>
              <a:t>uses</a:t>
            </a:r>
            <a:r>
              <a:rPr sz="1600" spc="-20" dirty="0"/>
              <a:t> </a:t>
            </a:r>
            <a:r>
              <a:rPr sz="1600" dirty="0"/>
              <a:t>SSL</a:t>
            </a:r>
            <a:r>
              <a:rPr sz="1600" spc="-100" dirty="0"/>
              <a:t> </a:t>
            </a:r>
            <a:r>
              <a:rPr sz="1600" spc="-13" dirty="0"/>
              <a:t>encryption</a:t>
            </a:r>
          </a:p>
          <a:p>
            <a:pPr marL="234420" indent="-285750">
              <a:lnSpc>
                <a:spcPct val="100000"/>
              </a:lnSpc>
              <a:spcBef>
                <a:spcPts val="2519"/>
              </a:spcBef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file</a:t>
            </a:r>
            <a:r>
              <a:rPr sz="1600" dirty="0"/>
              <a:t>:</a:t>
            </a:r>
            <a:r>
              <a:rPr sz="1600" spc="-20" dirty="0"/>
              <a:t> </a:t>
            </a:r>
            <a:r>
              <a:rPr sz="1600" dirty="0"/>
              <a:t>means</a:t>
            </a:r>
            <a:r>
              <a:rPr sz="1600" spc="-20" dirty="0"/>
              <a:t> </a:t>
            </a:r>
            <a:r>
              <a:rPr sz="1600" dirty="0"/>
              <a:t>read</a:t>
            </a:r>
            <a:r>
              <a:rPr sz="1600" spc="-20" dirty="0"/>
              <a:t> </a:t>
            </a:r>
            <a:r>
              <a:rPr sz="1600" dirty="0"/>
              <a:t>a</a:t>
            </a:r>
            <a:r>
              <a:rPr sz="1600" spc="-20" dirty="0"/>
              <a:t> </a:t>
            </a:r>
            <a:r>
              <a:rPr sz="1600" dirty="0"/>
              <a:t>file</a:t>
            </a:r>
            <a:r>
              <a:rPr sz="1600" spc="-20" dirty="0"/>
              <a:t> </a:t>
            </a:r>
            <a:r>
              <a:rPr sz="1600" dirty="0"/>
              <a:t>from</a:t>
            </a:r>
            <a:r>
              <a:rPr sz="1600" spc="-20" dirty="0"/>
              <a:t> </a:t>
            </a:r>
            <a:r>
              <a:rPr sz="1600" dirty="0"/>
              <a:t>the</a:t>
            </a:r>
            <a:r>
              <a:rPr sz="1600" spc="-20" dirty="0"/>
              <a:t> </a:t>
            </a:r>
            <a:r>
              <a:rPr sz="1600" dirty="0"/>
              <a:t>local</a:t>
            </a:r>
            <a:r>
              <a:rPr sz="1600" spc="-13" dirty="0"/>
              <a:t> </a:t>
            </a:r>
            <a:r>
              <a:rPr sz="1600" spc="-27" dirty="0"/>
              <a:t>disk</a:t>
            </a:r>
          </a:p>
          <a:p>
            <a:pPr marL="234420" indent="-285750">
              <a:lnSpc>
                <a:spcPct val="100000"/>
              </a:lnSpc>
              <a:spcBef>
                <a:spcPts val="2519"/>
              </a:spcBef>
              <a:buFont typeface="Arial" panose="020B0604020202020204" pitchFamily="34" charset="0"/>
              <a:buChar char="•"/>
            </a:pPr>
            <a:r>
              <a:rPr sz="1600" b="1" spc="-13" dirty="0">
                <a:solidFill>
                  <a:srgbClr val="FF0000"/>
                </a:solidFill>
                <a:latin typeface="Consolas"/>
                <a:cs typeface="Consolas"/>
              </a:rPr>
              <a:t>websocket:</a:t>
            </a:r>
            <a:r>
              <a:rPr sz="1600" b="1" spc="-6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dirty="0"/>
              <a:t>means create a</a:t>
            </a:r>
            <a:r>
              <a:rPr sz="1600" spc="-40" dirty="0"/>
              <a:t> </a:t>
            </a:r>
            <a:r>
              <a:rPr sz="1600" dirty="0"/>
              <a:t>TCP</a:t>
            </a:r>
            <a:r>
              <a:rPr sz="1600" spc="-47" dirty="0"/>
              <a:t> </a:t>
            </a:r>
            <a:r>
              <a:rPr sz="1600" spc="-13" dirty="0"/>
              <a:t>connection</a:t>
            </a:r>
          </a:p>
          <a:p>
            <a:pPr marL="234420" indent="-285750">
              <a:lnSpc>
                <a:spcPct val="100000"/>
              </a:lnSpc>
              <a:spcBef>
                <a:spcPts val="2520"/>
              </a:spcBef>
              <a:buFont typeface="Arial" panose="020B0604020202020204" pitchFamily="34" charset="0"/>
              <a:buChar char="•"/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mailto</a:t>
            </a:r>
            <a:r>
              <a:rPr sz="1600" dirty="0"/>
              <a:t>:</a:t>
            </a:r>
            <a:r>
              <a:rPr sz="1600" spc="-40" dirty="0"/>
              <a:t> </a:t>
            </a:r>
            <a:r>
              <a:rPr sz="1600" dirty="0"/>
              <a:t>means</a:t>
            </a:r>
            <a:r>
              <a:rPr sz="1600" spc="-20" dirty="0"/>
              <a:t> </a:t>
            </a:r>
            <a:r>
              <a:rPr sz="1600" dirty="0"/>
              <a:t>open</a:t>
            </a:r>
            <a:r>
              <a:rPr sz="1600" spc="-27" dirty="0"/>
              <a:t> </a:t>
            </a:r>
            <a:r>
              <a:rPr sz="1600" dirty="0"/>
              <a:t>an</a:t>
            </a:r>
            <a:r>
              <a:rPr sz="1600" spc="-20" dirty="0"/>
              <a:t> </a:t>
            </a:r>
            <a:r>
              <a:rPr sz="1600" dirty="0"/>
              <a:t>email</a:t>
            </a:r>
            <a:r>
              <a:rPr sz="1600" spc="-27" dirty="0"/>
              <a:t> </a:t>
            </a:r>
            <a:r>
              <a:rPr sz="1600" dirty="0"/>
              <a:t>program</a:t>
            </a:r>
            <a:r>
              <a:rPr sz="1600" spc="-20" dirty="0"/>
              <a:t> </a:t>
            </a:r>
            <a:r>
              <a:rPr sz="1600" dirty="0"/>
              <a:t>composing</a:t>
            </a:r>
            <a:r>
              <a:rPr sz="1600" spc="-27" dirty="0"/>
              <a:t> </a:t>
            </a:r>
            <a:r>
              <a:rPr sz="1600" dirty="0"/>
              <a:t>a</a:t>
            </a:r>
            <a:r>
              <a:rPr sz="1600" spc="-20" dirty="0"/>
              <a:t> </a:t>
            </a:r>
            <a:r>
              <a:rPr sz="1600" spc="-13" dirty="0"/>
              <a:t>message</a:t>
            </a:r>
            <a:endParaRPr lang="en-US" sz="1600" spc="-13" dirty="0"/>
          </a:p>
          <a:p>
            <a:pPr marL="453495" lvl="1" indent="-285750">
              <a:lnSpc>
                <a:spcPct val="100000"/>
              </a:lnSpc>
              <a:spcBef>
                <a:spcPts val="2520"/>
              </a:spcBef>
              <a:buFont typeface="Arial" panose="020B0604020202020204" pitchFamily="34" charset="0"/>
              <a:buChar char="•"/>
            </a:pPr>
            <a:r>
              <a:rPr sz="1200" dirty="0"/>
              <a:t>There</a:t>
            </a:r>
            <a:r>
              <a:rPr sz="1200" spc="20" dirty="0"/>
              <a:t> </a:t>
            </a:r>
            <a:r>
              <a:rPr sz="1200" dirty="0"/>
              <a:t>are</a:t>
            </a:r>
            <a:r>
              <a:rPr sz="1200" spc="27" dirty="0"/>
              <a:t> </a:t>
            </a:r>
            <a:r>
              <a:rPr sz="1200" dirty="0"/>
              <a:t>many</a:t>
            </a:r>
            <a:r>
              <a:rPr sz="1200" spc="27" dirty="0"/>
              <a:t> </a:t>
            </a:r>
            <a:r>
              <a:rPr sz="1200" dirty="0"/>
              <a:t>(~350)</a:t>
            </a:r>
            <a:r>
              <a:rPr sz="1200" spc="20" dirty="0"/>
              <a:t> </a:t>
            </a:r>
            <a:r>
              <a:rPr sz="1200" dirty="0"/>
              <a:t>other</a:t>
            </a:r>
            <a:r>
              <a:rPr sz="1200" spc="27" dirty="0"/>
              <a:t> </a:t>
            </a:r>
            <a:r>
              <a:rPr sz="1200" dirty="0"/>
              <a:t>schemes:</a:t>
            </a:r>
            <a:r>
              <a:rPr sz="1200" spc="-60" dirty="0"/>
              <a:t> </a:t>
            </a:r>
            <a:r>
              <a:rPr sz="2000" u="heavy" spc="-27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https://www.iana.org/assignments/uri-</a:t>
            </a:r>
            <a:r>
              <a:rPr sz="2000" u="heavy" spc="-13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schemes/</a:t>
            </a:r>
            <a:r>
              <a:rPr sz="2000" spc="-13" dirty="0">
                <a:solidFill>
                  <a:srgbClr val="0097A7"/>
                </a:solidFill>
              </a:rPr>
              <a:t> </a:t>
            </a:r>
            <a:endParaRPr lang="en-US" sz="2000" spc="-13" dirty="0">
              <a:solidFill>
                <a:srgbClr val="0097A7"/>
              </a:solidFill>
            </a:endParaRPr>
          </a:p>
          <a:p>
            <a:pPr marL="590020" lvl="2" indent="-285750">
              <a:lnSpc>
                <a:spcPct val="100000"/>
              </a:lnSpc>
              <a:spcBef>
                <a:spcPts val="2520"/>
              </a:spcBef>
              <a:buFont typeface="Arial" panose="020B0604020202020204" pitchFamily="34" charset="0"/>
              <a:buChar char="•"/>
            </a:pPr>
            <a:r>
              <a:rPr sz="1200" dirty="0"/>
              <a:t>Example: </a:t>
            </a:r>
            <a:r>
              <a:rPr sz="1200" dirty="0">
                <a:solidFill>
                  <a:srgbClr val="FF0000"/>
                </a:solidFill>
              </a:rPr>
              <a:t>mongodb</a:t>
            </a:r>
            <a:r>
              <a:rPr sz="1200" dirty="0"/>
              <a:t>: points to a MongoDB database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CD018-C688-99E9-FF0D-9D97F063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408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838200"/>
            <a:ext cx="13411200" cy="571096"/>
          </a:xfrm>
          <a:prstGeom prst="rect">
            <a:avLst/>
          </a:prstGeom>
        </p:spPr>
        <p:txBody>
          <a:bodyPr vert="horz" wrap="square" lIns="0" tIns="16933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URL:</a:t>
            </a:r>
            <a:r>
              <a:rPr spc="-133" dirty="0"/>
              <a:t> </a:t>
            </a:r>
            <a:r>
              <a:rPr spc="-13" dirty="0"/>
              <a:t>Hierarchical</a:t>
            </a:r>
            <a:r>
              <a:rPr spc="-133" dirty="0"/>
              <a:t> </a:t>
            </a:r>
            <a:r>
              <a:rPr dirty="0"/>
              <a:t>portion</a:t>
            </a:r>
            <a:r>
              <a:rPr spc="-127" dirty="0"/>
              <a:t> </a:t>
            </a:r>
            <a:r>
              <a:rPr spc="-13" dirty="0"/>
              <a:t>(/a/b/c.html)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828800"/>
            <a:ext cx="10753512" cy="431707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05447" indent="-488514">
              <a:spcBef>
                <a:spcPts val="700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Passed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interpretation.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Early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servers: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Path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name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static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r>
              <a:rPr sz="1867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file.</a:t>
            </a:r>
            <a:endParaRPr sz="1867" dirty="0">
              <a:latin typeface="Arial"/>
              <a:cs typeface="Arial"/>
            </a:endParaRPr>
          </a:p>
          <a:p>
            <a:pPr marL="1115031" lvl="1" indent="-447875">
              <a:spcBef>
                <a:spcPts val="360"/>
              </a:spcBef>
              <a:buChar char="○"/>
              <a:tabLst>
                <a:tab pos="1115031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Path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name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program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will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generate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r>
              <a:rPr sz="1867" spc="-9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content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(e.g., </a:t>
            </a:r>
            <a:r>
              <a:rPr sz="1867" spc="-13" dirty="0">
                <a:solidFill>
                  <a:srgbClr val="595959"/>
                </a:solidFill>
                <a:latin typeface="Consolas"/>
                <a:cs typeface="Consolas"/>
              </a:rPr>
              <a:t>foo.php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).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1640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2400" spc="-6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2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programmed</a:t>
            </a:r>
            <a:r>
              <a:rPr sz="2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routing</a:t>
            </a:r>
            <a:r>
              <a:rPr sz="2400" b="1" spc="-47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information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Char char="○"/>
              <a:tabLst>
                <a:tab pos="1115031" algn="l"/>
              </a:tabLst>
            </a:pP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Map</a:t>
            </a:r>
            <a:r>
              <a:rPr sz="1867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hierarchical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performed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possibly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67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dirty="0">
                <a:solidFill>
                  <a:srgbClr val="595959"/>
                </a:solidFill>
                <a:latin typeface="Arial"/>
                <a:cs typeface="Arial"/>
              </a:rPr>
              <a:t>function's</a:t>
            </a:r>
            <a:r>
              <a:rPr sz="1867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67" spc="-13" dirty="0">
                <a:solidFill>
                  <a:srgbClr val="595959"/>
                </a:solidFill>
                <a:latin typeface="Arial"/>
                <a:cs typeface="Arial"/>
              </a:rPr>
              <a:t>parameters</a:t>
            </a:r>
            <a:endParaRPr sz="1867" dirty="0">
              <a:latin typeface="Arial"/>
              <a:cs typeface="Arial"/>
            </a:endParaRPr>
          </a:p>
          <a:p>
            <a:pPr marL="505447" indent="-488514">
              <a:spcBef>
                <a:spcPts val="1640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Application</a:t>
            </a:r>
            <a:r>
              <a:rPr sz="2400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Programming</a:t>
            </a:r>
            <a:r>
              <a:rPr sz="2400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Interface</a:t>
            </a:r>
            <a:r>
              <a:rPr sz="2400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(API)</a:t>
            </a:r>
            <a:r>
              <a:rPr sz="2400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design,</a:t>
            </a: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Example:</a:t>
            </a:r>
            <a:endParaRPr sz="2400" dirty="0">
              <a:latin typeface="Arial"/>
              <a:cs typeface="Arial"/>
            </a:endParaRPr>
          </a:p>
          <a:p>
            <a:pPr marL="1115031" lvl="1" indent="-447875">
              <a:spcBef>
                <a:spcPts val="440"/>
              </a:spcBef>
              <a:buFont typeface="Arial"/>
              <a:buChar char="○"/>
              <a:tabLst>
                <a:tab pos="1115031" algn="l"/>
              </a:tabLst>
            </a:pPr>
            <a:r>
              <a:rPr sz="1867" spc="-13" dirty="0">
                <a:solidFill>
                  <a:srgbClr val="595959"/>
                </a:solidFill>
                <a:latin typeface="Consolas"/>
                <a:cs typeface="Consolas"/>
              </a:rPr>
              <a:t>/user/create</a:t>
            </a:r>
            <a:endParaRPr sz="1867" dirty="0">
              <a:latin typeface="Consolas"/>
              <a:cs typeface="Consolas"/>
            </a:endParaRPr>
          </a:p>
          <a:p>
            <a:pPr marL="1115031" lvl="1" indent="-447875">
              <a:spcBef>
                <a:spcPts val="360"/>
              </a:spcBef>
              <a:buFont typeface="Arial"/>
              <a:buChar char="○"/>
              <a:tabLst>
                <a:tab pos="1115031" algn="l"/>
              </a:tabLst>
            </a:pPr>
            <a:r>
              <a:rPr sz="1867" spc="-13" dirty="0">
                <a:solidFill>
                  <a:srgbClr val="595959"/>
                </a:solidFill>
                <a:latin typeface="Consolas"/>
                <a:cs typeface="Consolas"/>
              </a:rPr>
              <a:t>/user/list</a:t>
            </a:r>
            <a:endParaRPr sz="1867" dirty="0">
              <a:latin typeface="Consolas"/>
              <a:cs typeface="Consolas"/>
            </a:endParaRPr>
          </a:p>
          <a:p>
            <a:pPr marL="1115031" lvl="1" indent="-447875">
              <a:spcBef>
                <a:spcPts val="360"/>
              </a:spcBef>
              <a:buFont typeface="Arial"/>
              <a:buChar char="○"/>
              <a:tabLst>
                <a:tab pos="1115031" algn="l"/>
              </a:tabLst>
            </a:pPr>
            <a:r>
              <a:rPr sz="1867" spc="-13" dirty="0">
                <a:solidFill>
                  <a:srgbClr val="595959"/>
                </a:solidFill>
                <a:latin typeface="Consolas"/>
                <a:cs typeface="Consolas"/>
              </a:rPr>
              <a:t>/user/0x23490</a:t>
            </a:r>
            <a:endParaRPr sz="1867" dirty="0">
              <a:latin typeface="Consolas"/>
              <a:cs typeface="Consolas"/>
            </a:endParaRPr>
          </a:p>
          <a:p>
            <a:pPr marL="1115031" lvl="1" indent="-447875">
              <a:spcBef>
                <a:spcPts val="360"/>
              </a:spcBef>
              <a:buFont typeface="Arial"/>
              <a:buChar char="○"/>
              <a:tabLst>
                <a:tab pos="1115031" algn="l"/>
              </a:tabLst>
            </a:pPr>
            <a:r>
              <a:rPr sz="1867" spc="-13" dirty="0">
                <a:solidFill>
                  <a:srgbClr val="595959"/>
                </a:solidFill>
                <a:latin typeface="Consolas"/>
                <a:cs typeface="Consolas"/>
              </a:rPr>
              <a:t>/user/0x23433</a:t>
            </a:r>
            <a:endParaRPr sz="1867" dirty="0">
              <a:latin typeface="Consolas"/>
              <a:cs typeface="Consolas"/>
            </a:endParaRPr>
          </a:p>
          <a:p>
            <a:pPr marL="1115031" lvl="1" indent="-447875">
              <a:spcBef>
                <a:spcPts val="360"/>
              </a:spcBef>
              <a:buFont typeface="Arial"/>
              <a:buChar char="○"/>
              <a:tabLst>
                <a:tab pos="1115031" algn="l"/>
              </a:tabLst>
            </a:pPr>
            <a:r>
              <a:rPr sz="1867" spc="-13" dirty="0">
                <a:solidFill>
                  <a:srgbClr val="595959"/>
                </a:solidFill>
                <a:latin typeface="Consolas"/>
                <a:cs typeface="Consolas"/>
              </a:rPr>
              <a:t>/user/delete/0x23433</a:t>
            </a:r>
            <a:endParaRPr sz="1867" dirty="0">
              <a:latin typeface="Consolas"/>
              <a:cs typeface="Consola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B39C4-A5C8-0675-8E32-5127C385D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158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838200"/>
            <a:ext cx="13411200" cy="571096"/>
          </a:xfrm>
          <a:prstGeom prst="rect">
            <a:avLst/>
          </a:prstGeom>
        </p:spPr>
        <p:txBody>
          <a:bodyPr vert="horz" wrap="square" lIns="0" tIns="16933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Query</a:t>
            </a:r>
            <a:r>
              <a:rPr spc="-140" dirty="0"/>
              <a:t> </a:t>
            </a:r>
            <a:r>
              <a:rPr dirty="0"/>
              <a:t>Parameters</a:t>
            </a:r>
            <a:r>
              <a:rPr spc="-140" dirty="0"/>
              <a:t> </a:t>
            </a:r>
            <a:r>
              <a:rPr dirty="0"/>
              <a:t>(e.g.</a:t>
            </a:r>
            <a:r>
              <a:rPr spc="-140" dirty="0"/>
              <a:t> </a:t>
            </a:r>
            <a:r>
              <a:rPr spc="-13" dirty="0"/>
              <a:t>?user=Alice&amp;year=2008)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2133600"/>
            <a:ext cx="10091420" cy="107636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5447" indent="-488514">
              <a:spcBef>
                <a:spcPts val="133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Traditionally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has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been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provide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parameters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operation:</a:t>
            </a:r>
            <a:endParaRPr sz="2400" dirty="0">
              <a:latin typeface="Arial"/>
              <a:cs typeface="Arial"/>
            </a:endParaRPr>
          </a:p>
          <a:p>
            <a:pPr marL="505447">
              <a:spcBef>
                <a:spcPts val="2519"/>
              </a:spcBef>
            </a:pPr>
            <a:r>
              <a:rPr sz="2400" spc="-13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http://www.company.com/showOrder.php</a:t>
            </a:r>
            <a:r>
              <a:rPr sz="2400" b="1" spc="-13" dirty="0">
                <a:solidFill>
                  <a:srgbClr val="FF0000"/>
                </a:solidFill>
                <a:latin typeface="Consolas"/>
                <a:cs typeface="Consolas"/>
                <a:hlinkClick r:id="rId2"/>
              </a:rPr>
              <a:t>?order=462104</a:t>
            </a:r>
            <a:r>
              <a:rPr sz="2400" spc="-13" dirty="0">
                <a:solidFill>
                  <a:srgbClr val="FF0000"/>
                </a:solidFill>
                <a:latin typeface="Consolas"/>
                <a:cs typeface="Consolas"/>
                <a:hlinkClick r:id="rId2"/>
              </a:rPr>
              <a:t>7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EC8FB-C233-E78F-60D5-5BA0B486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9624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1023145"/>
            <a:ext cx="10058400" cy="571096"/>
          </a:xfrm>
          <a:prstGeom prst="rect">
            <a:avLst/>
          </a:prstGeom>
        </p:spPr>
        <p:txBody>
          <a:bodyPr vert="horz" wrap="square" lIns="0" tIns="16933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Links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4683" y="2209800"/>
            <a:ext cx="10848340" cy="288506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5447" indent="-488514">
              <a:spcBef>
                <a:spcPts val="133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r>
              <a:rPr sz="2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maintains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notion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current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location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(i.e.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URL)</a:t>
            </a:r>
            <a:endParaRPr sz="2400" dirty="0">
              <a:latin typeface="Arial"/>
              <a:cs typeface="Arial"/>
            </a:endParaRPr>
          </a:p>
          <a:p>
            <a:pPr marL="505447" marR="6773" indent="-489361">
              <a:lnSpc>
                <a:spcPct val="114599"/>
              </a:lnSpc>
              <a:spcBef>
                <a:spcPts val="2100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Links: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content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which,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clicked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on,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causes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go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to URL</a:t>
            </a:r>
            <a:endParaRPr sz="2400" dirty="0">
              <a:latin typeface="Arial"/>
              <a:cs typeface="Arial"/>
            </a:endParaRPr>
          </a:p>
          <a:p>
            <a:pPr marL="505447" indent="-488514">
              <a:spcBef>
                <a:spcPts val="2520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Links</a:t>
            </a:r>
            <a:r>
              <a:rPr sz="24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implemented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&lt;a&gt;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tag:</a:t>
            </a:r>
            <a:endParaRPr sz="2400" dirty="0">
              <a:latin typeface="Arial"/>
              <a:cs typeface="Arial"/>
            </a:endParaRPr>
          </a:p>
          <a:p>
            <a:pPr marL="505447">
              <a:spcBef>
                <a:spcPts val="2520"/>
              </a:spcBef>
            </a:pPr>
            <a:r>
              <a:rPr sz="2400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2400" spc="-187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href="http://www.company.com/news/2009.html"&gt;2009</a:t>
            </a:r>
            <a:r>
              <a:rPr sz="2400" spc="-167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Consolas"/>
                <a:cs typeface="Consolas"/>
              </a:rPr>
              <a:t>News&lt;/a&gt;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AEFCB-CFFB-3143-DFED-BA579555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441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975955"/>
            <a:ext cx="9982200" cy="509541"/>
          </a:xfrm>
          <a:prstGeom prst="rect">
            <a:avLst/>
          </a:prstGeom>
        </p:spPr>
        <p:txBody>
          <a:bodyPr vert="horz" wrap="square" lIns="0" tIns="16933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3200" spc="-13" dirty="0"/>
              <a:t>Different</a:t>
            </a:r>
            <a:r>
              <a:rPr sz="3200" spc="-100" dirty="0"/>
              <a:t> </a:t>
            </a:r>
            <a:r>
              <a:rPr sz="3200" dirty="0"/>
              <a:t>types</a:t>
            </a:r>
            <a:r>
              <a:rPr sz="3200" spc="-93" dirty="0"/>
              <a:t> </a:t>
            </a:r>
            <a:r>
              <a:rPr sz="3200" dirty="0"/>
              <a:t>of</a:t>
            </a:r>
            <a:r>
              <a:rPr sz="3200" spc="-100" dirty="0"/>
              <a:t> </a:t>
            </a:r>
            <a:r>
              <a:rPr sz="3200" spc="-13" dirty="0"/>
              <a:t>links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905000"/>
            <a:ext cx="10927079" cy="323592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59833" indent="-342900"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Full</a:t>
            </a:r>
            <a:r>
              <a:rPr sz="2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URL:</a:t>
            </a:r>
            <a:r>
              <a:rPr sz="2000" spc="-5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2000" spc="-1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href="http://www.xyz.com/news/2009.html"&gt;2009</a:t>
            </a:r>
            <a:r>
              <a:rPr sz="2000" spc="-113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</a:rPr>
              <a:t>News&lt;/a&gt;</a:t>
            </a:r>
            <a:endParaRPr lang="en-US" sz="2000" spc="-13" dirty="0">
              <a:latin typeface="Consolas"/>
              <a:cs typeface="Consolas"/>
            </a:endParaRPr>
          </a:p>
          <a:p>
            <a:pPr marL="359833" indent="-342900"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95959"/>
                </a:solidFill>
                <a:latin typeface="Consolas"/>
                <a:cs typeface="Consolas"/>
              </a:rPr>
              <a:t>Absolute</a:t>
            </a:r>
            <a:r>
              <a:rPr sz="2000" spc="-33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95959"/>
                </a:solidFill>
                <a:latin typeface="Consolas"/>
                <a:cs typeface="Consolas"/>
              </a:rPr>
              <a:t>URL:</a:t>
            </a:r>
            <a:r>
              <a:rPr sz="2000" spc="-33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2000" spc="-27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</a:rPr>
              <a:t>href="</a:t>
            </a:r>
            <a:r>
              <a:rPr sz="2000" spc="-13" dirty="0">
                <a:solidFill>
                  <a:srgbClr val="FF0000"/>
                </a:solidFill>
                <a:latin typeface="Consolas"/>
                <a:cs typeface="Consolas"/>
              </a:rPr>
              <a:t>/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</a:rPr>
              <a:t>stock/quote.html"&gt;</a:t>
            </a:r>
            <a:r>
              <a:rPr sz="2000" spc="667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95959"/>
                </a:solidFill>
                <a:latin typeface="Consolas"/>
                <a:cs typeface="Consolas"/>
              </a:rPr>
              <a:t>same</a:t>
            </a:r>
            <a:r>
              <a:rPr sz="20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95959"/>
                </a:solidFill>
                <a:latin typeface="Consolas"/>
                <a:cs typeface="Consolas"/>
              </a:rPr>
              <a:t>as</a:t>
            </a:r>
            <a:r>
              <a:rPr sz="20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http://www.xyz.com/stock/quote.html</a:t>
            </a:r>
            <a:endParaRPr lang="en-US" sz="2000" spc="-13" dirty="0">
              <a:solidFill>
                <a:srgbClr val="595959"/>
              </a:solidFill>
              <a:latin typeface="Consolas"/>
              <a:cs typeface="Consolas"/>
            </a:endParaRPr>
          </a:p>
          <a:p>
            <a:pPr marL="359833" indent="-342900"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Relative</a:t>
            </a:r>
            <a:r>
              <a:rPr sz="20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r>
              <a:rPr sz="2000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(intra-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site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 links):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2000" spc="-27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</a:rPr>
              <a:t>href="2008/March.html"&gt;</a:t>
            </a:r>
            <a:endParaRPr sz="2000" dirty="0">
              <a:latin typeface="Consolas"/>
              <a:cs typeface="Consolas"/>
            </a:endParaRPr>
          </a:p>
          <a:p>
            <a:pPr marL="969418" indent="-342900"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  <a:hlinkClick r:id="rId4"/>
              </a:rPr>
              <a:t>http://www.xyz.com/news/2008/March.html</a:t>
            </a:r>
            <a:endParaRPr sz="2000" dirty="0">
              <a:latin typeface="Consolas"/>
              <a:cs typeface="Consolas"/>
            </a:endParaRPr>
          </a:p>
          <a:p>
            <a:pPr marL="359833" indent="-342900">
              <a:spcBef>
                <a:spcPts val="252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Define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anchor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point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(a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position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referenced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#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notation):</a:t>
            </a:r>
            <a:endParaRPr sz="2000" dirty="0">
              <a:latin typeface="Arial"/>
              <a:cs typeface="Arial"/>
            </a:endParaRPr>
          </a:p>
          <a:p>
            <a:pPr marL="16933">
              <a:spcBef>
                <a:spcPts val="420"/>
              </a:spcBef>
            </a:pPr>
            <a:r>
              <a:rPr lang="en-US" sz="2000" dirty="0">
                <a:solidFill>
                  <a:srgbClr val="595959"/>
                </a:solidFill>
                <a:latin typeface="Consolas"/>
                <a:cs typeface="Consolas"/>
              </a:rPr>
              <a:t>	</a:t>
            </a:r>
            <a:r>
              <a:rPr sz="2000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</a:rPr>
              <a:t> name="sec3"&gt;</a:t>
            </a:r>
            <a:endParaRPr sz="2000" dirty="0">
              <a:latin typeface="Consolas"/>
              <a:cs typeface="Consolas"/>
            </a:endParaRPr>
          </a:p>
          <a:p>
            <a:pPr marL="359833" indent="-342900">
              <a:spcBef>
                <a:spcPts val="2520"/>
              </a:spcBef>
              <a:buFont typeface="Arial" panose="020B0604020202020204" pitchFamily="34" charset="0"/>
              <a:buChar char="•"/>
              <a:tabLst>
                <a:tab pos="5686918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Go</a:t>
            </a:r>
            <a:r>
              <a:rPr sz="20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place</a:t>
            </a:r>
            <a:r>
              <a:rPr sz="20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page: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595959"/>
                </a:solidFill>
                <a:latin typeface="Consolas"/>
                <a:cs typeface="Consolas"/>
              </a:rPr>
              <a:t>&lt;a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</a:rPr>
              <a:t> href="#sec3"&gt;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ADBDC-8CEA-9B79-7B87-FCC77C8B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4559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7007" y="937357"/>
            <a:ext cx="8534400" cy="571096"/>
          </a:xfrm>
          <a:prstGeom prst="rect">
            <a:avLst/>
          </a:prstGeom>
        </p:spPr>
        <p:txBody>
          <a:bodyPr vert="horz" wrap="square" lIns="0" tIns="16933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Uses</a:t>
            </a:r>
            <a:r>
              <a:rPr spc="-73" dirty="0"/>
              <a:t> </a:t>
            </a:r>
            <a:r>
              <a:rPr dirty="0"/>
              <a:t>of</a:t>
            </a:r>
            <a:r>
              <a:rPr spc="-67" dirty="0"/>
              <a:t> </a:t>
            </a:r>
            <a:r>
              <a:rPr spc="-27" dirty="0"/>
              <a:t>URLs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2315634"/>
            <a:ext cx="8890000" cy="36155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5447" indent="-488514">
              <a:spcBef>
                <a:spcPts val="133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Loading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page: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type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r>
              <a:rPr sz="2400" spc="-10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into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your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2400" dirty="0">
              <a:latin typeface="Arial"/>
              <a:cs typeface="Arial"/>
            </a:endParaRPr>
          </a:p>
          <a:p>
            <a:pPr marL="505447" indent="-488514">
              <a:spcBef>
                <a:spcPts val="1720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Load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 image:</a:t>
            </a:r>
            <a:endParaRPr sz="2400" dirty="0">
              <a:latin typeface="Arial"/>
              <a:cs typeface="Arial"/>
            </a:endParaRPr>
          </a:p>
          <a:p>
            <a:pPr marL="505447">
              <a:spcBef>
                <a:spcPts val="420"/>
              </a:spcBef>
            </a:pPr>
            <a:r>
              <a:rPr sz="2400" dirty="0">
                <a:solidFill>
                  <a:srgbClr val="595959"/>
                </a:solidFill>
                <a:latin typeface="Consolas"/>
                <a:cs typeface="Consolas"/>
              </a:rPr>
              <a:t>&lt;img</a:t>
            </a:r>
            <a:r>
              <a:rPr sz="2400" spc="-47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595959"/>
                </a:solidFill>
                <a:latin typeface="Consolas"/>
                <a:cs typeface="Consolas"/>
              </a:rPr>
              <a:t>src="..."</a:t>
            </a:r>
            <a:r>
              <a:rPr sz="2400" spc="-4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400" spc="-33" dirty="0">
                <a:solidFill>
                  <a:srgbClr val="595959"/>
                </a:solidFill>
                <a:latin typeface="Consolas"/>
                <a:cs typeface="Consolas"/>
              </a:rPr>
              <a:t>/&gt;</a:t>
            </a:r>
            <a:endParaRPr sz="2400" dirty="0">
              <a:latin typeface="Consolas"/>
              <a:cs typeface="Consolas"/>
            </a:endParaRPr>
          </a:p>
          <a:p>
            <a:pPr marL="505447" indent="-488514">
              <a:spcBef>
                <a:spcPts val="2519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Load</a:t>
            </a:r>
            <a:r>
              <a:rPr sz="2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400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Consolas"/>
                <a:cs typeface="Consolas"/>
              </a:rPr>
              <a:t>stylesheet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505447">
              <a:spcBef>
                <a:spcPts val="420"/>
              </a:spcBef>
            </a:pPr>
            <a:r>
              <a:rPr sz="2400" dirty="0">
                <a:solidFill>
                  <a:srgbClr val="595959"/>
                </a:solidFill>
                <a:latin typeface="Consolas"/>
                <a:cs typeface="Consolas"/>
              </a:rPr>
              <a:t>&lt;link</a:t>
            </a:r>
            <a:r>
              <a:rPr sz="2400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595959"/>
                </a:solidFill>
                <a:latin typeface="Consolas"/>
                <a:cs typeface="Consolas"/>
              </a:rPr>
              <a:t>rel="stylesheet"</a:t>
            </a:r>
            <a:r>
              <a:rPr sz="2400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595959"/>
                </a:solidFill>
                <a:latin typeface="Consolas"/>
                <a:cs typeface="Consolas"/>
              </a:rPr>
              <a:t>type="text/css"</a:t>
            </a:r>
            <a:r>
              <a:rPr sz="2400" spc="-8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Consolas"/>
                <a:cs typeface="Consolas"/>
              </a:rPr>
              <a:t>href="..."&gt;</a:t>
            </a:r>
            <a:endParaRPr sz="2400" dirty="0">
              <a:latin typeface="Consolas"/>
              <a:cs typeface="Consolas"/>
            </a:endParaRPr>
          </a:p>
          <a:p>
            <a:pPr marL="505447" indent="-488514">
              <a:spcBef>
                <a:spcPts val="2520"/>
              </a:spcBef>
              <a:buChar char="●"/>
              <a:tabLst>
                <a:tab pos="505447" algn="l"/>
              </a:tabLst>
            </a:pP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Embedded</a:t>
            </a:r>
            <a:r>
              <a:rPr sz="24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4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Arial"/>
                <a:cs typeface="Arial"/>
              </a:rPr>
              <a:t>page:</a:t>
            </a:r>
            <a:endParaRPr sz="2400" dirty="0">
              <a:latin typeface="Arial"/>
              <a:cs typeface="Arial"/>
            </a:endParaRPr>
          </a:p>
          <a:p>
            <a:pPr marL="505447">
              <a:spcBef>
                <a:spcPts val="420"/>
              </a:spcBef>
            </a:pPr>
            <a:r>
              <a:rPr sz="2400" dirty="0">
                <a:solidFill>
                  <a:srgbClr val="595959"/>
                </a:solidFill>
                <a:latin typeface="Consolas"/>
                <a:cs typeface="Consolas"/>
              </a:rPr>
              <a:t>&lt;iframe</a:t>
            </a:r>
            <a:r>
              <a:rPr sz="2400" spc="-47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400" spc="-13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src="http://www.google.com"&gt;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91ED7-EE18-1571-E28A-60445CDEE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5808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990600"/>
            <a:ext cx="9906000" cy="571096"/>
          </a:xfrm>
          <a:prstGeom prst="rect">
            <a:avLst/>
          </a:prstGeom>
        </p:spPr>
        <p:txBody>
          <a:bodyPr vert="horz" wrap="square" lIns="0" tIns="16933" rIns="0" bIns="0" rtlCol="0" anchor="b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URL</a:t>
            </a:r>
            <a:r>
              <a:rPr spc="-240" dirty="0"/>
              <a:t> </a:t>
            </a:r>
            <a:r>
              <a:rPr spc="-13" dirty="0"/>
              <a:t>Encoding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981200"/>
            <a:ext cx="10827173" cy="3559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05447" indent="-488514">
              <a:spcBef>
                <a:spcPts val="133"/>
              </a:spcBef>
              <a:buChar char="●"/>
              <a:tabLst>
                <a:tab pos="505447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What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want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include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punctuation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character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query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value?</a:t>
            </a:r>
            <a:endParaRPr sz="2000" dirty="0">
              <a:latin typeface="Arial"/>
              <a:cs typeface="Arial"/>
            </a:endParaRPr>
          </a:p>
          <a:p>
            <a:pPr marL="505447">
              <a:spcBef>
                <a:spcPts val="2519"/>
              </a:spcBef>
            </a:pPr>
            <a:r>
              <a:rPr sz="2000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http://www.stats.com/companyInfo?name=C&amp;H</a:t>
            </a:r>
            <a:r>
              <a:rPr sz="2000" spc="-287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</a:rPr>
              <a:t>Sugar</a:t>
            </a:r>
            <a:endParaRPr sz="2000" dirty="0">
              <a:latin typeface="Consolas"/>
              <a:cs typeface="Consolas"/>
            </a:endParaRPr>
          </a:p>
          <a:p>
            <a:pPr>
              <a:spcBef>
                <a:spcPts val="2585"/>
              </a:spcBef>
            </a:pPr>
            <a:endParaRPr sz="2000" dirty="0">
              <a:latin typeface="Consolas"/>
              <a:cs typeface="Consolas"/>
            </a:endParaRPr>
          </a:p>
          <a:p>
            <a:pPr marL="505447" marR="6773" indent="-489361">
              <a:lnSpc>
                <a:spcPct val="114599"/>
              </a:lnSpc>
              <a:buChar char="●"/>
              <a:tabLst>
                <a:tab pos="505447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Any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character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r>
              <a:rPr sz="2000" spc="-9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other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than</a:t>
            </a:r>
            <a:r>
              <a:rPr sz="2000" spc="6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</a:rPr>
              <a:t>A-</a:t>
            </a:r>
            <a:r>
              <a:rPr sz="2000" dirty="0">
                <a:solidFill>
                  <a:srgbClr val="595959"/>
                </a:solidFill>
                <a:latin typeface="Consolas"/>
                <a:cs typeface="Consolas"/>
              </a:rPr>
              <a:t>Z, 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</a:rPr>
              <a:t>a-</a:t>
            </a:r>
            <a:r>
              <a:rPr sz="2000" dirty="0">
                <a:solidFill>
                  <a:srgbClr val="595959"/>
                </a:solidFill>
                <a:latin typeface="Consolas"/>
                <a:cs typeface="Consolas"/>
              </a:rPr>
              <a:t>z,</a:t>
            </a:r>
            <a:r>
              <a:rPr sz="2000" spc="-7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</a:rPr>
              <a:t>0-9,</a:t>
            </a:r>
            <a:r>
              <a:rPr sz="2000" spc="-633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any</a:t>
            </a:r>
            <a:r>
              <a:rPr sz="2000" spc="-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2000" spc="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</a:rPr>
              <a:t>-_.~</a:t>
            </a:r>
            <a:r>
              <a:rPr sz="2000" spc="-653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must </a:t>
            </a:r>
            <a:r>
              <a:rPr sz="2000" spc="-33" dirty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represented</a:t>
            </a:r>
            <a:r>
              <a:rPr sz="2000" spc="-4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%xx,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sz="20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xx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hexadecimal</a:t>
            </a:r>
            <a:r>
              <a:rPr sz="2000" spc="-33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character:</a:t>
            </a:r>
            <a:endParaRPr sz="2000" dirty="0">
              <a:latin typeface="Arial"/>
              <a:cs typeface="Arial"/>
            </a:endParaRPr>
          </a:p>
          <a:p>
            <a:pPr marL="505447">
              <a:spcBef>
                <a:spcPts val="2519"/>
              </a:spcBef>
            </a:pPr>
            <a:r>
              <a:rPr sz="2000" spc="-13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http://www.stats.com/companyInfo?name=C%26H%20Sugar</a:t>
            </a:r>
            <a:endParaRPr sz="2000" dirty="0">
              <a:latin typeface="Consolas"/>
              <a:cs typeface="Consolas"/>
            </a:endParaRPr>
          </a:p>
          <a:p>
            <a:pPr marL="505447" indent="-488514">
              <a:spcBef>
                <a:spcPts val="2519"/>
              </a:spcBef>
              <a:buChar char="●"/>
              <a:tabLst>
                <a:tab pos="505447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Escaping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commonly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used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technique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also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source</a:t>
            </a:r>
            <a:r>
              <a:rPr sz="2000" spc="-27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3" dirty="0">
                <a:solidFill>
                  <a:srgbClr val="595959"/>
                </a:solidFill>
                <a:latin typeface="Arial"/>
                <a:cs typeface="Arial"/>
              </a:rPr>
              <a:t>errors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6A084-1AEC-10D9-F6D2-0697C4F7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1211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231B-E845-44FE-A86F-4734257C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67" y="671767"/>
            <a:ext cx="10335260" cy="574516"/>
          </a:xfrm>
        </p:spPr>
        <p:txBody>
          <a:bodyPr/>
          <a:lstStyle/>
          <a:p>
            <a:r>
              <a:rPr lang="en-US" dirty="0"/>
              <a:t>URI VS  URL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377FC3-9A13-444F-8588-5452719E9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295401"/>
            <a:ext cx="7874000" cy="4432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088400-27B9-E24E-5EB0-BDD27531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2122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D510BC57-0958-A53A-D394-A621DC167E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Anchors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80CBE77-6E33-1CE1-0D3F-BFAEAF2C2E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To create the anchor itself, type &lt;A NAME=“anchor name”&gt;label&lt;/A&gt; at the point in the Web page where you want the user to jump to</a:t>
            </a:r>
          </a:p>
          <a:p>
            <a:r>
              <a:rPr lang="en-US" altLang="en-US" sz="2400"/>
              <a:t>To create the link, type &lt;A HREF=“#anchor name”&gt;label&lt;/A&gt; at the point in the text where you want the link to appear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0F1889-89D3-50BE-E8A0-8CB1BB866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026">
            <a:extLst>
              <a:ext uri="{FF2B5EF4-FFF2-40B4-BE49-F238E27FC236}">
                <a16:creationId xmlns:a16="http://schemas.microsoft.com/office/drawing/2014/main" id="{0B18E91D-7195-1B4D-3E96-A9D95420B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Example: Anchor</a:t>
            </a:r>
          </a:p>
        </p:txBody>
      </p:sp>
      <p:pic>
        <p:nvPicPr>
          <p:cNvPr id="18435" name="Picture 1028">
            <a:extLst>
              <a:ext uri="{FF2B5EF4-FFF2-40B4-BE49-F238E27FC236}">
                <a16:creationId xmlns:a16="http://schemas.microsoft.com/office/drawing/2014/main" id="{82C65801-826C-F34A-5E14-3F51B44E74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26163" y="3857625"/>
            <a:ext cx="0" cy="0"/>
          </a:xfrm>
          <a:noFill/>
        </p:spPr>
      </p:pic>
      <p:sp>
        <p:nvSpPr>
          <p:cNvPr id="18436" name="Text Box 1029">
            <a:extLst>
              <a:ext uri="{FF2B5EF4-FFF2-40B4-BE49-F238E27FC236}">
                <a16:creationId xmlns:a16="http://schemas.microsoft.com/office/drawing/2014/main" id="{FEDA0257-123E-8CCD-C156-C81DBAEB0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5" y="2370138"/>
            <a:ext cx="54229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en-US" altLang="en-US" sz="2200">
                <a:solidFill>
                  <a:srgbClr val="000000"/>
                </a:solidFill>
                <a:latin typeface="Times" panose="02020603050405020304" pitchFamily="18" charset="0"/>
              </a:rPr>
              <a:t>&lt;A HREF="#chap2"&gt;Chapter Two&lt;/A&gt;&lt;BR&gt;</a:t>
            </a:r>
            <a:endParaRPr lang="en-US" altLang="en-US" sz="1200">
              <a:solidFill>
                <a:srgbClr val="000000"/>
              </a:solidFill>
              <a:latin typeface="Geneva"/>
            </a:endParaRPr>
          </a:p>
        </p:txBody>
      </p:sp>
      <p:sp>
        <p:nvSpPr>
          <p:cNvPr id="18437" name="Line 1030">
            <a:extLst>
              <a:ext uri="{FF2B5EF4-FFF2-40B4-BE49-F238E27FC236}">
                <a16:creationId xmlns:a16="http://schemas.microsoft.com/office/drawing/2014/main" id="{605CA8DE-A141-96BA-66E5-992E53C19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1242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Line 1031">
            <a:extLst>
              <a:ext uri="{FF2B5EF4-FFF2-40B4-BE49-F238E27FC236}">
                <a16:creationId xmlns:a16="http://schemas.microsoft.com/office/drawing/2014/main" id="{79998D98-EDC2-8B48-6C8D-A88E62E766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8200" y="2819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Text Box 1032">
            <a:extLst>
              <a:ext uri="{FF2B5EF4-FFF2-40B4-BE49-F238E27FC236}">
                <a16:creationId xmlns:a16="http://schemas.microsoft.com/office/drawing/2014/main" id="{5AAE3F6A-51AA-C353-4879-071D9E23E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5" y="5113338"/>
            <a:ext cx="44021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en-US" altLang="en-US" sz="2200">
                <a:solidFill>
                  <a:srgbClr val="000000"/>
                </a:solidFill>
                <a:latin typeface="Times" panose="02020603050405020304" pitchFamily="18" charset="0"/>
              </a:rPr>
              <a:t>&lt;A NAME="chap2"&gt;Chapter 2 &lt;/A&gt;</a:t>
            </a:r>
            <a:endParaRPr lang="en-US" altLang="en-US" sz="1200">
              <a:solidFill>
                <a:srgbClr val="000000"/>
              </a:solidFill>
              <a:latin typeface="Geneva"/>
            </a:endParaRPr>
          </a:p>
        </p:txBody>
      </p:sp>
      <p:sp>
        <p:nvSpPr>
          <p:cNvPr id="18440" name="Line 1033">
            <a:extLst>
              <a:ext uri="{FF2B5EF4-FFF2-40B4-BE49-F238E27FC236}">
                <a16:creationId xmlns:a16="http://schemas.microsoft.com/office/drawing/2014/main" id="{6BC6C63E-907E-1BF2-9200-7CD28B9A17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5334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1" name="Text Box 1034">
            <a:extLst>
              <a:ext uri="{FF2B5EF4-FFF2-40B4-BE49-F238E27FC236}">
                <a16:creationId xmlns:a16="http://schemas.microsoft.com/office/drawing/2014/main" id="{B614015C-437B-0E48-740A-4D0676393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819400"/>
            <a:ext cx="635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en-US" altLang="en-US" sz="2000" i="1">
                <a:solidFill>
                  <a:srgbClr val="000000"/>
                </a:solidFill>
                <a:latin typeface="Times" panose="02020603050405020304" pitchFamily="18" charset="0"/>
              </a:rPr>
              <a:t>Link</a:t>
            </a:r>
            <a:endParaRPr lang="en-US" altLang="en-US" sz="24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8442" name="Text Box 1035">
            <a:extLst>
              <a:ext uri="{FF2B5EF4-FFF2-40B4-BE49-F238E27FC236}">
                <a16:creationId xmlns:a16="http://schemas.microsoft.com/office/drawing/2014/main" id="{ED5AA056-FA7A-AC23-F847-D43EF7B0C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029200"/>
            <a:ext cx="931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/>
            <a:r>
              <a:rPr lang="en-US" altLang="en-US" sz="2000" i="1">
                <a:solidFill>
                  <a:srgbClr val="000000"/>
                </a:solidFill>
                <a:latin typeface="Times" panose="02020603050405020304" pitchFamily="18" charset="0"/>
              </a:rPr>
              <a:t>Anchor</a:t>
            </a:r>
            <a:endParaRPr lang="en-US" altLang="en-US" sz="24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64B009-FE97-0DED-550D-047E4DF15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050E756B-B59F-8EA7-4231-DF73534D30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Tables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CA259D6-01F9-6AC0-31E5-0464B0C5F7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Tables can be used to display rows and columns of data, create multi-column text, captions for images, and sidebars</a:t>
            </a:r>
          </a:p>
          <a:p>
            <a:r>
              <a:rPr lang="en-US" altLang="en-US" sz="2400"/>
              <a:t>The &lt;TABLE&gt; tag is used to create a table; the &lt;TR&gt; tag defines the beginning of a row while the &lt;TD&gt; tag defines the beginning of a cell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BC7247-0668-23CE-D3D6-273D6551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A388F9C-DB81-9787-1DF6-736992EB0F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Adding a Border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4BCA157-9DF9-0C31-3A59-89DBED001E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The BORDER=n attribute allows you to add a border n pixels thick around the table</a:t>
            </a:r>
          </a:p>
          <a:p>
            <a:r>
              <a:rPr lang="en-US" altLang="en-US" sz="2400"/>
              <a:t>To make a solid border color, use the BORDERCOLOR=“color” attribute</a:t>
            </a:r>
          </a:p>
          <a:p>
            <a:r>
              <a:rPr lang="en-US" altLang="en-US" sz="2400"/>
              <a:t>To make a shaded colored border, use BODERCOLORDARK=“color” and BORDERCOLORLIGHT=“color”</a:t>
            </a:r>
          </a:p>
          <a:p>
            <a:endParaRPr lang="en-US" altLang="en-US" sz="24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AACD1-9648-32EE-3792-0BA8CB6E9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26">
            <a:extLst>
              <a:ext uri="{FF2B5EF4-FFF2-40B4-BE49-F238E27FC236}">
                <a16:creationId xmlns:a16="http://schemas.microsoft.com/office/drawing/2014/main" id="{C44887A2-E8A8-3C12-63C6-22D8B7E297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pPr>
              <a:defRPr/>
            </a:pPr>
            <a:r>
              <a:rPr lang="en-US" altLang="en-US"/>
              <a:t>Creating Simple Table</a:t>
            </a:r>
          </a:p>
        </p:txBody>
      </p:sp>
      <p:sp>
        <p:nvSpPr>
          <p:cNvPr id="21507" name="Rectangle 1027">
            <a:extLst>
              <a:ext uri="{FF2B5EF4-FFF2-40B4-BE49-F238E27FC236}">
                <a16:creationId xmlns:a16="http://schemas.microsoft.com/office/drawing/2014/main" id="{156D33C0-6B87-7663-61E9-DBB22A5EB1B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96963" y="1846263"/>
            <a:ext cx="4938712" cy="40227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100"/>
              <a:t>&lt;TABLE BORDER=10&gt;</a:t>
            </a:r>
          </a:p>
          <a:p>
            <a:pPr>
              <a:buFontTx/>
              <a:buNone/>
            </a:pPr>
            <a:r>
              <a:rPr lang="en-US" altLang="en-US" sz="2100"/>
              <a:t>	&lt;TR&gt;</a:t>
            </a:r>
          </a:p>
          <a:p>
            <a:pPr>
              <a:buFontTx/>
              <a:buNone/>
            </a:pPr>
            <a:r>
              <a:rPr lang="en-US" altLang="en-US" sz="2100"/>
              <a:t>		&lt;TD&gt;One&lt;/TD&gt;</a:t>
            </a:r>
          </a:p>
          <a:p>
            <a:pPr>
              <a:buFontTx/>
              <a:buNone/>
            </a:pPr>
            <a:r>
              <a:rPr lang="en-US" altLang="en-US" sz="2100"/>
              <a:t>		&lt;TD&gt;Two&lt;/TD&gt;</a:t>
            </a:r>
          </a:p>
          <a:p>
            <a:pPr>
              <a:buFontTx/>
              <a:buNone/>
            </a:pPr>
            <a:r>
              <a:rPr lang="en-US" altLang="en-US" sz="2100"/>
              <a:t>	&lt;/TR&gt;</a:t>
            </a:r>
          </a:p>
          <a:p>
            <a:pPr>
              <a:buFontTx/>
              <a:buNone/>
            </a:pPr>
            <a:r>
              <a:rPr lang="en-US" altLang="en-US" sz="2100"/>
              <a:t>	&lt;TR&gt;</a:t>
            </a:r>
          </a:p>
          <a:p>
            <a:pPr>
              <a:buFontTx/>
              <a:buNone/>
            </a:pPr>
            <a:r>
              <a:rPr lang="en-US" altLang="en-US" sz="2100"/>
              <a:t>		&lt;TD&gt;Three&lt;/TD&gt;</a:t>
            </a:r>
          </a:p>
          <a:p>
            <a:pPr>
              <a:buFontTx/>
              <a:buNone/>
            </a:pPr>
            <a:r>
              <a:rPr lang="en-US" altLang="en-US" sz="2100"/>
              <a:t>		&lt;TD&gt;Four&lt;/TD&gt;</a:t>
            </a:r>
          </a:p>
          <a:p>
            <a:pPr>
              <a:buFontTx/>
              <a:buNone/>
            </a:pPr>
            <a:r>
              <a:rPr lang="en-US" altLang="en-US" sz="2100"/>
              <a:t>	&lt;/TR&gt;</a:t>
            </a:r>
          </a:p>
          <a:p>
            <a:pPr>
              <a:buFontTx/>
              <a:buNone/>
            </a:pPr>
            <a:r>
              <a:rPr lang="en-US" altLang="en-US" sz="2100"/>
              <a:t>&lt;/TABLE&gt;</a:t>
            </a:r>
            <a:endParaRPr lang="en-US" altLang="en-US" sz="2400" i="1"/>
          </a:p>
          <a:p>
            <a:endParaRPr lang="en-US" altLang="en-US" sz="2400"/>
          </a:p>
        </p:txBody>
      </p:sp>
      <p:sp>
        <p:nvSpPr>
          <p:cNvPr id="21508" name="Rectangle 1028">
            <a:extLst>
              <a:ext uri="{FF2B5EF4-FFF2-40B4-BE49-F238E27FC236}">
                <a16:creationId xmlns:a16="http://schemas.microsoft.com/office/drawing/2014/main" id="{677396D5-5EC9-B806-285A-86C49816DD2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218238" y="1846263"/>
            <a:ext cx="4937125" cy="4022725"/>
          </a:xfrm>
        </p:spPr>
        <p:txBody>
          <a:bodyPr/>
          <a:lstStyle/>
          <a:p>
            <a:r>
              <a:rPr lang="en-US" altLang="en-US" sz="2800"/>
              <a:t>Here’s how it would look on the Web:</a:t>
            </a:r>
          </a:p>
          <a:p>
            <a:endParaRPr lang="en-US" altLang="en-US" sz="2800"/>
          </a:p>
        </p:txBody>
      </p:sp>
      <p:pic>
        <p:nvPicPr>
          <p:cNvPr id="21509" name="Picture 1029">
            <a:extLst>
              <a:ext uri="{FF2B5EF4-FFF2-40B4-BE49-F238E27FC236}">
                <a16:creationId xmlns:a16="http://schemas.microsoft.com/office/drawing/2014/main" id="{7308B8F5-C1DA-3792-23EB-DB6C7D128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276600"/>
            <a:ext cx="1981200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2400A0-BDF9-3A62-9249-601633C6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19E0CB-F1ED-45A3-9D2E-21655EADF90D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C48B2D9-9E5C-F347-0969-747921042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Adjusting the Width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56CC70B-AA9F-B65A-64F5-FE2F2EB59A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When a Web browser displays a table, it often adds extra space. To eliminate this space use the WIDTH =n attribute in the &lt;TABLE&gt; and &lt;TD&gt; tags</a:t>
            </a:r>
          </a:p>
          <a:p>
            <a:r>
              <a:rPr lang="en-US" altLang="en-US" sz="2400"/>
              <a:t>Keep in mind - a cell cannot be smaller than its contents, and if you make a table wider than the browser window, users will not be able to see parts of it.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0F8B24-0E7F-F654-E07C-7AD5A0C1E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A368805-7631-1763-7EA8-31C0CBB5C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Centering a Table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A3AADA0-3B58-7F10-2996-AF9C2CFB6A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There are two ways to center a table</a:t>
            </a:r>
          </a:p>
          <a:p>
            <a:pPr lvl="1"/>
            <a:r>
              <a:rPr lang="en-US" altLang="en-US" sz="2400"/>
              <a:t> Type &lt;TABLE ALIGN=CENTER&gt; </a:t>
            </a:r>
          </a:p>
          <a:p>
            <a:pPr lvl="1"/>
            <a:r>
              <a:rPr lang="en-US" altLang="en-US" sz="2400"/>
              <a:t>Enclose the &lt;TABLE&gt; tags in opening and closing &lt;CENTER&gt; tags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0F5AF9-F680-E95B-DF19-431D57C7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09B5424-4009-22B4-19C7-C5622C3B1C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Wrapping Text around a Table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83C8A4A-78B6-F0A8-FD8E-3CF60F830E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It is possible to wrap text around a table. This technique is often used to keep images and captions together within an article.</a:t>
            </a:r>
          </a:p>
          <a:p>
            <a:r>
              <a:rPr lang="en-US" altLang="en-US" sz="2400"/>
              <a:t>To wrap text around a table, type &lt;TABLE ALIGN = LEFT&gt; to align the table to the left while the text flows to the right.</a:t>
            </a:r>
          </a:p>
          <a:p>
            <a:r>
              <a:rPr lang="en-US" altLang="en-US" sz="2400"/>
              <a:t>Create the table using the &lt;TR&gt;, &lt;TD&gt;, and &lt;/TABLE&gt; tags as you normally would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BDE545-FE30-6C2D-6843-562F5CA9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2E85C514-755A-2699-9C6D-DE0769F50D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Adding Space around a Table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72115E3-EFC8-FF1B-0554-9041A931E9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To add space around a table, use the HSPACE=n and VSPACE=n attributes in the &lt;TABLE&gt; tag</a:t>
            </a:r>
          </a:p>
          <a:p>
            <a:r>
              <a:rPr lang="en-US" altLang="en-US" sz="2400"/>
              <a:t>Example:</a:t>
            </a:r>
          </a:p>
          <a:p>
            <a:pPr lvl="1">
              <a:buFontTx/>
              <a:buChar char=" "/>
            </a:pPr>
            <a:r>
              <a:rPr lang="en-US" altLang="en-US" sz="2400"/>
              <a:t>&lt;TABLE HSPACE=20 VSPACE=20&gt;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A77515-0E38-715F-320B-0785516CF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11F8D322-F4A8-CC1A-B5AB-84A5BC56B7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Spanning Cells Across Columns 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A4F344A-7E75-7E53-F003-16515F9702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It is often necessary to span one cell across many columns. For example, you would use this technique to span a headline across the columns of a newspaper article. </a:t>
            </a:r>
          </a:p>
          <a:p>
            <a:r>
              <a:rPr lang="en-US" altLang="en-US" sz="2400"/>
              <a:t>To span a cell across many columns, type &lt;TD COLSPAN=n&gt;, where n is the number of columns to be spanned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B0F7C3-C959-ECAE-6F6E-C1DF256F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435FDD1-D2DF-BCE4-D79B-6B9EF405A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Spanning Cells Across Rows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630BB3A-0588-9AE8-C834-8352F1106C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To span a cell across many rows, type &lt;TD ROWSPAN=n&gt;, where n is the number of rows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C0BE80-9CEE-27D4-704D-AE4F6BAA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490AB297-DDC7-9CBD-33F7-9C9523721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Aligning Cell Content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21089D9-F28C-CE61-261E-0927B317D4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By default, a cell’s content are aligned horizontally to the left and and vertically in the middle.</a:t>
            </a:r>
          </a:p>
          <a:p>
            <a:r>
              <a:rPr lang="en-US" altLang="en-US" sz="2400"/>
              <a:t>Use VALIGN=direction to change the vertical alignment, where “direction” is top, middle, bottom, or baseline </a:t>
            </a:r>
          </a:p>
          <a:p>
            <a:r>
              <a:rPr lang="en-US" altLang="en-US" sz="2400"/>
              <a:t>Use ALIGN=direction to change the horizontal alignment where “direction” is left, center, or right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253416-66C6-1053-E9D6-70BBED3A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D44E252E-0218-E274-50CD-658A7FF65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Controlling Cell Spacing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5E85165-6238-FB07-F7DF-51B08E43D5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963" y="1846263"/>
            <a:ext cx="6294437" cy="4022725"/>
          </a:xfrm>
        </p:spPr>
        <p:txBody>
          <a:bodyPr/>
          <a:lstStyle/>
          <a:p>
            <a:r>
              <a:rPr lang="en-US" altLang="en-US" sz="2400"/>
              <a:t>Cell spacing is the space </a:t>
            </a:r>
            <a:r>
              <a:rPr lang="en-US" altLang="en-US" sz="2400" i="1"/>
              <a:t>between</a:t>
            </a:r>
            <a:r>
              <a:rPr lang="en-US" altLang="en-US" sz="2400"/>
              <a:t> cells while cell padding is the space </a:t>
            </a:r>
            <a:r>
              <a:rPr lang="en-US" altLang="en-US" sz="2400" i="1"/>
              <a:t>around</a:t>
            </a:r>
            <a:r>
              <a:rPr lang="en-US" altLang="en-US" sz="2400"/>
              <a:t> the contents of a cell</a:t>
            </a:r>
          </a:p>
          <a:p>
            <a:r>
              <a:rPr lang="en-US" altLang="en-US" sz="2400"/>
              <a:t>To control both types of spacing, use the CELLSPACING =n and CELLPADDING=n attributes in the &lt;TABLE&gt; tag</a:t>
            </a:r>
          </a:p>
          <a:p>
            <a:r>
              <a:rPr lang="en-US" altLang="en-US" sz="2400">
                <a:solidFill>
                  <a:schemeClr val="accent2"/>
                </a:solidFill>
              </a:rPr>
              <a:t>Example</a:t>
            </a:r>
            <a:r>
              <a:rPr lang="en-US" altLang="en-US" sz="2400"/>
              <a:t>: </a:t>
            </a:r>
          </a:p>
          <a:p>
            <a:pPr>
              <a:buFontTx/>
              <a:buNone/>
            </a:pPr>
            <a:r>
              <a:rPr lang="en-US" altLang="en-US" sz="2400">
                <a:solidFill>
                  <a:schemeClr val="tx2"/>
                </a:solidFill>
              </a:rPr>
              <a:t>&lt;table width ="100% height = "100 %" border ="13" style="border-top-color:#00cc0e ; border-bottom-color:#ccbb00 ; border-left-color:#cc3e00 ;border-right-colspacing = "10" </a:t>
            </a:r>
            <a:r>
              <a:rPr lang="en-US" altLang="en-US" sz="2400">
                <a:solidFill>
                  <a:schemeClr val="accent2"/>
                </a:solidFill>
              </a:rPr>
              <a:t>cellspacing</a:t>
            </a:r>
            <a:r>
              <a:rPr lang="en-US" altLang="en-US" sz="2400">
                <a:solidFill>
                  <a:schemeClr val="tx2"/>
                </a:solidFill>
              </a:rPr>
              <a:t> = "30" </a:t>
            </a:r>
            <a:r>
              <a:rPr lang="en-US" altLang="en-US" sz="2400">
                <a:solidFill>
                  <a:schemeClr val="accent2"/>
                </a:solidFill>
              </a:rPr>
              <a:t>cellpadding</a:t>
            </a:r>
            <a:r>
              <a:rPr lang="en-US" altLang="en-US" sz="2400">
                <a:solidFill>
                  <a:schemeClr val="tx2"/>
                </a:solidFill>
              </a:rPr>
              <a:t> = "3"&gt; </a:t>
            </a:r>
            <a:endParaRPr lang="ar-LB" altLang="en-US" sz="2400">
              <a:solidFill>
                <a:schemeClr val="tx2"/>
              </a:solidFill>
            </a:endParaRPr>
          </a:p>
          <a:p>
            <a:endParaRPr lang="en-US" altLang="en-US" sz="2400"/>
          </a:p>
        </p:txBody>
      </p:sp>
      <p:pic>
        <p:nvPicPr>
          <p:cNvPr id="29700" name="Picture 3" descr="ow to Set Cellpadding and Cellspacing in CSS - w3CodePen">
            <a:extLst>
              <a:ext uri="{FF2B5EF4-FFF2-40B4-BE49-F238E27FC236}">
                <a16:creationId xmlns:a16="http://schemas.microsoft.com/office/drawing/2014/main" id="{FB0270A9-739D-C7C5-398F-42AE98B38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517650"/>
            <a:ext cx="34290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4" descr="ellpadding, Cellspacing, Colspan, Rowspan and valign">
            <a:extLst>
              <a:ext uri="{FF2B5EF4-FFF2-40B4-BE49-F238E27FC236}">
                <a16:creationId xmlns:a16="http://schemas.microsoft.com/office/drawing/2014/main" id="{F17776BA-6B69-3E78-FFF4-349EB7874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825" y="2954338"/>
            <a:ext cx="44196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E13E71-E734-A54D-46BC-4DB42F55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AF632F7-A140-4133-D87C-A5EDDAF7B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Changing a Cell’s Color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5832081-1408-09FD-8C03-C415CAAF2D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To change a cell’s color, add the BGCOLOR=“color” attribute to the &lt;TD&gt; tag</a:t>
            </a:r>
          </a:p>
          <a:p>
            <a:r>
              <a:rPr lang="en-US" altLang="en-US" sz="2400"/>
              <a:t>Example:</a:t>
            </a:r>
          </a:p>
          <a:p>
            <a:pPr lvl="1">
              <a:buFontTx/>
              <a:buChar char=" "/>
            </a:pPr>
            <a:r>
              <a:rPr lang="en-US" altLang="en-US" sz="2400"/>
              <a:t>&lt;TD BGCOLOR=“blue”&gt;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9501A4-F3E7-1D3B-68A2-5A71DDD4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75B8845D-2F4A-C295-C656-345DC93B5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Dividing Your Table into Column Groups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153194C-7F24-561A-BA8B-EC8BA9E897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You can divide your table into two kinds of column groups: structural and non-structural. </a:t>
            </a:r>
          </a:p>
          <a:p>
            <a:r>
              <a:rPr lang="en-US" altLang="en-US" sz="2400"/>
              <a:t>Structural column groups control where dividing lines are drawn; Non-structural groups do not</a:t>
            </a:r>
          </a:p>
          <a:p>
            <a:r>
              <a:rPr lang="en-US" altLang="en-US" sz="2400"/>
              <a:t>Both let you format an entire column of cells at once</a:t>
            </a:r>
          </a:p>
          <a:p>
            <a:pPr>
              <a:buFontTx/>
              <a:buNone/>
            </a:pPr>
            <a:r>
              <a:rPr lang="en-US" altLang="en-US" sz="240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BFFA06-57CC-5AD8-9323-602EADB3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DB75DDBF-9F31-D6A2-BEF9-B1A9EB8830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Column Groups  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DAB3FB5-166C-6A31-92E7-1057FEC40D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To create structural column groups, type &lt;COLGROUP SPAN=n&gt; after the &lt;TABLE&gt; tag, where n is the number of columns in the group</a:t>
            </a:r>
          </a:p>
          <a:p>
            <a:r>
              <a:rPr lang="en-US" altLang="en-US" sz="2400" dirty="0"/>
              <a:t>To create non-structural column groups, type &lt;COL SPAN=n&gt;, where n is the number of columns in the group </a:t>
            </a:r>
          </a:p>
          <a:p>
            <a:r>
              <a:rPr lang="en-US" altLang="en-US" sz="2400" dirty="0"/>
              <a:t>Example</a:t>
            </a:r>
          </a:p>
          <a:p>
            <a:r>
              <a:rPr lang="en-US" altLang="en-US" sz="2400" dirty="0"/>
              <a:t>https://www.w3schools.com/tags/tag_colgroup.asp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BBF971-8A67-7014-61F4-B008B75E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D41573D-E6BF-B85B-19C5-BC5E411684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Dividing Table into Horizontal Sections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6B53CBC-62FF-D258-D5C6-08684B4ED9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You can also create a horizontal section consisting of one or more rows. This allows you to format the rows all at once</a:t>
            </a:r>
          </a:p>
          <a:p>
            <a:r>
              <a:rPr lang="en-US" altLang="en-US" sz="2400"/>
              <a:t> To create a horizontal section, type &lt;THEAD&gt;, &lt;TBODY&gt;, or &lt;TFOOT&gt; before the first &lt;TR&gt; tag of the section</a:t>
            </a:r>
          </a:p>
          <a:p>
            <a:r>
              <a:rPr lang="en-US" altLang="en-US" sz="2400"/>
              <a:t>Netscape does not support these tags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376648-8A08-6C54-07E2-07F0D41E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12154D6-3752-91C7-D834-35AC92A35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Controlling Line Breaks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AA1104E5-7263-DF89-DDDC-32CDCB04FB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Unless you specify otherwise a browser will divide the lines in a cell as it sees fit.</a:t>
            </a:r>
          </a:p>
          <a:p>
            <a:r>
              <a:rPr lang="en-US" altLang="en-US" sz="2400"/>
              <a:t>The NOWRAP attribute placed within the &lt;TD&gt; tag forces the browser to keep all the text in a cell on one line</a:t>
            </a:r>
          </a:p>
          <a:p>
            <a:r>
              <a:rPr lang="en-US" altLang="en-US" sz="2400"/>
              <a:t>Example:</a:t>
            </a:r>
          </a:p>
          <a:p>
            <a:pPr lvl="1"/>
            <a:r>
              <a:rPr lang="en-US" altLang="en-US" sz="2400"/>
              <a:t>&lt;TD NOWRAP&gt;Washington, D.C.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610329-F43E-69E4-F8FA-53E0D4FB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A06E9B-ED4C-41C2-B736-0FB3C5045373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3C66856B3314981D2E215FB7144D6" ma:contentTypeVersion="0" ma:contentTypeDescription="Create a new document." ma:contentTypeScope="" ma:versionID="a8f50facb5a903a92afdc154f06e588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BCDC06-ECEA-47D7-9BB8-99F782FD749C}"/>
</file>

<file path=customXml/itemProps2.xml><?xml version="1.0" encoding="utf-8"?>
<ds:datastoreItem xmlns:ds="http://schemas.openxmlformats.org/officeDocument/2006/customXml" ds:itemID="{4F2D7488-D022-439D-B4A3-98B3D5673948}"/>
</file>

<file path=customXml/itemProps3.xml><?xml version="1.0" encoding="utf-8"?>
<ds:datastoreItem xmlns:ds="http://schemas.openxmlformats.org/officeDocument/2006/customXml" ds:itemID="{81DD2984-FA1B-4453-96BD-73F06F505F0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5906</TotalTime>
  <Words>1829</Words>
  <Application>Microsoft Office PowerPoint</Application>
  <PresentationFormat>Widescreen</PresentationFormat>
  <Paragraphs>177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Geneva</vt:lpstr>
      <vt:lpstr>Times</vt:lpstr>
      <vt:lpstr>Times New Roman</vt:lpstr>
      <vt:lpstr>Retrospect</vt:lpstr>
      <vt:lpstr>1_Retrospect</vt:lpstr>
      <vt:lpstr>PowerPoint Presentation</vt:lpstr>
      <vt:lpstr>Hypertext</vt:lpstr>
      <vt:lpstr>Parts of an URL</vt:lpstr>
      <vt:lpstr>URL: schemes (e.g. http)</vt:lpstr>
      <vt:lpstr>URL: Hierarchical portion (/a/b/c.html)</vt:lpstr>
      <vt:lpstr>Query Parameters (e.g. ?user=Alice&amp;year=2008)</vt:lpstr>
      <vt:lpstr>Links</vt:lpstr>
      <vt:lpstr>Different types of links</vt:lpstr>
      <vt:lpstr>Uses of URLs</vt:lpstr>
      <vt:lpstr>URL Encoding</vt:lpstr>
      <vt:lpstr>URI VS  URL </vt:lpstr>
      <vt:lpstr>Anchors</vt:lpstr>
      <vt:lpstr>Example: Anchor</vt:lpstr>
      <vt:lpstr>Tables</vt:lpstr>
      <vt:lpstr>Adding a Border</vt:lpstr>
      <vt:lpstr>Creating Simple Table</vt:lpstr>
      <vt:lpstr>Adjusting the Width</vt:lpstr>
      <vt:lpstr>Centering a Table</vt:lpstr>
      <vt:lpstr>Wrapping Text around a Table</vt:lpstr>
      <vt:lpstr>Adding Space around a Table</vt:lpstr>
      <vt:lpstr>Spanning Cells Across Columns </vt:lpstr>
      <vt:lpstr>Spanning Cells Across Rows</vt:lpstr>
      <vt:lpstr>Aligning Cell Content</vt:lpstr>
      <vt:lpstr>Controlling Cell Spacing</vt:lpstr>
      <vt:lpstr>Changing a Cell’s Color</vt:lpstr>
      <vt:lpstr>Dividing Your Table into Column Groups</vt:lpstr>
      <vt:lpstr>Column Groups  </vt:lpstr>
      <vt:lpstr>Dividing Table into Horizontal Sections</vt:lpstr>
      <vt:lpstr>Controlling Line Breaks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Bassel Dhaini</dc:creator>
  <cp:lastModifiedBy>Kamal Beydoun</cp:lastModifiedBy>
  <cp:revision>1379</cp:revision>
  <dcterms:created xsi:type="dcterms:W3CDTF">1601-01-01T00:00:00Z</dcterms:created>
  <dcterms:modified xsi:type="dcterms:W3CDTF">2025-09-25T10:02:32Z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0x010100BE23C66856B3314981D2E215FB7144D6</vt:lpwstr>
  </property>
</Properties>
</file>