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1" r:id="rId4"/>
  </p:sldMasterIdLst>
  <p:notesMasterIdLst>
    <p:notesMasterId r:id="rId97"/>
  </p:notesMasterIdLst>
  <p:sldIdLst>
    <p:sldId id="256" r:id="rId5"/>
    <p:sldId id="257" r:id="rId6"/>
    <p:sldId id="355" r:id="rId7"/>
    <p:sldId id="457" r:id="rId8"/>
    <p:sldId id="277" r:id="rId9"/>
    <p:sldId id="279" r:id="rId10"/>
    <p:sldId id="394" r:id="rId11"/>
    <p:sldId id="409" r:id="rId12"/>
    <p:sldId id="396" r:id="rId13"/>
    <p:sldId id="393" r:id="rId14"/>
    <p:sldId id="338" r:id="rId15"/>
    <p:sldId id="341" r:id="rId16"/>
    <p:sldId id="281" r:id="rId17"/>
    <p:sldId id="335" r:id="rId18"/>
    <p:sldId id="278" r:id="rId19"/>
    <p:sldId id="282" r:id="rId20"/>
    <p:sldId id="283" r:id="rId21"/>
    <p:sldId id="518" r:id="rId22"/>
    <p:sldId id="523" r:id="rId23"/>
    <p:sldId id="519" r:id="rId24"/>
    <p:sldId id="520" r:id="rId25"/>
    <p:sldId id="521" r:id="rId26"/>
    <p:sldId id="261" r:id="rId27"/>
    <p:sldId id="284" r:id="rId28"/>
    <p:sldId id="522" r:id="rId29"/>
    <p:sldId id="350" r:id="rId30"/>
    <p:sldId id="361" r:id="rId31"/>
    <p:sldId id="351" r:id="rId32"/>
    <p:sldId id="286" r:id="rId33"/>
    <p:sldId id="288" r:id="rId34"/>
    <p:sldId id="289" r:id="rId35"/>
    <p:sldId id="292" r:id="rId36"/>
    <p:sldId id="293" r:id="rId37"/>
    <p:sldId id="296" r:id="rId38"/>
    <p:sldId id="294" r:id="rId39"/>
    <p:sldId id="295" r:id="rId40"/>
    <p:sldId id="463" r:id="rId41"/>
    <p:sldId id="500" r:id="rId42"/>
    <p:sldId id="464" r:id="rId43"/>
    <p:sldId id="466" r:id="rId44"/>
    <p:sldId id="465" r:id="rId45"/>
    <p:sldId id="467" r:id="rId46"/>
    <p:sldId id="290" r:id="rId47"/>
    <p:sldId id="299" r:id="rId48"/>
    <p:sldId id="468" r:id="rId49"/>
    <p:sldId id="300" r:id="rId50"/>
    <p:sldId id="455" r:id="rId51"/>
    <p:sldId id="470" r:id="rId52"/>
    <p:sldId id="262" r:id="rId53"/>
    <p:sldId id="471" r:id="rId54"/>
    <p:sldId id="472" r:id="rId55"/>
    <p:sldId id="469" r:id="rId56"/>
    <p:sldId id="473" r:id="rId57"/>
    <p:sldId id="454" r:id="rId58"/>
    <p:sldId id="287" r:id="rId59"/>
    <p:sldId id="453" r:id="rId60"/>
    <p:sldId id="474" r:id="rId61"/>
    <p:sldId id="483" r:id="rId62"/>
    <p:sldId id="484" r:id="rId63"/>
    <p:sldId id="475" r:id="rId64"/>
    <p:sldId id="477" r:id="rId65"/>
    <p:sldId id="486" r:id="rId66"/>
    <p:sldId id="488" r:id="rId67"/>
    <p:sldId id="489" r:id="rId68"/>
    <p:sldId id="490" r:id="rId69"/>
    <p:sldId id="491" r:id="rId70"/>
    <p:sldId id="492" r:id="rId71"/>
    <p:sldId id="494" r:id="rId72"/>
    <p:sldId id="493" r:id="rId73"/>
    <p:sldId id="487" r:id="rId74"/>
    <p:sldId id="478" r:id="rId75"/>
    <p:sldId id="479" r:id="rId76"/>
    <p:sldId id="331" r:id="rId77"/>
    <p:sldId id="301" r:id="rId78"/>
    <p:sldId id="303" r:id="rId79"/>
    <p:sldId id="298" r:id="rId80"/>
    <p:sldId id="495" r:id="rId81"/>
    <p:sldId id="496" r:id="rId82"/>
    <p:sldId id="497" r:id="rId83"/>
    <p:sldId id="498" r:id="rId84"/>
    <p:sldId id="499" r:id="rId85"/>
    <p:sldId id="524" r:id="rId86"/>
    <p:sldId id="297" r:id="rId87"/>
    <p:sldId id="362" r:id="rId88"/>
    <p:sldId id="352" r:id="rId89"/>
    <p:sldId id="305" r:id="rId90"/>
    <p:sldId id="419" r:id="rId91"/>
    <p:sldId id="405" r:id="rId92"/>
    <p:sldId id="360" r:id="rId93"/>
    <p:sldId id="450" r:id="rId94"/>
    <p:sldId id="433" r:id="rId95"/>
    <p:sldId id="434" r:id="rId9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A50021"/>
    <a:srgbClr val="99FF66"/>
    <a:srgbClr val="FF99CC"/>
    <a:srgbClr val="292929"/>
    <a:srgbClr val="008000"/>
    <a:srgbClr val="4D4D4D"/>
    <a:srgbClr val="004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AFC4FC-8BB1-4D0B-91FE-879C2AAC7C15}" v="24" dt="2025-10-02T19:05:05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1" autoAdjust="0"/>
    <p:restoredTop sz="76197" autoAdjust="0"/>
  </p:normalViewPr>
  <p:slideViewPr>
    <p:cSldViewPr snapToGrid="0">
      <p:cViewPr>
        <p:scale>
          <a:sx n="50" d="100"/>
          <a:sy n="50" d="100"/>
        </p:scale>
        <p:origin x="89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microsoft.com/office/2016/11/relationships/changesInfo" Target="changesInfos/changesInfo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undo custSel addSld delSld modSld sldOrd">
      <pc:chgData name="Kamal Beydoun" userId="e88cbbf3-5e5f-46df-aecf-fe10b322ce6e" providerId="ADAL" clId="{E4876F53-9B78-423D-99A1-E03CA3D47365}" dt="2025-10-02T19:05:05.784" v="422" actId="27636"/>
      <pc:docMkLst>
        <pc:docMk/>
      </pc:docMkLst>
      <pc:sldChg chg="modSp mod">
        <pc:chgData name="Kamal Beydoun" userId="e88cbbf3-5e5f-46df-aecf-fe10b322ce6e" providerId="ADAL" clId="{E4876F53-9B78-423D-99A1-E03CA3D47365}" dt="2025-10-01T13:24:11.441" v="162" actId="20577"/>
        <pc:sldMkLst>
          <pc:docMk/>
          <pc:sldMk cId="0" sldId="256"/>
        </pc:sldMkLst>
        <pc:spChg chg="mod">
          <ac:chgData name="Kamal Beydoun" userId="e88cbbf3-5e5f-46df-aecf-fe10b322ce6e" providerId="ADAL" clId="{E4876F53-9B78-423D-99A1-E03CA3D47365}" dt="2025-09-27T11:58:49.844" v="7" actId="14100"/>
          <ac:spMkLst>
            <pc:docMk/>
            <pc:sldMk cId="0" sldId="256"/>
            <ac:spMk id="212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10-01T13:24:11.441" v="162" actId="20577"/>
          <ac:spMkLst>
            <pc:docMk/>
            <pc:sldMk cId="0" sldId="256"/>
            <ac:spMk id="20482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2:24:02.092" v="138" actId="14100"/>
        <pc:sldMkLst>
          <pc:docMk/>
          <pc:sldMk cId="0" sldId="262"/>
        </pc:sldMkLst>
        <pc:spChg chg="mod">
          <ac:chgData name="Kamal Beydoun" userId="e88cbbf3-5e5f-46df-aecf-fe10b322ce6e" providerId="ADAL" clId="{E4876F53-9B78-423D-99A1-E03CA3D47365}" dt="2025-10-01T12:24:02.092" v="138" actId="14100"/>
          <ac:spMkLst>
            <pc:docMk/>
            <pc:sldMk cId="0" sldId="262"/>
            <ac:spMk id="35843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09-27T19:32:13.892" v="29" actId="20577"/>
        <pc:sldMkLst>
          <pc:docMk/>
          <pc:sldMk cId="0" sldId="277"/>
        </pc:sldMkLst>
        <pc:spChg chg="mod">
          <ac:chgData name="Kamal Beydoun" userId="e88cbbf3-5e5f-46df-aecf-fe10b322ce6e" providerId="ADAL" clId="{E4876F53-9B78-423D-99A1-E03CA3D47365}" dt="2025-09-27T19:32:13.892" v="29" actId="20577"/>
          <ac:spMkLst>
            <pc:docMk/>
            <pc:sldMk cId="0" sldId="277"/>
            <ac:spMk id="34819" creationId="{00000000-0000-0000-0000-000000000000}"/>
          </ac:spMkLst>
        </pc:spChg>
      </pc:sldChg>
      <pc:sldChg chg="addSp delSp modSp mod ord setBg">
        <pc:chgData name="Kamal Beydoun" userId="e88cbbf3-5e5f-46df-aecf-fe10b322ce6e" providerId="ADAL" clId="{E4876F53-9B78-423D-99A1-E03CA3D47365}" dt="2025-10-02T18:28:44.266" v="298" actId="113"/>
        <pc:sldMkLst>
          <pc:docMk/>
          <pc:sldMk cId="0" sldId="278"/>
        </pc:sldMkLst>
        <pc:spChg chg="mod">
          <ac:chgData name="Kamal Beydoun" userId="e88cbbf3-5e5f-46df-aecf-fe10b322ce6e" providerId="ADAL" clId="{E4876F53-9B78-423D-99A1-E03CA3D47365}" dt="2025-10-02T18:28:06.485" v="290" actId="26606"/>
          <ac:spMkLst>
            <pc:docMk/>
            <pc:sldMk cId="0" sldId="278"/>
            <ac:spMk id="2" creationId="{67D5C84E-31C7-B816-B442-1C69BAC475E5}"/>
          </ac:spMkLst>
        </pc:spChg>
        <pc:spChg chg="mod">
          <ac:chgData name="Kamal Beydoun" userId="e88cbbf3-5e5f-46df-aecf-fe10b322ce6e" providerId="ADAL" clId="{E4876F53-9B78-423D-99A1-E03CA3D47365}" dt="2025-10-02T18:28:06.485" v="290" actId="26606"/>
          <ac:spMkLst>
            <pc:docMk/>
            <pc:sldMk cId="0" sldId="278"/>
            <ac:spMk id="59394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10-02T18:28:44.266" v="298" actId="113"/>
          <ac:spMkLst>
            <pc:docMk/>
            <pc:sldMk cId="0" sldId="278"/>
            <ac:spMk id="59395" creationId="{00000000-0000-0000-0000-000000000000}"/>
          </ac:spMkLst>
        </pc:spChg>
        <pc:spChg chg="add del">
          <ac:chgData name="Kamal Beydoun" userId="e88cbbf3-5e5f-46df-aecf-fe10b322ce6e" providerId="ADAL" clId="{E4876F53-9B78-423D-99A1-E03CA3D47365}" dt="2025-10-02T18:28:06.485" v="290" actId="26606"/>
          <ac:spMkLst>
            <pc:docMk/>
            <pc:sldMk cId="0" sldId="278"/>
            <ac:spMk id="59410" creationId="{6C4DAE75-46B9-4826-A589-24DED7F182F7}"/>
          </ac:spMkLst>
        </pc:spChg>
        <pc:grpChg chg="add del">
          <ac:chgData name="Kamal Beydoun" userId="e88cbbf3-5e5f-46df-aecf-fe10b322ce6e" providerId="ADAL" clId="{E4876F53-9B78-423D-99A1-E03CA3D47365}" dt="2025-10-02T18:28:06.485" v="290" actId="26606"/>
          <ac:grpSpMkLst>
            <pc:docMk/>
            <pc:sldMk cId="0" sldId="278"/>
            <ac:grpSpMk id="59400" creationId="{6468D082-E3BC-492A-9E7A-9AD1722F928F}"/>
          </ac:grpSpMkLst>
        </pc:grpChg>
        <pc:picChg chg="add del mod">
          <ac:chgData name="Kamal Beydoun" userId="e88cbbf3-5e5f-46df-aecf-fe10b322ce6e" providerId="ADAL" clId="{E4876F53-9B78-423D-99A1-E03CA3D47365}" dt="2025-10-02T18:28:08.077" v="291" actId="22"/>
          <ac:picMkLst>
            <pc:docMk/>
            <pc:sldMk cId="0" sldId="278"/>
            <ac:picMk id="4" creationId="{3C60CA43-6047-BA04-33AF-FD364ACC2F53}"/>
          </ac:picMkLst>
        </pc:picChg>
      </pc:sldChg>
      <pc:sldChg chg="modSp mod">
        <pc:chgData name="Kamal Beydoun" userId="e88cbbf3-5e5f-46df-aecf-fe10b322ce6e" providerId="ADAL" clId="{E4876F53-9B78-423D-99A1-E03CA3D47365}" dt="2025-10-01T10:06:23.727" v="121" actId="113"/>
        <pc:sldMkLst>
          <pc:docMk/>
          <pc:sldMk cId="0" sldId="284"/>
        </pc:sldMkLst>
        <pc:spChg chg="mod">
          <ac:chgData name="Kamal Beydoun" userId="e88cbbf3-5e5f-46df-aecf-fe10b322ce6e" providerId="ADAL" clId="{E4876F53-9B78-423D-99A1-E03CA3D47365}" dt="2025-10-01T10:06:23.727" v="121" actId="113"/>
          <ac:spMkLst>
            <pc:docMk/>
            <pc:sldMk cId="0" sldId="284"/>
            <ac:spMk id="59395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26:59.859" v="89" actId="14"/>
        <pc:sldMkLst>
          <pc:docMk/>
          <pc:sldMk cId="0" sldId="286"/>
        </pc:sldMkLst>
        <pc:spChg chg="mod">
          <ac:chgData name="Kamal Beydoun" userId="e88cbbf3-5e5f-46df-aecf-fe10b322ce6e" providerId="ADAL" clId="{E4876F53-9B78-423D-99A1-E03CA3D47365}" dt="2025-09-30T13:26:59.859" v="89" actId="14"/>
          <ac:spMkLst>
            <pc:docMk/>
            <pc:sldMk cId="0" sldId="286"/>
            <ac:spMk id="6246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48:20.057" v="101" actId="12"/>
        <pc:sldMkLst>
          <pc:docMk/>
          <pc:sldMk cId="0" sldId="287"/>
        </pc:sldMkLst>
        <pc:spChg chg="mod">
          <ac:chgData name="Kamal Beydoun" userId="e88cbbf3-5e5f-46df-aecf-fe10b322ce6e" providerId="ADAL" clId="{E4876F53-9B78-423D-99A1-E03CA3D47365}" dt="2025-09-30T13:48:20.057" v="101" actId="12"/>
          <ac:spMkLst>
            <pc:docMk/>
            <pc:sldMk cId="0" sldId="287"/>
            <ac:spMk id="6349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34:24.446" v="90" actId="14"/>
        <pc:sldMkLst>
          <pc:docMk/>
          <pc:sldMk cId="0" sldId="288"/>
        </pc:sldMkLst>
        <pc:spChg chg="mod">
          <ac:chgData name="Kamal Beydoun" userId="e88cbbf3-5e5f-46df-aecf-fe10b322ce6e" providerId="ADAL" clId="{E4876F53-9B78-423D-99A1-E03CA3D47365}" dt="2025-09-30T13:34:24.446" v="90" actId="14"/>
          <ac:spMkLst>
            <pc:docMk/>
            <pc:sldMk cId="0" sldId="288"/>
            <ac:spMk id="8192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2T18:34:54.448" v="305" actId="20577"/>
        <pc:sldMkLst>
          <pc:docMk/>
          <pc:sldMk cId="0" sldId="289"/>
        </pc:sldMkLst>
        <pc:spChg chg="mod">
          <ac:chgData name="Kamal Beydoun" userId="e88cbbf3-5e5f-46df-aecf-fe10b322ce6e" providerId="ADAL" clId="{E4876F53-9B78-423D-99A1-E03CA3D47365}" dt="2025-10-02T18:34:54.448" v="305" actId="20577"/>
          <ac:spMkLst>
            <pc:docMk/>
            <pc:sldMk cId="0" sldId="289"/>
            <ac:spMk id="8397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1:01:33.124" v="127" actId="12"/>
        <pc:sldMkLst>
          <pc:docMk/>
          <pc:sldMk cId="0" sldId="293"/>
        </pc:sldMkLst>
        <pc:spChg chg="mod">
          <ac:chgData name="Kamal Beydoun" userId="e88cbbf3-5e5f-46df-aecf-fe10b322ce6e" providerId="ADAL" clId="{E4876F53-9B78-423D-99A1-E03CA3D47365}" dt="2025-10-01T11:01:33.124" v="127" actId="12"/>
          <ac:spMkLst>
            <pc:docMk/>
            <pc:sldMk cId="0" sldId="293"/>
            <ac:spMk id="70659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2T18:43:50.755" v="339" actId="15"/>
        <pc:sldMkLst>
          <pc:docMk/>
          <pc:sldMk cId="0" sldId="294"/>
        </pc:sldMkLst>
        <pc:spChg chg="mod">
          <ac:chgData name="Kamal Beydoun" userId="e88cbbf3-5e5f-46df-aecf-fe10b322ce6e" providerId="ADAL" clId="{E4876F53-9B78-423D-99A1-E03CA3D47365}" dt="2025-10-02T18:43:50.755" v="339" actId="15"/>
          <ac:spMkLst>
            <pc:docMk/>
            <pc:sldMk cId="0" sldId="294"/>
            <ac:spMk id="94211" creationId="{00000000-0000-0000-0000-000000000000}"/>
          </ac:spMkLst>
        </pc:spChg>
      </pc:sldChg>
      <pc:sldChg chg="modSp mod modShow">
        <pc:chgData name="Kamal Beydoun" userId="e88cbbf3-5e5f-46df-aecf-fe10b322ce6e" providerId="ADAL" clId="{E4876F53-9B78-423D-99A1-E03CA3D47365}" dt="2025-10-01T11:55:51.015" v="134" actId="729"/>
        <pc:sldMkLst>
          <pc:docMk/>
          <pc:sldMk cId="0" sldId="295"/>
        </pc:sldMkLst>
        <pc:spChg chg="mod">
          <ac:chgData name="Kamal Beydoun" userId="e88cbbf3-5e5f-46df-aecf-fe10b322ce6e" providerId="ADAL" clId="{E4876F53-9B78-423D-99A1-E03CA3D47365}" dt="2025-10-01T11:54:19.284" v="133" actId="113"/>
          <ac:spMkLst>
            <pc:docMk/>
            <pc:sldMk cId="0" sldId="295"/>
            <ac:spMk id="96259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22:26.147" v="226" actId="12"/>
        <pc:sldMkLst>
          <pc:docMk/>
          <pc:sldMk cId="0" sldId="298"/>
        </pc:sldMkLst>
        <pc:spChg chg="mod">
          <ac:chgData name="Kamal Beydoun" userId="e88cbbf3-5e5f-46df-aecf-fe10b322ce6e" providerId="ADAL" clId="{E4876F53-9B78-423D-99A1-E03CA3D47365}" dt="2025-10-01T14:22:26.147" v="226" actId="12"/>
          <ac:spMkLst>
            <pc:docMk/>
            <pc:sldMk cId="0" sldId="298"/>
            <ac:spMk id="120835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5:51.153" v="225" actId="6549"/>
        <pc:sldMkLst>
          <pc:docMk/>
          <pc:sldMk cId="0" sldId="301"/>
        </pc:sldMkLst>
        <pc:spChg chg="mod">
          <ac:chgData name="Kamal Beydoun" userId="e88cbbf3-5e5f-46df-aecf-fe10b322ce6e" providerId="ADAL" clId="{E4876F53-9B78-423D-99A1-E03CA3D47365}" dt="2025-10-01T14:05:42.668" v="222" actId="20577"/>
          <ac:spMkLst>
            <pc:docMk/>
            <pc:sldMk cId="0" sldId="301"/>
            <ac:spMk id="116738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10-01T14:05:51.153" v="225" actId="6549"/>
          <ac:spMkLst>
            <pc:docMk/>
            <pc:sldMk cId="0" sldId="301"/>
            <ac:spMk id="116739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5:34.219" v="220" actId="403"/>
        <pc:sldMkLst>
          <pc:docMk/>
          <pc:sldMk cId="0" sldId="331"/>
        </pc:sldMkLst>
        <pc:spChg chg="mod">
          <ac:chgData name="Kamal Beydoun" userId="e88cbbf3-5e5f-46df-aecf-fe10b322ce6e" providerId="ADAL" clId="{E4876F53-9B78-423D-99A1-E03CA3D47365}" dt="2025-10-01T14:05:34.219" v="220" actId="403"/>
          <ac:spMkLst>
            <pc:docMk/>
            <pc:sldMk cId="0" sldId="331"/>
            <ac:spMk id="11469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09:55:00.119" v="103" actId="5793"/>
        <pc:sldMkLst>
          <pc:docMk/>
          <pc:sldMk cId="0" sldId="338"/>
        </pc:sldMkLst>
        <pc:spChg chg="mod">
          <ac:chgData name="Kamal Beydoun" userId="e88cbbf3-5e5f-46df-aecf-fe10b322ce6e" providerId="ADAL" clId="{E4876F53-9B78-423D-99A1-E03CA3D47365}" dt="2025-10-01T09:55:00.119" v="103" actId="5793"/>
          <ac:spMkLst>
            <pc:docMk/>
            <pc:sldMk cId="0" sldId="338"/>
            <ac:spMk id="51203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2T18:20:01.566" v="275" actId="20577"/>
        <pc:sldMkLst>
          <pc:docMk/>
          <pc:sldMk cId="0" sldId="341"/>
        </pc:sldMkLst>
        <pc:spChg chg="mod">
          <ac:chgData name="Kamal Beydoun" userId="e88cbbf3-5e5f-46df-aecf-fe10b322ce6e" providerId="ADAL" clId="{E4876F53-9B78-423D-99A1-E03CA3D47365}" dt="2025-09-30T12:15:05.728" v="37" actId="20577"/>
          <ac:spMkLst>
            <pc:docMk/>
            <pc:sldMk cId="0" sldId="341"/>
            <ac:spMk id="11981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0:23:50.544" v="126" actId="20577"/>
        <pc:sldMkLst>
          <pc:docMk/>
          <pc:sldMk cId="0" sldId="350"/>
        </pc:sldMkLst>
        <pc:spChg chg="mod">
          <ac:chgData name="Kamal Beydoun" userId="e88cbbf3-5e5f-46df-aecf-fe10b322ce6e" providerId="ADAL" clId="{E4876F53-9B78-423D-99A1-E03CA3D47365}" dt="2025-10-01T10:23:50.544" v="126" actId="20577"/>
          <ac:spMkLst>
            <pc:docMk/>
            <pc:sldMk cId="0" sldId="350"/>
            <ac:spMk id="12902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25:56.745" v="83" actId="12"/>
        <pc:sldMkLst>
          <pc:docMk/>
          <pc:sldMk cId="0" sldId="351"/>
        </pc:sldMkLst>
        <pc:spChg chg="mod">
          <ac:chgData name="Kamal Beydoun" userId="e88cbbf3-5e5f-46df-aecf-fe10b322ce6e" providerId="ADAL" clId="{E4876F53-9B78-423D-99A1-E03CA3D47365}" dt="2025-09-30T13:25:56.745" v="83" actId="12"/>
          <ac:spMkLst>
            <pc:docMk/>
            <pc:sldMk cId="0" sldId="351"/>
            <ac:spMk id="7782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29:11.838" v="250" actId="207"/>
        <pc:sldMkLst>
          <pc:docMk/>
          <pc:sldMk cId="0" sldId="352"/>
        </pc:sldMkLst>
        <pc:spChg chg="mod">
          <ac:chgData name="Kamal Beydoun" userId="e88cbbf3-5e5f-46df-aecf-fe10b322ce6e" providerId="ADAL" clId="{E4876F53-9B78-423D-99A1-E03CA3D47365}" dt="2025-10-01T14:29:11.838" v="250" actId="207"/>
          <ac:spMkLst>
            <pc:docMk/>
            <pc:sldMk cId="0" sldId="352"/>
            <ac:spMk id="159747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1T14:39:08.831" v="261" actId="20577"/>
        <pc:sldMkLst>
          <pc:docMk/>
          <pc:sldMk cId="0" sldId="360"/>
        </pc:sldMkLst>
        <pc:spChg chg="mod">
          <ac:chgData name="Kamal Beydoun" userId="e88cbbf3-5e5f-46df-aecf-fe10b322ce6e" providerId="ADAL" clId="{E4876F53-9B78-423D-99A1-E03CA3D47365}" dt="2025-10-01T14:37:01.439" v="254" actId="5793"/>
          <ac:spMkLst>
            <pc:docMk/>
            <pc:sldMk cId="0" sldId="360"/>
            <ac:spMk id="13926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25:41.966" v="82" actId="13900"/>
        <pc:sldMkLst>
          <pc:docMk/>
          <pc:sldMk cId="0" sldId="361"/>
        </pc:sldMkLst>
        <pc:spChg chg="mod">
          <ac:chgData name="Kamal Beydoun" userId="e88cbbf3-5e5f-46df-aecf-fe10b322ce6e" providerId="ADAL" clId="{E4876F53-9B78-423D-99A1-E03CA3D47365}" dt="2025-09-30T13:25:41.966" v="82" actId="13900"/>
          <ac:spMkLst>
            <pc:docMk/>
            <pc:sldMk cId="0" sldId="361"/>
            <ac:spMk id="140291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09-27T19:32:30.725" v="31" actId="403"/>
        <pc:sldMkLst>
          <pc:docMk/>
          <pc:sldMk cId="0" sldId="394"/>
        </pc:sldMkLst>
        <pc:spChg chg="mod">
          <ac:chgData name="Kamal Beydoun" userId="e88cbbf3-5e5f-46df-aecf-fe10b322ce6e" providerId="ADAL" clId="{E4876F53-9B78-423D-99A1-E03CA3D47365}" dt="2025-09-27T19:32:30.725" v="31" actId="403"/>
          <ac:spMkLst>
            <pc:docMk/>
            <pc:sldMk cId="0" sldId="394"/>
            <ac:spMk id="4096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27T19:32:46.203" v="33" actId="403"/>
        <pc:sldMkLst>
          <pc:docMk/>
          <pc:sldMk cId="0" sldId="409"/>
        </pc:sldMkLst>
        <pc:spChg chg="mod">
          <ac:chgData name="Kamal Beydoun" userId="e88cbbf3-5e5f-46df-aecf-fe10b322ce6e" providerId="ADAL" clId="{E4876F53-9B78-423D-99A1-E03CA3D47365}" dt="2025-09-27T19:32:46.203" v="33" actId="403"/>
          <ac:spMkLst>
            <pc:docMk/>
            <pc:sldMk cId="0" sldId="409"/>
            <ac:spMk id="199683" creationId="{00000000-0000-0000-0000-000000000000}"/>
          </ac:spMkLst>
        </pc:spChg>
      </pc:sldChg>
      <pc:sldChg chg="modSp mod modShow modNotesTx">
        <pc:chgData name="Kamal Beydoun" userId="e88cbbf3-5e5f-46df-aecf-fe10b322ce6e" providerId="ADAL" clId="{E4876F53-9B78-423D-99A1-E03CA3D47365}" dt="2025-10-01T14:32:39.633" v="253" actId="729"/>
        <pc:sldMkLst>
          <pc:docMk/>
          <pc:sldMk cId="0" sldId="419"/>
        </pc:sldMkLst>
        <pc:spChg chg="mod">
          <ac:chgData name="Kamal Beydoun" userId="e88cbbf3-5e5f-46df-aecf-fe10b322ce6e" providerId="ADAL" clId="{E4876F53-9B78-423D-99A1-E03CA3D47365}" dt="2025-10-01T14:29:26.363" v="251" actId="5793"/>
          <ac:spMkLst>
            <pc:docMk/>
            <pc:sldMk cId="0" sldId="419"/>
            <ac:spMk id="22733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39:53.144" v="265" actId="5793"/>
        <pc:sldMkLst>
          <pc:docMk/>
          <pc:sldMk cId="0" sldId="433"/>
        </pc:sldMkLst>
        <pc:spChg chg="mod">
          <ac:chgData name="Kamal Beydoun" userId="e88cbbf3-5e5f-46df-aecf-fe10b322ce6e" providerId="ADAL" clId="{E4876F53-9B78-423D-99A1-E03CA3D47365}" dt="2025-10-01T14:39:53.144" v="265" actId="5793"/>
          <ac:spMkLst>
            <pc:docMk/>
            <pc:sldMk cId="0" sldId="433"/>
            <ac:spMk id="288771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40:06.364" v="268" actId="5793"/>
        <pc:sldMkLst>
          <pc:docMk/>
          <pc:sldMk cId="0" sldId="434"/>
        </pc:sldMkLst>
        <pc:spChg chg="mod">
          <ac:chgData name="Kamal Beydoun" userId="e88cbbf3-5e5f-46df-aecf-fe10b322ce6e" providerId="ADAL" clId="{E4876F53-9B78-423D-99A1-E03CA3D47365}" dt="2025-10-01T14:40:06.364" v="268" actId="5793"/>
          <ac:spMkLst>
            <pc:docMk/>
            <pc:sldMk cId="0" sldId="434"/>
            <ac:spMk id="290819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48:24.807" v="102" actId="12"/>
        <pc:sldMkLst>
          <pc:docMk/>
          <pc:sldMk cId="0" sldId="453"/>
        </pc:sldMkLst>
        <pc:spChg chg="mod">
          <ac:chgData name="Kamal Beydoun" userId="e88cbbf3-5e5f-46df-aecf-fe10b322ce6e" providerId="ADAL" clId="{E4876F53-9B78-423D-99A1-E03CA3D47365}" dt="2025-09-30T13:48:24.807" v="102" actId="12"/>
          <ac:spMkLst>
            <pc:docMk/>
            <pc:sldMk cId="0" sldId="453"/>
            <ac:spMk id="11366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27T05:23:22.643" v="1" actId="12"/>
        <pc:sldMkLst>
          <pc:docMk/>
          <pc:sldMk cId="0" sldId="457"/>
        </pc:sldMkLst>
        <pc:spChg chg="mod">
          <ac:chgData name="Kamal Beydoun" userId="e88cbbf3-5e5f-46df-aecf-fe10b322ce6e" providerId="ADAL" clId="{E4876F53-9B78-423D-99A1-E03CA3D47365}" dt="2025-09-27T05:23:22.643" v="1" actId="12"/>
          <ac:spMkLst>
            <pc:docMk/>
            <pc:sldMk cId="0" sldId="457"/>
            <ac:spMk id="13414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1:55:54.230" v="135" actId="5793"/>
        <pc:sldMkLst>
          <pc:docMk/>
          <pc:sldMk cId="1825753473" sldId="463"/>
        </pc:sldMkLst>
        <pc:spChg chg="mod">
          <ac:chgData name="Kamal Beydoun" userId="e88cbbf3-5e5f-46df-aecf-fe10b322ce6e" providerId="ADAL" clId="{E4876F53-9B78-423D-99A1-E03CA3D47365}" dt="2025-10-01T11:55:54.230" v="135" actId="5793"/>
          <ac:spMkLst>
            <pc:docMk/>
            <pc:sldMk cId="1825753473" sldId="463"/>
            <ac:spMk id="96259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2T18:45:18.104" v="412" actId="20577"/>
        <pc:sldMkLst>
          <pc:docMk/>
          <pc:sldMk cId="4018171598" sldId="465"/>
        </pc:sldMkLst>
        <pc:picChg chg="mod">
          <ac:chgData name="Kamal Beydoun" userId="e88cbbf3-5e5f-46df-aecf-fe10b322ce6e" providerId="ADAL" clId="{E4876F53-9B78-423D-99A1-E03CA3D47365}" dt="2025-10-01T12:18:02.983" v="136" actId="14100"/>
          <ac:picMkLst>
            <pc:docMk/>
            <pc:sldMk cId="4018171598" sldId="465"/>
            <ac:picMk id="3" creationId="{00000000-0000-0000-0000-000000000000}"/>
          </ac:picMkLst>
        </pc:picChg>
      </pc:sldChg>
      <pc:sldChg chg="modSp mod">
        <pc:chgData name="Kamal Beydoun" userId="e88cbbf3-5e5f-46df-aecf-fe10b322ce6e" providerId="ADAL" clId="{E4876F53-9B78-423D-99A1-E03CA3D47365}" dt="2025-10-02T18:45:32.397" v="418" actId="20577"/>
        <pc:sldMkLst>
          <pc:docMk/>
          <pc:sldMk cId="2446646859" sldId="466"/>
        </pc:sldMkLst>
        <pc:spChg chg="mod">
          <ac:chgData name="Kamal Beydoun" userId="e88cbbf3-5e5f-46df-aecf-fe10b322ce6e" providerId="ADAL" clId="{E4876F53-9B78-423D-99A1-E03CA3D47365}" dt="2025-10-02T18:45:32.397" v="418" actId="20577"/>
          <ac:spMkLst>
            <pc:docMk/>
            <pc:sldMk cId="2446646859" sldId="466"/>
            <ac:spMk id="96259" creationId="{00000000-0000-0000-0000-000000000000}"/>
          </ac:spMkLst>
        </pc:spChg>
      </pc:sldChg>
      <pc:sldChg chg="modSp">
        <pc:chgData name="Kamal Beydoun" userId="e88cbbf3-5e5f-46df-aecf-fe10b322ce6e" providerId="ADAL" clId="{E4876F53-9B78-423D-99A1-E03CA3D47365}" dt="2025-10-01T12:23:28.949" v="137" actId="1076"/>
        <pc:sldMkLst>
          <pc:docMk/>
          <pc:sldMk cId="211769920" sldId="467"/>
        </pc:sldMkLst>
        <pc:spChg chg="mod">
          <ac:chgData name="Kamal Beydoun" userId="e88cbbf3-5e5f-46df-aecf-fe10b322ce6e" providerId="ADAL" clId="{E4876F53-9B78-423D-99A1-E03CA3D47365}" dt="2025-10-01T12:23:28.949" v="137" actId="1076"/>
          <ac:spMkLst>
            <pc:docMk/>
            <pc:sldMk cId="211769920" sldId="467"/>
            <ac:spMk id="96259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47:38.407" v="100" actId="12"/>
        <pc:sldMkLst>
          <pc:docMk/>
          <pc:sldMk cId="3772081235" sldId="469"/>
        </pc:sldMkLst>
        <pc:spChg chg="mod">
          <ac:chgData name="Kamal Beydoun" userId="e88cbbf3-5e5f-46df-aecf-fe10b322ce6e" providerId="ADAL" clId="{E4876F53-9B78-423D-99A1-E03CA3D47365}" dt="2025-09-30T13:47:38.407" v="100" actId="12"/>
          <ac:spMkLst>
            <pc:docMk/>
            <pc:sldMk cId="3772081235" sldId="469"/>
            <ac:spMk id="7680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46:47.376" v="94" actId="14100"/>
        <pc:sldMkLst>
          <pc:docMk/>
          <pc:sldMk cId="403151555" sldId="470"/>
        </pc:sldMkLst>
        <pc:picChg chg="mod">
          <ac:chgData name="Kamal Beydoun" userId="e88cbbf3-5e5f-46df-aecf-fe10b322ce6e" providerId="ADAL" clId="{E4876F53-9B78-423D-99A1-E03CA3D47365}" dt="2025-09-30T13:46:47.376" v="94" actId="14100"/>
          <ac:picMkLst>
            <pc:docMk/>
            <pc:sldMk cId="403151555" sldId="470"/>
            <ac:picMk id="6" creationId="{00000000-0000-0000-0000-000000000000}"/>
          </ac:picMkLst>
        </pc:picChg>
      </pc:sldChg>
      <pc:sldChg chg="modSp mod">
        <pc:chgData name="Kamal Beydoun" userId="e88cbbf3-5e5f-46df-aecf-fe10b322ce6e" providerId="ADAL" clId="{E4876F53-9B78-423D-99A1-E03CA3D47365}" dt="2025-09-30T13:47:11.302" v="97" actId="12"/>
        <pc:sldMkLst>
          <pc:docMk/>
          <pc:sldMk cId="531679037" sldId="471"/>
        </pc:sldMkLst>
        <pc:spChg chg="mod">
          <ac:chgData name="Kamal Beydoun" userId="e88cbbf3-5e5f-46df-aecf-fe10b322ce6e" providerId="ADAL" clId="{E4876F53-9B78-423D-99A1-E03CA3D47365}" dt="2025-09-30T13:47:11.302" v="97" actId="12"/>
          <ac:spMkLst>
            <pc:docMk/>
            <pc:sldMk cId="531679037" sldId="471"/>
            <ac:spMk id="3584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09-30T13:47:27.947" v="99" actId="12"/>
        <pc:sldMkLst>
          <pc:docMk/>
          <pc:sldMk cId="1308674191" sldId="472"/>
        </pc:sldMkLst>
        <pc:spChg chg="mod">
          <ac:chgData name="Kamal Beydoun" userId="e88cbbf3-5e5f-46df-aecf-fe10b322ce6e" providerId="ADAL" clId="{E4876F53-9B78-423D-99A1-E03CA3D47365}" dt="2025-09-30T13:47:24.968" v="98" actId="12"/>
          <ac:spMkLst>
            <pc:docMk/>
            <pc:sldMk cId="1308674191" sldId="472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30T13:47:27.947" v="99" actId="12"/>
          <ac:spMkLst>
            <pc:docMk/>
            <pc:sldMk cId="1308674191" sldId="472"/>
            <ac:spMk id="3584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2:25:34.147" v="139" actId="5793"/>
        <pc:sldMkLst>
          <pc:docMk/>
          <pc:sldMk cId="3175535346" sldId="473"/>
        </pc:sldMkLst>
        <pc:spChg chg="mod">
          <ac:chgData name="Kamal Beydoun" userId="e88cbbf3-5e5f-46df-aecf-fe10b322ce6e" providerId="ADAL" clId="{E4876F53-9B78-423D-99A1-E03CA3D47365}" dt="2025-10-01T12:25:34.147" v="139" actId="5793"/>
          <ac:spMkLst>
            <pc:docMk/>
            <pc:sldMk cId="3175535346" sldId="473"/>
            <ac:spMk id="76803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3:18:56.222" v="146" actId="27636"/>
        <pc:sldMkLst>
          <pc:docMk/>
          <pc:sldMk cId="2384438678" sldId="474"/>
        </pc:sldMkLst>
        <pc:spChg chg="mod">
          <ac:chgData name="Kamal Beydoun" userId="e88cbbf3-5e5f-46df-aecf-fe10b322ce6e" providerId="ADAL" clId="{E4876F53-9B78-423D-99A1-E03CA3D47365}" dt="2025-10-01T13:18:56.222" v="146" actId="27636"/>
          <ac:spMkLst>
            <pc:docMk/>
            <pc:sldMk cId="2384438678" sldId="474"/>
            <ac:spMk id="104451" creationId="{00000000-0000-0000-0000-000000000000}"/>
          </ac:spMkLst>
        </pc:spChg>
      </pc:sldChg>
      <pc:sldChg chg="delSp modSp mod">
        <pc:chgData name="Kamal Beydoun" userId="e88cbbf3-5e5f-46df-aecf-fe10b322ce6e" providerId="ADAL" clId="{E4876F53-9B78-423D-99A1-E03CA3D47365}" dt="2025-10-01T13:23:59.348" v="151" actId="478"/>
        <pc:sldMkLst>
          <pc:docMk/>
          <pc:sldMk cId="1703190277" sldId="475"/>
        </pc:sldMkLst>
        <pc:spChg chg="del">
          <ac:chgData name="Kamal Beydoun" userId="e88cbbf3-5e5f-46df-aecf-fe10b322ce6e" providerId="ADAL" clId="{E4876F53-9B78-423D-99A1-E03CA3D47365}" dt="2025-10-01T13:23:59.348" v="151" actId="478"/>
          <ac:spMkLst>
            <pc:docMk/>
            <pc:sldMk cId="1703190277" sldId="475"/>
            <ac:spMk id="2" creationId="{00000000-0000-0000-0000-000000000000}"/>
          </ac:spMkLst>
        </pc:spChg>
        <pc:picChg chg="mod">
          <ac:chgData name="Kamal Beydoun" userId="e88cbbf3-5e5f-46df-aecf-fe10b322ce6e" providerId="ADAL" clId="{E4876F53-9B78-423D-99A1-E03CA3D47365}" dt="2025-10-01T13:23:53.053" v="150" actId="1076"/>
          <ac:picMkLst>
            <pc:docMk/>
            <pc:sldMk cId="1703190277" sldId="475"/>
            <ac:picMk id="3" creationId="{00000000-0000-0000-0000-000000000000}"/>
          </ac:picMkLst>
        </pc:picChg>
      </pc:sldChg>
      <pc:sldChg chg="modSp mod">
        <pc:chgData name="Kamal Beydoun" userId="e88cbbf3-5e5f-46df-aecf-fe10b322ce6e" providerId="ADAL" clId="{E4876F53-9B78-423D-99A1-E03CA3D47365}" dt="2025-10-01T13:17:51.624" v="144" actId="27636"/>
        <pc:sldMkLst>
          <pc:docMk/>
          <pc:sldMk cId="2976690366" sldId="483"/>
        </pc:sldMkLst>
        <pc:spChg chg="mod">
          <ac:chgData name="Kamal Beydoun" userId="e88cbbf3-5e5f-46df-aecf-fe10b322ce6e" providerId="ADAL" clId="{E4876F53-9B78-423D-99A1-E03CA3D47365}" dt="2025-10-01T13:17:51.624" v="144" actId="27636"/>
          <ac:spMkLst>
            <pc:docMk/>
            <pc:sldMk cId="2976690366" sldId="483"/>
            <ac:spMk id="104451" creationId="{00000000-0000-0000-0000-000000000000}"/>
          </ac:spMkLst>
        </pc:spChg>
      </pc:sldChg>
      <pc:sldChg chg="modSp mod modNotesTx">
        <pc:chgData name="Kamal Beydoun" userId="e88cbbf3-5e5f-46df-aecf-fe10b322ce6e" providerId="ADAL" clId="{E4876F53-9B78-423D-99A1-E03CA3D47365}" dt="2025-10-02T19:05:05.784" v="422" actId="27636"/>
        <pc:sldMkLst>
          <pc:docMk/>
          <pc:sldMk cId="1919819985" sldId="484"/>
        </pc:sldMkLst>
        <pc:spChg chg="mod">
          <ac:chgData name="Kamal Beydoun" userId="e88cbbf3-5e5f-46df-aecf-fe10b322ce6e" providerId="ADAL" clId="{E4876F53-9B78-423D-99A1-E03CA3D47365}" dt="2025-10-02T19:05:05.784" v="422" actId="27636"/>
          <ac:spMkLst>
            <pc:docMk/>
            <pc:sldMk cId="1919819985" sldId="484"/>
            <ac:spMk id="104451" creationId="{00000000-0000-0000-0000-000000000000}"/>
          </ac:spMkLst>
        </pc:spChg>
      </pc:sldChg>
      <pc:sldChg chg="del">
        <pc:chgData name="Kamal Beydoun" userId="e88cbbf3-5e5f-46df-aecf-fe10b322ce6e" providerId="ADAL" clId="{E4876F53-9B78-423D-99A1-E03CA3D47365}" dt="2025-10-01T13:23:47.109" v="149" actId="47"/>
        <pc:sldMkLst>
          <pc:docMk/>
          <pc:sldMk cId="3861679843" sldId="485"/>
        </pc:sldMkLst>
      </pc:sldChg>
      <pc:sldChg chg="modSp mod">
        <pc:chgData name="Kamal Beydoun" userId="e88cbbf3-5e5f-46df-aecf-fe10b322ce6e" providerId="ADAL" clId="{E4876F53-9B78-423D-99A1-E03CA3D47365}" dt="2025-10-01T13:28:34.593" v="173" actId="20577"/>
        <pc:sldMkLst>
          <pc:docMk/>
          <pc:sldMk cId="1309371439" sldId="486"/>
        </pc:sldMkLst>
        <pc:spChg chg="mod">
          <ac:chgData name="Kamal Beydoun" userId="e88cbbf3-5e5f-46df-aecf-fe10b322ce6e" providerId="ADAL" clId="{E4876F53-9B78-423D-99A1-E03CA3D47365}" dt="2025-10-01T13:28:34.593" v="173" actId="20577"/>
          <ac:spMkLst>
            <pc:docMk/>
            <pc:sldMk cId="1309371439" sldId="486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4:51.380" v="217" actId="5793"/>
        <pc:sldMkLst>
          <pc:docMk/>
          <pc:sldMk cId="1666519688" sldId="487"/>
        </pc:sldMkLst>
        <pc:spChg chg="mod">
          <ac:chgData name="Kamal Beydoun" userId="e88cbbf3-5e5f-46df-aecf-fe10b322ce6e" providerId="ADAL" clId="{E4876F53-9B78-423D-99A1-E03CA3D47365}" dt="2025-10-01T14:04:51.380" v="217" actId="5793"/>
          <ac:spMkLst>
            <pc:docMk/>
            <pc:sldMk cId="1666519688" sldId="487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3:28:20.812" v="170" actId="20577"/>
        <pc:sldMkLst>
          <pc:docMk/>
          <pc:sldMk cId="974955278" sldId="488"/>
        </pc:sldMkLst>
        <pc:spChg chg="mod">
          <ac:chgData name="Kamal Beydoun" userId="e88cbbf3-5e5f-46df-aecf-fe10b322ce6e" providerId="ADAL" clId="{E4876F53-9B78-423D-99A1-E03CA3D47365}" dt="2025-10-01T13:28:20.812" v="170" actId="20577"/>
          <ac:spMkLst>
            <pc:docMk/>
            <pc:sldMk cId="974955278" sldId="488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3:28:57.334" v="180" actId="14100"/>
        <pc:sldMkLst>
          <pc:docMk/>
          <pc:sldMk cId="1091359465" sldId="489"/>
        </pc:sldMkLst>
        <pc:spChg chg="mod">
          <ac:chgData name="Kamal Beydoun" userId="e88cbbf3-5e5f-46df-aecf-fe10b322ce6e" providerId="ADAL" clId="{E4876F53-9B78-423D-99A1-E03CA3D47365}" dt="2025-10-01T13:28:57.334" v="180" actId="14100"/>
          <ac:spMkLst>
            <pc:docMk/>
            <pc:sldMk cId="1091359465" sldId="489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0:07.830" v="196" actId="2711"/>
        <pc:sldMkLst>
          <pc:docMk/>
          <pc:sldMk cId="758945504" sldId="490"/>
        </pc:sldMkLst>
        <pc:spChg chg="mod">
          <ac:chgData name="Kamal Beydoun" userId="e88cbbf3-5e5f-46df-aecf-fe10b322ce6e" providerId="ADAL" clId="{E4876F53-9B78-423D-99A1-E03CA3D47365}" dt="2025-10-01T14:00:07.830" v="196" actId="2711"/>
          <ac:spMkLst>
            <pc:docMk/>
            <pc:sldMk cId="758945504" sldId="490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0:20.102" v="197" actId="14100"/>
        <pc:sldMkLst>
          <pc:docMk/>
          <pc:sldMk cId="321049547" sldId="491"/>
        </pc:sldMkLst>
        <pc:spChg chg="mod">
          <ac:chgData name="Kamal Beydoun" userId="e88cbbf3-5e5f-46df-aecf-fe10b322ce6e" providerId="ADAL" clId="{E4876F53-9B78-423D-99A1-E03CA3D47365}" dt="2025-10-01T14:00:20.102" v="197" actId="14100"/>
          <ac:spMkLst>
            <pc:docMk/>
            <pc:sldMk cId="321049547" sldId="491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0:51.397" v="203" actId="5793"/>
        <pc:sldMkLst>
          <pc:docMk/>
          <pc:sldMk cId="1102958129" sldId="492"/>
        </pc:sldMkLst>
        <pc:spChg chg="mod">
          <ac:chgData name="Kamal Beydoun" userId="e88cbbf3-5e5f-46df-aecf-fe10b322ce6e" providerId="ADAL" clId="{E4876F53-9B78-423D-99A1-E03CA3D47365}" dt="2025-10-01T14:00:51.397" v="203" actId="5793"/>
          <ac:spMkLst>
            <pc:docMk/>
            <pc:sldMk cId="1102958129" sldId="492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01:54.281" v="206" actId="20577"/>
        <pc:sldMkLst>
          <pc:docMk/>
          <pc:sldMk cId="2785469161" sldId="493"/>
        </pc:sldMkLst>
        <pc:spChg chg="mod">
          <ac:chgData name="Kamal Beydoun" userId="e88cbbf3-5e5f-46df-aecf-fe10b322ce6e" providerId="ADAL" clId="{E4876F53-9B78-423D-99A1-E03CA3D47365}" dt="2025-10-01T14:01:54.281" v="206" actId="20577"/>
          <ac:spMkLst>
            <pc:docMk/>
            <pc:sldMk cId="2785469161" sldId="493"/>
            <ac:spMk id="169987" creationId="{00000000-0000-0000-0000-000000000000}"/>
          </ac:spMkLst>
        </pc:spChg>
      </pc:sldChg>
      <pc:sldChg chg="modSp mod ord">
        <pc:chgData name="Kamal Beydoun" userId="e88cbbf3-5e5f-46df-aecf-fe10b322ce6e" providerId="ADAL" clId="{E4876F53-9B78-423D-99A1-E03CA3D47365}" dt="2025-10-01T14:04:11.087" v="213"/>
        <pc:sldMkLst>
          <pc:docMk/>
          <pc:sldMk cId="1326919543" sldId="494"/>
        </pc:sldMkLst>
        <pc:spChg chg="mod">
          <ac:chgData name="Kamal Beydoun" userId="e88cbbf3-5e5f-46df-aecf-fe10b322ce6e" providerId="ADAL" clId="{E4876F53-9B78-423D-99A1-E03CA3D47365}" dt="2025-10-01T14:04:06.953" v="211" actId="20577"/>
          <ac:spMkLst>
            <pc:docMk/>
            <pc:sldMk cId="1326919543" sldId="494"/>
            <ac:spMk id="169987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23:24.801" v="235" actId="20577"/>
        <pc:sldMkLst>
          <pc:docMk/>
          <pc:sldMk cId="239048336" sldId="495"/>
        </pc:sldMkLst>
        <pc:spChg chg="mod">
          <ac:chgData name="Kamal Beydoun" userId="e88cbbf3-5e5f-46df-aecf-fe10b322ce6e" providerId="ADAL" clId="{E4876F53-9B78-423D-99A1-E03CA3D47365}" dt="2025-10-01T14:23:24.801" v="235" actId="20577"/>
          <ac:spMkLst>
            <pc:docMk/>
            <pc:sldMk cId="239048336" sldId="495"/>
            <ac:spMk id="120835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24:21.797" v="239" actId="113"/>
        <pc:sldMkLst>
          <pc:docMk/>
          <pc:sldMk cId="1791275732" sldId="496"/>
        </pc:sldMkLst>
        <pc:spChg chg="mod">
          <ac:chgData name="Kamal Beydoun" userId="e88cbbf3-5e5f-46df-aecf-fe10b322ce6e" providerId="ADAL" clId="{E4876F53-9B78-423D-99A1-E03CA3D47365}" dt="2025-10-01T14:24:21.797" v="239" actId="113"/>
          <ac:spMkLst>
            <pc:docMk/>
            <pc:sldMk cId="1791275732" sldId="496"/>
            <ac:spMk id="120835" creationId="{00000000-0000-0000-0000-000000000000}"/>
          </ac:spMkLst>
        </pc:spChg>
      </pc:sldChg>
      <pc:sldChg chg="modSp mod">
        <pc:chgData name="Kamal Beydoun" userId="e88cbbf3-5e5f-46df-aecf-fe10b322ce6e" providerId="ADAL" clId="{E4876F53-9B78-423D-99A1-E03CA3D47365}" dt="2025-10-01T14:24:11.647" v="238" actId="113"/>
        <pc:sldMkLst>
          <pc:docMk/>
          <pc:sldMk cId="2352822872" sldId="497"/>
        </pc:sldMkLst>
        <pc:spChg chg="mod">
          <ac:chgData name="Kamal Beydoun" userId="e88cbbf3-5e5f-46df-aecf-fe10b322ce6e" providerId="ADAL" clId="{E4876F53-9B78-423D-99A1-E03CA3D47365}" dt="2025-10-01T14:24:11.647" v="238" actId="113"/>
          <ac:spMkLst>
            <pc:docMk/>
            <pc:sldMk cId="2352822872" sldId="497"/>
            <ac:spMk id="120835" creationId="{00000000-0000-0000-0000-000000000000}"/>
          </ac:spMkLst>
        </pc:spChg>
      </pc:sldChg>
      <pc:sldChg chg="modSp">
        <pc:chgData name="Kamal Beydoun" userId="e88cbbf3-5e5f-46df-aecf-fe10b322ce6e" providerId="ADAL" clId="{E4876F53-9B78-423D-99A1-E03CA3D47365}" dt="2025-10-02T18:31:06.622" v="299" actId="14100"/>
        <pc:sldMkLst>
          <pc:docMk/>
          <pc:sldMk cId="3704731865" sldId="519"/>
        </pc:sldMkLst>
        <pc:spChg chg="mod">
          <ac:chgData name="Kamal Beydoun" userId="e88cbbf3-5e5f-46df-aecf-fe10b322ce6e" providerId="ADAL" clId="{E4876F53-9B78-423D-99A1-E03CA3D47365}" dt="2025-10-02T18:31:06.622" v="299" actId="14100"/>
          <ac:spMkLst>
            <pc:docMk/>
            <pc:sldMk cId="3704731865" sldId="519"/>
            <ac:spMk id="3" creationId="{FF72B37B-5686-4427-9CEE-61D333B65F28}"/>
          </ac:spMkLst>
        </pc:spChg>
      </pc:sldChg>
      <pc:sldChg chg="modSp mod">
        <pc:chgData name="Kamal Beydoun" userId="e88cbbf3-5e5f-46df-aecf-fe10b322ce6e" providerId="ADAL" clId="{E4876F53-9B78-423D-99A1-E03CA3D47365}" dt="2025-10-01T09:56:49.857" v="104" actId="13900"/>
        <pc:sldMkLst>
          <pc:docMk/>
          <pc:sldMk cId="2919648832" sldId="520"/>
        </pc:sldMkLst>
        <pc:spChg chg="mod">
          <ac:chgData name="Kamal Beydoun" userId="e88cbbf3-5e5f-46df-aecf-fe10b322ce6e" providerId="ADAL" clId="{E4876F53-9B78-423D-99A1-E03CA3D47365}" dt="2025-10-01T09:56:49.857" v="104" actId="13900"/>
          <ac:spMkLst>
            <pc:docMk/>
            <pc:sldMk cId="2919648832" sldId="520"/>
            <ac:spMk id="4" creationId="{898DC915-3C83-4ADA-AD6A-C4D8FBDB2306}"/>
          </ac:spMkLst>
        </pc:spChg>
      </pc:sldChg>
      <pc:sldChg chg="modSp mod">
        <pc:chgData name="Kamal Beydoun" userId="e88cbbf3-5e5f-46df-aecf-fe10b322ce6e" providerId="ADAL" clId="{E4876F53-9B78-423D-99A1-E03CA3D47365}" dt="2025-09-30T12:36:33.707" v="49" actId="14100"/>
        <pc:sldMkLst>
          <pc:docMk/>
          <pc:sldMk cId="1285073406" sldId="521"/>
        </pc:sldMkLst>
        <pc:spChg chg="mod">
          <ac:chgData name="Kamal Beydoun" userId="e88cbbf3-5e5f-46df-aecf-fe10b322ce6e" providerId="ADAL" clId="{E4876F53-9B78-423D-99A1-E03CA3D47365}" dt="2025-09-30T12:36:33.707" v="49" actId="14100"/>
          <ac:spMkLst>
            <pc:docMk/>
            <pc:sldMk cId="1285073406" sldId="521"/>
            <ac:spMk id="4" creationId="{506C5C2C-A580-4C1E-B83F-BC2F07FDD5D4}"/>
          </ac:spMkLst>
        </pc:spChg>
      </pc:sldChg>
      <pc:sldChg chg="modSp new mod">
        <pc:chgData name="Kamal Beydoun" userId="e88cbbf3-5e5f-46df-aecf-fe10b322ce6e" providerId="ADAL" clId="{E4876F53-9B78-423D-99A1-E03CA3D47365}" dt="2025-09-30T13:22:16.211" v="78" actId="2711"/>
        <pc:sldMkLst>
          <pc:docMk/>
          <pc:sldMk cId="2034783003" sldId="522"/>
        </pc:sldMkLst>
        <pc:spChg chg="mod">
          <ac:chgData name="Kamal Beydoun" userId="e88cbbf3-5e5f-46df-aecf-fe10b322ce6e" providerId="ADAL" clId="{E4876F53-9B78-423D-99A1-E03CA3D47365}" dt="2025-09-30T13:21:05.769" v="69"/>
          <ac:spMkLst>
            <pc:docMk/>
            <pc:sldMk cId="2034783003" sldId="522"/>
            <ac:spMk id="2" creationId="{D074AED5-CAC8-F8E2-87F7-C63FEB8991DA}"/>
          </ac:spMkLst>
        </pc:spChg>
        <pc:spChg chg="mod">
          <ac:chgData name="Kamal Beydoun" userId="e88cbbf3-5e5f-46df-aecf-fe10b322ce6e" providerId="ADAL" clId="{E4876F53-9B78-423D-99A1-E03CA3D47365}" dt="2025-09-30T13:22:16.211" v="78" actId="2711"/>
          <ac:spMkLst>
            <pc:docMk/>
            <pc:sldMk cId="2034783003" sldId="522"/>
            <ac:spMk id="3" creationId="{302339E0-7A5C-CEFB-989E-6865DD2CA4E4}"/>
          </ac:spMkLst>
        </pc:spChg>
      </pc:sldChg>
      <pc:sldChg chg="addSp delSp modSp new mod setBg">
        <pc:chgData name="Kamal Beydoun" userId="e88cbbf3-5e5f-46df-aecf-fe10b322ce6e" providerId="ADAL" clId="{E4876F53-9B78-423D-99A1-E03CA3D47365}" dt="2025-10-01T10:05:05.842" v="116" actId="14100"/>
        <pc:sldMkLst>
          <pc:docMk/>
          <pc:sldMk cId="3082211035" sldId="523"/>
        </pc:sldMkLst>
        <pc:spChg chg="mod">
          <ac:chgData name="Kamal Beydoun" userId="e88cbbf3-5e5f-46df-aecf-fe10b322ce6e" providerId="ADAL" clId="{E4876F53-9B78-423D-99A1-E03CA3D47365}" dt="2025-10-01T10:04:49.650" v="114"/>
          <ac:spMkLst>
            <pc:docMk/>
            <pc:sldMk cId="3082211035" sldId="523"/>
            <ac:spMk id="2" creationId="{F5434B5C-19EE-B3A7-5108-BD7A755D2FDB}"/>
          </ac:spMkLst>
        </pc:spChg>
        <pc:spChg chg="add del">
          <ac:chgData name="Kamal Beydoun" userId="e88cbbf3-5e5f-46df-aecf-fe10b322ce6e" providerId="ADAL" clId="{E4876F53-9B78-423D-99A1-E03CA3D47365}" dt="2025-10-01T10:03:56.726" v="107"/>
          <ac:spMkLst>
            <pc:docMk/>
            <pc:sldMk cId="3082211035" sldId="523"/>
            <ac:spMk id="3" creationId="{D58FBD85-0673-C8F2-5202-BD16A8DA330E}"/>
          </ac:spMkLst>
        </pc:spChg>
        <pc:spChg chg="mod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4" creationId="{4B077651-A86C-5AAE-5072-D1825BCF26EE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11" creationId="{CA844043-2B05-4A69-98C6-CF0F269466C2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13" creationId="{6C2AD7F1-D41F-4DC2-8C0D-28429DF70325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15" creationId="{5D1E228D-CA9E-41E4-87C8-21C841EAD552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17" creationId="{45F3D31F-26BB-46A1-A3D3-A758FF02AFE1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19" creationId="{45B15905-1588-4FAB-9558-04F1B218697C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21" creationId="{C72FA550-997B-4EFC-9E96-6937BDAE2C54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23" creationId="{A41FDE27-F763-46C3-B111-19C1535BF43C}"/>
          </ac:spMkLst>
        </pc:spChg>
        <pc:spChg chg="add del">
          <ac:chgData name="Kamal Beydoun" userId="e88cbbf3-5e5f-46df-aecf-fe10b322ce6e" providerId="ADAL" clId="{E4876F53-9B78-423D-99A1-E03CA3D47365}" dt="2025-10-01T10:04:14.053" v="111" actId="26606"/>
          <ac:spMkLst>
            <pc:docMk/>
            <pc:sldMk cId="3082211035" sldId="523"/>
            <ac:spMk id="25" creationId="{F417D79A-45EF-4C57-ABEB-04910F333ABB}"/>
          </ac:spMkLst>
        </pc:spChg>
        <pc:graphicFrameChg chg="mod">
          <ac:chgData name="Kamal Beydoun" userId="e88cbbf3-5e5f-46df-aecf-fe10b322ce6e" providerId="ADAL" clId="{E4876F53-9B78-423D-99A1-E03CA3D47365}" dt="2025-10-01T10:02:52.144" v="106"/>
          <ac:graphicFrameMkLst>
            <pc:docMk/>
            <pc:sldMk cId="3082211035" sldId="523"/>
            <ac:graphicFrameMk id="5" creationId="{56A00A9C-3F2D-0D78-7C15-EE68EA427A54}"/>
          </ac:graphicFrameMkLst>
        </pc:graphicFrameChg>
        <pc:graphicFrameChg chg="add mod ord modGraphic">
          <ac:chgData name="Kamal Beydoun" userId="e88cbbf3-5e5f-46df-aecf-fe10b322ce6e" providerId="ADAL" clId="{E4876F53-9B78-423D-99A1-E03CA3D47365}" dt="2025-10-01T10:05:05.842" v="116" actId="14100"/>
          <ac:graphicFrameMkLst>
            <pc:docMk/>
            <pc:sldMk cId="3082211035" sldId="523"/>
            <ac:graphicFrameMk id="6" creationId="{7465E278-0A3C-68BD-8EDA-E77535F05120}"/>
          </ac:graphicFrameMkLst>
        </pc:graphicFrameChg>
      </pc:sldChg>
      <pc:sldChg chg="addSp delSp modSp new mod">
        <pc:chgData name="Kamal Beydoun" userId="e88cbbf3-5e5f-46df-aecf-fe10b322ce6e" providerId="ADAL" clId="{E4876F53-9B78-423D-99A1-E03CA3D47365}" dt="2025-10-01T14:28:29.243" v="248"/>
        <pc:sldMkLst>
          <pc:docMk/>
          <pc:sldMk cId="3840389303" sldId="524"/>
        </pc:sldMkLst>
        <pc:spChg chg="mod">
          <ac:chgData name="Kamal Beydoun" userId="e88cbbf3-5e5f-46df-aecf-fe10b322ce6e" providerId="ADAL" clId="{E4876F53-9B78-423D-99A1-E03CA3D47365}" dt="2025-10-01T14:28:29.243" v="248"/>
          <ac:spMkLst>
            <pc:docMk/>
            <pc:sldMk cId="3840389303" sldId="524"/>
            <ac:spMk id="2" creationId="{DE7C851C-5270-3FFA-95BD-B0989877AB89}"/>
          </ac:spMkLst>
        </pc:spChg>
        <pc:spChg chg="del mod">
          <ac:chgData name="Kamal Beydoun" userId="e88cbbf3-5e5f-46df-aecf-fe10b322ce6e" providerId="ADAL" clId="{E4876F53-9B78-423D-99A1-E03CA3D47365}" dt="2025-10-01T14:28:12.337" v="243" actId="478"/>
          <ac:spMkLst>
            <pc:docMk/>
            <pc:sldMk cId="3840389303" sldId="524"/>
            <ac:spMk id="3" creationId="{89104B0E-BC5C-2B9C-91E6-1FB992E82650}"/>
          </ac:spMkLst>
        </pc:spChg>
        <pc:spChg chg="add mod">
          <ac:chgData name="Kamal Beydoun" userId="e88cbbf3-5e5f-46df-aecf-fe10b322ce6e" providerId="ADAL" clId="{E4876F53-9B78-423D-99A1-E03CA3D47365}" dt="2025-10-01T14:28:23.374" v="247" actId="1076"/>
          <ac:spMkLst>
            <pc:docMk/>
            <pc:sldMk cId="3840389303" sldId="524"/>
            <ac:spMk id="6" creationId="{EDD4BF7B-536B-FECE-BCF1-35CDC3AE01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4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FE4A754-9A43-479C-9D38-47C40B8425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540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C7628ED-D4C8-4CD3-A5D0-9C2C41DC52F0}" type="slidenum">
              <a:rPr lang="en-US"/>
              <a:pPr algn="r"/>
              <a:t>1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2735EE7-6964-413D-9036-E69DA536716D}" type="slidenum">
              <a:rPr lang="en-US"/>
              <a:pPr algn="r"/>
              <a:t>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8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469B11C-1656-450F-9B79-58D9D7C3C067}" type="slidenum">
              <a:rPr lang="en-US"/>
              <a:pPr algn="r"/>
              <a:t>3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17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7914B16-C535-47AB-AF27-80221093CEEE}" type="slidenum">
              <a:rPr lang="en-US"/>
              <a:pPr algn="r"/>
              <a:t>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89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E5ADEB1-8652-4E14-BB11-5E72E27ACE49}" type="slidenum">
              <a:rPr lang="en-US"/>
              <a:pPr algn="r"/>
              <a:t>5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console.log(Number("123"));     // 123   (string → number)</a:t>
            </a:r>
          </a:p>
          <a:p>
            <a:pPr eaLnBrk="1" hangingPunct="1"/>
            <a:r>
              <a:rPr lang="en-US" dirty="0"/>
              <a:t>console.log(Number("123abc"));  // </a:t>
            </a:r>
            <a:r>
              <a:rPr lang="en-US" dirty="0" err="1"/>
              <a:t>NaN</a:t>
            </a:r>
            <a:r>
              <a:rPr lang="en-US" dirty="0"/>
              <a:t>   (invalid string)</a:t>
            </a:r>
          </a:p>
          <a:p>
            <a:pPr eaLnBrk="1" hangingPunct="1"/>
            <a:r>
              <a:rPr lang="en-US" dirty="0"/>
              <a:t>console.log(Number(true));      // 1</a:t>
            </a:r>
          </a:p>
          <a:p>
            <a:pPr eaLnBrk="1" hangingPunct="1"/>
            <a:r>
              <a:rPr lang="en-US" dirty="0"/>
              <a:t>console.log(Number(false));     // 0</a:t>
            </a:r>
          </a:p>
          <a:p>
            <a:pPr eaLnBrk="1" hangingPunct="1"/>
            <a:r>
              <a:rPr lang="en-US" dirty="0"/>
              <a:t>console.log(Number(null));      // 0</a:t>
            </a:r>
          </a:p>
          <a:p>
            <a:pPr eaLnBrk="1" hangingPunct="1"/>
            <a:r>
              <a:rPr lang="en-US" dirty="0"/>
              <a:t>console.log(Number(undefined));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r>
              <a:rPr lang="en-US" dirty="0"/>
              <a:t>console.log(Number(""));        // 0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// Similar with + operator</a:t>
            </a:r>
          </a:p>
          <a:p>
            <a:pPr eaLnBrk="1" hangingPunct="1"/>
            <a:r>
              <a:rPr lang="en-US" dirty="0"/>
              <a:t>console.log(+"456"); // 456</a:t>
            </a:r>
          </a:p>
          <a:p>
            <a:pPr eaLnBrk="1" hangingPunct="1"/>
            <a:r>
              <a:rPr lang="en-US" dirty="0"/>
              <a:t>console.log(+"</a:t>
            </a:r>
            <a:r>
              <a:rPr lang="en-US" dirty="0" err="1"/>
              <a:t>abc</a:t>
            </a:r>
            <a:r>
              <a:rPr lang="en-US" dirty="0"/>
              <a:t>");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Number.MAX_VALUE</a:t>
            </a:r>
            <a:r>
              <a:rPr lang="en-US" dirty="0"/>
              <a:t>); // 1.7976931348623157e+308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Number.MAX_VALUE</a:t>
            </a:r>
            <a:r>
              <a:rPr lang="en-US" dirty="0"/>
              <a:t> * 2); // Infinity</a:t>
            </a:r>
          </a:p>
          <a:p>
            <a:pPr eaLnBrk="1" hangingPunct="1"/>
            <a:r>
              <a:rPr lang="en-US" dirty="0"/>
              <a:t>console.log(Number("hello"));  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Math.sqrt</a:t>
            </a:r>
            <a:r>
              <a:rPr lang="en-US" dirty="0"/>
              <a:t>(-1));    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</a:t>
            </a:r>
            <a:r>
              <a:rPr lang="en-US" dirty="0" err="1"/>
              <a:t>NaN</a:t>
            </a:r>
            <a:r>
              <a:rPr lang="en-US" dirty="0"/>
              <a:t>);        // "number"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Number.POSITIVE_INFINITY</a:t>
            </a:r>
            <a:r>
              <a:rPr lang="en-US" dirty="0"/>
              <a:t>); // Infinity</a:t>
            </a:r>
          </a:p>
          <a:p>
            <a:pPr eaLnBrk="1" hangingPunct="1"/>
            <a:r>
              <a:rPr lang="en-US" dirty="0"/>
              <a:t>console.log(1 / 0);                    // Infinity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9C34BC2-CC08-4880-89B5-E7B8D4D17FC6}" type="slidenum">
              <a:rPr lang="en-US"/>
              <a:pPr algn="r"/>
              <a:t>6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27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DCDFC7F-B3FE-46A3-8C79-6B59989FA8BB}" type="slidenum">
              <a:rPr lang="en-US"/>
              <a:pPr algn="r"/>
              <a:t>7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14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2C65BFB-479A-49EF-89F7-8395967DB042}" type="slidenum">
              <a:rPr lang="en-US"/>
              <a:pPr algn="r"/>
              <a:t>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parseInt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(value, radix)</a:t>
            </a:r>
            <a:endParaRPr lang="en-US" b="1" dirty="0"/>
          </a:p>
          <a:p>
            <a:r>
              <a:rPr lang="en-US" dirty="0"/>
              <a:t>Converts a </a:t>
            </a:r>
            <a:r>
              <a:rPr lang="en-US" b="1" dirty="0"/>
              <a:t>string</a:t>
            </a:r>
            <a:r>
              <a:rPr lang="en-US" dirty="0"/>
              <a:t> into an integer.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radix</a:t>
            </a:r>
            <a:r>
              <a:rPr lang="en-US" dirty="0"/>
              <a:t> means the </a:t>
            </a:r>
            <a:r>
              <a:rPr lang="en-US" b="1" dirty="0"/>
              <a:t>base</a:t>
            </a:r>
            <a:r>
              <a:rPr lang="en-US" dirty="0"/>
              <a:t> (10 = decimal, 16 = hexadecimal, etc.).</a:t>
            </a:r>
          </a:p>
          <a:p>
            <a:r>
              <a:rPr lang="en-US" dirty="0"/>
              <a:t>If you don’t provide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radix</a:t>
            </a:r>
            <a:r>
              <a:rPr lang="en-US" dirty="0"/>
              <a:t>, older JavaScript engines sometimes guessed wrong (e.g.,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"08"</a:t>
            </a:r>
            <a:r>
              <a:rPr lang="en-US" dirty="0"/>
              <a:t> was read as </a:t>
            </a:r>
            <a:r>
              <a:rPr lang="en-US" b="1" dirty="0"/>
              <a:t>octal</a:t>
            </a:r>
            <a:r>
              <a:rPr lang="en-US" dirty="0"/>
              <a:t> →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✅ That’s why you </a:t>
            </a:r>
            <a:r>
              <a:rPr lang="en-US" b="1" dirty="0"/>
              <a:t>should always specify 10</a:t>
            </a:r>
            <a:r>
              <a:rPr lang="en-US" dirty="0"/>
              <a:t> for decimal numbers.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parseInt</a:t>
            </a:r>
            <a:r>
              <a:rPr lang="en-US" dirty="0"/>
              <a:t>("45px", 10)); // 45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parseInt</a:t>
            </a:r>
            <a:r>
              <a:rPr lang="en-US" dirty="0"/>
              <a:t>("px45", 10)); // </a:t>
            </a:r>
            <a:r>
              <a:rPr lang="en-US" dirty="0" err="1"/>
              <a:t>NaN</a:t>
            </a:r>
            <a:endParaRPr lang="en-US"/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70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FE3D790-BDBA-4AC2-8E3F-1BDE216864DC}" type="slidenum">
              <a:rPr lang="en-US"/>
              <a:pPr algn="r"/>
              <a:t>9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30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9A4CF30-5E15-4B58-9396-22725D684C53}" type="slidenum">
              <a:rPr lang="en-US"/>
              <a:pPr algn="r"/>
              <a:t>10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2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AB55822-20D4-4C47-8AB7-5B72C617A17F}" type="slidenum">
              <a:rPr lang="en-US"/>
              <a:pPr algn="r"/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85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704DBCF-E84D-40FA-BCBC-A4E8A15E04D7}" type="slidenum">
              <a:rPr lang="en-US"/>
              <a:pPr algn="r"/>
              <a:t>12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match</a:t>
            </a:r>
            <a:endParaRPr lang="en-US" b="1" dirty="0"/>
          </a:p>
          <a:p>
            <a:r>
              <a:rPr lang="en-US" b="1" dirty="0"/>
              <a:t>Where you see it</a:t>
            </a:r>
            <a:r>
              <a:rPr lang="en-US" dirty="0"/>
              <a:t>: Often in </a:t>
            </a:r>
            <a:r>
              <a:rPr lang="en-US" b="1" dirty="0"/>
              <a:t>JavaScript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match()</a:t>
            </a:r>
            <a:r>
              <a:rPr lang="en-US" dirty="0"/>
              <a:t> is a method of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String</a:t>
            </a:r>
            <a:r>
              <a:rPr lang="en-US" dirty="0"/>
              <a:t>.</a:t>
            </a:r>
          </a:p>
          <a:p>
            <a:r>
              <a:rPr lang="en-US" b="1" dirty="0"/>
              <a:t>Purpose</a:t>
            </a:r>
            <a:r>
              <a:rPr lang="en-US" dirty="0"/>
              <a:t>: Used to check if a string matches a given </a:t>
            </a:r>
            <a:r>
              <a:rPr lang="en-US" b="1" dirty="0"/>
              <a:t>regular expression</a:t>
            </a:r>
            <a:r>
              <a:rPr lang="en-US" dirty="0"/>
              <a:t> and to return the result of the match.</a:t>
            </a:r>
          </a:p>
          <a:p>
            <a:r>
              <a:rPr lang="en-US" b="1" dirty="0"/>
              <a:t>Return type</a:t>
            </a:r>
            <a:r>
              <a:rPr lang="en-US" dirty="0"/>
              <a:t>: An </a:t>
            </a:r>
            <a:r>
              <a:rPr lang="en-US" b="1" dirty="0"/>
              <a:t>array</a:t>
            </a:r>
            <a:r>
              <a:rPr lang="en-US" dirty="0"/>
              <a:t> of matches if found, or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dirty="0"/>
              <a:t> if no match.</a:t>
            </a:r>
          </a:p>
          <a:p>
            <a:pPr eaLnBrk="1" hangingPunct="1"/>
            <a:r>
              <a:rPr lang="en-US" dirty="0"/>
              <a:t>let text = "hello world";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text.match</a:t>
            </a:r>
            <a:r>
              <a:rPr lang="en-US" dirty="0"/>
              <a:t>(/world/)); </a:t>
            </a:r>
          </a:p>
          <a:p>
            <a:pPr eaLnBrk="1" hangingPunct="1"/>
            <a:r>
              <a:rPr lang="en-US" dirty="0"/>
              <a:t>// → ["world"]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text.match</a:t>
            </a:r>
            <a:r>
              <a:rPr lang="en-US" dirty="0"/>
              <a:t>(/</a:t>
            </a:r>
            <a:r>
              <a:rPr lang="en-US" dirty="0" err="1"/>
              <a:t>abc</a:t>
            </a:r>
            <a:r>
              <a:rPr lang="en-US" dirty="0"/>
              <a:t>/));   </a:t>
            </a:r>
          </a:p>
          <a:p>
            <a:pPr eaLnBrk="1" hangingPunct="1"/>
            <a:r>
              <a:rPr lang="en-US" dirty="0"/>
              <a:t>// → null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match</a:t>
            </a:r>
            <a:r>
              <a:rPr lang="en-US" dirty="0"/>
              <a:t> is about </a:t>
            </a:r>
            <a:r>
              <a:rPr lang="en-US" b="1" dirty="0"/>
              <a:t>pattern matching</a:t>
            </a:r>
            <a:r>
              <a:rPr lang="en-US" dirty="0"/>
              <a:t>, not comparing values.</a:t>
            </a:r>
          </a:p>
          <a:p>
            <a:br>
              <a:rPr lang="en-US" dirty="0"/>
            </a:br>
            <a:r>
              <a:rPr lang="en-US" b="1" dirty="0"/>
              <a:t>Use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slice()</a:t>
            </a:r>
            <a:r>
              <a:rPr lang="en-US" dirty="0"/>
              <a:t> if you want </a:t>
            </a:r>
            <a:r>
              <a:rPr lang="en-US" b="1" dirty="0"/>
              <a:t>flexibility</a:t>
            </a:r>
            <a:r>
              <a:rPr lang="en-US" dirty="0"/>
              <a:t> (supports negatives, works like array slice).</a:t>
            </a:r>
          </a:p>
          <a:p>
            <a:r>
              <a:rPr lang="en-US" b="1" dirty="0"/>
              <a:t>Use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substring()</a:t>
            </a:r>
            <a:r>
              <a:rPr lang="en-US" dirty="0"/>
              <a:t> if you just want a </a:t>
            </a:r>
            <a:r>
              <a:rPr lang="en-US" b="1" dirty="0"/>
              <a:t>simple, safe substring</a:t>
            </a:r>
            <a:r>
              <a:rPr lang="en-US" dirty="0"/>
              <a:t> (but less powerful).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64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8D63F9F-5AC1-4946-9F81-5F20BF7744AD}" type="slidenum">
              <a:rPr lang="en-US"/>
              <a:pPr algn="r"/>
              <a:t>13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56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1AA633E-F98A-4D17-B94F-2831095D9DE7}" type="slidenum">
              <a:rPr lang="en-US"/>
              <a:pPr algn="r"/>
              <a:t>14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08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A518F41-69D5-4E91-AD4A-20844431F581}" type="slidenum">
              <a:rPr lang="en-US"/>
              <a:pPr algn="r"/>
              <a:t>15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NaN</a:t>
            </a:r>
            <a:endParaRPr lang="en-US" b="1" dirty="0"/>
          </a:p>
          <a:p>
            <a:r>
              <a:rPr lang="en-US" b="1" dirty="0"/>
              <a:t>Type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number</a:t>
            </a:r>
            <a:endParaRPr lang="en-US" dirty="0"/>
          </a:p>
          <a:p>
            <a:r>
              <a:rPr lang="en-US" b="1" dirty="0"/>
              <a:t>Meaning</a:t>
            </a:r>
            <a:r>
              <a:rPr lang="en-US" dirty="0"/>
              <a:t>: Stands for </a:t>
            </a:r>
            <a:r>
              <a:rPr lang="en-US" b="1" dirty="0"/>
              <a:t>Not-a-Number</a:t>
            </a:r>
            <a:r>
              <a:rPr lang="en-US" dirty="0"/>
              <a:t>. It’s the result of invalid math operations.</a:t>
            </a:r>
          </a:p>
          <a:p>
            <a:pPr eaLnBrk="1" hangingPunct="1"/>
            <a:r>
              <a:rPr lang="en-US" dirty="0"/>
              <a:t>console.log(0 / 0);      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parseInt</a:t>
            </a:r>
            <a:r>
              <a:rPr lang="en-US" dirty="0"/>
              <a:t>("x")); // </a:t>
            </a:r>
            <a:r>
              <a:rPr lang="en-US" dirty="0" err="1"/>
              <a:t>NaN</a:t>
            </a:r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</a:t>
            </a:r>
            <a:r>
              <a:rPr lang="en-US" dirty="0" err="1"/>
              <a:t>NaN</a:t>
            </a:r>
            <a:r>
              <a:rPr lang="en-US" dirty="0"/>
              <a:t>);  // "number"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5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EDEA58F-433F-4BE2-8B1F-4FCEC743EA15}" type="slidenum">
              <a:rPr lang="en-US"/>
              <a:pPr algn="r"/>
              <a:t>16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1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365A8B6-346D-4DBB-8784-AEAB843D9676}" type="slidenum">
              <a:rPr lang="en-US"/>
              <a:pPr algn="r"/>
              <a:t>17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33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dirty="0"/>
              <a:t> is </a:t>
            </a:r>
            <a:r>
              <a:rPr lang="en-US" b="1" dirty="0"/>
              <a:t>converted to a number</a:t>
            </a:r>
            <a:r>
              <a:rPr lang="en-US" dirty="0"/>
              <a:t> when used in arithmetic.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Number(null)</a:t>
            </a:r>
            <a:r>
              <a:rPr lang="en-US" dirty="0"/>
              <a:t> →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0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4A754-9A43-479C-9D38-47C40B8425E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83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FE3CD69-2513-4D1D-8301-9473D635526A}" type="slidenum">
              <a:rPr lang="en-US"/>
              <a:pPr algn="r"/>
              <a:t>23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79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615F83E-EEF9-4F1D-9C51-75B74954026A}" type="slidenum">
              <a:rPr lang="en-US"/>
              <a:pPr algn="r"/>
              <a:t>24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b="1" dirty="0"/>
              <a:t>🔸 Unification of Object and </a:t>
            </a:r>
            <a:r>
              <a:rPr lang="en-US" b="1" dirty="0" err="1"/>
              <a:t>Hashtable</a:t>
            </a:r>
            <a:endParaRPr lang="en-US" b="1" dirty="0"/>
          </a:p>
          <a:p>
            <a:r>
              <a:rPr lang="en-US" dirty="0"/>
              <a:t>In JavaScript, an </a:t>
            </a:r>
            <a:r>
              <a:rPr lang="en-US" b="1" dirty="0"/>
              <a:t>Object</a:t>
            </a:r>
            <a:r>
              <a:rPr lang="en-US" dirty="0"/>
              <a:t> is essentially a </a:t>
            </a:r>
            <a:r>
              <a:rPr lang="en-US" b="1" dirty="0" err="1"/>
              <a:t>hashtable</a:t>
            </a:r>
            <a:r>
              <a:rPr lang="en-US" dirty="0"/>
              <a:t> (or dictionary): it stores data as a set of </a:t>
            </a:r>
            <a:r>
              <a:rPr lang="en-US" b="1" dirty="0"/>
              <a:t>key–value pairs</a:t>
            </a:r>
            <a:r>
              <a:rPr lang="en-US" dirty="0"/>
              <a:t>.</a:t>
            </a:r>
          </a:p>
          <a:p>
            <a:r>
              <a:rPr lang="en-US" dirty="0"/>
              <a:t>Unlike in some languages where </a:t>
            </a:r>
            <a:r>
              <a:rPr lang="en-US" dirty="0" err="1"/>
              <a:t>hashtable</a:t>
            </a:r>
            <a:r>
              <a:rPr lang="en-US" dirty="0"/>
              <a:t> and object are different concepts, in JavaScript they are unified — the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Object</a:t>
            </a:r>
            <a:r>
              <a:rPr lang="en-US" dirty="0"/>
              <a:t> type itself serves this purpose.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960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5CEDD14-78B0-4397-9540-D8A53C8CBFC4}" type="slidenum">
              <a:rPr lang="en-US"/>
              <a:pPr algn="r"/>
              <a:t>26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60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2F25899-4453-4551-A7CB-A47425501A79}" type="slidenum">
              <a:rPr lang="en-US"/>
              <a:pPr algn="r"/>
              <a:t>27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74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B1BF4F9-CE84-4F6C-8EAA-1EA5F25BA0A6}" type="slidenum">
              <a:rPr lang="en-US"/>
              <a:pPr algn="r"/>
              <a:t>28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95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773E297-A3E4-4B8B-97BD-5463F6595947}" type="slidenum">
              <a:rPr lang="en-US"/>
              <a:pPr algn="r"/>
              <a:t>29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33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25B0963-FA78-47EB-862E-F1B4F6185DB4}" type="slidenum">
              <a:rPr lang="en-US"/>
              <a:pPr algn="r"/>
              <a:t>30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69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D53A25C-B24F-46AA-9B30-C82A9AA5BBB4}" type="slidenum">
              <a:rPr lang="en-US"/>
              <a:pPr algn="r"/>
              <a:t>31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632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DF5FA8A-65F7-4030-966B-92650AC006CE}" type="slidenum">
              <a:rPr lang="en-US"/>
              <a:pPr algn="r"/>
              <a:t>32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572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24C3615-382F-415D-AB36-F2620B82B707}" type="slidenum">
              <a:rPr lang="en-US"/>
              <a:pPr algn="r"/>
              <a:t>33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868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579FE10-3B6B-4421-8C54-3AAFAFDF72C6}" type="slidenum">
              <a:rPr lang="en-US"/>
              <a:pPr algn="r"/>
              <a:t>34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921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ED43081-7409-44AD-A756-51DBF9B93C45}" type="slidenum">
              <a:rPr lang="en-US"/>
              <a:pPr algn="r"/>
              <a:t>35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b="1" dirty="0"/>
              <a:t>Prefix Logical NOT (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b="1" dirty="0"/>
              <a:t>)</a:t>
            </a:r>
          </a:p>
          <a:p>
            <a:r>
              <a:rPr lang="en-US" dirty="0"/>
              <a:t>The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b="1" dirty="0"/>
              <a:t> operator</a:t>
            </a:r>
            <a:r>
              <a:rPr lang="en-US" dirty="0"/>
              <a:t> is the </a:t>
            </a:r>
            <a:r>
              <a:rPr lang="en-US" b="1" dirty="0"/>
              <a:t>logical NOT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b="1" dirty="0"/>
              <a:t>coerces the operand to a </a:t>
            </a:r>
            <a:r>
              <a:rPr lang="en-US" b="1" dirty="0" err="1"/>
              <a:t>boolean</a:t>
            </a:r>
            <a:r>
              <a:rPr lang="en-US" dirty="0"/>
              <a:t> and then </a:t>
            </a:r>
            <a:r>
              <a:rPr lang="en-US" b="1" dirty="0"/>
              <a:t>inverts it</a:t>
            </a:r>
            <a:r>
              <a:rPr lang="en-US" dirty="0"/>
              <a:t>.</a:t>
            </a:r>
          </a:p>
          <a:p>
            <a:r>
              <a:rPr lang="en-US" b="1" dirty="0"/>
              <a:t>Rules:</a:t>
            </a:r>
          </a:p>
          <a:p>
            <a:r>
              <a:rPr lang="en-US" dirty="0"/>
              <a:t>If the operand is </a:t>
            </a:r>
            <a:r>
              <a:rPr lang="en-US" b="1" dirty="0"/>
              <a:t>truthy</a:t>
            </a:r>
            <a:r>
              <a:rPr lang="en-US" dirty="0"/>
              <a:t>, result →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/>
              <a:t>If the operand is </a:t>
            </a:r>
            <a:r>
              <a:rPr lang="en-US" b="1" dirty="0" err="1"/>
              <a:t>falsy</a:t>
            </a:r>
            <a:r>
              <a:rPr lang="en-US" dirty="0"/>
              <a:t>, result →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true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Double Logical NOT (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!!</a:t>
            </a:r>
            <a:r>
              <a:rPr lang="en-US" b="1" dirty="0"/>
              <a:t>)</a:t>
            </a:r>
          </a:p>
          <a:p>
            <a:r>
              <a:rPr lang="en-US" dirty="0"/>
              <a:t>Applying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dirty="0"/>
              <a:t> twice:</a:t>
            </a:r>
          </a:p>
          <a:p>
            <a:pPr lvl="1"/>
            <a:r>
              <a:rPr lang="en-US" dirty="0"/>
              <a:t>First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dirty="0"/>
              <a:t> converts the value to a </a:t>
            </a:r>
            <a:r>
              <a:rPr lang="en-US" dirty="0" err="1"/>
              <a:t>boolean</a:t>
            </a:r>
            <a:r>
              <a:rPr lang="en-US" dirty="0"/>
              <a:t> and inverts it.</a:t>
            </a:r>
          </a:p>
          <a:p>
            <a:pPr lvl="1"/>
            <a:r>
              <a:rPr lang="en-US" dirty="0"/>
              <a:t>Second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dirty="0"/>
              <a:t> inverts it back.</a:t>
            </a:r>
          </a:p>
          <a:p>
            <a:r>
              <a:rPr lang="en-US" dirty="0"/>
              <a:t>👉 Effect: it </a:t>
            </a:r>
            <a:r>
              <a:rPr lang="en-US" b="1" dirty="0"/>
              <a:t>forces conversion to a real </a:t>
            </a:r>
            <a:r>
              <a:rPr lang="en-US" b="1" dirty="0" err="1"/>
              <a:t>boolean</a:t>
            </a:r>
            <a:r>
              <a:rPr lang="en-US" b="1" dirty="0"/>
              <a:t> (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true</a:t>
            </a:r>
            <a:r>
              <a:rPr lang="en-US" b="1" dirty="0"/>
              <a:t> or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false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</a:t>
            </a:r>
            <a:r>
              <a:rPr lang="en-US" dirty="0"/>
              <a:t> → negates a truthy/</a:t>
            </a:r>
            <a:r>
              <a:rPr lang="en-US" dirty="0" err="1"/>
              <a:t>falsy</a:t>
            </a:r>
            <a:r>
              <a:rPr lang="en-US" dirty="0"/>
              <a:t> value (always gives a </a:t>
            </a:r>
            <a:r>
              <a:rPr lang="en-US" dirty="0" err="1"/>
              <a:t>boolean</a:t>
            </a:r>
            <a:r>
              <a:rPr lang="en-US" dirty="0"/>
              <a:t>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!!</a:t>
            </a:r>
            <a:r>
              <a:rPr lang="en-US" dirty="0"/>
              <a:t> → common trick to </a:t>
            </a:r>
            <a:r>
              <a:rPr lang="en-US" b="1" dirty="0"/>
              <a:t>coerce any value into a strict </a:t>
            </a:r>
            <a:r>
              <a:rPr lang="en-US" b="1" dirty="0" err="1"/>
              <a:t>boolean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console.log(!true);       // false</a:t>
            </a:r>
          </a:p>
          <a:p>
            <a:r>
              <a:rPr lang="en-US" dirty="0"/>
              <a:t>console.log(!false);      // true</a:t>
            </a:r>
          </a:p>
          <a:p>
            <a:endParaRPr lang="en-US" dirty="0"/>
          </a:p>
          <a:p>
            <a:r>
              <a:rPr lang="en-US" dirty="0"/>
              <a:t>console.log(!"hello");    // false (non-empty string is truthy)</a:t>
            </a:r>
          </a:p>
          <a:p>
            <a:r>
              <a:rPr lang="en-US" dirty="0"/>
              <a:t>console.log(!"");         // true  (empty string is </a:t>
            </a:r>
            <a:r>
              <a:rPr lang="en-US" dirty="0" err="1"/>
              <a:t>falsy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console.log(!0);          // true  (0 is </a:t>
            </a:r>
            <a:r>
              <a:rPr lang="en-US" dirty="0" err="1"/>
              <a:t>falsy</a:t>
            </a:r>
            <a:r>
              <a:rPr lang="en-US" dirty="0"/>
              <a:t>)</a:t>
            </a:r>
          </a:p>
          <a:p>
            <a:r>
              <a:rPr lang="en-US" dirty="0"/>
              <a:t>console.log(!123);        // false (non-zero is truthy)</a:t>
            </a:r>
          </a:p>
          <a:p>
            <a:endParaRPr lang="en-US" dirty="0"/>
          </a:p>
          <a:p>
            <a:r>
              <a:rPr lang="en-US" dirty="0"/>
              <a:t>console.log(!null);       // true</a:t>
            </a:r>
          </a:p>
          <a:p>
            <a:r>
              <a:rPr lang="en-US" dirty="0"/>
              <a:t>console.log(!undefined);  // true</a:t>
            </a:r>
          </a:p>
          <a:p>
            <a:r>
              <a:rPr lang="en-US" dirty="0"/>
              <a:t>console.log(!</a:t>
            </a:r>
            <a:r>
              <a:rPr lang="en-US" dirty="0" err="1"/>
              <a:t>NaN</a:t>
            </a:r>
            <a:r>
              <a:rPr lang="en-US" dirty="0"/>
              <a:t>);        // true</a:t>
            </a:r>
          </a:p>
          <a:p>
            <a:endParaRPr lang="en-US" dirty="0"/>
          </a:p>
          <a:p>
            <a:r>
              <a:rPr lang="en-US" dirty="0"/>
              <a:t>console.log(!!"hello");   // true</a:t>
            </a:r>
          </a:p>
          <a:p>
            <a:r>
              <a:rPr lang="en-US" dirty="0"/>
              <a:t>console.log(!!"");        // false</a:t>
            </a:r>
          </a:p>
          <a:p>
            <a:endParaRPr lang="en-US" dirty="0"/>
          </a:p>
          <a:p>
            <a:r>
              <a:rPr lang="en-US" dirty="0"/>
              <a:t>console.log(!!123);       // true</a:t>
            </a:r>
          </a:p>
          <a:p>
            <a:r>
              <a:rPr lang="en-US" dirty="0"/>
              <a:t>console.log(!!0);         // false</a:t>
            </a:r>
          </a:p>
          <a:p>
            <a:endParaRPr lang="en-US" dirty="0"/>
          </a:p>
          <a:p>
            <a:r>
              <a:rPr lang="en-US" dirty="0"/>
              <a:t>console.log(!!null);      // false</a:t>
            </a:r>
          </a:p>
          <a:p>
            <a:r>
              <a:rPr lang="en-US" dirty="0"/>
              <a:t>console.log(!!undefined); // false</a:t>
            </a:r>
          </a:p>
          <a:p>
            <a:r>
              <a:rPr lang="en-US" dirty="0"/>
              <a:t>console.log(!!</a:t>
            </a:r>
            <a:r>
              <a:rPr lang="en-US" dirty="0" err="1"/>
              <a:t>NaN</a:t>
            </a:r>
            <a:r>
              <a:rPr lang="en-US" dirty="0"/>
              <a:t>);       // false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!value</a:t>
            </a:r>
            <a:r>
              <a:rPr lang="en-US" dirty="0"/>
              <a:t> → "Is this value </a:t>
            </a:r>
            <a:r>
              <a:rPr lang="en-US" dirty="0" err="1"/>
              <a:t>falsy</a:t>
            </a:r>
            <a:r>
              <a:rPr lang="en-US" dirty="0"/>
              <a:t>?" (gives the opposite as a </a:t>
            </a:r>
            <a:r>
              <a:rPr lang="en-US" dirty="0" err="1"/>
              <a:t>boolean</a:t>
            </a:r>
            <a:r>
              <a:rPr lang="en-US" dirty="0"/>
              <a:t>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!!value</a:t>
            </a:r>
            <a:r>
              <a:rPr lang="en-US" dirty="0"/>
              <a:t> → "Convert this value into a pure </a:t>
            </a:r>
            <a:r>
              <a:rPr lang="en-US" dirty="0" err="1"/>
              <a:t>boolean</a:t>
            </a:r>
            <a:r>
              <a:rPr lang="en-US" dirty="0"/>
              <a:t> (true/false)".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7674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36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1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37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812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BB030EC-82F8-4299-BBD7-A67A22FBA73C}" type="slidenum">
              <a:rPr lang="en-US"/>
              <a:pPr algn="r"/>
              <a:t>38</a:t>
            </a:fld>
            <a:endParaRPr lang="en-US"/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308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39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986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40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766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41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Window is the global object </a:t>
            </a:r>
            <a:r>
              <a:rPr lang="en-US" dirty="0" err="1"/>
              <a:t>so..we</a:t>
            </a:r>
            <a:r>
              <a:rPr lang="en-US" dirty="0"/>
              <a:t> can use prompt without window. </a:t>
            </a:r>
          </a:p>
        </p:txBody>
      </p:sp>
    </p:spTree>
    <p:extLst>
      <p:ext uri="{BB962C8B-B14F-4D97-AF65-F5344CB8AC3E}">
        <p14:creationId xmlns:p14="http://schemas.microsoft.com/office/powerpoint/2010/main" val="27141184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AB24182-2049-4D4C-9981-82AB328955AB}" type="slidenum">
              <a:rPr lang="en-US"/>
              <a:pPr algn="r"/>
              <a:t>42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616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39CACEB-65F2-4C50-B7C2-DC31B7C5C023}" type="slidenum">
              <a:rPr lang="en-US"/>
              <a:pPr algn="r"/>
              <a:t>43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247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FFCADCF-D3AA-4A85-9267-008B3B91DCD2}" type="slidenum">
              <a:rPr lang="en-US"/>
              <a:pPr algn="r"/>
              <a:t>44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199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FFCADCF-D3AA-4A85-9267-008B3B91DCD2}" type="slidenum">
              <a:rPr lang="en-US"/>
              <a:pPr algn="r"/>
              <a:t>45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103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8218D04-8347-4F13-94AA-44DE28208835}" type="slidenum">
              <a:rPr lang="en-US"/>
              <a:pPr algn="r"/>
              <a:t>46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5760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7BB124D-5AEC-4C92-A27B-20EFDB15F39F}" type="slidenum">
              <a:rPr lang="en-US"/>
              <a:pPr algn="r"/>
              <a:t>47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668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8218D04-8347-4F13-94AA-44DE28208835}" type="slidenum">
              <a:rPr lang="en-US"/>
              <a:pPr algn="r"/>
              <a:t>48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817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BB9926E-DEDC-4653-AF6B-6D7F147C98F3}" type="slidenum">
              <a:rPr lang="en-US"/>
              <a:pPr algn="r"/>
              <a:t>49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361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BB9926E-DEDC-4653-AF6B-6D7F147C98F3}" type="slidenum">
              <a:rPr lang="en-US"/>
              <a:pPr algn="r"/>
              <a:t>50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949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BB9926E-DEDC-4653-AF6B-6D7F147C98F3}" type="slidenum">
              <a:rPr lang="en-US"/>
              <a:pPr algn="r"/>
              <a:t>51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704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FFCADCF-D3AA-4A85-9267-008B3B91DCD2}" type="slidenum">
              <a:rPr lang="en-US"/>
              <a:pPr algn="r"/>
              <a:t>52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err="1"/>
              <a:t>outerLoop</a:t>
            </a:r>
            <a:r>
              <a:rPr lang="en-US" dirty="0"/>
              <a:t>: for (let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eaLnBrk="1" hangingPunct="1"/>
            <a:r>
              <a:rPr lang="en-US" dirty="0"/>
              <a:t>  for (let j = 1; j &lt;= 3;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pPr eaLnBrk="1" hangingPunct="1"/>
            <a:r>
              <a:rPr lang="en-US" dirty="0"/>
              <a:t>    if (</a:t>
            </a:r>
            <a:r>
              <a:rPr lang="en-US" dirty="0" err="1"/>
              <a:t>i</a:t>
            </a:r>
            <a:r>
              <a:rPr lang="en-US" dirty="0"/>
              <a:t> === 2 &amp;&amp; j === 2) {</a:t>
            </a:r>
          </a:p>
          <a:p>
            <a:pPr eaLnBrk="1" hangingPunct="1"/>
            <a:r>
              <a:rPr lang="en-US" dirty="0"/>
              <a:t>      break </a:t>
            </a:r>
            <a:r>
              <a:rPr lang="en-US" dirty="0" err="1"/>
              <a:t>outerLoop</a:t>
            </a:r>
            <a:r>
              <a:rPr lang="en-US" dirty="0"/>
              <a:t>; // break out of BOTH loops</a:t>
            </a:r>
          </a:p>
          <a:p>
            <a:pPr eaLnBrk="1" hangingPunct="1"/>
            <a:r>
              <a:rPr lang="en-US" dirty="0"/>
              <a:t>    }</a:t>
            </a:r>
          </a:p>
          <a:p>
            <a:pPr eaLnBrk="1" hangingPunct="1"/>
            <a:r>
              <a:rPr lang="en-US" dirty="0"/>
              <a:t>    console.log(</a:t>
            </a:r>
            <a:r>
              <a:rPr lang="en-US" dirty="0" err="1"/>
              <a:t>i</a:t>
            </a:r>
            <a:r>
              <a:rPr lang="en-US" dirty="0"/>
              <a:t>, j);</a:t>
            </a:r>
          </a:p>
          <a:p>
            <a:pPr eaLnBrk="1" hangingPunct="1"/>
            <a:r>
              <a:rPr lang="en-US" dirty="0"/>
              <a:t>  }</a:t>
            </a:r>
          </a:p>
          <a:p>
            <a:pPr eaLnBrk="1" hangingPunct="1"/>
            <a:r>
              <a:rPr lang="en-US" dirty="0"/>
              <a:t>}</a:t>
            </a:r>
          </a:p>
          <a:p>
            <a:pPr eaLnBrk="1" hangingPunct="1"/>
            <a:r>
              <a:rPr lang="en-US" dirty="0"/>
              <a:t>console.log("Done!");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33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FFCADCF-D3AA-4A85-9267-008B3B91DCD2}" type="slidenum">
              <a:rPr lang="en-US"/>
              <a:pPr algn="r"/>
              <a:t>53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264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B099395-614B-4B73-921A-2E85D3156BDD}" type="slidenum">
              <a:rPr lang="en-US"/>
              <a:pPr algn="r"/>
              <a:t>54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057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2AFD9F-5A98-471F-9B12-7C703AE7ECBF}" type="slidenum">
              <a:rPr lang="en-US"/>
              <a:pPr algn="r"/>
              <a:t>55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060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C038EE-C145-49DD-AB5B-046BB10904E6}" type="slidenum">
              <a:rPr lang="en-US"/>
              <a:pPr algn="r"/>
              <a:t>57</a:t>
            </a:fld>
            <a:endParaRPr lang="en-U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let </a:t>
            </a:r>
            <a:r>
              <a:rPr lang="en-US" dirty="0" err="1"/>
              <a:t>arr</a:t>
            </a:r>
            <a:r>
              <a:rPr lang="en-US" dirty="0"/>
              <a:t> = [42, "hello", true, { name: "Ali" }, [1, 2, 3]];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364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C038EE-C145-49DD-AB5B-046BB10904E6}" type="slidenum">
              <a:rPr lang="en-US"/>
              <a:pPr algn="r"/>
              <a:t>58</a:t>
            </a:fld>
            <a:endParaRPr lang="en-U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925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9C038EE-C145-49DD-AB5B-046BB10904E6}" type="slidenum">
              <a:rPr lang="en-US"/>
              <a:pPr algn="r"/>
              <a:t>59</a:t>
            </a:fld>
            <a:endParaRPr lang="en-US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b="1" dirty="0"/>
              <a:t>How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.length</a:t>
            </a:r>
            <a:r>
              <a:rPr lang="en-US" b="1" dirty="0"/>
              <a:t> works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.length</a:t>
            </a:r>
            <a:r>
              <a:rPr lang="en-US" dirty="0"/>
              <a:t> is not read-only. You can </a:t>
            </a:r>
            <a:r>
              <a:rPr lang="en-US" b="1" dirty="0"/>
              <a:t>manually set it</a:t>
            </a:r>
            <a:r>
              <a:rPr lang="en-US" dirty="0"/>
              <a:t>.</a:t>
            </a:r>
          </a:p>
          <a:p>
            <a:r>
              <a:rPr lang="en-US" dirty="0"/>
              <a:t>If you </a:t>
            </a:r>
            <a:r>
              <a:rPr lang="en-US" b="1" dirty="0"/>
              <a:t>increase</a:t>
            </a:r>
            <a:r>
              <a:rPr lang="en-US" dirty="0"/>
              <a:t> the length, new empty slots are added (with value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undefined</a:t>
            </a:r>
            <a:r>
              <a:rPr lang="en-US" dirty="0"/>
              <a:t>).</a:t>
            </a:r>
          </a:p>
          <a:p>
            <a:r>
              <a:rPr lang="en-US" dirty="0"/>
              <a:t>If you </a:t>
            </a:r>
            <a:r>
              <a:rPr lang="en-US" b="1" dirty="0"/>
              <a:t>decrease</a:t>
            </a:r>
            <a:r>
              <a:rPr lang="en-US" dirty="0"/>
              <a:t> the length, the array is truncated and </a:t>
            </a:r>
            <a:r>
              <a:rPr lang="en-US" b="1" dirty="0"/>
              <a:t>data is permanently removed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let </a:t>
            </a:r>
            <a:r>
              <a:rPr lang="en-US" dirty="0" err="1"/>
              <a:t>arr</a:t>
            </a:r>
            <a:r>
              <a:rPr lang="en-US" dirty="0"/>
              <a:t> = [10, 20, 30, 40, 50];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arr.length</a:t>
            </a:r>
            <a:r>
              <a:rPr lang="en-US" dirty="0"/>
              <a:t> = 3;    // cut the array</a:t>
            </a:r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arr</a:t>
            </a:r>
            <a:r>
              <a:rPr lang="en-US" dirty="0"/>
              <a:t>);  // [10, 20, 30]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2514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BC6108-7860-441D-8C88-4AA3D2331501}" type="slidenum">
              <a:rPr lang="en-US"/>
              <a:pPr algn="r"/>
              <a:t>60</a:t>
            </a:fld>
            <a:endParaRPr lang="en-US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5682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61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817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62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251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63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444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64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737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65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166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66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38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67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433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68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6895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69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759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C6CB42-3FD8-47DD-895E-6DAC616CEE61}" type="slidenum">
              <a:rPr lang="en-US"/>
              <a:pPr algn="r"/>
              <a:t>70</a:t>
            </a:fld>
            <a:endParaRPr lang="en-US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149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57C3417-A7F0-4446-8DE0-713445A74F9A}" type="slidenum">
              <a:rPr lang="en-US"/>
              <a:pPr algn="r"/>
              <a:t>73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440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A020902-A6E7-4D06-9A77-3F5864BDE51A}" type="slidenum">
              <a:rPr lang="en-US"/>
              <a:pPr algn="r"/>
              <a:t>74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373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A862679-F919-4DF9-83AB-3654DD3E6559}" type="slidenum">
              <a:rPr lang="en-US"/>
              <a:pPr algn="r"/>
              <a:t>75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8259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2B445A-4C8A-4594-9707-A9512F2EF5CA}" type="slidenum">
              <a:rPr lang="en-US"/>
              <a:pPr algn="r"/>
              <a:t>76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2803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2B445A-4C8A-4594-9707-A9512F2EF5CA}" type="slidenum">
              <a:rPr lang="en-US"/>
              <a:pPr algn="r"/>
              <a:t>77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20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2B445A-4C8A-4594-9707-A9512F2EF5CA}" type="slidenum">
              <a:rPr lang="en-US"/>
              <a:pPr algn="r"/>
              <a:t>78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3555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2B445A-4C8A-4594-9707-A9512F2EF5CA}" type="slidenum">
              <a:rPr lang="en-US"/>
              <a:pPr algn="r"/>
              <a:t>79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6677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2B445A-4C8A-4594-9707-A9512F2EF5CA}" type="slidenum">
              <a:rPr lang="en-US"/>
              <a:pPr algn="r"/>
              <a:t>81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let people = [</a:t>
            </a:r>
          </a:p>
          <a:p>
            <a:pPr eaLnBrk="1" hangingPunct="1"/>
            <a:r>
              <a:rPr lang="en-US" dirty="0"/>
              <a:t>  { name: "Alice", age: 25 },</a:t>
            </a:r>
          </a:p>
          <a:p>
            <a:pPr eaLnBrk="1" hangingPunct="1"/>
            <a:r>
              <a:rPr lang="en-US" dirty="0"/>
              <a:t>  { name: "Bob", age: 20 },</a:t>
            </a:r>
          </a:p>
          <a:p>
            <a:pPr eaLnBrk="1" hangingPunct="1"/>
            <a:r>
              <a:rPr lang="en-US" dirty="0"/>
              <a:t>  { name: "Charlie", age: 30 }</a:t>
            </a:r>
          </a:p>
          <a:p>
            <a:pPr eaLnBrk="1" hangingPunct="1"/>
            <a:r>
              <a:rPr lang="en-US" dirty="0"/>
              <a:t>];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people.sort</a:t>
            </a:r>
            <a:r>
              <a:rPr lang="en-US" dirty="0"/>
              <a:t>((a, b) =&gt; </a:t>
            </a:r>
            <a:r>
              <a:rPr lang="en-US" dirty="0" err="1"/>
              <a:t>a.age</a:t>
            </a:r>
            <a:r>
              <a:rPr lang="en-US" dirty="0"/>
              <a:t> - </a:t>
            </a:r>
            <a:r>
              <a:rPr lang="en-US" dirty="0" err="1"/>
              <a:t>b.age</a:t>
            </a:r>
            <a:r>
              <a:rPr lang="en-US" dirty="0"/>
              <a:t>);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console.log(people);</a:t>
            </a:r>
          </a:p>
          <a:p>
            <a:pPr eaLnBrk="1" hangingPunct="1"/>
            <a:r>
              <a:rPr lang="en-US" dirty="0"/>
              <a:t>// [</a:t>
            </a:r>
          </a:p>
          <a:p>
            <a:pPr eaLnBrk="1" hangingPunct="1"/>
            <a:r>
              <a:rPr lang="en-US" dirty="0"/>
              <a:t>//   { name: "Bob", age: 20 },</a:t>
            </a:r>
          </a:p>
          <a:p>
            <a:pPr eaLnBrk="1" hangingPunct="1"/>
            <a:r>
              <a:rPr lang="en-US" dirty="0"/>
              <a:t>//   { name: "Alice", age: 25 },</a:t>
            </a:r>
          </a:p>
          <a:p>
            <a:pPr eaLnBrk="1" hangingPunct="1"/>
            <a:r>
              <a:rPr lang="en-US" dirty="0"/>
              <a:t>//   { name: "Charlie", age: 30 }</a:t>
            </a:r>
          </a:p>
          <a:p>
            <a:pPr eaLnBrk="1" hangingPunct="1"/>
            <a:r>
              <a:rPr lang="en-US" dirty="0"/>
              <a:t>// ]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1755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5BDE4AD-204A-4221-A337-4784C37B074C}" type="slidenum">
              <a:rPr lang="en-US"/>
              <a:pPr algn="r"/>
              <a:t>83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6508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93C44D9-06ED-4421-986E-B6EB6399E806}" type="slidenum">
              <a:rPr lang="en-US"/>
              <a:pPr algn="r"/>
              <a:t>84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4448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2C47D4C-B67E-4711-9361-D1CDF7DB9C60}" type="slidenum">
              <a:rPr lang="en-US"/>
              <a:pPr algn="r"/>
              <a:t>85</a:t>
            </a:fld>
            <a:endParaRPr lang="en-US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429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7DDEA22-4710-4D3C-8767-B8F696F27EB3}" type="slidenum">
              <a:rPr lang="en-US"/>
              <a:pPr algn="r"/>
              <a:t>86</a:t>
            </a:fld>
            <a:endParaRPr lang="en-US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79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AB205B-0BBC-46E4-9A38-2C8920031057}" type="slidenum">
              <a:rPr lang="en-US"/>
              <a:pPr algn="r"/>
              <a:t>87</a:t>
            </a:fld>
            <a:endParaRPr lang="en-US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b="1" dirty="0"/>
              <a:t>What is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eval()</a:t>
            </a:r>
            <a:r>
              <a:rPr lang="en-US" b="1" dirty="0"/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eval(string)</a:t>
            </a:r>
            <a:r>
              <a:rPr lang="en-US" dirty="0"/>
              <a:t> takes a </a:t>
            </a:r>
            <a:r>
              <a:rPr lang="en-US" b="1" dirty="0"/>
              <a:t>string of JavaScript code</a:t>
            </a:r>
            <a:r>
              <a:rPr lang="en-US" dirty="0"/>
              <a:t>, compiles it, and </a:t>
            </a:r>
            <a:r>
              <a:rPr lang="en-US" b="1" dirty="0"/>
              <a:t>executes it immediately</a:t>
            </a:r>
            <a:r>
              <a:rPr lang="en-US" dirty="0"/>
              <a:t>.</a:t>
            </a:r>
          </a:p>
          <a:p>
            <a:r>
              <a:rPr lang="en-US" dirty="0"/>
              <a:t>It then returns the </a:t>
            </a:r>
            <a:r>
              <a:rPr lang="en-US" b="1" dirty="0"/>
              <a:t>result</a:t>
            </a:r>
            <a:r>
              <a:rPr lang="en-US" dirty="0"/>
              <a:t> of that execution.</a:t>
            </a:r>
          </a:p>
          <a:p>
            <a:br>
              <a:rPr lang="en-US" dirty="0"/>
            </a:br>
            <a:r>
              <a:rPr lang="en-US" dirty="0"/>
              <a:t>let result = eval("5 + 3 * 2");</a:t>
            </a:r>
          </a:p>
          <a:p>
            <a:r>
              <a:rPr lang="en-US" dirty="0"/>
              <a:t>console.log(result); // 11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25358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2771005-2D97-4F5B-8109-9D2B208F7724}" type="slidenum">
              <a:rPr lang="en-US"/>
              <a:pPr algn="r"/>
              <a:t>88</a:t>
            </a:fld>
            <a:endParaRPr lang="en-US"/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8370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D0DE0D9-DAD0-417A-86A8-240949B73B93}" type="slidenum">
              <a:rPr lang="en-US"/>
              <a:pPr algn="r"/>
              <a:t>89</a:t>
            </a:fld>
            <a:endParaRPr lang="en-US"/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function </a:t>
            </a:r>
            <a:r>
              <a:rPr lang="en-US" dirty="0" err="1"/>
              <a:t>getValue</a:t>
            </a:r>
            <a:r>
              <a:rPr lang="en-US" dirty="0"/>
              <a:t>() {</a:t>
            </a:r>
          </a:p>
          <a:p>
            <a:pPr eaLnBrk="1" hangingPunct="1"/>
            <a:r>
              <a:rPr lang="en-US" dirty="0"/>
              <a:t>  return</a:t>
            </a:r>
          </a:p>
          <a:p>
            <a:pPr eaLnBrk="1" hangingPunct="1"/>
            <a:r>
              <a:rPr lang="en-US" dirty="0"/>
              <a:t>  {</a:t>
            </a:r>
          </a:p>
          <a:p>
            <a:pPr eaLnBrk="1" hangingPunct="1"/>
            <a:r>
              <a:rPr lang="en-US" dirty="0"/>
              <a:t>    value: 10</a:t>
            </a:r>
          </a:p>
          <a:p>
            <a:pPr eaLnBrk="1" hangingPunct="1"/>
            <a:r>
              <a:rPr lang="en-US" dirty="0"/>
              <a:t>  };</a:t>
            </a:r>
          </a:p>
          <a:p>
            <a:pPr eaLnBrk="1" hangingPunct="1"/>
            <a:r>
              <a:rPr lang="en-US" dirty="0"/>
              <a:t>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getValue</a:t>
            </a:r>
            <a:r>
              <a:rPr lang="en-US" dirty="0"/>
              <a:t>());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br>
              <a:rPr lang="en-US" dirty="0"/>
            </a:br>
            <a:r>
              <a:rPr lang="en-US" dirty="0"/>
              <a:t>👉 You might think it returns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{ value: 10 }</a:t>
            </a:r>
            <a:r>
              <a:rPr lang="en-US" dirty="0"/>
              <a:t>, but it actually returns </a:t>
            </a:r>
            <a:r>
              <a:rPr lang="en-US" sz="12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undefined</a:t>
            </a:r>
            <a:r>
              <a:rPr lang="en-US" dirty="0"/>
              <a:t>!</a:t>
            </a:r>
            <a:br>
              <a:rPr lang="en-US" dirty="0"/>
            </a:br>
            <a:r>
              <a:rPr lang="en-US" dirty="0"/>
              <a:t>Why? Because JavaScript inserts a semicolon after </a:t>
            </a: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return</a:t>
            </a:r>
            <a:r>
              <a:rPr lang="en-US" dirty="0"/>
              <a:t>, like this:</a:t>
            </a:r>
          </a:p>
          <a:p>
            <a:pPr eaLnBrk="1" hangingPunct="1"/>
            <a:br>
              <a:rPr lang="en-US" dirty="0"/>
            </a:br>
            <a:r>
              <a:rPr lang="en-US" dirty="0"/>
              <a:t>return;</a:t>
            </a:r>
          </a:p>
          <a:p>
            <a:pPr eaLnBrk="1" hangingPunct="1"/>
            <a:r>
              <a:rPr lang="en-US" dirty="0"/>
              <a:t>{</a:t>
            </a:r>
          </a:p>
          <a:p>
            <a:pPr eaLnBrk="1" hangingPunct="1"/>
            <a:r>
              <a:rPr lang="en-US" dirty="0"/>
              <a:t>  value: 10</a:t>
            </a:r>
          </a:p>
          <a:p>
            <a:pPr eaLnBrk="1" hangingPunct="1"/>
            <a:r>
              <a:rPr lang="en-US" dirty="0"/>
              <a:t>};</a:t>
            </a:r>
          </a:p>
          <a:p>
            <a:pPr eaLnBrk="1" hangingPunct="1"/>
            <a:br>
              <a:rPr lang="en-US" dirty="0"/>
            </a:br>
            <a:br>
              <a:rPr lang="en-US" dirty="0"/>
            </a:br>
            <a:r>
              <a:rPr lang="en-US" dirty="0"/>
              <a:t>Safer version (with semicolons)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function </a:t>
            </a:r>
            <a:r>
              <a:rPr lang="en-US" dirty="0" err="1"/>
              <a:t>getValue</a:t>
            </a:r>
            <a:r>
              <a:rPr lang="en-US" dirty="0"/>
              <a:t>() {</a:t>
            </a:r>
          </a:p>
          <a:p>
            <a:pPr eaLnBrk="1" hangingPunct="1"/>
            <a:r>
              <a:rPr lang="en-US" dirty="0"/>
              <a:t>  return {</a:t>
            </a:r>
          </a:p>
          <a:p>
            <a:pPr eaLnBrk="1" hangingPunct="1"/>
            <a:r>
              <a:rPr lang="en-US" dirty="0"/>
              <a:t>    value: 10</a:t>
            </a:r>
          </a:p>
          <a:p>
            <a:pPr eaLnBrk="1" hangingPunct="1"/>
            <a:r>
              <a:rPr lang="en-US" dirty="0"/>
              <a:t>  };</a:t>
            </a:r>
          </a:p>
          <a:p>
            <a:pPr eaLnBrk="1" hangingPunct="1"/>
            <a:r>
              <a:rPr lang="en-US" dirty="0"/>
              <a:t>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console.log(</a:t>
            </a:r>
            <a:r>
              <a:rPr lang="en-US" dirty="0" err="1"/>
              <a:t>getValue</a:t>
            </a:r>
            <a:r>
              <a:rPr lang="en-US" dirty="0"/>
              <a:t>()); // { value: 10 }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025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90275C6-0EFA-437E-86F5-53A98CA8901A}" type="slidenum">
              <a:rPr lang="en-US"/>
              <a:pPr algn="r"/>
              <a:t>91</a:t>
            </a:fld>
            <a:endParaRPr lang="en-US"/>
          </a:p>
        </p:txBody>
      </p:sp>
      <p:sp>
        <p:nvSpPr>
          <p:cNvPr id="289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43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39DC44C-B001-4B2A-B402-2F8FD37E8522}" type="slidenum">
              <a:rPr lang="en-US"/>
              <a:pPr algn="r"/>
              <a:t>92</a:t>
            </a:fld>
            <a:endParaRPr lang="en-US"/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0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938" y="1828800"/>
            <a:ext cx="990600" cy="228600"/>
          </a:xfrm>
        </p:spPr>
        <p:txBody>
          <a:bodyPr anchor="t" anchorCtr="0"/>
          <a:lstStyle>
            <a:lvl1pPr algn="l">
              <a:defRPr b="0" i="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B8E66F0-424B-4921-9EE0-8E051060696F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494" y="3264694"/>
            <a:ext cx="3859212" cy="228600"/>
          </a:xfrm>
        </p:spPr>
        <p:txBody>
          <a:bodyPr/>
          <a:lstStyle>
            <a:lvl1pPr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6238" y="5592094"/>
            <a:ext cx="628650" cy="768350"/>
          </a:xfrm>
        </p:spPr>
        <p:txBody>
          <a:bodyPr/>
          <a:lstStyle>
            <a:lvl1pPr>
              <a:defRPr sz="2800" b="0" i="0" baseline="0" smtClean="0">
                <a:latin typeface="+mj-lt"/>
              </a:defRPr>
            </a:lvl1pPr>
          </a:lstStyle>
          <a:p>
            <a:pPr>
              <a:defRPr/>
            </a:pPr>
            <a:fld id="{3ACB23F3-AEBC-40A7-8C4F-6A5514A83A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1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550" y="2343150"/>
            <a:ext cx="8027670" cy="39204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4750" y="6365875"/>
            <a:ext cx="9906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E6CF1-34FE-472A-BDD0-D7EADD0B5C0C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5350" y="6365875"/>
            <a:ext cx="628650" cy="4318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2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912394">
              <a:off x="3320102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2"/>
            <p:cNvSpPr>
              <a:spLocks/>
            </p:cNvSpPr>
            <p:nvPr/>
          </p:nvSpPr>
          <p:spPr bwMode="gray">
            <a:xfrm rot="-5400000">
              <a:off x="3105027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29655-1B2C-4E9E-82EA-40CC270B88A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09464" y="6102350"/>
            <a:ext cx="628650" cy="7683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EBDD7204-8C67-4EE6-9161-B58D25A88F7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0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6D331-C5FA-41C5-A718-EC2FEDBC830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5350" y="6089650"/>
            <a:ext cx="628650" cy="7683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2A5717F-2FBA-42A6-9DD3-4AE7E3D4E9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4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1FAC-DCCE-44EC-8E14-2E47D1CA860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387D2-6CC1-4C88-848B-5907FA2FB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4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35F35-35D2-415C-94BC-EE52BA684FDC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5350" y="6087745"/>
            <a:ext cx="628650" cy="7683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A9E02396-D237-4DA1-BA7E-95384D7647B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9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BD9FC-F9DB-47C9-9D71-E911281A114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CF261B-FF2D-442F-A685-F9A8C07074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3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912394">
              <a:off x="2769747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-5400000">
              <a:off x="2548536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7123C-ABFA-4EC4-AC71-27859666A83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CC4B6-DE08-41FA-8A2E-C8B533CA08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912394">
              <a:off x="3074559" y="145837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83200" y="402547"/>
              <a:ext cx="3465513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-5400000">
              <a:off x="2852610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FBB98-20CE-4540-A191-EBB1E199243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C0756-3FEE-4525-9579-A3D87AD47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8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22275" y="402547"/>
              <a:ext cx="8326438" cy="31404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C8CBA-A270-4D7F-8CD6-AA1B17F2C38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978A3-E875-4113-9D35-2085BA3B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8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89932">
              <a:off x="6359946" y="2780895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775" y="4343136"/>
              <a:ext cx="8181975" cy="21131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32"/>
            <p:cNvSpPr>
              <a:spLocks/>
            </p:cNvSpPr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F3C8B-2B6B-400C-8E79-FE6695B71AEC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29152-C7F6-439A-9DA4-77A366F558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3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>
              <a:spLocks/>
            </p:cNvSpPr>
            <p:nvPr/>
          </p:nvSpPr>
          <p:spPr bwMode="gray">
            <a:xfrm rot="-589932">
              <a:off x="6359946" y="4309201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31"/>
            <p:cNvSpPr>
              <a:spLocks/>
            </p:cNvSpPr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44525" y="654050"/>
            <a:ext cx="601663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eaLnBrk="1" hangingPunct="1">
              <a:defRPr/>
            </a:pPr>
            <a:r>
              <a:rPr lang="en-US" sz="8000" dirty="0"/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7888" y="2900363"/>
            <a:ext cx="538162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eaLnBrk="1" hangingPunct="1">
              <a:defRPr/>
            </a:pPr>
            <a:r>
              <a:rPr lang="en-US" sz="8000" dirty="0"/>
              <a:t>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F8F2C701-DA2C-4464-8D78-1A917EA1FC8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5E715-4AF8-40FD-82A1-40845C19A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4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-589932">
              <a:off x="6359946" y="431124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31"/>
            <p:cNvSpPr>
              <a:spLocks/>
            </p:cNvSpPr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>
                <a:gd name="T0" fmla="*/ 0 w 10000"/>
                <a:gd name="T1" fmla="*/ 0 h 9621"/>
                <a:gd name="T2" fmla="*/ 0 w 10000"/>
                <a:gd name="T3" fmla="*/ 2411 h 9621"/>
                <a:gd name="T4" fmla="*/ 0 w 10000"/>
                <a:gd name="T5" fmla="*/ 9586 h 9621"/>
                <a:gd name="T6" fmla="*/ 0 w 10000"/>
                <a:gd name="T7" fmla="*/ 9621 h 9621"/>
                <a:gd name="T8" fmla="*/ 10000 w 10000"/>
                <a:gd name="T9" fmla="*/ 9585 h 9621"/>
                <a:gd name="T10" fmla="*/ 10000 w 10000"/>
                <a:gd name="T11" fmla="*/ 9586 h 9621"/>
                <a:gd name="T12" fmla="*/ 9990 w 10000"/>
                <a:gd name="T13" fmla="*/ 2411 h 9621"/>
                <a:gd name="T14" fmla="*/ 9990 w 10000"/>
                <a:gd name="T15" fmla="*/ 0 h 9621"/>
                <a:gd name="T16" fmla="*/ 9990 w 10000"/>
                <a:gd name="T17" fmla="*/ 0 h 9621"/>
                <a:gd name="T18" fmla="*/ 9534 w 10000"/>
                <a:gd name="T19" fmla="*/ 253 h 9621"/>
                <a:gd name="T20" fmla="*/ 9084 w 10000"/>
                <a:gd name="T21" fmla="*/ 477 h 9621"/>
                <a:gd name="T22" fmla="*/ 8628 w 10000"/>
                <a:gd name="T23" fmla="*/ 669 h 9621"/>
                <a:gd name="T24" fmla="*/ 8177 w 10000"/>
                <a:gd name="T25" fmla="*/ 847 h 9621"/>
                <a:gd name="T26" fmla="*/ 7726 w 10000"/>
                <a:gd name="T27" fmla="*/ 984 h 9621"/>
                <a:gd name="T28" fmla="*/ 7279 w 10000"/>
                <a:gd name="T29" fmla="*/ 1087 h 9621"/>
                <a:gd name="T30" fmla="*/ 6832 w 10000"/>
                <a:gd name="T31" fmla="*/ 1176 h 9621"/>
                <a:gd name="T32" fmla="*/ 6393 w 10000"/>
                <a:gd name="T33" fmla="*/ 1236 h 9621"/>
                <a:gd name="T34" fmla="*/ 5962 w 10000"/>
                <a:gd name="T35" fmla="*/ 1279 h 9621"/>
                <a:gd name="T36" fmla="*/ 5534 w 10000"/>
                <a:gd name="T37" fmla="*/ 1294 h 9621"/>
                <a:gd name="T38" fmla="*/ 5120 w 10000"/>
                <a:gd name="T39" fmla="*/ 1294 h 9621"/>
                <a:gd name="T40" fmla="*/ 4709 w 10000"/>
                <a:gd name="T41" fmla="*/ 1294 h 9621"/>
                <a:gd name="T42" fmla="*/ 4311 w 10000"/>
                <a:gd name="T43" fmla="*/ 1266 h 9621"/>
                <a:gd name="T44" fmla="*/ 3923 w 10000"/>
                <a:gd name="T45" fmla="*/ 1221 h 9621"/>
                <a:gd name="T46" fmla="*/ 3548 w 10000"/>
                <a:gd name="T47" fmla="*/ 1161 h 9621"/>
                <a:gd name="T48" fmla="*/ 3187 w 10000"/>
                <a:gd name="T49" fmla="*/ 1101 h 9621"/>
                <a:gd name="T50" fmla="*/ 2840 w 10000"/>
                <a:gd name="T51" fmla="*/ 1026 h 9621"/>
                <a:gd name="T52" fmla="*/ 2505 w 10000"/>
                <a:gd name="T53" fmla="*/ 954 h 9621"/>
                <a:gd name="T54" fmla="*/ 2192 w 10000"/>
                <a:gd name="T55" fmla="*/ 865 h 9621"/>
                <a:gd name="T56" fmla="*/ 1889 w 10000"/>
                <a:gd name="T57" fmla="*/ 775 h 9621"/>
                <a:gd name="T58" fmla="*/ 1346 w 10000"/>
                <a:gd name="T59" fmla="*/ 579 h 9621"/>
                <a:gd name="T60" fmla="*/ 882 w 10000"/>
                <a:gd name="T61" fmla="*/ 400 h 9621"/>
                <a:gd name="T62" fmla="*/ 511 w 10000"/>
                <a:gd name="T63" fmla="*/ 253 h 9621"/>
                <a:gd name="T64" fmla="*/ 234 w 10000"/>
                <a:gd name="T65" fmla="*/ 118 h 9621"/>
                <a:gd name="T66" fmla="*/ 0 w 10000"/>
                <a:gd name="T67" fmla="*/ 0 h 9621"/>
                <a:gd name="T68" fmla="*/ 0 w 10000"/>
                <a:gd name="T69" fmla="*/ 0 h 9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9DFB0-E935-444A-9E54-DD2323FAF887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B7A2E-6BCC-46AB-815D-A9BB0CD43F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7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3294063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849938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7A8A0-87FA-4431-8FDD-9939925BC3A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F0B71-282E-4561-A80B-EC7BD94D8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43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>
            <a:off x="3289300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849938" y="2489200"/>
            <a:ext cx="0" cy="3546475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Date Placeholder 6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C6ED8-5978-4D74-B15E-A343551D4A2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6" name="Footer Placeholder 7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8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F571E-F3A9-446F-9D48-38C66880BB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1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74570-3932-4004-9AAF-24F39969BB1A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EE2BB-2881-444B-87B7-F5F9D7741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4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Oval 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Oval 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>
              <a:spLocks/>
            </p:cNvSpPr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4338" y="402547"/>
              <a:ext cx="4611687" cy="6053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2"/>
            <p:cNvSpPr>
              <a:spLocks/>
            </p:cNvSpPr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5692FB-762A-4FC9-9D18-53FCF33B3A3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3F45A-2ED5-49A5-983E-62F9C64F3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25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51054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1DCF6-B164-4B94-B570-52B83BFCF1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0" y="-1588"/>
            <a:ext cx="9144000" cy="685958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1" name="Freeform 5"/>
            <p:cNvSpPr>
              <a:spLocks/>
            </p:cNvSpPr>
            <p:nvPr/>
          </p:nvSpPr>
          <p:spPr bwMode="gray">
            <a:xfrm rot="-589932">
              <a:off x="6359946" y="1790293"/>
              <a:ext cx="2377690" cy="317748"/>
            </a:xfrm>
            <a:custGeom>
              <a:avLst/>
              <a:gdLst>
                <a:gd name="T0" fmla="*/ 85 w 10000"/>
                <a:gd name="T1" fmla="*/ 2532 h 5291"/>
                <a:gd name="T2" fmla="*/ 9958 w 10000"/>
                <a:gd name="T3" fmla="*/ 5291 h 5291"/>
                <a:gd name="T4" fmla="*/ 10000 w 10000"/>
                <a:gd name="T5" fmla="*/ 0 h 5291"/>
                <a:gd name="T6" fmla="*/ 10000 w 10000"/>
                <a:gd name="T7" fmla="*/ 0 h 5291"/>
                <a:gd name="T8" fmla="*/ 9667 w 10000"/>
                <a:gd name="T9" fmla="*/ 204 h 5291"/>
                <a:gd name="T10" fmla="*/ 9334 w 10000"/>
                <a:gd name="T11" fmla="*/ 400 h 5291"/>
                <a:gd name="T12" fmla="*/ 9001 w 10000"/>
                <a:gd name="T13" fmla="*/ 590 h 5291"/>
                <a:gd name="T14" fmla="*/ 8667 w 10000"/>
                <a:gd name="T15" fmla="*/ 753 h 5291"/>
                <a:gd name="T16" fmla="*/ 8333 w 10000"/>
                <a:gd name="T17" fmla="*/ 917 h 5291"/>
                <a:gd name="T18" fmla="*/ 7999 w 10000"/>
                <a:gd name="T19" fmla="*/ 1071 h 5291"/>
                <a:gd name="T20" fmla="*/ 7669 w 10000"/>
                <a:gd name="T21" fmla="*/ 1202 h 5291"/>
                <a:gd name="T22" fmla="*/ 7333 w 10000"/>
                <a:gd name="T23" fmla="*/ 1325 h 5291"/>
                <a:gd name="T24" fmla="*/ 7000 w 10000"/>
                <a:gd name="T25" fmla="*/ 1440 h 5291"/>
                <a:gd name="T26" fmla="*/ 6673 w 10000"/>
                <a:gd name="T27" fmla="*/ 1538 h 5291"/>
                <a:gd name="T28" fmla="*/ 6340 w 10000"/>
                <a:gd name="T29" fmla="*/ 1636 h 5291"/>
                <a:gd name="T30" fmla="*/ 6013 w 10000"/>
                <a:gd name="T31" fmla="*/ 1719 h 5291"/>
                <a:gd name="T32" fmla="*/ 5686 w 10000"/>
                <a:gd name="T33" fmla="*/ 1784 h 5291"/>
                <a:gd name="T34" fmla="*/ 5359 w 10000"/>
                <a:gd name="T35" fmla="*/ 1850 h 5291"/>
                <a:gd name="T36" fmla="*/ 5036 w 10000"/>
                <a:gd name="T37" fmla="*/ 1906 h 5291"/>
                <a:gd name="T38" fmla="*/ 4717 w 10000"/>
                <a:gd name="T39" fmla="*/ 1948 h 5291"/>
                <a:gd name="T40" fmla="*/ 4396 w 10000"/>
                <a:gd name="T41" fmla="*/ 1980 h 5291"/>
                <a:gd name="T42" fmla="*/ 4079 w 10000"/>
                <a:gd name="T43" fmla="*/ 2013 h 5291"/>
                <a:gd name="T44" fmla="*/ 3766 w 10000"/>
                <a:gd name="T45" fmla="*/ 2029 h 5291"/>
                <a:gd name="T46" fmla="*/ 3454 w 10000"/>
                <a:gd name="T47" fmla="*/ 2046 h 5291"/>
                <a:gd name="T48" fmla="*/ 3145 w 10000"/>
                <a:gd name="T49" fmla="*/ 2053 h 5291"/>
                <a:gd name="T50" fmla="*/ 2839 w 10000"/>
                <a:gd name="T51" fmla="*/ 2046 h 5291"/>
                <a:gd name="T52" fmla="*/ 2537 w 10000"/>
                <a:gd name="T53" fmla="*/ 2046 h 5291"/>
                <a:gd name="T54" fmla="*/ 2238 w 10000"/>
                <a:gd name="T55" fmla="*/ 2029 h 5291"/>
                <a:gd name="T56" fmla="*/ 1943 w 10000"/>
                <a:gd name="T57" fmla="*/ 2004 h 5291"/>
                <a:gd name="T58" fmla="*/ 1653 w 10000"/>
                <a:gd name="T59" fmla="*/ 1980 h 5291"/>
                <a:gd name="T60" fmla="*/ 1368 w 10000"/>
                <a:gd name="T61" fmla="*/ 1955 h 5291"/>
                <a:gd name="T62" fmla="*/ 1085 w 10000"/>
                <a:gd name="T63" fmla="*/ 1915 h 5291"/>
                <a:gd name="T64" fmla="*/ 806 w 10000"/>
                <a:gd name="T65" fmla="*/ 1873 h 5291"/>
                <a:gd name="T66" fmla="*/ 533 w 10000"/>
                <a:gd name="T67" fmla="*/ 1833 h 5291"/>
                <a:gd name="T68" fmla="*/ 0 w 10000"/>
                <a:gd name="T69" fmla="*/ 1726 h 5291"/>
                <a:gd name="T70" fmla="*/ 85 w 10000"/>
                <a:gd name="T71" fmla="*/ 2532 h 5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3"/>
            <p:cNvSpPr>
              <a:spLocks/>
            </p:cNvSpPr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>
                <a:gd name="T0" fmla="*/ 0 w 4960"/>
                <a:gd name="T1" fmla="*/ 0 h 2752"/>
                <a:gd name="T2" fmla="*/ 0 w 4960"/>
                <a:gd name="T3" fmla="*/ 324 h 2752"/>
                <a:gd name="T4" fmla="*/ 0 w 4960"/>
                <a:gd name="T5" fmla="*/ 1992 h 2752"/>
                <a:gd name="T6" fmla="*/ 0 w 4960"/>
                <a:gd name="T7" fmla="*/ 2752 h 2752"/>
                <a:gd name="T8" fmla="*/ 4960 w 4960"/>
                <a:gd name="T9" fmla="*/ 2752 h 2752"/>
                <a:gd name="T10" fmla="*/ 4960 w 4960"/>
                <a:gd name="T11" fmla="*/ 1992 h 2752"/>
                <a:gd name="T12" fmla="*/ 4960 w 4960"/>
                <a:gd name="T13" fmla="*/ 324 h 2752"/>
                <a:gd name="T14" fmla="*/ 4960 w 4960"/>
                <a:gd name="T15" fmla="*/ 0 h 2752"/>
                <a:gd name="T16" fmla="*/ 4960 w 4960"/>
                <a:gd name="T17" fmla="*/ 0 h 2752"/>
                <a:gd name="T18" fmla="*/ 4734 w 4960"/>
                <a:gd name="T19" fmla="*/ 34 h 2752"/>
                <a:gd name="T20" fmla="*/ 4510 w 4960"/>
                <a:gd name="T21" fmla="*/ 64 h 2752"/>
                <a:gd name="T22" fmla="*/ 4284 w 4960"/>
                <a:gd name="T23" fmla="*/ 90 h 2752"/>
                <a:gd name="T24" fmla="*/ 4060 w 4960"/>
                <a:gd name="T25" fmla="*/ 114 h 2752"/>
                <a:gd name="T26" fmla="*/ 3836 w 4960"/>
                <a:gd name="T27" fmla="*/ 132 h 2752"/>
                <a:gd name="T28" fmla="*/ 3614 w 4960"/>
                <a:gd name="T29" fmla="*/ 146 h 2752"/>
                <a:gd name="T30" fmla="*/ 3392 w 4960"/>
                <a:gd name="T31" fmla="*/ 158 h 2752"/>
                <a:gd name="T32" fmla="*/ 3174 w 4960"/>
                <a:gd name="T33" fmla="*/ 166 h 2752"/>
                <a:gd name="T34" fmla="*/ 2960 w 4960"/>
                <a:gd name="T35" fmla="*/ 172 h 2752"/>
                <a:gd name="T36" fmla="*/ 2748 w 4960"/>
                <a:gd name="T37" fmla="*/ 174 h 2752"/>
                <a:gd name="T38" fmla="*/ 2542 w 4960"/>
                <a:gd name="T39" fmla="*/ 174 h 2752"/>
                <a:gd name="T40" fmla="*/ 2338 w 4960"/>
                <a:gd name="T41" fmla="*/ 174 h 2752"/>
                <a:gd name="T42" fmla="*/ 2140 w 4960"/>
                <a:gd name="T43" fmla="*/ 170 h 2752"/>
                <a:gd name="T44" fmla="*/ 1948 w 4960"/>
                <a:gd name="T45" fmla="*/ 164 h 2752"/>
                <a:gd name="T46" fmla="*/ 1762 w 4960"/>
                <a:gd name="T47" fmla="*/ 156 h 2752"/>
                <a:gd name="T48" fmla="*/ 1582 w 4960"/>
                <a:gd name="T49" fmla="*/ 148 h 2752"/>
                <a:gd name="T50" fmla="*/ 1410 w 4960"/>
                <a:gd name="T51" fmla="*/ 138 h 2752"/>
                <a:gd name="T52" fmla="*/ 1244 w 4960"/>
                <a:gd name="T53" fmla="*/ 128 h 2752"/>
                <a:gd name="T54" fmla="*/ 1088 w 4960"/>
                <a:gd name="T55" fmla="*/ 116 h 2752"/>
                <a:gd name="T56" fmla="*/ 938 w 4960"/>
                <a:gd name="T57" fmla="*/ 104 h 2752"/>
                <a:gd name="T58" fmla="*/ 668 w 4960"/>
                <a:gd name="T59" fmla="*/ 78 h 2752"/>
                <a:gd name="T60" fmla="*/ 438 w 4960"/>
                <a:gd name="T61" fmla="*/ 54 h 2752"/>
                <a:gd name="T62" fmla="*/ 254 w 4960"/>
                <a:gd name="T63" fmla="*/ 34 h 2752"/>
                <a:gd name="T64" fmla="*/ 116 w 4960"/>
                <a:gd name="T65" fmla="*/ 16 h 2752"/>
                <a:gd name="T66" fmla="*/ 0 w 4960"/>
                <a:gd name="T67" fmla="*/ 0 h 2752"/>
                <a:gd name="T68" fmla="*/ 0 w 4960"/>
                <a:gd name="T69" fmla="*/ 0 h 2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>
                <a:gd name="T0" fmla="*/ 0 w 5760"/>
                <a:gd name="T1" fmla="*/ 0 h 4320"/>
                <a:gd name="T2" fmla="*/ 0 w 5760"/>
                <a:gd name="T3" fmla="*/ 4320 h 4320"/>
                <a:gd name="T4" fmla="*/ 5760 w 5760"/>
                <a:gd name="T5" fmla="*/ 4320 h 4320"/>
                <a:gd name="T6" fmla="*/ 5760 w 5760"/>
                <a:gd name="T7" fmla="*/ 0 h 4320"/>
                <a:gd name="T8" fmla="*/ 0 w 5760"/>
                <a:gd name="T9" fmla="*/ 0 h 4320"/>
                <a:gd name="T10" fmla="*/ 5444 w 5760"/>
                <a:gd name="T11" fmla="*/ 4004 h 4320"/>
                <a:gd name="T12" fmla="*/ 324 w 5760"/>
                <a:gd name="T13" fmla="*/ 4004 h 4320"/>
                <a:gd name="T14" fmla="*/ 324 w 5760"/>
                <a:gd name="T15" fmla="*/ 324 h 4320"/>
                <a:gd name="T16" fmla="*/ 5444 w 5760"/>
                <a:gd name="T17" fmla="*/ 324 h 4320"/>
                <a:gd name="T18" fmla="*/ 5444 w 5760"/>
                <a:gd name="T19" fmla="*/ 4004 h 4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gray">
          <a:xfrm>
            <a:off x="863600" y="925513"/>
            <a:ext cx="63468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6775" y="2489200"/>
            <a:ext cx="634365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550" y="6365875"/>
            <a:ext cx="386080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000" b="1" i="0"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3963" y="6372225"/>
            <a:ext cx="99060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900" b="1" i="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F58B6ED0-24C8-4642-815A-9B98D40F1BD6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0182" y="6085437"/>
            <a:ext cx="628650" cy="768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eaLnBrk="1" hangingPunct="1">
              <a:defRPr sz="2800" b="0" i="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8459F2C9-5AE7-4CEB-BC9E-A375A932BF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672568" y="0"/>
            <a:ext cx="793389" cy="11210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54" r:id="rId3"/>
    <p:sldLayoutId id="2147484149" r:id="rId4"/>
    <p:sldLayoutId id="2147484150" r:id="rId5"/>
    <p:sldLayoutId id="2147484151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  <p:sldLayoutId id="2147484166" r:id="rId18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200" kern="1200">
          <a:solidFill>
            <a:schemeClr val="bg2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685800" indent="-282575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95885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233488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1508125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z="4400" dirty="0"/>
              <a:t>JavaScript</a:t>
            </a:r>
          </a:p>
        </p:txBody>
      </p:sp>
      <p:sp>
        <p:nvSpPr>
          <p:cNvPr id="2122" name="Rectangle 74"/>
          <p:cNvSpPr>
            <a:spLocks noGrp="1" noChangeArrowheads="1"/>
          </p:cNvSpPr>
          <p:nvPr>
            <p:ph type="subTitle" idx="1"/>
          </p:nvPr>
        </p:nvSpPr>
        <p:spPr>
          <a:xfrm>
            <a:off x="935038" y="3886200"/>
            <a:ext cx="7523162" cy="87464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dirty="0"/>
              <a:t>IN432</a:t>
            </a:r>
            <a:br>
              <a:rPr lang="en-US" dirty="0"/>
            </a:br>
            <a:r>
              <a:rPr lang="en-US" dirty="0"/>
              <a:t>Advanced technologies of WEB</a:t>
            </a:r>
          </a:p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Primitives, Operations, and Expressions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 Output and Keyboard Input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 Statements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 Creation and Modification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Arrays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Functions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136D-4C91-E968-4DB0-4C2E3CE2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a real language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Small, but sophisticated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not a subset of Java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dynamically typed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Case sensitive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593FE-DA21-754B-5903-E596DBB6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to put the code ?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6921500" cy="3530600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Either directly, as in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&lt;script type =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"text/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avaScript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-- JavaScript script –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&lt;/script&gt;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 indirectly, as a file specified in the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src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attribute of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&lt;script&gt;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as in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&lt;script type = "t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ext/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avaScript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       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src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myScript.js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&gt;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&lt;/script&gt;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C09AB-DE8E-EC96-6F63-EDC86179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 &amp; Primitives Values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38176" y="2166472"/>
            <a:ext cx="7856538" cy="4248150"/>
          </a:xfrm>
        </p:spPr>
        <p:txBody>
          <a:bodyPr/>
          <a:lstStyle/>
          <a:p>
            <a:r>
              <a:rPr lang="en-US" sz="2000" dirty="0"/>
              <a:t>Variables can be declared implicitly or explicitly</a:t>
            </a:r>
          </a:p>
          <a:p>
            <a:pPr marL="403225" lvl="1" indent="0">
              <a:buNone/>
            </a:pPr>
            <a:r>
              <a:rPr lang="en-US" sz="1800" dirty="0" err="1">
                <a:latin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</a:rPr>
              <a:t> sum = 0,today =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</a:rPr>
              <a:t>Monday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</a:rPr>
              <a:t>,</a:t>
            </a:r>
          </a:p>
          <a:p>
            <a:pPr marL="403225" lvl="1" indent="0">
              <a:buNone/>
            </a:pPr>
            <a:r>
              <a:rPr lang="en-US" sz="1800" dirty="0">
                <a:latin typeface="Courier New" panose="02070309020205020404" pitchFamily="49" charset="0"/>
              </a:rPr>
              <a:t>            flag = false;</a:t>
            </a:r>
            <a:endParaRPr lang="en-US" sz="1800" dirty="0"/>
          </a:p>
          <a:p>
            <a:r>
              <a:rPr lang="en-US" sz="2000" b="1" dirty="0">
                <a:latin typeface="Courier New" panose="02070309020205020404" pitchFamily="49" charset="0"/>
              </a:rPr>
              <a:t>Numbers</a:t>
            </a:r>
          </a:p>
          <a:p>
            <a:r>
              <a:rPr lang="en-US" sz="2000" b="1" dirty="0">
                <a:latin typeface="Courier New" panose="02070309020205020404" pitchFamily="49" charset="0"/>
              </a:rPr>
              <a:t>Strings</a:t>
            </a:r>
          </a:p>
          <a:p>
            <a:r>
              <a:rPr lang="en-US" sz="2000" b="1" dirty="0">
                <a:latin typeface="Courier New" panose="02070309020205020404" pitchFamily="49" charset="0"/>
              </a:rPr>
              <a:t>Booleans</a:t>
            </a:r>
          </a:p>
          <a:p>
            <a:r>
              <a:rPr lang="en-US" sz="2000" b="1" dirty="0">
                <a:latin typeface="Courier New" panose="02070309020205020404" pitchFamily="49" charset="0"/>
              </a:rPr>
              <a:t>null</a:t>
            </a:r>
          </a:p>
          <a:p>
            <a:r>
              <a:rPr lang="en-US" sz="2000" b="1" dirty="0">
                <a:latin typeface="Courier New" panose="02070309020205020404" pitchFamily="49" charset="0"/>
              </a:rPr>
              <a:t>undefined</a:t>
            </a:r>
          </a:p>
          <a:p>
            <a:r>
              <a:rPr lang="en-US" sz="2400" b="1" dirty="0">
                <a:latin typeface="Courier New" panose="02070309020205020404" pitchFamily="49" charset="0"/>
              </a:rPr>
              <a:t>Number, String, Boolean have wrapper objects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DD346-F6AD-0BE7-8ECB-A7AAE075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NaN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25000"/>
              </a:spcAft>
            </a:pPr>
            <a:r>
              <a:rPr lang="en-US" dirty="0"/>
              <a:t>Special number: Not a Number</a:t>
            </a:r>
          </a:p>
          <a:p>
            <a:pPr>
              <a:spcAft>
                <a:spcPct val="25000"/>
              </a:spcAft>
            </a:pPr>
            <a:r>
              <a:rPr lang="en-US" dirty="0"/>
              <a:t>Result of undefined or erroneous operations</a:t>
            </a:r>
          </a:p>
          <a:p>
            <a:pPr>
              <a:spcAft>
                <a:spcPct val="25000"/>
              </a:spcAft>
            </a:pPr>
            <a:r>
              <a:rPr lang="en-US" dirty="0"/>
              <a:t>Toxic: any arithmetic operation with </a:t>
            </a:r>
            <a:r>
              <a:rPr lang="en-US" b="1" dirty="0" err="1">
                <a:latin typeface="Courier New" panose="02070309020205020404" pitchFamily="49" charset="0"/>
              </a:rPr>
              <a:t>NaN</a:t>
            </a:r>
            <a:r>
              <a:rPr lang="en-US" dirty="0"/>
              <a:t> as an input will have </a:t>
            </a:r>
            <a:r>
              <a:rPr lang="en-US" b="1" dirty="0" err="1">
                <a:latin typeface="Courier New" panose="02070309020205020404" pitchFamily="49" charset="0"/>
              </a:rPr>
              <a:t>NaN</a:t>
            </a:r>
            <a:r>
              <a:rPr lang="en-US" dirty="0"/>
              <a:t> as a result</a:t>
            </a:r>
          </a:p>
          <a:p>
            <a:pPr>
              <a:spcAft>
                <a:spcPct val="25000"/>
              </a:spcAft>
            </a:pPr>
            <a:r>
              <a:rPr lang="en-US" b="1" dirty="0" err="1">
                <a:latin typeface="Courier New" panose="02070309020205020404" pitchFamily="49" charset="0"/>
              </a:rPr>
              <a:t>NaN</a:t>
            </a:r>
            <a:r>
              <a:rPr lang="en-US" dirty="0"/>
              <a:t> is not equal to anything, including </a:t>
            </a:r>
            <a:r>
              <a:rPr lang="en-US" b="1" dirty="0" err="1">
                <a:latin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9C021-81FB-4543-E47E-BA481942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 function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90550" y="2127997"/>
            <a:ext cx="8553450" cy="4402012"/>
          </a:xfrm>
        </p:spPr>
        <p:txBody>
          <a:bodyPr/>
          <a:lstStyle/>
          <a:p>
            <a:pPr marL="403225" lvl="1" indent="0">
              <a:buNone/>
            </a:pPr>
            <a:r>
              <a:rPr lang="en-US" sz="2800" b="1" dirty="0">
                <a:latin typeface="Courier New" panose="02070309020205020404" pitchFamily="49" charset="0"/>
              </a:rPr>
              <a:t>Number(</a:t>
            </a:r>
            <a:r>
              <a:rPr lang="en-US" sz="2800" dirty="0"/>
              <a:t>value</a:t>
            </a:r>
            <a:r>
              <a:rPr lang="en-US" sz="2800" b="1" dirty="0">
                <a:latin typeface="Courier New" panose="02070309020205020404" pitchFamily="49" charset="0"/>
              </a:rPr>
              <a:t>)</a:t>
            </a:r>
          </a:p>
          <a:p>
            <a:r>
              <a:rPr lang="en-US" dirty="0"/>
              <a:t>Converts the value into a number.</a:t>
            </a:r>
          </a:p>
          <a:p>
            <a:r>
              <a:rPr lang="en-US" dirty="0"/>
              <a:t>It produces </a:t>
            </a:r>
            <a:r>
              <a:rPr lang="en-US" b="1" dirty="0" err="1">
                <a:latin typeface="Courier New" panose="02070309020205020404" pitchFamily="49" charset="0"/>
              </a:rPr>
              <a:t>NaN</a:t>
            </a:r>
            <a:r>
              <a:rPr lang="en-US" dirty="0"/>
              <a:t> if it has a problem.</a:t>
            </a:r>
          </a:p>
          <a:p>
            <a:r>
              <a:rPr lang="en-US" dirty="0"/>
              <a:t>Similar to </a:t>
            </a:r>
            <a:r>
              <a:rPr lang="en-US" b="1" dirty="0">
                <a:latin typeface="Courier New" panose="02070309020205020404" pitchFamily="49" charset="0"/>
              </a:rPr>
              <a:t>+</a:t>
            </a:r>
            <a:r>
              <a:rPr lang="en-US" dirty="0"/>
              <a:t> prefix operator.</a:t>
            </a:r>
          </a:p>
          <a:p>
            <a:pPr>
              <a:lnSpc>
                <a:spcPct val="100000"/>
              </a:lnSpc>
            </a:pPr>
            <a:r>
              <a:rPr lang="en-US" dirty="0"/>
              <a:t>Some useful properties:</a:t>
            </a:r>
          </a:p>
          <a:p>
            <a:pPr lvl="1"/>
            <a:r>
              <a:rPr lang="en-US" dirty="0"/>
              <a:t>    </a:t>
            </a:r>
            <a:r>
              <a:rPr lang="en-US" dirty="0">
                <a:latin typeface="Courier New" panose="02070309020205020404" pitchFamily="49" charset="0"/>
              </a:rPr>
              <a:t>MAX_VALUE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MIN_VALUE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NaN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    </a:t>
            </a:r>
            <a:r>
              <a:rPr lang="en-US" dirty="0">
                <a:latin typeface="Courier New" panose="02070309020205020404" pitchFamily="49" charset="0"/>
              </a:rPr>
              <a:t>POSITIVE_INFINITY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NEGATIVE_INFINITY</a:t>
            </a:r>
            <a:r>
              <a:rPr lang="en-US" dirty="0"/>
              <a:t> </a:t>
            </a:r>
            <a:endParaRPr lang="en-US" dirty="0">
              <a:latin typeface="Courier New" panose="02070309020205020404" pitchFamily="49" charset="0"/>
            </a:endParaRPr>
          </a:p>
          <a:p>
            <a:pPr lvl="1"/>
            <a:r>
              <a:rPr lang="en-US" dirty="0"/>
              <a:t>    e.g., </a:t>
            </a:r>
            <a:r>
              <a:rPr lang="en-US" dirty="0" err="1">
                <a:latin typeface="Courier New" panose="02070309020205020404" pitchFamily="49" charset="0"/>
              </a:rPr>
              <a:t>Number.MAX_VALUE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18637B-C726-4790-0298-881CA144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parseInt function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parseInt</a:t>
            </a: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, 10) or </a:t>
            </a:r>
            <a:r>
              <a:rPr lang="en-US" sz="2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parseFloat</a:t>
            </a: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)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Converts the value into a number.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stops at the first non-digit character.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radix (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10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should be required.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parseInt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("08") === 0</a:t>
            </a:r>
          </a:p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parseInt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("08", 10) === 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CDEA3-01F8-DF3C-5115-CE3B751F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6343650" cy="4152900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Math object is modeled on Java's Math class.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contains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abs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absolute value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floor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integer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log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logarithm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max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maximum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pow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raise to a power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random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random number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round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nearest integer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sin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sine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sqrt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square root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3CF560-BF7A-ADEC-51BC-37BDE333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</a:t>
            </a:r>
            <a:r>
              <a:rPr lang="en-US" b="1">
                <a:latin typeface="Courier New" panose="02070309020205020404" pitchFamily="49" charset="0"/>
              </a:rPr>
              <a:t>length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string</a:t>
            </a:r>
            <a:r>
              <a:rPr lang="en-US" b="1">
                <a:latin typeface="Courier New" panose="02070309020205020404" pitchFamily="49" charset="0"/>
              </a:rPr>
              <a:t>.length</a:t>
            </a:r>
          </a:p>
          <a:p>
            <a:endParaRPr lang="en-US" b="1">
              <a:latin typeface="Courier New" panose="02070309020205020404" pitchFamily="49" charset="0"/>
            </a:endParaRPr>
          </a:p>
          <a:p>
            <a:r>
              <a:rPr lang="en-US"/>
              <a:t>The </a:t>
            </a:r>
            <a:r>
              <a:rPr lang="en-US" b="1">
                <a:latin typeface="Courier New" panose="02070309020205020404" pitchFamily="49" charset="0"/>
              </a:rPr>
              <a:t>length</a:t>
            </a:r>
            <a:r>
              <a:rPr lang="en-US"/>
              <a:t> property determines the number of 16-bit characters in a string.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1A0A1C-33A2-3315-19EF-4C779271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function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String(</a:t>
            </a:r>
            <a:r>
              <a:rPr lang="en-US" dirty="0"/>
              <a:t>value</a:t>
            </a:r>
            <a:r>
              <a:rPr lang="en-US" b="1" dirty="0">
                <a:latin typeface="Courier New" panose="02070309020205020404" pitchFamily="49" charset="0"/>
              </a:rPr>
              <a:t>) or </a:t>
            </a:r>
            <a:r>
              <a:rPr lang="en-US" b="1" dirty="0" err="1">
                <a:latin typeface="Courier New" panose="02070309020205020404" pitchFamily="49" charset="0"/>
              </a:rPr>
              <a:t>toString</a:t>
            </a:r>
            <a:r>
              <a:rPr 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endParaRPr lang="en-US" b="1" dirty="0">
              <a:latin typeface="Courier New" panose="02070309020205020404" pitchFamily="49" charset="0"/>
            </a:endParaRPr>
          </a:p>
          <a:p>
            <a:r>
              <a:rPr lang="en-US" dirty="0"/>
              <a:t>Converts value to a string</a:t>
            </a:r>
          </a:p>
          <a:p>
            <a:r>
              <a:rPr lang="en-US" dirty="0"/>
              <a:t>If something is added (+) with string </a:t>
            </a:r>
            <a:r>
              <a:rPr lang="en-US" dirty="0">
                <a:sym typeface="Wingdings" panose="05000000000000000000" pitchFamily="2" charset="2"/>
              </a:rPr>
              <a:t> converted to string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DCA835-8257-2561-EEFB-9ED8511C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Methods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charAt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str.charAt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(3)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concat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indexOf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str.indexOf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(‘B’),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str.indexOf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(“Hello”)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lastIndexOf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match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replace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search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slice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 extract a part of a string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split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substring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str.substring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(from, to)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toLowerCase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toUpperCase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73BF1F-1470-A28D-355E-EBBAAEC4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Booleans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true</a:t>
            </a:r>
          </a:p>
          <a:p>
            <a:r>
              <a:rPr lang="en-US" b="1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ADD3A1-4836-F823-0370-4A730466C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Boolean function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>
                <a:latin typeface="Courier New" panose="02070309020205020404" pitchFamily="49" charset="0"/>
              </a:rPr>
              <a:t>Boolean(</a:t>
            </a:r>
            <a:r>
              <a:rPr lang="en-US" dirty="0"/>
              <a:t>value</a:t>
            </a:r>
            <a:r>
              <a:rPr lang="en-US" b="1" dirty="0">
                <a:latin typeface="Courier New" panose="02070309020205020404" pitchFamily="49" charset="0"/>
              </a:rPr>
              <a:t>)</a:t>
            </a:r>
          </a:p>
          <a:p>
            <a:pPr lvl="1"/>
            <a:endParaRPr lang="en-US" b="1" dirty="0">
              <a:latin typeface="Courier New" panose="02070309020205020404" pitchFamily="49" charset="0"/>
            </a:endParaRPr>
          </a:p>
          <a:p>
            <a:r>
              <a:rPr lang="en-US" dirty="0"/>
              <a:t>returns </a:t>
            </a:r>
            <a:r>
              <a:rPr lang="en-US" b="1" dirty="0">
                <a:latin typeface="Courier New" panose="02070309020205020404" pitchFamily="49" charset="0"/>
              </a:rPr>
              <a:t>true</a:t>
            </a:r>
            <a:r>
              <a:rPr lang="en-US" dirty="0"/>
              <a:t> if value is </a:t>
            </a:r>
            <a:r>
              <a:rPr lang="en-US" dirty="0" err="1"/>
              <a:t>truthy</a:t>
            </a:r>
            <a:endParaRPr lang="en-US" dirty="0"/>
          </a:p>
          <a:p>
            <a:r>
              <a:rPr lang="en-US" dirty="0"/>
              <a:t>returns </a:t>
            </a:r>
            <a:r>
              <a:rPr lang="en-US" b="1" dirty="0">
                <a:latin typeface="Courier New" panose="02070309020205020404" pitchFamily="49" charset="0"/>
              </a:rPr>
              <a:t>false</a:t>
            </a:r>
            <a:r>
              <a:rPr lang="en-US" dirty="0"/>
              <a:t> if value is </a:t>
            </a:r>
            <a:r>
              <a:rPr lang="en-US" dirty="0" err="1"/>
              <a:t>falsy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3E833-AA0A-F500-6B9B-1D25BB82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NaN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value that </a:t>
            </a:r>
            <a:r>
              <a:rPr lang="en-US" b="1" dirty="0"/>
              <a:t>isn't anything</a:t>
            </a: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Courier New" panose="02070309020205020404" pitchFamily="49" charset="0"/>
              </a:rPr>
              <a:t>NaN</a:t>
            </a:r>
            <a:r>
              <a:rPr lang="en-US" sz="4000" dirty="0"/>
              <a:t> </a:t>
            </a:r>
            <a:r>
              <a:rPr lang="en-US" dirty="0"/>
              <a:t>is not </a:t>
            </a:r>
            <a:r>
              <a:rPr lang="en-US" sz="2400" dirty="0">
                <a:latin typeface="Courier New" panose="02070309020205020404" pitchFamily="49" charset="0"/>
              </a:rPr>
              <a:t>==</a:t>
            </a:r>
            <a:r>
              <a:rPr lang="en-US" sz="4000" dirty="0"/>
              <a:t> </a:t>
            </a:r>
            <a:r>
              <a:rPr lang="en-US" dirty="0"/>
              <a:t>to any number, not even itself</a:t>
            </a:r>
          </a:p>
          <a:p>
            <a:pPr>
              <a:lnSpc>
                <a:spcPct val="100000"/>
              </a:lnSpc>
            </a:pPr>
            <a:r>
              <a:rPr lang="en-US" dirty="0"/>
              <a:t>Test for it with </a:t>
            </a:r>
            <a:r>
              <a:rPr lang="en-US" sz="2400" dirty="0" err="1">
                <a:latin typeface="Courier New" panose="02070309020205020404" pitchFamily="49" charset="0"/>
              </a:rPr>
              <a:t>isNaN</a:t>
            </a:r>
            <a:r>
              <a:rPr lang="en-US" sz="2400" dirty="0">
                <a:latin typeface="Courier New" panose="02070309020205020404" pitchFamily="49" charset="0"/>
              </a:rPr>
              <a:t>(x)</a:t>
            </a:r>
            <a:r>
              <a:rPr lang="en-US" sz="4000" dirty="0"/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console.log(0 / 0);       //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console.log(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parseInt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("x")); //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console.log(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typeof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  // "number"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5C84E-31C7-B816-B442-1C69BAC4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undefined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value that isn't even that</a:t>
            </a:r>
          </a:p>
          <a:p>
            <a:endParaRPr lang="en-US"/>
          </a:p>
          <a:p>
            <a:r>
              <a:rPr lang="en-US"/>
              <a:t>The default value for variables and parameters</a:t>
            </a:r>
          </a:p>
          <a:p>
            <a:endParaRPr lang="en-US"/>
          </a:p>
          <a:p>
            <a:r>
              <a:rPr lang="en-US"/>
              <a:t>The value of missing members in objects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3E8C1-90C7-5266-43A7-DF773F8F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Falsy values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false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null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undefined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"" 	(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empty string)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0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NaN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other values (including all objects) are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truthy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"0"    "false"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74966-68C4-C827-765E-9F7D1AE6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NaN</a:t>
            </a:r>
            <a:r>
              <a:rPr lang="fr-FR" dirty="0"/>
              <a:t> , </a:t>
            </a:r>
            <a:r>
              <a:rPr lang="fr-FR" dirty="0" err="1"/>
              <a:t>null</a:t>
            </a:r>
            <a:r>
              <a:rPr lang="fr-FR" dirty="0"/>
              <a:t> , </a:t>
            </a:r>
            <a:r>
              <a:rPr lang="fr-FR" dirty="0" err="1"/>
              <a:t>undefined</a:t>
            </a:r>
            <a:r>
              <a:rPr lang="fr-FR" dirty="0"/>
              <a:t> 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251309"/>
            <a:ext cx="7627257" cy="418455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F9492-B0FF-B187-B068-87EE2060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81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4B5C-19EE-B3A7-5108-BD7A755D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Coercion: implicit conversion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65E278-0A3C-68BD-8EDA-E77535F05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427828"/>
              </p:ext>
            </p:extLst>
          </p:nvPr>
        </p:nvGraphicFramePr>
        <p:xfrm>
          <a:off x="707923" y="2657792"/>
          <a:ext cx="8013290" cy="2468880"/>
        </p:xfrm>
        <a:graphic>
          <a:graphicData uri="http://schemas.openxmlformats.org/drawingml/2006/table">
            <a:tbl>
              <a:tblPr/>
              <a:tblGrid>
                <a:gridCol w="4006645">
                  <a:extLst>
                    <a:ext uri="{9D8B030D-6E8A-4147-A177-3AD203B41FA5}">
                      <a16:colId xmlns:a16="http://schemas.microsoft.com/office/drawing/2014/main" val="1350573453"/>
                    </a:ext>
                  </a:extLst>
                </a:gridCol>
                <a:gridCol w="4006645">
                  <a:extLst>
                    <a:ext uri="{9D8B030D-6E8A-4147-A177-3AD203B41FA5}">
                      <a16:colId xmlns:a16="http://schemas.microsoft.com/office/drawing/2014/main" val="593921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Context / 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08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en-US" dirty="0"/>
                        <a:t> (with string)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other operand →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69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%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Converts operands →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51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Conditional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to boolean (truthy/falsy)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/>
                        <a:t> (loose equality)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both sides to a common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297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70956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77651-A86C-5AAE-5072-D1825BCF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11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81D7-6A8F-4D2D-812D-8E6D6757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Coercion: implicit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2B37B-5686-4427-9CEE-61D333B65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2343150"/>
            <a:ext cx="8337550" cy="3920490"/>
          </a:xfrm>
        </p:spPr>
        <p:txBody>
          <a:bodyPr/>
          <a:lstStyle/>
          <a:p>
            <a:r>
              <a:rPr lang="en-US" dirty="0"/>
              <a:t>"5" + 2    // "52"   (number 2 coerced to string → concatenation)</a:t>
            </a:r>
          </a:p>
          <a:p>
            <a:r>
              <a:rPr lang="en-US" dirty="0"/>
              <a:t>"5" - 2    // 3      (string "5" coerced to number → subtraction)</a:t>
            </a:r>
          </a:p>
          <a:p>
            <a:r>
              <a:rPr lang="en-US" dirty="0"/>
              <a:t>true + 1   // 2      (true coerced to number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A4AD-2C72-96FA-FD93-F71CD64D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731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71A2-14E2-4EE6-8E86-0BAB4F65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== Loose equality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8DC915-3C83-4ADA-AD6A-C4D8FBDB23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6333" y="2502451"/>
            <a:ext cx="809133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type coercion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types differ, JavaScript tries to convert them before comparing.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== "5"     // true  ("5" coerced to number 5)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== false   // true  (false coerced to 0)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== undefined // true (special case)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C9F98E-CA94-480B-F4EA-BE686B04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48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FEE6-7290-4C91-AE9F-D2EC3F4A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===</a:t>
            </a:r>
            <a:r>
              <a:rPr lang="en-US" dirty="0">
                <a:sym typeface="Wingdings" panose="05000000000000000000" pitchFamily="2" charset="2"/>
              </a:rPr>
              <a:t> strict equality(safe)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6C5C2C-A580-4C1E-B83F-BC2F07FDD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0622" y="3002694"/>
            <a:ext cx="70299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type coercion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must be of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type and 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be equal.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=== "5"    // false (number vs string)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=== false  // false (number vs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=== 5      // true  (same type, same value)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2F66F-4218-6952-99B0-D2400D35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73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5162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Everything Else Is Objects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AD5E64-7D7E-B338-D398-BBBBA405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E02396-D237-4DA1-BA7E-95384D7647B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Objects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590549" y="2343150"/>
            <a:ext cx="8297811" cy="3920490"/>
          </a:xfrm>
        </p:spPr>
        <p:txBody>
          <a:bodyPr rtlCol="0">
            <a:normAutofit fontScale="850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Unification of Object and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Hashtable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new Object()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produces an empty container of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name/value pairs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be any string, a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be any value except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undefined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members can be accessed with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notation or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subscript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notation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hash nature is visible (no hash codes or rehash methods)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2005A-7FF9-B5DB-D4E6-B3A70506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AED5-CAC8-F8E2-87F7-C63FEB89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39E0-7A5C-CEFB-989E-6865DD2CA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2094271"/>
            <a:ext cx="8027670" cy="4503174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let person = {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"first name": "Alice",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"last-name": "Smith",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age: 25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Access values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console.log(person["first name"]); // "Alice"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console.log(person["last-name"]);  // "Smith"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Using a variable as a key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let key = "age";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console.log(person[key]); // 25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Update value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person["age"] = 26;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console.log(person["age"]); // 26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98F5-C9EF-BBFC-98BA-6A28CB4D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83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Identifiers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Starts with a letter or _ or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$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Followed by zero or more letters, digits, _ or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$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convention, all variables, parameters, members, and function names start with lower case</a:t>
            </a:r>
          </a:p>
          <a:p>
            <a:pPr lvl="1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Except for constructors which start with upper case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25559-21F8-F5E1-12BC-07EB182C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Reserved Words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marL="402336" lvl="1" indent="0" algn="just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abstract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boolean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break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byte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case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catch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char class const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continue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debugger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default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delete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do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double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else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enum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export extends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false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final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finally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float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for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function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goto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implements import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in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instanceof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int interface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long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native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new null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package private protected public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return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short static super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switch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synchronized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this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throw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throws transient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true try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typeof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volatile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void</a:t>
            </a:r>
            <a:b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with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3F9764-F4DF-68C6-126B-E983A8F0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// </a:t>
            </a:r>
            <a:r>
              <a:rPr lang="en-US" b="1" dirty="0" err="1">
                <a:latin typeface="Courier New" panose="02070309020205020404" pitchFamily="49" charset="0"/>
              </a:rPr>
              <a:t>slashslash</a:t>
            </a:r>
            <a:r>
              <a:rPr lang="en-US" b="1" dirty="0">
                <a:latin typeface="Courier New" panose="02070309020205020404" pitchFamily="49" charset="0"/>
              </a:rPr>
              <a:t> line comment</a:t>
            </a:r>
          </a:p>
          <a:p>
            <a:pPr marL="403225" lvl="1" indent="0"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/* 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</a:rPr>
              <a:t>slashstar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    block 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    comment 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*/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C22EA-D2E0-D3B7-B8A2-FA648FDD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6343650" cy="4205890"/>
          </a:xfrm>
        </p:spPr>
        <p:txBody>
          <a:bodyPr rtlCol="0">
            <a:normAutofit fontScale="700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Arithmetic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+  -  *  /  %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==  !=  &lt;  &gt;  &lt;=  &gt;=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Logical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&amp;&amp;  ||  !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Bitwise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&amp;  |  ^  &gt;&gt;  &gt;&gt;&gt;  &lt;&lt;</a:t>
            </a:r>
          </a:p>
          <a:p>
            <a:pPr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Ternary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?: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operations are in double precision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 precedence and associativity as Java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8ABFD5-40E7-7E05-F1F7-71112263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 and concatenation</a:t>
            </a:r>
          </a:p>
          <a:p>
            <a:r>
              <a:rPr lang="en-US" dirty="0"/>
              <a:t>If both operands are numbers, </a:t>
            </a:r>
          </a:p>
          <a:p>
            <a:pPr lvl="1"/>
            <a:r>
              <a:rPr lang="en-US" dirty="0"/>
              <a:t>then </a:t>
            </a:r>
          </a:p>
          <a:p>
            <a:pPr lvl="2"/>
            <a:r>
              <a:rPr lang="en-US" dirty="0"/>
              <a:t>add them</a:t>
            </a:r>
          </a:p>
          <a:p>
            <a:r>
              <a:rPr lang="en-US" dirty="0"/>
              <a:t>else </a:t>
            </a:r>
          </a:p>
          <a:p>
            <a:pPr lvl="2">
              <a:buFontTx/>
              <a:buNone/>
            </a:pPr>
            <a:r>
              <a:rPr lang="en-US" dirty="0"/>
              <a:t>	convert them both to strings</a:t>
            </a:r>
          </a:p>
          <a:p>
            <a:pPr lvl="2">
              <a:buFontTx/>
              <a:buNone/>
            </a:pPr>
            <a:r>
              <a:rPr lang="en-US" dirty="0"/>
              <a:t>	concatenate them</a:t>
            </a:r>
          </a:p>
          <a:p>
            <a:pPr algn="ctr">
              <a:buFontTx/>
              <a:buNone/>
            </a:pPr>
            <a:r>
              <a:rPr lang="en-US" b="1" dirty="0">
                <a:latin typeface="Courier New" panose="02070309020205020404" pitchFamily="49" charset="0"/>
              </a:rPr>
              <a:t>'$' + 3 + 4 = '$34'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4A152-873F-0BD1-3D22-FCFABC17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Unary operator can convert strings to numbers</a:t>
            </a:r>
          </a:p>
          <a:p>
            <a:pPr marL="403225" lvl="1" indent="0" algn="ctr">
              <a:buNone/>
            </a:pPr>
            <a:r>
              <a:rPr lang="en-US" b="1" dirty="0">
                <a:latin typeface="Courier New" panose="02070309020205020404" pitchFamily="49" charset="0"/>
              </a:rPr>
              <a:t>+"42" = 42</a:t>
            </a:r>
          </a:p>
          <a:p>
            <a:r>
              <a:rPr lang="en-US" dirty="0"/>
              <a:t>Also</a:t>
            </a:r>
          </a:p>
          <a:p>
            <a:pPr marL="403225" lvl="1" indent="0" algn="ctr">
              <a:buNone/>
            </a:pPr>
            <a:r>
              <a:rPr lang="en-US" b="1" dirty="0">
                <a:latin typeface="Courier New" panose="02070309020205020404" pitchFamily="49" charset="0"/>
              </a:rPr>
              <a:t>Number("42") = 42</a:t>
            </a:r>
          </a:p>
          <a:p>
            <a:r>
              <a:rPr lang="en-US" dirty="0"/>
              <a:t>Also</a:t>
            </a:r>
          </a:p>
          <a:p>
            <a:pPr marL="403225" lvl="1" indent="0" algn="ctr">
              <a:buNone/>
            </a:pPr>
            <a:r>
              <a:rPr lang="en-US" b="1" dirty="0" err="1">
                <a:latin typeface="Courier New" panose="02070309020205020404" pitchFamily="49" charset="0"/>
              </a:rPr>
              <a:t>parseInt</a:t>
            </a:r>
            <a:r>
              <a:rPr lang="en-US" b="1" dirty="0">
                <a:latin typeface="Courier New" panose="02070309020205020404" pitchFamily="49" charset="0"/>
              </a:rPr>
              <a:t>("42", 10) = 42</a:t>
            </a:r>
          </a:p>
          <a:p>
            <a:pPr marL="403225" lvl="1" indent="0" algn="ctr">
              <a:buNone/>
            </a:pPr>
            <a:r>
              <a:rPr lang="en-US" b="1" dirty="0">
                <a:latin typeface="Courier New" panose="02070309020205020404" pitchFamily="49" charset="0"/>
              </a:rPr>
              <a:t>+"3" + (+"4") = 7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289B80-F57E-ACA9-607D-A12FCBF5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==  !=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Equal and not equal</a:t>
            </a:r>
          </a:p>
          <a:p>
            <a:endParaRPr lang="en-US"/>
          </a:p>
          <a:p>
            <a:r>
              <a:rPr lang="en-US"/>
              <a:t>These operators can do type coercion</a:t>
            </a:r>
          </a:p>
          <a:p>
            <a:endParaRPr lang="en-US"/>
          </a:p>
          <a:p>
            <a:r>
              <a:rPr lang="en-US"/>
              <a:t>It is better to use </a:t>
            </a:r>
            <a:r>
              <a:rPr lang="en-US" b="1">
                <a:latin typeface="Courier New" panose="02070309020205020404" pitchFamily="49" charset="0"/>
              </a:rPr>
              <a:t>===</a:t>
            </a:r>
            <a:r>
              <a:rPr lang="en-US"/>
              <a:t> and </a:t>
            </a:r>
            <a:r>
              <a:rPr lang="en-US" b="1">
                <a:latin typeface="Courier New" panose="02070309020205020404" pitchFamily="49" charset="0"/>
              </a:rPr>
              <a:t>!==</a:t>
            </a:r>
            <a:r>
              <a:rPr lang="en-US"/>
              <a:t>, which do not do type coercion.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F5275-1A7F-C38A-822D-2355DC6E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&amp;&amp;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guard operator, aka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logical and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first operand is truthy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result is second operand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 result is first operand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can be used to avoid null references</a:t>
            </a:r>
          </a:p>
          <a:p>
            <a:pPr marL="402336" lvl="1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if (a) {</a:t>
            </a:r>
          </a:p>
          <a:p>
            <a:pPr marL="731520" lvl="2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return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a.member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marL="402336" lvl="1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 else {</a:t>
            </a:r>
          </a:p>
          <a:p>
            <a:pPr marL="731520" lvl="2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return a;</a:t>
            </a:r>
          </a:p>
          <a:p>
            <a:pPr marL="402336" lvl="1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be written as</a:t>
            </a:r>
          </a:p>
          <a:p>
            <a:pPr lvl="1" indent="-283464"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return a &amp;&amp;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a.member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5E71D-22FD-BDB6-D5C8-3AC1ACA0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||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first operand is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truthy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result is first operand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 result is second operand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can be used to fill in default values.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last = input ||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nr_items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(If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input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truthy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then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last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input, otherwise set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last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nr_items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E2D297-EA4A-DFBA-0536-C1CB4C24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!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Prefix </a:t>
            </a:r>
            <a:r>
              <a:rPr lang="en-US" i="1" dirty="0"/>
              <a:t>logical not</a:t>
            </a:r>
            <a:r>
              <a:rPr lang="en-US" dirty="0"/>
              <a:t> operator.</a:t>
            </a:r>
          </a:p>
          <a:p>
            <a:r>
              <a:rPr lang="en-US" dirty="0"/>
              <a:t>If the operand is truthy, the result is </a:t>
            </a:r>
            <a:r>
              <a:rPr lang="en-US" b="1" dirty="0">
                <a:latin typeface="Courier New" panose="02070309020205020404" pitchFamily="49" charset="0"/>
              </a:rPr>
              <a:t>false</a:t>
            </a:r>
            <a:r>
              <a:rPr lang="en-US" dirty="0"/>
              <a:t>. Otherwise, the result is </a:t>
            </a:r>
            <a:r>
              <a:rPr lang="en-US" b="1" dirty="0">
                <a:latin typeface="Courier New" panose="02070309020205020404" pitchFamily="49" charset="0"/>
              </a:rPr>
              <a:t>true</a:t>
            </a:r>
            <a:r>
              <a:rPr lang="en-US" dirty="0"/>
              <a:t>.</a:t>
            </a:r>
          </a:p>
          <a:p>
            <a:r>
              <a:rPr lang="en-US" b="1" dirty="0">
                <a:latin typeface="Courier New" panose="02070309020205020404" pitchFamily="49" charset="0"/>
              </a:rPr>
              <a:t>!!</a:t>
            </a:r>
            <a:r>
              <a:rPr lang="en-US" dirty="0"/>
              <a:t> produces </a:t>
            </a:r>
            <a:r>
              <a:rPr lang="en-US" dirty="0" err="1"/>
              <a:t>booleans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</a:t>
            </a:r>
            <a:r>
              <a:rPr lang="en-US" b="1" dirty="0"/>
              <a:t>forces conversion to a real </a:t>
            </a:r>
            <a:r>
              <a:rPr lang="en-US" b="1" dirty="0" err="1"/>
              <a:t>boolean</a:t>
            </a:r>
            <a:r>
              <a:rPr lang="en-US" b="1" dirty="0"/>
              <a:t> (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true</a:t>
            </a:r>
            <a:r>
              <a:rPr lang="en-US" b="1" dirty="0"/>
              <a:t> or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false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 marL="676275" lvl="2" indent="0">
              <a:buNone/>
            </a:pPr>
            <a:r>
              <a:rPr lang="en-US" sz="1600" dirty="0"/>
              <a:t>console.log(!true);       // false</a:t>
            </a:r>
          </a:p>
          <a:p>
            <a:pPr marL="676275" lvl="2" indent="0">
              <a:buNone/>
            </a:pPr>
            <a:r>
              <a:rPr lang="en-US" sz="1600" dirty="0"/>
              <a:t>console.log(!false);      // true</a:t>
            </a:r>
            <a:br>
              <a:rPr lang="en-US" sz="1600" dirty="0"/>
            </a:br>
            <a:r>
              <a:rPr lang="en-US" sz="1600" dirty="0"/>
              <a:t>console.log(!!123);       // true</a:t>
            </a:r>
          </a:p>
          <a:p>
            <a:pPr marL="676275" lvl="2" indent="0">
              <a:buNone/>
            </a:pPr>
            <a:r>
              <a:rPr lang="en-US" sz="1600" dirty="0"/>
              <a:t>console.log(!!0);         // false</a:t>
            </a:r>
          </a:p>
          <a:p>
            <a:pPr marL="403225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68F6B-2A22-69E6-5336-7953F334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Bitwise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&amp;  |  ^  &gt;&gt;  &gt;&gt;&gt;  &lt;&lt;</a:t>
            </a:r>
          </a:p>
          <a:p>
            <a:pPr lvl="1" algn="just"/>
            <a:endParaRPr lang="en-US" b="1" dirty="0">
              <a:latin typeface="Courier New" panose="02070309020205020404" pitchFamily="49" charset="0"/>
            </a:endParaRPr>
          </a:p>
          <a:p>
            <a:pPr algn="just"/>
            <a:r>
              <a:rPr lang="en-US" dirty="0"/>
              <a:t>The bitwise operators convert the operand to a </a:t>
            </a:r>
            <a:r>
              <a:rPr lang="en-US" b="1" dirty="0"/>
              <a:t>32-bit signed integer </a:t>
            </a:r>
            <a:r>
              <a:rPr lang="en-US" dirty="0"/>
              <a:t>and turn the result back into 64-bit floating point.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BA030A-37F3-5CA4-DCBA-6D460977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typeof</a:t>
            </a:r>
            <a:r>
              <a:rPr lang="en-US" dirty="0"/>
              <a:t> operator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564776" y="2218765"/>
            <a:ext cx="8041343" cy="4141694"/>
          </a:xfrm>
        </p:spPr>
        <p:txBody>
          <a:bodyPr/>
          <a:lstStyle/>
          <a:p>
            <a:pPr marL="403225" lvl="1" indent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typeof</a:t>
            </a:r>
            <a:r>
              <a:rPr lang="en-US" b="1" dirty="0">
                <a:latin typeface="Courier New" panose="02070309020205020404" pitchFamily="49" charset="0"/>
              </a:rPr>
              <a:t>(variable)</a:t>
            </a:r>
          </a:p>
          <a:p>
            <a:pPr>
              <a:lnSpc>
                <a:spcPct val="100000"/>
              </a:lnSpc>
            </a:pPr>
            <a:r>
              <a:rPr lang="en-US" dirty="0"/>
              <a:t>Returns: </a:t>
            </a:r>
          </a:p>
          <a:p>
            <a:pPr lvl="1"/>
            <a:r>
              <a:rPr lang="en-US" dirty="0"/>
              <a:t>"number“ for Number </a:t>
            </a:r>
          </a:p>
          <a:p>
            <a:pPr lvl="1"/>
            <a:r>
              <a:rPr lang="en-US" dirty="0"/>
              <a:t>"string“ for String 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boolean</a:t>
            </a:r>
            <a:r>
              <a:rPr lang="en-US" dirty="0"/>
              <a:t>" for Boolean</a:t>
            </a:r>
          </a:p>
          <a:p>
            <a:pPr lvl="1"/>
            <a:r>
              <a:rPr lang="en-US" dirty="0"/>
              <a:t>"undefined" for Undefined </a:t>
            </a:r>
          </a:p>
          <a:p>
            <a:pPr lvl="1"/>
            <a:r>
              <a:rPr lang="en-US" dirty="0"/>
              <a:t>"function" for functions, and </a:t>
            </a:r>
          </a:p>
          <a:p>
            <a:pPr lvl="1"/>
            <a:r>
              <a:rPr lang="en-US" dirty="0"/>
              <a:t>"object" for objects and NULL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5B94C-1427-A75E-0973-D727E43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753473"/>
      </p:ext>
    </p:extLst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</a:rPr>
              <a:t>typeof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xfrm>
            <a:off x="635548" y="2193674"/>
            <a:ext cx="7699156" cy="35306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latin typeface="Courier New" panose="02070309020205020404" pitchFamily="49" charset="0"/>
              </a:rPr>
              <a:t>typeof</a:t>
            </a:r>
            <a:r>
              <a:rPr lang="en-US" dirty="0"/>
              <a:t> prefix operator returns a string identifying the type of a value.</a:t>
            </a:r>
          </a:p>
        </p:txBody>
      </p:sp>
      <p:graphicFrame>
        <p:nvGraphicFramePr>
          <p:cNvPr id="169087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36378"/>
              </p:ext>
            </p:extLst>
          </p:nvPr>
        </p:nvGraphicFramePr>
        <p:xfrm>
          <a:off x="1571625" y="3134241"/>
          <a:ext cx="5638800" cy="35660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type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typeof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object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'object'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function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'function'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array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'object'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number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'number'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string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'string'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Black" panose="020B0A04020102020204" pitchFamily="34" charset="0"/>
                        </a:rPr>
                        <a:t>boolean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'boolean'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null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'object'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undefined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ourier New" panose="02070309020205020404" pitchFamily="49" charset="0"/>
                        </a:rPr>
                        <a:t>'undefined'</a:t>
                      </a:r>
                    </a:p>
                  </a:txBody>
                  <a:tcPr marT="45712" marB="45712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92AD6-9FFB-B596-89C0-7E80502B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07205"/>
      </p:ext>
    </p:extLst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6903545" cy="711200"/>
          </a:xfrm>
        </p:spPr>
        <p:txBody>
          <a:bodyPr/>
          <a:lstStyle/>
          <a:p>
            <a:r>
              <a:rPr lang="en-US" dirty="0"/>
              <a:t>Document and Window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863600" y="2236951"/>
            <a:ext cx="7754883" cy="3530600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Two main objects provided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</a:rPr>
              <a:t>document </a:t>
            </a:r>
            <a:r>
              <a:rPr lang="en-US" b="1" dirty="0">
                <a:latin typeface="Courier New" panose="02070309020205020404" pitchFamily="49" charset="0"/>
                <a:sym typeface="Wingdings" panose="05000000000000000000" pitchFamily="2" charset="2"/>
              </a:rPr>
              <a:t> a reference on the actual web page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Method write that dynamically creates content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Ex: </a:t>
            </a:r>
            <a:r>
              <a:rPr lang="en-US" dirty="0" err="1">
                <a:sym typeface="Wingdings" panose="05000000000000000000" pitchFamily="2" charset="2"/>
              </a:rPr>
              <a:t>document.write</a:t>
            </a:r>
            <a:r>
              <a:rPr lang="en-US" dirty="0">
                <a:sym typeface="Wingdings" panose="05000000000000000000" pitchFamily="2" charset="2"/>
              </a:rPr>
              <a:t>(“&lt;p&gt;Hello: “ + name + “!!&lt;/p&gt;”)</a:t>
            </a:r>
            <a:endParaRPr lang="en-US" b="1" dirty="0">
              <a:latin typeface="Courier New" panose="02070309020205020404" pitchFamily="49" charset="0"/>
              <a:sym typeface="Wingdings" panose="05000000000000000000" pitchFamily="2" charset="2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sym typeface="Wingdings" panose="05000000000000000000" pitchFamily="2" charset="2"/>
              </a:rPr>
              <a:t>window  a reference on the whole window </a:t>
            </a:r>
            <a:endParaRPr lang="en-US" b="1" dirty="0">
              <a:latin typeface="Courier New" panose="02070309020205020404" pitchFamily="49" charset="0"/>
            </a:endParaRPr>
          </a:p>
          <a:p>
            <a:pPr lvl="2"/>
            <a:r>
              <a:rPr lang="en-US" dirty="0" err="1"/>
              <a:t>window.alert</a:t>
            </a:r>
            <a:endParaRPr lang="en-US" dirty="0"/>
          </a:p>
          <a:p>
            <a:pPr lvl="2"/>
            <a:r>
              <a:rPr lang="en-US" dirty="0" err="1"/>
              <a:t>window.confirm</a:t>
            </a:r>
            <a:endParaRPr lang="en-US" dirty="0"/>
          </a:p>
          <a:p>
            <a:pPr lvl="2"/>
            <a:r>
              <a:rPr lang="en-US" dirty="0" err="1"/>
              <a:t>window.prompt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D6CBA4-DA37-97CA-3FD6-2C6AF8E7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75388"/>
      </p:ext>
    </p:extLst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6903545" cy="711200"/>
          </a:xfrm>
        </p:spPr>
        <p:txBody>
          <a:bodyPr/>
          <a:lstStyle/>
          <a:p>
            <a:r>
              <a:rPr lang="en-US" dirty="0"/>
              <a:t>Screen output &amp; keyboard input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553932" y="2122466"/>
            <a:ext cx="8417859" cy="3993777"/>
          </a:xfrm>
        </p:spPr>
        <p:txBody>
          <a:bodyPr/>
          <a:lstStyle/>
          <a:p>
            <a:pPr marL="403225" lvl="1" indent="0">
              <a:buNone/>
            </a:pPr>
            <a:r>
              <a:rPr lang="en-US" sz="2000" b="1" dirty="0">
                <a:latin typeface="Courier New" panose="02070309020205020404" pitchFamily="49" charset="0"/>
              </a:rPr>
              <a:t>Using the Window object</a:t>
            </a:r>
          </a:p>
          <a:p>
            <a:r>
              <a:rPr lang="en-US" sz="2400" dirty="0" err="1"/>
              <a:t>window.alert</a:t>
            </a:r>
            <a:r>
              <a:rPr lang="en-US" sz="2400" dirty="0"/>
              <a:t>(“message”)</a:t>
            </a:r>
            <a:endParaRPr lang="en-US" sz="2400" dirty="0">
              <a:sym typeface="Wingdings" panose="05000000000000000000" pitchFamily="2" charset="2"/>
            </a:endParaRP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Message parameter is a text, opens a dialog box with OK button</a:t>
            </a:r>
          </a:p>
          <a:p>
            <a:r>
              <a:rPr lang="en-US" sz="2400" dirty="0" err="1">
                <a:sym typeface="Wingdings" panose="05000000000000000000" pitchFamily="2" charset="2"/>
              </a:rPr>
              <a:t>window.confirm</a:t>
            </a:r>
            <a:r>
              <a:rPr lang="en-US" sz="2400" dirty="0">
                <a:sym typeface="Wingdings" panose="05000000000000000000" pitchFamily="2" charset="2"/>
              </a:rPr>
              <a:t>(“message”)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This dialog is with two buttons: OK and Cancel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If returned value == true  Ok, otherwise  cancel</a:t>
            </a:r>
          </a:p>
          <a:p>
            <a:r>
              <a:rPr lang="en-US" sz="2400" dirty="0" err="1">
                <a:sym typeface="Wingdings" panose="05000000000000000000" pitchFamily="2" charset="2"/>
              </a:rPr>
              <a:t>window.prompt</a:t>
            </a:r>
            <a:r>
              <a:rPr lang="en-US" sz="2400" dirty="0">
                <a:sym typeface="Wingdings" panose="05000000000000000000" pitchFamily="2" charset="2"/>
              </a:rPr>
              <a:t>(“</a:t>
            </a:r>
            <a:r>
              <a:rPr lang="en-US" sz="2400" dirty="0" err="1">
                <a:sym typeface="Wingdings" panose="05000000000000000000" pitchFamily="2" charset="2"/>
              </a:rPr>
              <a:t>message”,”default</a:t>
            </a:r>
            <a:r>
              <a:rPr lang="en-US" sz="2400" dirty="0">
                <a:sym typeface="Wingdings" panose="05000000000000000000" pitchFamily="2" charset="2"/>
              </a:rPr>
              <a:t> value”)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Ok and Cancel buttons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Default value is returned when Ok pressed without inputting value</a:t>
            </a:r>
          </a:p>
          <a:p>
            <a:pPr lvl="1"/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D73183-7457-E9FE-4712-11D7F533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46859"/>
      </p:ext>
    </p:extLst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6903545" cy="711200"/>
          </a:xfrm>
        </p:spPr>
        <p:txBody>
          <a:bodyPr/>
          <a:lstStyle/>
          <a:p>
            <a:r>
              <a:rPr lang="en-US" dirty="0"/>
              <a:t>Screen output &amp; keyboard input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210051"/>
            <a:ext cx="7372022" cy="442672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0D3F2-04B6-2FF2-874A-0FD8A872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71598"/>
      </p:ext>
    </p:extLst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6903545" cy="711200"/>
          </a:xfrm>
        </p:spPr>
        <p:txBody>
          <a:bodyPr/>
          <a:lstStyle/>
          <a:p>
            <a:r>
              <a:rPr lang="en-US" dirty="0"/>
              <a:t>Date object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484095" y="2098865"/>
            <a:ext cx="8175810" cy="3530600"/>
          </a:xfrm>
        </p:spPr>
        <p:txBody>
          <a:bodyPr/>
          <a:lstStyle/>
          <a:p>
            <a:pPr lvl="1"/>
            <a:r>
              <a:rPr lang="en-US" sz="1800" b="1" dirty="0">
                <a:latin typeface="Courier New" panose="02070309020205020404" pitchFamily="49" charset="0"/>
              </a:rPr>
              <a:t>Date Object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Create one with the </a:t>
            </a:r>
            <a:r>
              <a:rPr lang="en-US" sz="2000" dirty="0">
                <a:solidFill>
                  <a:srgbClr val="FF0000"/>
                </a:solidFill>
              </a:rPr>
              <a:t>Date</a:t>
            </a:r>
            <a:r>
              <a:rPr lang="en-US" sz="2000" dirty="0"/>
              <a:t> constructor (no parameters)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Local time methods of </a:t>
            </a:r>
            <a:r>
              <a:rPr lang="en-US" sz="2000" dirty="0">
                <a:solidFill>
                  <a:srgbClr val="FF0000"/>
                </a:solidFill>
              </a:rPr>
              <a:t>Date</a:t>
            </a:r>
            <a:r>
              <a:rPr lang="en-US" sz="2000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toLocaleString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a string of the date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getDate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day of the month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getMonth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month of the year (0 – 11)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day of the week (0 – 6)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getFullYear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year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getTime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number of milliseconds since January 1, 1970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getHours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hour (0 – 23)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getMinutes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minutes (0 – 59)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getMilliseconds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returns the millisecond (0 – 999)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B01AA-B174-D9F7-BFE7-B86F4489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9920"/>
      </p:ext>
    </p:extLst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Statements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try/throw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9774FA-6E37-CBFB-565C-DD1931BA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13" y="2478911"/>
            <a:ext cx="7977430" cy="38849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719B4-2359-72C3-7C05-B7A31CB4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7509970" cy="3530600"/>
          </a:xfrm>
        </p:spPr>
        <p:txBody>
          <a:bodyPr rtlCol="0">
            <a:normAutofit fontScale="85000" lnSpcReduction="2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If…else statement 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endParaRPr lang="en-US" sz="2400" b="1" dirty="0">
              <a:solidFill>
                <a:srgbClr val="CCFFCC"/>
              </a:solidFill>
              <a:latin typeface="Courier New" panose="02070309020205020404" pitchFamily="49" charset="0"/>
            </a:endParaRP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if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(a &gt; b) {</a:t>
            </a:r>
          </a:p>
          <a:p>
            <a:pPr marL="731520" lvl="2" indent="0" fontAlgn="auto">
              <a:spcAft>
                <a:spcPts val="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document.write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(“a is greater than b&lt;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/&gt;”)</a:t>
            </a:r>
          </a:p>
          <a:p>
            <a:pPr marL="404177" lvl="1" indent="0" fontAlgn="auto">
              <a:spcAft>
                <a:spcPts val="0"/>
              </a:spcAft>
              <a:buNone/>
              <a:defRPr/>
            </a:pPr>
            <a:r>
              <a:rPr lang="en-US" sz="2500" b="1" dirty="0">
                <a:solidFill>
                  <a:schemeClr val="tx2"/>
                </a:solidFill>
                <a:latin typeface="Courier New" panose="02070309020205020404" pitchFamily="49" charset="0"/>
              </a:rPr>
              <a:t>else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marL="730885" lvl="2" indent="0" fontAlgn="auto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a=b;</a:t>
            </a:r>
          </a:p>
          <a:p>
            <a:pPr marL="730885" lvl="2" indent="0" fontAlgn="auto">
              <a:spcAft>
                <a:spcPts val="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document.write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(“a was not greater than b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/&gt;”,</a:t>
            </a:r>
          </a:p>
          <a:p>
            <a:pPr marL="730885" lvl="2" indent="0" fontAlgn="auto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“Now they are equal &lt;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/&gt;”);</a:t>
            </a:r>
          </a:p>
          <a:p>
            <a:pPr marL="404177" lvl="1" indent="0" fontAlgn="auto">
              <a:spcAft>
                <a:spcPts val="0"/>
              </a:spcAft>
              <a:buNone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995F43-4211-907C-8B5A-20DD85C2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37030"/>
      </p:ext>
    </p:extLst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 statement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618566" y="2207171"/>
            <a:ext cx="8014446" cy="446256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 value does not need to be a number. It can be a string, number, or Boolean.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values can be also expressions.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(expression) {</a:t>
            </a:r>
          </a:p>
          <a:p>
            <a:pPr marL="403225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value_1:</a:t>
            </a:r>
          </a:p>
          <a:p>
            <a:pPr marL="730250" lvl="2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value_1 statements</a:t>
            </a:r>
          </a:p>
          <a:p>
            <a:pPr marL="403225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value_2:</a:t>
            </a:r>
          </a:p>
          <a:p>
            <a:pPr marL="730250" lvl="2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value_2 statements</a:t>
            </a:r>
          </a:p>
          <a:p>
            <a:pPr marL="403225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03225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[default:</a:t>
            </a:r>
          </a:p>
          <a:p>
            <a:pPr marL="730250" lvl="2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default statements]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32FE7A-8366-C20D-5027-BDC81507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 statement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switch (</a:t>
            </a:r>
            <a:r>
              <a:rPr lang="en-US" sz="2400" dirty="0"/>
              <a:t>expression</a:t>
            </a:r>
            <a:r>
              <a:rPr lang="en-US" sz="2400" b="1" dirty="0">
                <a:latin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case ';':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case ',':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case '.':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  punctuation();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  break;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default: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    </a:t>
            </a:r>
            <a:r>
              <a:rPr lang="en-US" sz="2400" b="1" dirty="0" err="1">
                <a:latin typeface="Courier New" panose="02070309020205020404" pitchFamily="49" charset="0"/>
              </a:rPr>
              <a:t>noneOfTheAbove</a:t>
            </a:r>
            <a:r>
              <a:rPr lang="en-US" sz="2400" b="1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A7EF19-527A-CFD2-F0EA-FFD022BA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391" y="2066446"/>
            <a:ext cx="5361132" cy="473122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026F1-D025-5155-5900-14F21A93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1555"/>
      </p:ext>
    </p:extLst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statement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6952922" cy="319384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Iterate through all of the elements of an array: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for (var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array.length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+= 1) {</a:t>
            </a:r>
          </a:p>
          <a:p>
            <a:pPr marL="960120" lvl="2" fontAlgn="auto"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within the loop, </a:t>
            </a:r>
          </a:p>
          <a:p>
            <a:pPr marL="960120" lvl="2" fontAlgn="auto"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the index of the current member</a:t>
            </a:r>
          </a:p>
          <a:p>
            <a:pPr marL="960120" lvl="2" fontAlgn="auto"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// array[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 is the current element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32" y="5574424"/>
            <a:ext cx="5219700" cy="1143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4AC7F-8D40-DDEE-CDDF-9628DE04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&amp; </a:t>
            </a:r>
            <a:r>
              <a:rPr lang="en-US" dirty="0" err="1"/>
              <a:t>do..while</a:t>
            </a:r>
            <a:r>
              <a:rPr lang="en-US" dirty="0"/>
              <a:t> statements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863600" y="2468180"/>
            <a:ext cx="6952922" cy="35306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same as for statement: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dirty="0"/>
              <a:t>while (</a:t>
            </a:r>
            <a:r>
              <a:rPr lang="en-US" sz="2000" i="1" dirty="0"/>
              <a:t>condition</a:t>
            </a:r>
            <a:r>
              <a:rPr lang="en-US" sz="2000" dirty="0"/>
              <a:t>) {</a:t>
            </a:r>
          </a:p>
          <a:p>
            <a:pPr marL="403225" lvl="1" indent="0" fontAlgn="auto">
              <a:spcAft>
                <a:spcPts val="0"/>
              </a:spcAft>
              <a:buNone/>
              <a:defRPr/>
            </a:pPr>
            <a:r>
              <a:rPr lang="en-US" i="1" dirty="0"/>
              <a:t>//code block to be executed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/>
              <a:t>}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000" i="1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i="1" dirty="0"/>
              <a:t>do {</a:t>
            </a:r>
          </a:p>
          <a:p>
            <a:pPr marL="403225" lvl="1" indent="0" fontAlgn="auto">
              <a:spcAft>
                <a:spcPts val="0"/>
              </a:spcAft>
              <a:buNone/>
              <a:defRPr/>
            </a:pPr>
            <a:r>
              <a:rPr lang="en-US" i="1" dirty="0"/>
              <a:t>// code to be executed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i="1" dirty="0"/>
              <a:t>} while(condition);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406E07-15BF-D126-C94F-40FAFC8A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79037"/>
      </p:ext>
    </p:extLst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&amp; </a:t>
            </a:r>
            <a:r>
              <a:rPr lang="en-US" dirty="0" err="1"/>
              <a:t>do..while</a:t>
            </a:r>
            <a:r>
              <a:rPr lang="en-US" dirty="0"/>
              <a:t> statements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52248" y="2489199"/>
            <a:ext cx="4141076" cy="3530604"/>
          </a:xfrm>
        </p:spPr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dirty="0"/>
              <a:t>while (</a:t>
            </a:r>
            <a:r>
              <a:rPr lang="en-US" sz="2000" dirty="0" err="1"/>
              <a:t>i</a:t>
            </a:r>
            <a:r>
              <a:rPr lang="en-US" sz="2000" dirty="0"/>
              <a:t>&lt;5) {</a:t>
            </a:r>
          </a:p>
          <a:p>
            <a:pPr marL="403225" lvl="1" indent="0" fontAlgn="auto">
              <a:spcAft>
                <a:spcPts val="0"/>
              </a:spcAft>
              <a:buNone/>
              <a:defRPr/>
            </a:pPr>
            <a:r>
              <a:rPr lang="en-US" dirty="0"/>
              <a:t>x=x + "The number is " + </a:t>
            </a:r>
            <a:r>
              <a:rPr lang="en-US" dirty="0" err="1"/>
              <a:t>i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403225" lvl="1" indent="0" fontAlgn="auto">
              <a:spcAft>
                <a:spcPts val="0"/>
              </a:spcAft>
              <a:buNone/>
              <a:defRPr/>
            </a:pP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dirty="0"/>
              <a:t>}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393324" y="2489199"/>
            <a:ext cx="4466897" cy="35306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 {</a:t>
            </a:r>
          </a:p>
          <a:p>
            <a:pPr marL="403225" lvl="1" indent="0">
              <a:buNone/>
            </a:pPr>
            <a:r>
              <a:rPr lang="en-US" dirty="0"/>
              <a:t>x=x + "The number is " + </a:t>
            </a:r>
            <a:r>
              <a:rPr lang="en-US" dirty="0" err="1"/>
              <a:t>i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&gt;“;</a:t>
            </a:r>
          </a:p>
          <a:p>
            <a:pPr marL="403225" lvl="1" indent="0">
              <a:buNone/>
            </a:pPr>
            <a:r>
              <a:rPr lang="en-US" dirty="0" err="1"/>
              <a:t>i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} while (</a:t>
            </a:r>
            <a:r>
              <a:rPr lang="en-US" dirty="0" err="1"/>
              <a:t>i</a:t>
            </a:r>
            <a:r>
              <a:rPr lang="en-US" dirty="0"/>
              <a:t>&lt;5);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70E50-456A-21EB-8D6A-13E0E3DF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A5717F-2FBA-42A6-9DD3-4AE7E3D4E904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74191"/>
      </p:ext>
    </p:extLst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 statement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Statements can have labels. 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 statements can refer to those labels.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b="1" dirty="0">
              <a:solidFill>
                <a:srgbClr val="CCFFCC"/>
              </a:solidFill>
              <a:latin typeface="Courier New" panose="02070309020205020404" pitchFamily="49" charset="0"/>
            </a:endParaRP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loop: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for (;;) {</a:t>
            </a:r>
          </a:p>
          <a:p>
            <a:pPr marL="731520" lvl="2" indent="0" fontAlgn="auto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...</a:t>
            </a:r>
          </a:p>
          <a:p>
            <a:pPr marL="1005840" lvl="3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if (...) {</a:t>
            </a:r>
          </a:p>
          <a:p>
            <a:pPr marL="1280160" lvl="4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break </a:t>
            </a:r>
            <a:r>
              <a:rPr 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loop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</a:t>
            </a:r>
          </a:p>
          <a:p>
            <a:pPr marL="1005840" lvl="3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marL="731520" lvl="2" indent="0" fontAlgn="auto">
              <a:spcAft>
                <a:spcPts val="0"/>
              </a:spcAft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...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78C37-859A-26B6-2DB2-5329B470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081235"/>
      </p:ext>
    </p:extLst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6882524" cy="711200"/>
          </a:xfrm>
        </p:spPr>
        <p:txBody>
          <a:bodyPr/>
          <a:lstStyle/>
          <a:p>
            <a:r>
              <a:rPr lang="en-US" dirty="0"/>
              <a:t>Object Creation &amp; Modification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myAirplane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new Object();</a:t>
            </a:r>
          </a:p>
          <a:p>
            <a:pPr>
              <a:lnSpc>
                <a:spcPct val="100000"/>
              </a:lnSpc>
            </a:pP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myAirplane.make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"Cessna";</a:t>
            </a:r>
          </a:p>
          <a:p>
            <a:pPr>
              <a:lnSpc>
                <a:spcPct val="100000"/>
              </a:lnSpc>
            </a:pP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myAirplane.model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"</a:t>
            </a: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Centurian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100000"/>
              </a:lnSpc>
            </a:pPr>
            <a:endParaRPr lang="en-US" sz="6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Objects can be nested, so a property could be itself another object, created with new</a:t>
            </a:r>
          </a:p>
          <a:p>
            <a:pPr marL="0" indent="0">
              <a:lnSpc>
                <a:spcPct val="100000"/>
              </a:lnSpc>
              <a:buNone/>
            </a:pPr>
            <a:endParaRPr lang="en-US" sz="6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Properties can be accessed by dot notation or in array notation, as in</a:t>
            </a:r>
          </a:p>
          <a:p>
            <a:pPr>
              <a:lnSpc>
                <a:spcPct val="100000"/>
              </a:lnSpc>
            </a:pP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property1 = </a:t>
            </a: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myAirplane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["model"];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</a:p>
          <a:p>
            <a:pPr>
              <a:lnSpc>
                <a:spcPct val="100000"/>
              </a:lnSpc>
            </a:pP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delete a property </a:t>
            </a: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sz="6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delete </a:t>
            </a:r>
            <a:r>
              <a:rPr lang="en-US" sz="6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myAirplane.model</a:t>
            </a:r>
            <a:r>
              <a:rPr lang="en-US" sz="6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2D1948-EACE-1735-6A0C-499CB950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535346"/>
      </p:ext>
    </p:extLst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statement : iterator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idx="1"/>
          </p:nvPr>
        </p:nvSpPr>
        <p:spPr>
          <a:xfrm>
            <a:off x="866774" y="2407024"/>
            <a:ext cx="7793131" cy="3612776"/>
          </a:xfrm>
        </p:spPr>
        <p:txBody>
          <a:bodyPr rtlCol="0">
            <a:normAutofit fontScale="70000" lnSpcReduction="20000"/>
          </a:bodyPr>
          <a:lstStyle/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Iterate through all of the members of an object: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for (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) {</a:t>
            </a:r>
          </a:p>
          <a:p>
            <a:pPr marL="403225" lvl="1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if (</a:t>
            </a: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object.hasOwnProperty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(name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)) {</a:t>
            </a:r>
          </a:p>
          <a:p>
            <a:pPr marL="730250" lvl="2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within the loop, </a:t>
            </a:r>
          </a:p>
          <a:p>
            <a:pPr marL="730250" lvl="2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name is the key of current member</a:t>
            </a:r>
          </a:p>
          <a:p>
            <a:pPr marL="730250" lvl="2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object[name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]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the current value</a:t>
            </a:r>
          </a:p>
          <a:p>
            <a:pPr marL="403225" lvl="1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sz="26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latin typeface="Courier New" panose="02070309020205020404" pitchFamily="49" charset="0"/>
              </a:rPr>
              <a:t>for (</a:t>
            </a:r>
            <a:r>
              <a:rPr lang="en-US" sz="2600" b="1" dirty="0" err="1">
                <a:latin typeface="Courier New" panose="02070309020205020404" pitchFamily="49" charset="0"/>
              </a:rPr>
              <a:t>var</a:t>
            </a:r>
            <a:r>
              <a:rPr lang="en-US" sz="2600" b="1" dirty="0">
                <a:latin typeface="Courier New" panose="02070309020205020404" pitchFamily="49" charset="0"/>
              </a:rPr>
              <a:t> prop in </a:t>
            </a:r>
            <a:r>
              <a:rPr lang="en-US" sz="2600" b="1" dirty="0" err="1">
                <a:latin typeface="Courier New" panose="02070309020205020404" pitchFamily="49" charset="0"/>
              </a:rPr>
              <a:t>myAirplane</a:t>
            </a:r>
            <a:r>
              <a:rPr lang="en-US" sz="2600" b="1" dirty="0">
                <a:latin typeface="Courier New" panose="02070309020205020404" pitchFamily="49" charset="0"/>
              </a:rPr>
              <a:t>)</a:t>
            </a:r>
          </a:p>
          <a:p>
            <a:pPr marL="403225" lvl="1" indent="0">
              <a:buNone/>
            </a:pPr>
            <a:r>
              <a:rPr lang="en-US" sz="2300" b="1" dirty="0" err="1">
                <a:latin typeface="Courier New" panose="02070309020205020404" pitchFamily="49" charset="0"/>
              </a:rPr>
              <a:t>document.write</a:t>
            </a:r>
            <a:r>
              <a:rPr lang="en-US" sz="2300" b="1" dirty="0">
                <a:latin typeface="Courier New" panose="02070309020205020404" pitchFamily="49" charset="0"/>
              </a:rPr>
              <a:t>(</a:t>
            </a:r>
            <a:r>
              <a:rPr lang="en-US" sz="2300" b="1" dirty="0" err="1">
                <a:latin typeface="Courier New" panose="02070309020205020404" pitchFamily="49" charset="0"/>
              </a:rPr>
              <a:t>myAirplane</a:t>
            </a:r>
            <a:r>
              <a:rPr lang="en-US" sz="2300" b="1" dirty="0">
                <a:latin typeface="Courier New" panose="02070309020205020404" pitchFamily="49" charset="0"/>
              </a:rPr>
              <a:t>[prop] + "&lt;</a:t>
            </a:r>
            <a:r>
              <a:rPr lang="en-US" sz="2300" b="1" dirty="0" err="1">
                <a:latin typeface="Courier New" panose="02070309020205020404" pitchFamily="49" charset="0"/>
              </a:rPr>
              <a:t>br</a:t>
            </a:r>
            <a:r>
              <a:rPr lang="en-US" sz="2300" b="1" dirty="0">
                <a:latin typeface="Courier New" panose="02070309020205020404" pitchFamily="49" charset="0"/>
              </a:rPr>
              <a:t> /&gt;");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48935-A843-6B0B-1DA6-DAC49271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Try statement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try {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...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 catch (e) {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switch (e.name) {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case 'Error':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    ...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    break;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default: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    throw e;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   }</a:t>
            </a:r>
          </a:p>
          <a:p>
            <a:pPr marL="402336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}</a:t>
            </a:r>
          </a:p>
          <a:p>
            <a:pPr lvl="1" indent="-283464"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EE68CF-E616-2CDA-28D4-C7702A90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Try Statement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JavaScript implementation can produce these exception  names: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'Error'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</a:rPr>
              <a:t>EvalError</a:t>
            </a:r>
            <a:r>
              <a:rPr lang="en-US" b="1" dirty="0">
                <a:latin typeface="Courier New" panose="02070309020205020404" pitchFamily="49" charset="0"/>
              </a:rPr>
              <a:t>'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</a:rPr>
              <a:t>RangeError</a:t>
            </a:r>
            <a:r>
              <a:rPr lang="en-US" b="1" dirty="0">
                <a:latin typeface="Courier New" panose="02070309020205020404" pitchFamily="49" charset="0"/>
              </a:rPr>
              <a:t>'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</a:rPr>
              <a:t>SyntaxError</a:t>
            </a:r>
            <a:r>
              <a:rPr lang="en-US" b="1" dirty="0">
                <a:latin typeface="Courier New" panose="02070309020205020404" pitchFamily="49" charset="0"/>
              </a:rPr>
              <a:t>'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</a:rPr>
              <a:t>TypeError</a:t>
            </a:r>
            <a:r>
              <a:rPr lang="en-US" b="1" dirty="0">
                <a:latin typeface="Courier New" panose="02070309020205020404" pitchFamily="49" charset="0"/>
              </a:rPr>
              <a:t>'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'</a:t>
            </a:r>
            <a:r>
              <a:rPr lang="en-US" b="1" dirty="0" err="1">
                <a:latin typeface="Courier New" panose="02070309020205020404" pitchFamily="49" charset="0"/>
              </a:rPr>
              <a:t>URIError</a:t>
            </a:r>
            <a:r>
              <a:rPr lang="en-US" b="1" dirty="0">
                <a:latin typeface="Courier New" panose="02070309020205020404" pitchFamily="49" charset="0"/>
              </a:rPr>
              <a:t>'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F6C715-6A9D-4A0C-05AA-A9146FC7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Array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elements can be primitive values or references to other objects.</a:t>
            </a:r>
          </a:p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Length is dynamic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value is stored in length property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Indexes are converted to strings and used as names for retrieving values.</a:t>
            </a:r>
          </a:p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advantage: No need to provide a length or type when creating an array.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78110-1754-3261-6D0A-6F3DC692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438678"/>
      </p:ext>
    </p:extLst>
  </p:cSld>
  <p:clrMapOvr>
    <a:masterClrMapping/>
  </p:clrMapOvr>
  <p:transition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7050690" cy="711200"/>
          </a:xfrm>
        </p:spPr>
        <p:txBody>
          <a:bodyPr/>
          <a:lstStyle/>
          <a:p>
            <a:r>
              <a:rPr lang="en-US" dirty="0"/>
              <a:t>Arrays Creation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7709666" cy="3734619"/>
          </a:xfrm>
        </p:spPr>
        <p:txBody>
          <a:bodyPr rtlCol="0">
            <a:normAutofit fontScale="92500" lnSpcReduction="20000"/>
          </a:bodyPr>
          <a:lstStyle/>
          <a:p>
            <a:pPr marL="730250" lvl="2" indent="0" fontAlgn="auto">
              <a:spcAft>
                <a:spcPct val="4000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myCars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=new Array(); 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empty array</a:t>
            </a:r>
          </a:p>
          <a:p>
            <a:pPr marL="730250" lvl="2" indent="0" fontAlgn="auto">
              <a:spcAft>
                <a:spcPct val="4000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myCars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[0]="Saab"; 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myCars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[1]="Volvo“;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myCars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[2]="BMW"; </a:t>
            </a:r>
          </a:p>
          <a:p>
            <a:pPr marL="730250" lvl="2" indent="0" fontAlgn="auto">
              <a:spcAft>
                <a:spcPct val="4000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new Array(24, “bread”, true)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array with literals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730250" lvl="2" indent="0" fontAlgn="auto">
              <a:spcAft>
                <a:spcPct val="4000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[24, “bread”, true];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without new;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marL="730250" lvl="2" indent="0" fontAlgn="auto">
              <a:spcAft>
                <a:spcPct val="40000"/>
              </a:spcAft>
              <a:buNone/>
              <a:defRPr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var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new Array(25);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here creates an element of 25 elements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789A8A-FD86-5F6B-9AD2-682050B6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90366"/>
      </p:ext>
    </p:extLst>
  </p:cSld>
  <p:clrMapOvr>
    <a:masterClrMapping/>
  </p:clrMapOvr>
  <p:transition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925513"/>
            <a:ext cx="7050690" cy="711200"/>
          </a:xfrm>
        </p:spPr>
        <p:txBody>
          <a:bodyPr/>
          <a:lstStyle/>
          <a:p>
            <a:r>
              <a:rPr lang="en-US" dirty="0"/>
              <a:t>Arrays: length, access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866775" y="2489200"/>
            <a:ext cx="7047515" cy="3522717"/>
          </a:xfrm>
        </p:spPr>
        <p:txBody>
          <a:bodyPr rtlCol="0">
            <a:normAutofit fontScale="47500" lnSpcReduction="20000"/>
          </a:bodyPr>
          <a:lstStyle/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access</a:t>
            </a:r>
          </a:p>
          <a:p>
            <a:pPr lvl="1"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[index] = value; </a:t>
            </a:r>
          </a:p>
          <a:p>
            <a:pPr lvl="1"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or value = </a:t>
            </a:r>
            <a:r>
              <a:rPr lang="en-US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[index]</a:t>
            </a:r>
          </a:p>
          <a:p>
            <a:pPr lvl="1"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assigning a value to an element that does not exist 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creates it</a:t>
            </a:r>
            <a:endParaRPr lang="en-US" sz="2600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</a:endParaRPr>
          </a:p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length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 length property</a:t>
            </a:r>
          </a:p>
          <a:p>
            <a:pPr lvl="1"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= the highest subscript + 1</a:t>
            </a:r>
          </a:p>
          <a:p>
            <a:pPr lvl="1" fontAlgn="auto">
              <a:spcAft>
                <a:spcPct val="40000"/>
              </a:spcAft>
              <a:buFont typeface="Wingdings 3" charset="2"/>
              <a:buChar char=""/>
              <a:defRPr/>
            </a:pP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can be set (ex: </a:t>
            </a:r>
            <a:r>
              <a:rPr lang="en-US" sz="2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arr.length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 = 23;)  </a:t>
            </a:r>
          </a:p>
          <a:p>
            <a:r>
              <a:rPr lang="en-US" sz="3200" dirty="0"/>
              <a:t>If you </a:t>
            </a:r>
            <a:r>
              <a:rPr lang="en-US" sz="3200" b="1" dirty="0"/>
              <a:t>increase</a:t>
            </a:r>
            <a:r>
              <a:rPr lang="en-US" sz="3200" dirty="0"/>
              <a:t> the length, new empty slots are added (with value 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undefined</a:t>
            </a:r>
            <a:r>
              <a:rPr lang="en-US" sz="3200" dirty="0"/>
              <a:t>).</a:t>
            </a:r>
          </a:p>
          <a:p>
            <a:r>
              <a:rPr lang="en-US" sz="3200" dirty="0"/>
              <a:t>If you </a:t>
            </a:r>
            <a:r>
              <a:rPr lang="en-US" sz="3200" b="1" dirty="0"/>
              <a:t>decrease</a:t>
            </a:r>
            <a:r>
              <a:rPr lang="en-US" sz="3200" dirty="0"/>
              <a:t> the length, the array is truncated and </a:t>
            </a:r>
            <a:r>
              <a:rPr lang="en-US" sz="3200" b="1" dirty="0"/>
              <a:t>data is permanently removed</a:t>
            </a:r>
            <a:r>
              <a:rPr lang="en-US" sz="3200" dirty="0"/>
              <a:t>.</a:t>
            </a:r>
          </a:p>
          <a:p>
            <a:pPr fontAlgn="auto">
              <a:spcAft>
                <a:spcPct val="40000"/>
              </a:spcAft>
              <a:buFont typeface="Wingdings 3" charset="2"/>
              <a:buChar char=""/>
              <a:defRPr/>
            </a:pP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3E3E2-6430-E956-0070-B59F78ED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819985"/>
      </p:ext>
    </p:extLst>
  </p:cSld>
  <p:clrMapOvr>
    <a:masterClrMapping/>
  </p:clrMapOvr>
  <p:transition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</a:rPr>
              <a:t>2D arrays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24" y="1965202"/>
            <a:ext cx="7466122" cy="46763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E32DD-C740-75E8-4FEC-A1B83A1B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90277"/>
      </p:ext>
    </p:extLst>
  </p:cSld>
  <p:clrMapOvr>
    <a:masterClrMapping/>
  </p:clrMapOvr>
  <p:transition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84" y="2123123"/>
            <a:ext cx="8400933" cy="464028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129EC-57E1-4FE3-BAD2-4C5EF53C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90951"/>
      </p:ext>
    </p:extLst>
  </p:cSld>
  <p:clrMapOvr>
    <a:masterClrMapping/>
  </p:clrMapOvr>
  <p:transition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1126359" y="2489200"/>
            <a:ext cx="6343650" cy="3530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concat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method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 list1= ["Cecilie", "Lone"];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list2 = ["Emil", "Tobias", "Linus"];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list = list1.concat(list2);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values of the list array will be: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Cecilie,Lone,Emil,Tobias,Linus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0C05E2-2F5E-4F54-AF4A-A10AFA87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71439"/>
      </p:ext>
    </p:extLst>
  </p:cSld>
  <p:clrMapOvr>
    <a:masterClrMapping/>
  </p:clrMapOvr>
  <p:transition>
    <p:wipe dir="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1126359" y="2489200"/>
            <a:ext cx="6343650" cy="3530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indexOf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method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dirty="0" err="1"/>
              <a:t>fruits.indexOf</a:t>
            </a:r>
            <a:r>
              <a:rPr lang="en-US" dirty="0"/>
              <a:t>("Apple");</a:t>
            </a:r>
          </a:p>
          <a:p>
            <a:pPr marL="0" indent="0">
              <a:buNone/>
            </a:pPr>
            <a:r>
              <a:rPr lang="en-US" dirty="0"/>
              <a:t>The result of </a:t>
            </a:r>
            <a:r>
              <a:rPr lang="en-US" i="1" dirty="0"/>
              <a:t>a</a:t>
            </a:r>
            <a:r>
              <a:rPr lang="en-US" dirty="0"/>
              <a:t> will be: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57DEDE-A654-A67F-6E24-39FDC0EA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955278"/>
      </p:ext>
    </p:extLst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1126358" y="2489200"/>
            <a:ext cx="7270389" cy="3530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join method</a:t>
            </a:r>
          </a:p>
          <a:p>
            <a:pPr marL="0" indent="0">
              <a:buNone/>
            </a:pPr>
            <a:r>
              <a:rPr lang="en-US" dirty="0"/>
              <a:t>var fruits = ["Banana", "Orange", "Apple", "Mango"];</a:t>
            </a:r>
          </a:p>
          <a:p>
            <a:pPr marL="0" indent="0">
              <a:buNone/>
            </a:pPr>
            <a:r>
              <a:rPr lang="en-US" dirty="0"/>
              <a:t>var a = </a:t>
            </a:r>
            <a:r>
              <a:rPr lang="en-US" dirty="0" err="1"/>
              <a:t>fruits.join</a:t>
            </a:r>
            <a:r>
              <a:rPr lang="en-US" dirty="0"/>
              <a:t> (“:");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result of </a:t>
            </a:r>
            <a:r>
              <a:rPr lang="en-US" i="1" dirty="0"/>
              <a:t>a</a:t>
            </a:r>
            <a:r>
              <a:rPr lang="en-US" dirty="0"/>
              <a:t> will be: "</a:t>
            </a:r>
            <a:r>
              <a:rPr lang="en-US" dirty="0" err="1"/>
              <a:t>Banana:Orange:Apple:Mango</a:t>
            </a:r>
            <a:r>
              <a:rPr lang="en-US" dirty="0"/>
              <a:t>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5F79D-7B41-6722-D9F9-5C44816F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9465"/>
      </p:ext>
    </p:extLst>
  </p:cSld>
  <p:clrMapOvr>
    <a:masterClrMapping/>
  </p:clrMapOvr>
  <p:transition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537882" y="2205317"/>
            <a:ext cx="8148917" cy="398900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push and pop methods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a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fruits.pop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/>
              <a:t>The result of </a:t>
            </a:r>
            <a:r>
              <a:rPr lang="en-US" sz="2400" i="1" dirty="0"/>
              <a:t>fruits</a:t>
            </a:r>
            <a:r>
              <a:rPr lang="en-US" sz="2400" dirty="0"/>
              <a:t> will be: </a:t>
            </a:r>
            <a:r>
              <a:rPr lang="en-US" sz="2400" dirty="0" err="1"/>
              <a:t>Banana,Orange,Apple</a:t>
            </a:r>
            <a:endParaRPr lang="en-US" sz="2400" dirty="0"/>
          </a:p>
          <a:p>
            <a:pPr marL="403225" lvl="1" indent="0">
              <a:buNone/>
            </a:pPr>
            <a:r>
              <a:rPr lang="en-US" sz="2000" dirty="0"/>
              <a:t>a contains “Mango”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</a:t>
            </a:r>
            <a:r>
              <a:rPr lang="en-US" sz="2400" dirty="0" err="1"/>
              <a:t>newlength</a:t>
            </a:r>
            <a:r>
              <a:rPr lang="en-US" sz="2400" dirty="0"/>
              <a:t> = </a:t>
            </a:r>
            <a:r>
              <a:rPr lang="en-US" sz="2400" dirty="0" err="1"/>
              <a:t>fruits.push</a:t>
            </a:r>
            <a:r>
              <a:rPr lang="en-US" sz="2400" dirty="0"/>
              <a:t>(“Kiwi”);</a:t>
            </a:r>
          </a:p>
          <a:p>
            <a:pPr lvl="1"/>
            <a:r>
              <a:rPr lang="en-US" sz="2000" dirty="0"/>
              <a:t>fruits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[”Banana”, ”Orange”, ”Apple”, ”Mango”, ”Kiwi”]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399B3-A969-FE93-2726-07D81F6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945504"/>
      </p:ext>
    </p:extLst>
  </p:cSld>
  <p:clrMapOvr>
    <a:masterClrMapping/>
  </p:clrMapOvr>
  <p:transition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1126359" y="2489200"/>
            <a:ext cx="7004918" cy="3530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reverse method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var fruits = ["Banana", "Orange", "Apple", "Mango"];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fruits.reverse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/>
              <a:t>The result of </a:t>
            </a:r>
            <a:r>
              <a:rPr lang="en-US" i="1" dirty="0"/>
              <a:t>fruits</a:t>
            </a:r>
            <a:r>
              <a:rPr lang="en-US" dirty="0"/>
              <a:t> will: </a:t>
            </a:r>
            <a:r>
              <a:rPr lang="en-US" dirty="0" err="1"/>
              <a:t>Mango,Apple,Orange,Banana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6CA98-CA5B-057C-2EE2-1502F9F0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9547"/>
      </p:ext>
    </p:extLst>
  </p:cSld>
  <p:clrMapOvr>
    <a:masterClrMapping/>
  </p:clrMapOvr>
  <p:transition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564776" y="2272553"/>
            <a:ext cx="8137789" cy="374724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shift and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unshift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methods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a = </a:t>
            </a:r>
            <a:r>
              <a:rPr lang="en-US" sz="2400" dirty="0" err="1"/>
              <a:t>fruits.shift</a:t>
            </a:r>
            <a:r>
              <a:rPr lang="en-US" sz="2400" dirty="0"/>
              <a:t>();</a:t>
            </a:r>
          </a:p>
          <a:p>
            <a:pPr lvl="1"/>
            <a:r>
              <a:rPr lang="en-US" sz="2000" dirty="0"/>
              <a:t>The result of </a:t>
            </a:r>
            <a:r>
              <a:rPr lang="en-US" sz="2000" i="1" dirty="0"/>
              <a:t>fruits</a:t>
            </a:r>
            <a:r>
              <a:rPr lang="en-US" sz="2000" dirty="0"/>
              <a:t> : </a:t>
            </a:r>
            <a:r>
              <a:rPr lang="en-US" sz="2000" dirty="0" err="1"/>
              <a:t>Orange,Apple,Mango</a:t>
            </a:r>
            <a:endParaRPr lang="en-US" sz="2000" dirty="0"/>
          </a:p>
          <a:p>
            <a:pPr lvl="1"/>
            <a:r>
              <a:rPr lang="en-US" sz="2000" dirty="0"/>
              <a:t>a contains “Banana”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/>
              <a:t>var </a:t>
            </a:r>
            <a:r>
              <a:rPr lang="en-US" sz="2400" dirty="0" err="1"/>
              <a:t>newlength</a:t>
            </a:r>
            <a:r>
              <a:rPr lang="en-US" sz="2400" dirty="0"/>
              <a:t> = </a:t>
            </a:r>
            <a:r>
              <a:rPr lang="en-US" sz="2400" dirty="0" err="1"/>
              <a:t>fruits.unshift</a:t>
            </a:r>
            <a:r>
              <a:rPr lang="en-US" sz="2400" dirty="0"/>
              <a:t>("</a:t>
            </a:r>
            <a:r>
              <a:rPr lang="en-US" sz="2400" dirty="0" err="1"/>
              <a:t>Lemon","Pineapple</a:t>
            </a:r>
            <a:r>
              <a:rPr lang="en-US" sz="2400" dirty="0"/>
              <a:t>");</a:t>
            </a:r>
          </a:p>
          <a:p>
            <a:pPr lvl="1"/>
            <a:r>
              <a:rPr lang="en-US" sz="2000" dirty="0"/>
              <a:t>The result of </a:t>
            </a:r>
            <a:r>
              <a:rPr lang="en-US" sz="2000" i="1" dirty="0"/>
              <a:t>fruits</a:t>
            </a:r>
            <a:r>
              <a:rPr lang="en-US" sz="2000" dirty="0"/>
              <a:t>: </a:t>
            </a:r>
            <a:r>
              <a:rPr lang="en-US" sz="2000" dirty="0" err="1"/>
              <a:t>Lemon,Pineapple,Banana,Orange,Apple,Mango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EC70AC-FAF8-E83A-4DA8-ECA15ED5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58129"/>
      </p:ext>
    </p:extLst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591672" y="2191871"/>
            <a:ext cx="8552328" cy="382792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splice method</a:t>
            </a:r>
          </a:p>
          <a:p>
            <a:r>
              <a:rPr lang="en-US" sz="2400" i="1" dirty="0" err="1"/>
              <a:t>array</a:t>
            </a:r>
            <a:r>
              <a:rPr lang="en-US" sz="2400" dirty="0" err="1"/>
              <a:t>.splice</a:t>
            </a:r>
            <a:r>
              <a:rPr lang="en-US" sz="2400" dirty="0"/>
              <a:t>(</a:t>
            </a:r>
            <a:r>
              <a:rPr lang="en-US" sz="2400" i="1" dirty="0"/>
              <a:t>index</a:t>
            </a:r>
            <a:r>
              <a:rPr lang="en-US" sz="2400" dirty="0"/>
              <a:t>,</a:t>
            </a:r>
            <a:r>
              <a:rPr lang="en-US" sz="2400" i="1" dirty="0"/>
              <a:t>howmany</a:t>
            </a:r>
            <a:r>
              <a:rPr lang="en-US" sz="2400" dirty="0"/>
              <a:t>,</a:t>
            </a:r>
            <a:r>
              <a:rPr lang="en-US" sz="2400" i="1" dirty="0"/>
              <a:t>item1</a:t>
            </a:r>
            <a:r>
              <a:rPr lang="en-US" sz="2400" dirty="0"/>
              <a:t>,.....,</a:t>
            </a:r>
            <a:r>
              <a:rPr lang="en-US" sz="2400" i="1" dirty="0" err="1"/>
              <a:t>itemX</a:t>
            </a:r>
            <a:r>
              <a:rPr lang="en-US" sz="2400" dirty="0"/>
              <a:t>)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sz="2000" dirty="0"/>
              <a:t>index </a:t>
            </a:r>
            <a:r>
              <a:rPr lang="en-US" sz="2000" dirty="0">
                <a:sym typeface="Wingdings" panose="05000000000000000000" pitchFamily="2" charset="2"/>
              </a:rPr>
              <a:t> start index (required)</a:t>
            </a:r>
          </a:p>
          <a:p>
            <a:pPr lvl="1"/>
            <a:r>
              <a:rPr lang="en-US" sz="2000" dirty="0" err="1">
                <a:sym typeface="Wingdings" panose="05000000000000000000" pitchFamily="2" charset="2"/>
              </a:rPr>
              <a:t>howmany</a:t>
            </a:r>
            <a:r>
              <a:rPr lang="en-US" sz="2000" dirty="0">
                <a:sym typeface="Wingdings" panose="05000000000000000000" pitchFamily="2" charset="2"/>
              </a:rPr>
              <a:t>  how many elements to be removed (required)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item1, item2,..  list of items to be added if any (optional)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if elements removed  they are returned</a:t>
            </a:r>
            <a:endParaRPr lang="en-US" sz="2000" dirty="0"/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 err="1"/>
              <a:t>fruits.splice</a:t>
            </a:r>
            <a:r>
              <a:rPr lang="en-US" sz="2400" dirty="0"/>
              <a:t>(2,0,"Lemon","Kiwi");</a:t>
            </a:r>
          </a:p>
          <a:p>
            <a:pPr lvl="1"/>
            <a:r>
              <a:rPr lang="en-US" sz="2000" dirty="0"/>
              <a:t>The result of </a:t>
            </a:r>
            <a:r>
              <a:rPr lang="en-US" sz="2000" i="1" dirty="0"/>
              <a:t>fruits</a:t>
            </a:r>
            <a:r>
              <a:rPr lang="en-US" sz="2000" dirty="0"/>
              <a:t>: </a:t>
            </a:r>
            <a:r>
              <a:rPr lang="en-US" sz="2000" dirty="0" err="1"/>
              <a:t>Banana,Orange,Lemon,Kiwi,Apple,Mango</a:t>
            </a:r>
            <a:endParaRPr lang="en-US" sz="2000" dirty="0"/>
          </a:p>
          <a:p>
            <a:pPr lvl="1"/>
            <a:r>
              <a:rPr lang="en-US" sz="2000" dirty="0"/>
              <a:t>added two elements without removing any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6066D9-9E1B-8814-748E-F65F3E68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919543"/>
      </p:ext>
    </p:extLst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510988" y="2245659"/>
            <a:ext cx="8191577" cy="377414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slice method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sublist1 = </a:t>
            </a:r>
            <a:r>
              <a:rPr lang="en-US" sz="2400" dirty="0" err="1"/>
              <a:t>fruits.slice</a:t>
            </a:r>
            <a:r>
              <a:rPr lang="en-US" sz="2400" dirty="0"/>
              <a:t> (1,3);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sublist2 = </a:t>
            </a:r>
            <a:r>
              <a:rPr lang="en-US" sz="2400" dirty="0" err="1"/>
              <a:t>fruits.slice</a:t>
            </a:r>
            <a:r>
              <a:rPr lang="en-US" sz="2400" dirty="0"/>
              <a:t>(2);</a:t>
            </a:r>
          </a:p>
          <a:p>
            <a:pPr lvl="1"/>
            <a:r>
              <a:rPr lang="en-US" sz="2000" dirty="0"/>
              <a:t>The result of </a:t>
            </a:r>
            <a:r>
              <a:rPr lang="en-US" sz="2000" i="1" dirty="0"/>
              <a:t>sublist1</a:t>
            </a:r>
            <a:r>
              <a:rPr lang="en-US" sz="2000" dirty="0"/>
              <a:t> : </a:t>
            </a:r>
            <a:r>
              <a:rPr lang="en-US" sz="2000" dirty="0" err="1"/>
              <a:t>Orange,Apple</a:t>
            </a:r>
            <a:endParaRPr lang="en-US" sz="2000" dirty="0"/>
          </a:p>
          <a:p>
            <a:pPr lvl="1"/>
            <a:r>
              <a:rPr lang="en-US" sz="2000" dirty="0"/>
              <a:t>The result of </a:t>
            </a:r>
            <a:r>
              <a:rPr lang="en-US" sz="2000" i="1" dirty="0"/>
              <a:t>sublist2</a:t>
            </a:r>
            <a:r>
              <a:rPr lang="en-US" sz="2000" dirty="0"/>
              <a:t> : Apple, Mango </a:t>
            </a:r>
          </a:p>
          <a:p>
            <a:pPr marL="403225" lvl="1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9950F-8124-AB76-92BA-DBEF21BD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469161"/>
      </p:ext>
    </p:extLst>
  </p:cSld>
  <p:clrMapOvr>
    <a:masterClrMapping/>
  </p:clrMapOvr>
  <p:transition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Methods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510988" y="2215931"/>
            <a:ext cx="8095130" cy="3530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</a:rPr>
              <a:t>	sort, </a:t>
            </a:r>
            <a:r>
              <a:rPr lang="en-US" sz="2400" b="1" dirty="0" err="1">
                <a:latin typeface="Courier New" panose="02070309020205020404" pitchFamily="49" charset="0"/>
              </a:rPr>
              <a:t>valueOf</a:t>
            </a:r>
            <a:r>
              <a:rPr lang="en-US" sz="2400" b="1" dirty="0">
                <a:latin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</a:rPr>
              <a:t>toString</a:t>
            </a:r>
            <a:endParaRPr lang="en-US" sz="24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v = </a:t>
            </a:r>
            <a:r>
              <a:rPr lang="en-US" sz="2400" dirty="0" err="1"/>
              <a:t>fruits.valueOf</a:t>
            </a:r>
            <a:r>
              <a:rPr lang="en-US" sz="2400" dirty="0"/>
              <a:t>();</a:t>
            </a:r>
          </a:p>
          <a:p>
            <a:pPr marL="0" indent="0">
              <a:buNone/>
            </a:pPr>
            <a:r>
              <a:rPr lang="en-US" sz="2400" dirty="0" err="1"/>
              <a:t>var</a:t>
            </a:r>
            <a:r>
              <a:rPr lang="en-US" sz="2400" dirty="0"/>
              <a:t> </a:t>
            </a:r>
            <a:r>
              <a:rPr lang="en-US" sz="2400" dirty="0" err="1"/>
              <a:t>str</a:t>
            </a:r>
            <a:r>
              <a:rPr lang="en-US" sz="2400" dirty="0"/>
              <a:t> = </a:t>
            </a:r>
            <a:r>
              <a:rPr lang="en-US" sz="2400" dirty="0" err="1"/>
              <a:t>fruits.toString</a:t>
            </a:r>
            <a:r>
              <a:rPr lang="en-US" sz="2400" dirty="0"/>
              <a:t>();</a:t>
            </a:r>
          </a:p>
          <a:p>
            <a:pPr lvl="1"/>
            <a:r>
              <a:rPr lang="en-US" sz="2000" i="1" dirty="0"/>
              <a:t>v</a:t>
            </a:r>
            <a:r>
              <a:rPr lang="en-US" sz="2000" dirty="0"/>
              <a:t> contains a copy of </a:t>
            </a:r>
            <a:r>
              <a:rPr lang="en-US" sz="2000" i="1" dirty="0"/>
              <a:t>fruits</a:t>
            </a:r>
            <a:endParaRPr lang="en-US" sz="2000" dirty="0"/>
          </a:p>
          <a:p>
            <a:pPr lvl="1"/>
            <a:r>
              <a:rPr lang="en-US" sz="2000" dirty="0"/>
              <a:t>The result of </a:t>
            </a:r>
            <a:r>
              <a:rPr lang="en-US" sz="2000" i="1" dirty="0" err="1"/>
              <a:t>str</a:t>
            </a:r>
            <a:r>
              <a:rPr lang="en-US" sz="2000" dirty="0"/>
              <a:t>: </a:t>
            </a:r>
            <a:r>
              <a:rPr lang="en-US" sz="2000" dirty="0" err="1"/>
              <a:t>Banana,Orange,Apple,Mango</a:t>
            </a:r>
            <a:endParaRPr lang="en-US" sz="2000" dirty="0"/>
          </a:p>
          <a:p>
            <a:pPr marL="0" indent="0">
              <a:buNone/>
            </a:pPr>
            <a:r>
              <a:rPr lang="en-US" sz="2400" dirty="0" err="1"/>
              <a:t>fruits.sort</a:t>
            </a:r>
            <a:r>
              <a:rPr lang="en-US" sz="2400" dirty="0"/>
              <a:t>();</a:t>
            </a:r>
          </a:p>
          <a:p>
            <a:pPr lvl="1"/>
            <a:r>
              <a:rPr lang="en-US" sz="2000" dirty="0"/>
              <a:t>fruits become: “Apple”, “Banana", “Mango“, "Orange"</a:t>
            </a:r>
            <a:endParaRPr 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736BF5-5C41-5A19-F79F-E8DBE126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19688"/>
      </p:ext>
    </p:extLst>
  </p:cSld>
  <p:clrMapOvr>
    <a:masterClrMapping/>
  </p:clrMapOvr>
  <p:transition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Elements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delete array[number]</a:t>
            </a:r>
          </a:p>
          <a:p>
            <a:pPr>
              <a:lnSpc>
                <a:spcPct val="90000"/>
              </a:lnSpc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Removes the element, but leaves a hole in the numbering.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array.splice</a:t>
            </a:r>
            <a:r>
              <a:rPr lang="en-US" sz="2400" b="1" dirty="0">
                <a:latin typeface="Courier New" panose="02070309020205020404" pitchFamily="49" charset="0"/>
              </a:rPr>
              <a:t>(number, 1)</a:t>
            </a:r>
          </a:p>
          <a:p>
            <a:pPr>
              <a:lnSpc>
                <a:spcPct val="90000"/>
              </a:lnSpc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Removes the element and renumbers all the following elements.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7A89E-85E7-DB63-163B-4B3859D7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387078"/>
      </p:ext>
    </p:extLst>
  </p:cSld>
  <p:clrMapOvr>
    <a:masterClrMapping/>
  </p:clrMapOvr>
  <p:transition>
    <p:wipe dir="d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Elements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myArray</a:t>
            </a:r>
            <a:r>
              <a:rPr lang="en-US" sz="2400" b="1" dirty="0">
                <a:latin typeface="Courier New" panose="02070309020205020404" pitchFamily="49" charset="0"/>
              </a:rPr>
              <a:t> = ['a',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</a:rPr>
              <a:t> 'b'</a:t>
            </a:r>
            <a:r>
              <a:rPr lang="en-US" sz="2400" b="1" dirty="0">
                <a:latin typeface="Courier New" panose="02070309020205020404" pitchFamily="49" charset="0"/>
              </a:rPr>
              <a:t>, 'c', 'd'];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delete </a:t>
            </a:r>
            <a:r>
              <a:rPr lang="en-US" sz="2400" b="1" dirty="0" err="1">
                <a:latin typeface="Courier New" panose="02070309020205020404" pitchFamily="49" charset="0"/>
              </a:rPr>
              <a:t>myArray</a:t>
            </a:r>
            <a:r>
              <a:rPr lang="en-US" sz="2400" b="1" dirty="0">
                <a:latin typeface="Courier New" panose="02070309020205020404" pitchFamily="49" charset="0"/>
              </a:rPr>
              <a:t>[1];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// ['a', 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</a:rPr>
              <a:t>undefined</a:t>
            </a:r>
            <a:r>
              <a:rPr lang="en-US" sz="2400" b="1" dirty="0">
                <a:latin typeface="Courier New" panose="02070309020205020404" pitchFamily="49" charset="0"/>
              </a:rPr>
              <a:t>, 'c', 'd']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myArray.splice</a:t>
            </a:r>
            <a:r>
              <a:rPr lang="en-US" sz="2400" b="1" dirty="0">
                <a:latin typeface="Courier New" panose="02070309020205020404" pitchFamily="49" charset="0"/>
              </a:rPr>
              <a:t>(1, 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b="1" dirty="0">
                <a:latin typeface="Courier New" panose="02070309020205020404" pitchFamily="49" charset="0"/>
              </a:rPr>
              <a:t>// ['a', 'c', 'd']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95DF6-026F-CA80-3A75-58D41714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33059"/>
      </p:ext>
    </p:extLst>
  </p:cSld>
  <p:clrMapOvr>
    <a:masterClrMapping/>
  </p:clrMapOvr>
  <p:transition>
    <p:wipe dir="d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statement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3225" lvl="1" indent="0">
              <a:buNone/>
            </a:pPr>
            <a:r>
              <a:rPr lang="en-US" sz="3200" b="1" dirty="0">
                <a:latin typeface="Courier New" panose="02070309020205020404" pitchFamily="49" charset="0"/>
              </a:rPr>
              <a:t>function</a:t>
            </a:r>
            <a:r>
              <a:rPr lang="en-US" sz="3200" dirty="0"/>
              <a:t> </a:t>
            </a:r>
            <a:r>
              <a:rPr lang="en-US" sz="3200" i="1" dirty="0"/>
              <a:t>name</a:t>
            </a:r>
            <a:r>
              <a:rPr lang="en-US" sz="3200" b="1" dirty="0">
                <a:latin typeface="Courier New" panose="02070309020205020404" pitchFamily="49" charset="0"/>
              </a:rPr>
              <a:t>(</a:t>
            </a:r>
            <a:r>
              <a:rPr lang="en-US" sz="3200" i="1" dirty="0"/>
              <a:t>parameters</a:t>
            </a:r>
            <a:r>
              <a:rPr lang="en-US" sz="3200" b="1" dirty="0">
                <a:latin typeface="Courier New" panose="02070309020205020404" pitchFamily="49" charset="0"/>
              </a:rPr>
              <a:t>) {</a:t>
            </a:r>
          </a:p>
          <a:p>
            <a:pPr marL="730250" lvl="2" indent="0">
              <a:buNone/>
            </a:pPr>
            <a:r>
              <a:rPr lang="en-US" sz="2800" i="1" dirty="0"/>
              <a:t>statements</a:t>
            </a:r>
            <a:r>
              <a:rPr lang="en-US" sz="2800" b="1" dirty="0">
                <a:latin typeface="Courier New" panose="02070309020205020404" pitchFamily="49" charset="0"/>
              </a:rPr>
              <a:t>;</a:t>
            </a:r>
          </a:p>
          <a:p>
            <a:pPr marL="403225" lvl="1" indent="0">
              <a:buNone/>
            </a:pPr>
            <a:r>
              <a:rPr lang="en-US" sz="32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23B158-4234-02D7-0483-99C4445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 statement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Defines variables within a function.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Types are not specified.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Initial values are optional.</a:t>
            </a:r>
          </a:p>
          <a:p>
            <a:pPr marL="403225" lvl="1" indent="0">
              <a:lnSpc>
                <a:spcPct val="90000"/>
              </a:lnSpc>
              <a:buNone/>
            </a:pPr>
            <a:r>
              <a:rPr lang="en-US" sz="2000" b="1" dirty="0">
                <a:latin typeface="Courier New" panose="02070309020205020404" pitchFamily="49" charset="0"/>
              </a:rPr>
              <a:t>var name;</a:t>
            </a:r>
          </a:p>
          <a:p>
            <a:pPr marL="403225" lvl="1" indent="0">
              <a:lnSpc>
                <a:spcPct val="90000"/>
              </a:lnSpc>
              <a:buNone/>
            </a:pPr>
            <a:r>
              <a:rPr lang="en-US" sz="2000" b="1" dirty="0" err="1">
                <a:latin typeface="Courier New" panose="02070309020205020404" pitchFamily="49" charset="0"/>
              </a:rPr>
              <a:t>var</a:t>
            </a:r>
            <a:r>
              <a:rPr lang="en-US" sz="2000" b="1" dirty="0"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</a:rPr>
              <a:t>nrErrors</a:t>
            </a:r>
            <a:r>
              <a:rPr lang="en-US" sz="2000" b="1" dirty="0">
                <a:latin typeface="Courier New" panose="02070309020205020404" pitchFamily="49" charset="0"/>
              </a:rPr>
              <a:t> = 0;</a:t>
            </a:r>
          </a:p>
          <a:p>
            <a:pPr marL="403225" lvl="1" indent="0">
              <a:lnSpc>
                <a:spcPct val="90000"/>
              </a:lnSpc>
              <a:buNone/>
            </a:pPr>
            <a:r>
              <a:rPr lang="en-US" sz="2000" b="1" dirty="0" err="1">
                <a:latin typeface="Courier New" panose="02070309020205020404" pitchFamily="49" charset="0"/>
              </a:rPr>
              <a:t>var</a:t>
            </a:r>
            <a:r>
              <a:rPr lang="en-US" sz="2000" b="1" dirty="0">
                <a:latin typeface="Courier New" panose="02070309020205020404" pitchFamily="49" charset="0"/>
              </a:rPr>
              <a:t> a, b, c;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E795A0-CCDE-35D9-0C11-C133CF4E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JavaScript, </a:t>
            </a:r>
            <a:r>
              <a:rPr lang="en-US" sz="2400" b="1" dirty="0">
                <a:latin typeface="Courier New" panose="02070309020205020404" pitchFamily="49" charset="0"/>
              </a:rPr>
              <a:t>{</a:t>
            </a:r>
            <a:r>
              <a:rPr lang="en-US" sz="2400" dirty="0"/>
              <a:t>blocks</a:t>
            </a:r>
            <a:r>
              <a:rPr lang="en-US" sz="2400" b="1" dirty="0">
                <a:latin typeface="Courier New" panose="02070309020205020404" pitchFamily="49" charset="0"/>
              </a:rPr>
              <a:t>}</a:t>
            </a:r>
            <a:r>
              <a:rPr lang="en-US" sz="2400" dirty="0"/>
              <a:t> do not have scope.</a:t>
            </a:r>
          </a:p>
          <a:p>
            <a:endParaRPr lang="en-US" sz="2400" dirty="0"/>
          </a:p>
          <a:p>
            <a:r>
              <a:rPr lang="en-US" sz="2400" dirty="0"/>
              <a:t>Only functions have scope.</a:t>
            </a:r>
          </a:p>
          <a:p>
            <a:endParaRPr lang="en-US" sz="2400" dirty="0"/>
          </a:p>
          <a:p>
            <a:r>
              <a:rPr lang="en-US" sz="2400" dirty="0" err="1"/>
              <a:t>Vars</a:t>
            </a:r>
            <a:r>
              <a:rPr lang="en-US" sz="2400" dirty="0"/>
              <a:t> defined in a function are not visible outside of the function.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1587B4-7DDC-D7C8-D08D-E042BE73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statement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return</a:t>
            </a:r>
            <a:r>
              <a:rPr lang="en-US" dirty="0"/>
              <a:t> </a:t>
            </a:r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expression</a:t>
            </a:r>
            <a:r>
              <a:rPr lang="en-US" b="1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return;</a:t>
            </a:r>
          </a:p>
          <a:p>
            <a:pPr lvl="1"/>
            <a:endParaRPr lang="en-US" b="1" dirty="0">
              <a:latin typeface="Courier New" panose="02070309020205020404" pitchFamily="49" charset="0"/>
            </a:endParaRPr>
          </a:p>
          <a:p>
            <a:r>
              <a:rPr lang="en-US" dirty="0"/>
              <a:t>If there is no </a:t>
            </a:r>
            <a:r>
              <a:rPr lang="en-US" i="1" dirty="0">
                <a:solidFill>
                  <a:schemeClr val="tx2">
                    <a:lumMod val="50000"/>
                  </a:schemeClr>
                </a:solidFill>
              </a:rPr>
              <a:t>expression</a:t>
            </a:r>
            <a:r>
              <a:rPr lang="en-US" dirty="0"/>
              <a:t>, then the return value is </a:t>
            </a:r>
            <a:r>
              <a:rPr lang="en-US" b="1" dirty="0">
                <a:latin typeface="Courier New" panose="02070309020205020404" pitchFamily="49" charset="0"/>
              </a:rPr>
              <a:t>undefined</a:t>
            </a:r>
            <a:r>
              <a:rPr lang="en-US" dirty="0"/>
              <a:t>. </a:t>
            </a:r>
          </a:p>
          <a:p>
            <a:r>
              <a:rPr lang="en-US" dirty="0"/>
              <a:t>Except for constructors, whose default return value is </a:t>
            </a:r>
            <a:r>
              <a:rPr lang="en-US" b="1" dirty="0">
                <a:latin typeface="Courier New" panose="02070309020205020404" pitchFamily="49" charset="0"/>
              </a:rPr>
              <a:t>this</a:t>
            </a:r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667A22-7853-B786-6018-08253B06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function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</a:t>
            </a:r>
            <a:r>
              <a:rPr lang="en-US" sz="2400" dirty="0">
                <a:latin typeface="Courier New" panose="02070309020205020404" pitchFamily="49" charset="0"/>
              </a:rPr>
              <a:t>fun</a:t>
            </a:r>
            <a:r>
              <a:rPr lang="en-US" sz="2400" dirty="0"/>
              <a:t> is the name of a function,</a:t>
            </a:r>
          </a:p>
          <a:p>
            <a:pPr marL="403225" lvl="1" indent="0">
              <a:buNone/>
            </a:pPr>
            <a:r>
              <a:rPr lang="en-US" sz="2000" dirty="0"/>
              <a:t>fun(); or</a:t>
            </a:r>
          </a:p>
          <a:p>
            <a:pPr marL="403225" lvl="1" indent="0">
              <a:buNone/>
            </a:pP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returnedvalue</a:t>
            </a:r>
            <a:r>
              <a:rPr lang="en-US" sz="2000" dirty="0"/>
              <a:t> = fun();      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Name of a function is like an object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</a:rPr>
              <a:t>ref_fun</a:t>
            </a:r>
            <a:r>
              <a:rPr lang="en-US" sz="2400" dirty="0">
                <a:latin typeface="Courier New" panose="02070309020205020404" pitchFamily="49" charset="0"/>
              </a:rPr>
              <a:t> = fun; 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</a:rPr>
              <a:t>fun(); </a:t>
            </a:r>
            <a:r>
              <a:rPr lang="en-US" sz="2400" dirty="0">
                <a:latin typeface="Courier New" panose="02070309020205020404" pitchFamily="49" charset="0"/>
                <a:sym typeface="Wingdings" panose="05000000000000000000" pitchFamily="2" charset="2"/>
              </a:rPr>
              <a:t> call the function</a:t>
            </a:r>
            <a:endParaRPr lang="en-US" sz="24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</a:rPr>
              <a:t>ref_fun</a:t>
            </a:r>
            <a:r>
              <a:rPr lang="en-US" sz="2400" dirty="0">
                <a:latin typeface="Courier New" panose="02070309020205020404" pitchFamily="49" charset="0"/>
              </a:rPr>
              <a:t>();  /* A call to fun */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F1F6A-5300-6547-E719-8C72442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48336"/>
      </p:ext>
    </p:extLst>
  </p:cSld>
  <p:clrMapOvr>
    <a:masterClrMapping/>
  </p:clrMapOvr>
  <p:transition>
    <p:wipe dir="d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function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are passed by value</a:t>
            </a:r>
          </a:p>
          <a:p>
            <a:pPr lvl="1"/>
            <a:r>
              <a:rPr lang="en-US" dirty="0"/>
              <a:t>if primitive </a:t>
            </a:r>
            <a:r>
              <a:rPr lang="en-US" dirty="0">
                <a:sym typeface="Wingdings" panose="05000000000000000000" pitchFamily="2" charset="2"/>
              </a:rPr>
              <a:t> copy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object  copy of the </a:t>
            </a:r>
            <a:r>
              <a:rPr lang="en-US" b="1" dirty="0">
                <a:sym typeface="Wingdings" panose="05000000000000000000" pitchFamily="2" charset="2"/>
              </a:rPr>
              <a:t>reference</a:t>
            </a:r>
            <a:r>
              <a:rPr lang="en-US" dirty="0">
                <a:sym typeface="Wingdings" panose="05000000000000000000" pitchFamily="2" charset="2"/>
              </a:rPr>
              <a:t> (Then parameters are passed by Reference)</a:t>
            </a:r>
          </a:p>
          <a:p>
            <a:r>
              <a:rPr lang="en-US" dirty="0"/>
              <a:t>no check of type or number of parameters</a:t>
            </a:r>
          </a:p>
          <a:p>
            <a:pPr lvl="1"/>
            <a:r>
              <a:rPr lang="en-US" dirty="0"/>
              <a:t>if number of parameters exceed </a:t>
            </a:r>
            <a:r>
              <a:rPr lang="en-US" dirty="0">
                <a:sym typeface="Wingdings" panose="05000000000000000000" pitchFamily="2" charset="2"/>
              </a:rPr>
              <a:t> excess are ignored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number is less  completed by undefined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D621D-6DF0-F758-C62D-A8319D0F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75732"/>
      </p:ext>
    </p:extLst>
  </p:cSld>
  <p:clrMapOvr>
    <a:masterClrMapping/>
  </p:clrMapOvr>
  <p:transition>
    <p:wipe dir="d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function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590549" y="2343150"/>
            <a:ext cx="8109697" cy="3920490"/>
          </a:xfrm>
        </p:spPr>
        <p:txBody>
          <a:bodyPr/>
          <a:lstStyle/>
          <a:p>
            <a:r>
              <a:rPr lang="en-US" sz="2000" dirty="0">
                <a:sym typeface="Wingdings" panose="05000000000000000000" pitchFamily="2" charset="2"/>
              </a:rPr>
              <a:t>no </a:t>
            </a:r>
            <a:r>
              <a:rPr lang="en-US" sz="2000" b="1" dirty="0">
                <a:sym typeface="Wingdings" panose="05000000000000000000" pitchFamily="2" charset="2"/>
              </a:rPr>
              <a:t>way</a:t>
            </a:r>
            <a:r>
              <a:rPr lang="en-US" sz="2000" dirty="0">
                <a:sym typeface="Wingdings" panose="05000000000000000000" pitchFamily="2" charset="2"/>
              </a:rPr>
              <a:t> to send primitive variable by reference unless put in an array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function by10(a)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    a[0] *= 10;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</a:rPr>
              <a:t>var</a:t>
            </a:r>
            <a:r>
              <a:rPr lang="en-US" sz="1800" dirty="0"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</a:rPr>
              <a:t>listx</a:t>
            </a:r>
            <a:r>
              <a:rPr lang="en-US" sz="1800" dirty="0">
                <a:latin typeface="Courier New" panose="02070309020205020404" pitchFamily="49" charset="0"/>
              </a:rPr>
              <a:t> = new Array(1);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</a:rPr>
              <a:t>listx</a:t>
            </a:r>
            <a:r>
              <a:rPr lang="en-US" sz="1800" dirty="0">
                <a:latin typeface="Courier New" panose="02070309020205020404" pitchFamily="49" charset="0"/>
              </a:rPr>
              <a:t>[0] = x;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by10(</a:t>
            </a:r>
            <a:r>
              <a:rPr lang="en-US" sz="1800" dirty="0" err="1">
                <a:latin typeface="Courier New" panose="02070309020205020404" pitchFamily="49" charset="0"/>
              </a:rPr>
              <a:t>listx</a:t>
            </a:r>
            <a:r>
              <a:rPr lang="en-US" sz="18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urier New" panose="02070309020205020404" pitchFamily="49" charset="0"/>
              </a:rPr>
              <a:t>	x = </a:t>
            </a:r>
            <a:r>
              <a:rPr lang="en-US" sz="1800" dirty="0" err="1">
                <a:latin typeface="Courier New" panose="02070309020205020404" pitchFamily="49" charset="0"/>
              </a:rPr>
              <a:t>listx</a:t>
            </a:r>
            <a:r>
              <a:rPr lang="en-US" sz="1800" dirty="0">
                <a:latin typeface="Courier New" panose="02070309020205020404" pitchFamily="49" charset="0"/>
              </a:rPr>
              <a:t>[0];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AE6995-E49E-D47F-CA6F-00FAB414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822872"/>
      </p:ext>
    </p:extLst>
  </p:cSld>
  <p:clrMapOvr>
    <a:masterClrMapping/>
  </p:clrMapOvr>
  <p:transition>
    <p:wipe dir="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4" y="409896"/>
            <a:ext cx="7562850" cy="63150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24045-CF02-88A2-14A6-ADBE8BC8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CF261B-FF2D-442F-A685-F9A8C07074B3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435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sort method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To sort something other than strings into alphabetical order, </a:t>
            </a:r>
          </a:p>
          <a:p>
            <a:pPr lvl="1"/>
            <a:r>
              <a:rPr lang="en-US" sz="1800" dirty="0"/>
              <a:t>write a function that performs the comparison </a:t>
            </a:r>
          </a:p>
          <a:p>
            <a:pPr lvl="1"/>
            <a:r>
              <a:rPr lang="en-US" sz="1800" dirty="0"/>
              <a:t>send it to the sort method</a:t>
            </a:r>
          </a:p>
          <a:p>
            <a:r>
              <a:rPr lang="en-US" sz="2000" dirty="0"/>
              <a:t>The comparison function must return </a:t>
            </a:r>
          </a:p>
          <a:p>
            <a:pPr lvl="1"/>
            <a:r>
              <a:rPr lang="en-US" sz="1800" dirty="0"/>
              <a:t>negative number </a:t>
            </a:r>
            <a:r>
              <a:rPr lang="en-US" sz="1800" dirty="0">
                <a:sym typeface="Wingdings" panose="05000000000000000000" pitchFamily="2" charset="2"/>
              </a:rPr>
              <a:t> first is less than second</a:t>
            </a:r>
          </a:p>
          <a:p>
            <a:pPr lvl="1"/>
            <a:r>
              <a:rPr lang="en-US" sz="1800" dirty="0"/>
              <a:t>zero </a:t>
            </a:r>
            <a:r>
              <a:rPr lang="en-US" sz="1800" dirty="0">
                <a:sym typeface="Wingdings" panose="05000000000000000000" pitchFamily="2" charset="2"/>
              </a:rPr>
              <a:t> are equal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positive number </a:t>
            </a:r>
            <a:r>
              <a:rPr lang="en-US" sz="1800" dirty="0">
                <a:sym typeface="Wingdings" panose="05000000000000000000" pitchFamily="2" charset="2"/>
              </a:rPr>
              <a:t> first is greater than second</a:t>
            </a:r>
            <a:endParaRPr lang="en-US" sz="1800" dirty="0"/>
          </a:p>
          <a:p>
            <a:r>
              <a:rPr lang="en-US" sz="2000" dirty="0"/>
              <a:t>function </a:t>
            </a:r>
            <a:r>
              <a:rPr lang="en-US" sz="2000" dirty="0" err="1"/>
              <a:t>num_order</a:t>
            </a:r>
            <a:r>
              <a:rPr lang="en-US" sz="2000" dirty="0"/>
              <a:t>(a, b) {return a - b;}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to sort an array named</a:t>
            </a:r>
            <a:r>
              <a:rPr lang="en-US" sz="1200" dirty="0">
                <a:latin typeface="Courier New" panose="02070309020205020404" pitchFamily="49" charset="0"/>
              </a:rPr>
              <a:t> </a:t>
            </a:r>
            <a:r>
              <a:rPr lang="en-US" sz="1800" dirty="0" err="1"/>
              <a:t>num_list</a:t>
            </a:r>
            <a:endParaRPr lang="en-US" sz="1800" dirty="0"/>
          </a:p>
          <a:p>
            <a:pPr lvl="1"/>
            <a:r>
              <a:rPr lang="en-US" sz="1800" dirty="0" err="1"/>
              <a:t>num_list.sort</a:t>
            </a:r>
            <a:r>
              <a:rPr lang="en-US" sz="1800" dirty="0"/>
              <a:t>(</a:t>
            </a:r>
            <a:r>
              <a:rPr lang="en-US" sz="1800" dirty="0" err="1"/>
              <a:t>num_order</a:t>
            </a:r>
            <a:r>
              <a:rPr lang="en-US" sz="1800" dirty="0"/>
              <a:t>); </a:t>
            </a:r>
            <a:r>
              <a:rPr lang="en-US" sz="1800" dirty="0">
                <a:sym typeface="Wingdings" panose="05000000000000000000" pitchFamily="2" charset="2"/>
              </a:rPr>
              <a:t> sort based on a-b</a:t>
            </a: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71871F-7747-6516-0CC1-54DD8131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59976"/>
      </p:ext>
    </p:extLst>
  </p:cSld>
  <p:clrMapOvr>
    <a:masterClrMapping/>
  </p:clrMapOvr>
  <p:transition>
    <p:wipe dir="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851C-5270-3FFA-95BD-B0989877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sort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C1C73-250C-5509-D9BC-5E86DB43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4BF7B-536B-FECE-BCF1-35CDC3AE012E}"/>
              </a:ext>
            </a:extLst>
          </p:cNvPr>
          <p:cNvSpPr txBox="1"/>
          <p:nvPr/>
        </p:nvSpPr>
        <p:spPr>
          <a:xfrm>
            <a:off x="1075097" y="2395557"/>
            <a:ext cx="61353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people = [</a:t>
            </a:r>
          </a:p>
          <a:p>
            <a:r>
              <a:rPr lang="en-US" dirty="0"/>
              <a:t>  { name: "Alice", age: 25 },</a:t>
            </a:r>
          </a:p>
          <a:p>
            <a:r>
              <a:rPr lang="en-US" dirty="0"/>
              <a:t>  { name: "Bob", age: 20 },</a:t>
            </a:r>
          </a:p>
          <a:p>
            <a:r>
              <a:rPr lang="en-US" dirty="0"/>
              <a:t>  { name: "Charlie", age: 30 }</a:t>
            </a:r>
          </a:p>
          <a:p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 err="1"/>
              <a:t>people.sort</a:t>
            </a:r>
            <a:r>
              <a:rPr lang="en-US" dirty="0"/>
              <a:t>((a, b) =&gt; </a:t>
            </a:r>
            <a:r>
              <a:rPr lang="en-US" dirty="0" err="1"/>
              <a:t>a.age</a:t>
            </a:r>
            <a:r>
              <a:rPr lang="en-US" dirty="0"/>
              <a:t> - </a:t>
            </a:r>
            <a:r>
              <a:rPr lang="en-US" dirty="0" err="1"/>
              <a:t>b.age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console.log(people);</a:t>
            </a:r>
          </a:p>
          <a:p>
            <a:r>
              <a:rPr lang="en-US" dirty="0"/>
              <a:t>// [</a:t>
            </a:r>
          </a:p>
          <a:p>
            <a:r>
              <a:rPr lang="en-US" dirty="0"/>
              <a:t>//   { name: "Bob", age: 20 },</a:t>
            </a:r>
          </a:p>
          <a:p>
            <a:r>
              <a:rPr lang="en-US" dirty="0"/>
              <a:t>//   { name: "Alice", age: 25 },</a:t>
            </a:r>
          </a:p>
          <a:p>
            <a:r>
              <a:rPr lang="en-US" dirty="0"/>
              <a:t>//   { name: "Charlie", age: 30 }</a:t>
            </a:r>
          </a:p>
          <a:p>
            <a:r>
              <a:rPr lang="en-US" dirty="0"/>
              <a:t>// ]</a:t>
            </a:r>
          </a:p>
        </p:txBody>
      </p:sp>
    </p:spTree>
    <p:extLst>
      <p:ext uri="{BB962C8B-B14F-4D97-AF65-F5344CB8AC3E}">
        <p14:creationId xmlns:p14="http://schemas.microsoft.com/office/powerpoint/2010/main" val="38403893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Everything else is objects</a:t>
            </a:r>
          </a:p>
          <a:p>
            <a:endParaRPr lang="en-US"/>
          </a:p>
          <a:p>
            <a:r>
              <a:rPr lang="en-US"/>
              <a:t>Objects can contain data and methods</a:t>
            </a:r>
          </a:p>
          <a:p>
            <a:endParaRPr lang="en-US"/>
          </a:p>
          <a:p>
            <a:r>
              <a:rPr lang="en-US"/>
              <a:t>Objects can inherit from other objects.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3655B4-DDFD-BD58-3278-A43B53DD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62304" y="547907"/>
            <a:ext cx="8229600" cy="1143000"/>
          </a:xfrm>
        </p:spPr>
        <p:txBody>
          <a:bodyPr/>
          <a:lstStyle/>
          <a:p>
            <a:r>
              <a:rPr lang="en-US" dirty="0"/>
              <a:t>Object Literals</a:t>
            </a:r>
          </a:p>
        </p:txBody>
      </p:sp>
      <p:graphicFrame>
        <p:nvGraphicFramePr>
          <p:cNvPr id="141399" name="Group 87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031678687"/>
              </p:ext>
            </p:extLst>
          </p:nvPr>
        </p:nvGraphicFramePr>
        <p:xfrm>
          <a:off x="1040523" y="3040089"/>
          <a:ext cx="5486400" cy="251460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1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"name"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"Jack B. Nimble"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"goto"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"Jail"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"grade"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"A"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"level"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bg1"/>
                          </a:solidFill>
                          <a:latin typeface="Arial Black" panose="020B0A040201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9044" name="Text Box 4"/>
          <p:cNvSpPr txBox="1">
            <a:spLocks noChangeArrowheads="1"/>
          </p:cNvSpPr>
          <p:nvPr/>
        </p:nvSpPr>
        <p:spPr bwMode="auto">
          <a:xfrm>
            <a:off x="685799" y="2167759"/>
            <a:ext cx="83530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myObject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{name: "Jack B. Nimble", '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goto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': 'Jail', grade: 'A', level: 3}; </a:t>
            </a:r>
          </a:p>
        </p:txBody>
      </p:sp>
      <p:sp>
        <p:nvSpPr>
          <p:cNvPr id="129045" name="Text Box 42"/>
          <p:cNvSpPr txBox="1">
            <a:spLocks noChangeArrowheads="1"/>
          </p:cNvSpPr>
          <p:nvPr/>
        </p:nvSpPr>
        <p:spPr bwMode="auto">
          <a:xfrm>
            <a:off x="1647497" y="5843752"/>
            <a:ext cx="54259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myObject.name;</a:t>
            </a:r>
          </a:p>
          <a:p>
            <a:pPr algn="l" eaLnBrk="1" hangingPunct="1"/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destination =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myObject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['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goto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'];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32CD3-1E10-9897-269F-EF9639BFB4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1DCF6-B164-4B94-B570-52B83BFCF1EF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Objects can be passed as arguments to functions, and can be returned by functions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Objects are passed by reference.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Objects are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passed by value.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</a:rPr>
              <a:t>===</a:t>
            </a:r>
            <a:r>
              <a:rPr lang="en-US" dirty="0"/>
              <a:t> operator compares object references, not values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latin typeface="Courier New" panose="02070309020205020404" pitchFamily="49" charset="0"/>
              </a:rPr>
              <a:t>true</a:t>
            </a:r>
            <a:r>
              <a:rPr lang="en-US" dirty="0"/>
              <a:t> only if both operands are the same object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9DDAD7-6BC7-7EA1-74A6-D504A469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Delete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Members can be removed from an object with the </a:t>
            </a:r>
            <a:r>
              <a:rPr lang="en-US" b="1">
                <a:latin typeface="Courier New" panose="02070309020205020404" pitchFamily="49" charset="0"/>
              </a:rPr>
              <a:t>delete</a:t>
            </a:r>
            <a:r>
              <a:rPr lang="en-US"/>
              <a:t> operator</a:t>
            </a:r>
          </a:p>
          <a:p>
            <a:endParaRPr lang="en-US"/>
          </a:p>
          <a:p>
            <a:pPr lvl="1"/>
            <a:r>
              <a:rPr lang="en-US" b="1">
                <a:latin typeface="Courier New" panose="02070309020205020404" pitchFamily="49" charset="0"/>
              </a:rPr>
              <a:t>delete</a:t>
            </a:r>
            <a:r>
              <a:rPr lang="en-US"/>
              <a:t> </a:t>
            </a:r>
            <a:r>
              <a:rPr lang="en-US" i="1"/>
              <a:t>myObject</a:t>
            </a:r>
            <a:r>
              <a:rPr lang="en-US" b="1">
                <a:latin typeface="Courier New" panose="02070309020205020404" pitchFamily="49" charset="0"/>
              </a:rPr>
              <a:t>[</a:t>
            </a:r>
            <a:r>
              <a:rPr lang="en-US" i="1"/>
              <a:t>name</a:t>
            </a:r>
            <a:r>
              <a:rPr lang="en-US" b="1"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45033F-C35F-5B06-985A-9825938F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86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</a:t>
            </a:r>
            <a:r>
              <a:rPr lang="en-US" dirty="0"/>
              <a:t> function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520263" y="2375338"/>
            <a:ext cx="7162799" cy="3584028"/>
          </a:xfrm>
        </p:spPr>
        <p:txBody>
          <a:bodyPr/>
          <a:lstStyle/>
          <a:p>
            <a:pPr marL="403225" lvl="1" indent="0">
              <a:lnSpc>
                <a:spcPct val="90000"/>
              </a:lnSpc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eval</a:t>
            </a:r>
            <a:r>
              <a:rPr lang="en-US" sz="2400" b="1" dirty="0">
                <a:latin typeface="Courier New" panose="02070309020205020404" pitchFamily="49" charset="0"/>
              </a:rPr>
              <a:t>(</a:t>
            </a:r>
            <a:r>
              <a:rPr lang="en-US" sz="2400" i="1" dirty="0"/>
              <a:t>string</a:t>
            </a:r>
            <a:r>
              <a:rPr lang="en-US" sz="2400" b="1" dirty="0">
                <a:latin typeface="Courier New" panose="02070309020205020404" pitchFamily="49" charset="0"/>
              </a:rPr>
              <a:t>)</a:t>
            </a:r>
          </a:p>
          <a:p>
            <a:pPr lvl="1">
              <a:lnSpc>
                <a:spcPct val="90000"/>
              </a:lnSpc>
            </a:pPr>
            <a:endParaRPr lang="en-US" sz="24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sz="2000" dirty="0"/>
              <a:t>The </a:t>
            </a:r>
            <a:r>
              <a:rPr lang="en-US" sz="2000" b="1" dirty="0" err="1">
                <a:latin typeface="Courier New" panose="02070309020205020404" pitchFamily="49" charset="0"/>
              </a:rPr>
              <a:t>eval</a:t>
            </a:r>
            <a:r>
              <a:rPr lang="en-US" sz="2000" dirty="0"/>
              <a:t> function compiles and executes a string and returns the result.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It is what the browser uses to convert strings into actions.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It is the most misused feature of the language.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0DDAE-3437-523A-F10C-8526D9E6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87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Code Conventions for the JavaScript Programming Language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625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endParaRPr lang="en-US" b="1" dirty="0">
              <a:latin typeface="Courier New" panose="02070309020205020404" pitchFamily="49" charset="0"/>
            </a:endParaRPr>
          </a:p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b="1" dirty="0">
                <a:latin typeface="Courier New" panose="02070309020205020404" pitchFamily="49" charset="0"/>
              </a:rPr>
              <a:t>http://javascript.crockford.com/code.html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163E4-3E4D-2781-BB94-A47F1562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B7A2E-6BCC-46AB-815D-A9BB0CD43F2A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Semicolon insertion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the compiler sees an error, it attempts to replace a nearby linefeed with a semicolon and try again.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should alarm you.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can mask errors.</a:t>
            </a: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spcAft>
                <a:spcPts val="0"/>
              </a:spcAft>
              <a:buFont typeface="Wingdings 3" charset="2"/>
              <a:buChar char="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Always use the full, correct forms, including semicolons.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9C955-C921-77EF-A188-E2BD1068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89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 all variables at the beginning of the function.</a:t>
            </a:r>
          </a:p>
          <a:p>
            <a:endParaRPr lang="en-US"/>
          </a:p>
          <a:p>
            <a:r>
              <a:rPr lang="en-US"/>
              <a:t>JavaScript does not have block scope, so their is no advantage in declaring variables at the place of their first use.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E8DAD-CF3C-2785-7132-C5AFA69A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90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Assignment Expressions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use assignment expressions in the condition parts of </a:t>
            </a:r>
            <a:r>
              <a:rPr lang="en-US" b="1" dirty="0">
                <a:latin typeface="Courier New" panose="02070309020205020404" pitchFamily="49" charset="0"/>
              </a:rPr>
              <a:t>if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</a:rPr>
              <a:t>while</a:t>
            </a:r>
            <a:r>
              <a:rPr lang="en-US" dirty="0"/>
              <a:t>, or </a:t>
            </a:r>
            <a:r>
              <a:rPr lang="en-US" b="1" dirty="0">
                <a:latin typeface="Courier New" panose="02070309020205020404" pitchFamily="49" charset="0"/>
              </a:rPr>
              <a:t>for</a:t>
            </a:r>
            <a:r>
              <a:rPr lang="en-US" dirty="0"/>
              <a:t>.</a:t>
            </a:r>
          </a:p>
          <a:p>
            <a:r>
              <a:rPr lang="en-US" dirty="0"/>
              <a:t>It is more likely that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if (a = b) { ... }</a:t>
            </a:r>
            <a:r>
              <a:rPr lang="en-US" dirty="0"/>
              <a:t> </a:t>
            </a:r>
          </a:p>
          <a:p>
            <a:r>
              <a:rPr lang="en-US" dirty="0"/>
              <a:t>was intended to be 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if (a == b) { ... }</a:t>
            </a:r>
            <a:r>
              <a:rPr lang="en-US" dirty="0"/>
              <a:t> </a:t>
            </a:r>
          </a:p>
          <a:p>
            <a:r>
              <a:rPr lang="en-US" dirty="0"/>
              <a:t>Avoid tricky expressions.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D0D0CC-8768-C4D7-CD45-251C945D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91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== and !=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that </a:t>
            </a:r>
            <a:r>
              <a:rPr lang="en-US" b="1" dirty="0">
                <a:latin typeface="Courier New" panose="02070309020205020404" pitchFamily="49" charset="0"/>
              </a:rPr>
              <a:t>==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</a:rPr>
              <a:t>!=</a:t>
            </a:r>
            <a:r>
              <a:rPr lang="en-US" dirty="0"/>
              <a:t> do type coercion.</a:t>
            </a:r>
          </a:p>
          <a:p>
            <a:r>
              <a:rPr lang="en-US" dirty="0"/>
              <a:t>Bad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if (a == null) { ... }</a:t>
            </a:r>
          </a:p>
          <a:p>
            <a:r>
              <a:rPr lang="en-US" dirty="0"/>
              <a:t>Good: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if (a === null) { ... }</a:t>
            </a:r>
          </a:p>
          <a:p>
            <a:pPr marL="403225" lvl="1" indent="0">
              <a:buNone/>
            </a:pPr>
            <a:r>
              <a:rPr lang="en-US" b="1" dirty="0">
                <a:latin typeface="Courier New" panose="02070309020205020404" pitchFamily="49" charset="0"/>
              </a:rPr>
              <a:t>if (!a) { ... }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F269B-44D3-E423-35CD-08378B1B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ED489F-FD25-4BC7-BAC2-B7721299E503}" type="slidenum">
              <a:rPr lang="en-US" smtClean="0"/>
              <a:pPr>
                <a:defRPr/>
              </a:pPr>
              <a:t>92</a:t>
            </a:fld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3" ma:contentTypeDescription="Create a new document." ma:contentTypeScope="" ma:versionID="0558f5131f6a6215fe38876429cdf331">
  <xsd:schema xmlns:xsd="http://www.w3.org/2001/XMLSchema" xmlns:xs="http://www.w3.org/2001/XMLSchema" xmlns:p="http://schemas.microsoft.com/office/2006/metadata/properties" xmlns:ns2="eb3e1578-f179-4e15-9381-9501b2dce7c0" targetNamespace="http://schemas.microsoft.com/office/2006/metadata/properties" ma:root="true" ma:fieldsID="a1328ed78473fb4399bef447b7e69837" ns2:_="">
    <xsd:import namespace="eb3e1578-f179-4e15-9381-9501b2dce7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e1578-f179-4e15-9381-9501b2dce7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CA0FB7-A9A2-4242-A2C0-BD725D70D68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A782A1B-2189-4CFE-9D42-D57DF9F767E7}"/>
</file>

<file path=customXml/itemProps3.xml><?xml version="1.0" encoding="utf-8"?>
<ds:datastoreItem xmlns:ds="http://schemas.openxmlformats.org/officeDocument/2006/customXml" ds:itemID="{A133BABC-4C7A-4FFC-838A-DA605AE610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17969</TotalTime>
  <Words>5494</Words>
  <Application>Microsoft Office PowerPoint</Application>
  <PresentationFormat>On-screen Show (4:3)</PresentationFormat>
  <Paragraphs>1031</Paragraphs>
  <Slides>92</Slides>
  <Notes>82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Arial Black</vt:lpstr>
      <vt:lpstr>Century Gothic</vt:lpstr>
      <vt:lpstr>Courier New</vt:lpstr>
      <vt:lpstr>Times New Roman</vt:lpstr>
      <vt:lpstr>Wingdings</vt:lpstr>
      <vt:lpstr>Wingdings 3</vt:lpstr>
      <vt:lpstr>Ion Boardroom</vt:lpstr>
      <vt:lpstr>JavaScript</vt:lpstr>
      <vt:lpstr>Overview</vt:lpstr>
      <vt:lpstr>Overview</vt:lpstr>
      <vt:lpstr>Where to put the code ?</vt:lpstr>
      <vt:lpstr>Variables &amp; Primitives Values</vt:lpstr>
      <vt:lpstr>NaN</vt:lpstr>
      <vt:lpstr>Number function</vt:lpstr>
      <vt:lpstr>parseInt function</vt:lpstr>
      <vt:lpstr>Math</vt:lpstr>
      <vt:lpstr>String length</vt:lpstr>
      <vt:lpstr>String function</vt:lpstr>
      <vt:lpstr>String Methods</vt:lpstr>
      <vt:lpstr>Booleans</vt:lpstr>
      <vt:lpstr>Boolean function</vt:lpstr>
      <vt:lpstr>NaN</vt:lpstr>
      <vt:lpstr>undefined</vt:lpstr>
      <vt:lpstr>Falsy values</vt:lpstr>
      <vt:lpstr>NaN , null , undefined </vt:lpstr>
      <vt:lpstr>Coercion: implicit conversion</vt:lpstr>
      <vt:lpstr>Coercion: implicit conversion</vt:lpstr>
      <vt:lpstr>== Loose equality</vt:lpstr>
      <vt:lpstr>=== strict equality(safe)</vt:lpstr>
      <vt:lpstr>Everything Else Is Objects</vt:lpstr>
      <vt:lpstr>Dynamic Objects</vt:lpstr>
      <vt:lpstr>Dynamic Objects</vt:lpstr>
      <vt:lpstr>Identifiers</vt:lpstr>
      <vt:lpstr>Reserved Words</vt:lpstr>
      <vt:lpstr>Comments</vt:lpstr>
      <vt:lpstr>Operators</vt:lpstr>
      <vt:lpstr>+</vt:lpstr>
      <vt:lpstr>+</vt:lpstr>
      <vt:lpstr>==  !=</vt:lpstr>
      <vt:lpstr>&amp;&amp;</vt:lpstr>
      <vt:lpstr>||</vt:lpstr>
      <vt:lpstr>!</vt:lpstr>
      <vt:lpstr>Bitwise</vt:lpstr>
      <vt:lpstr>typeof operator</vt:lpstr>
      <vt:lpstr>typeof</vt:lpstr>
      <vt:lpstr>Document and Window</vt:lpstr>
      <vt:lpstr>Screen output &amp; keyboard input</vt:lpstr>
      <vt:lpstr>Screen output &amp; keyboard input</vt:lpstr>
      <vt:lpstr>Date object</vt:lpstr>
      <vt:lpstr>Statements</vt:lpstr>
      <vt:lpstr>Comparison Operators</vt:lpstr>
      <vt:lpstr>If statement</vt:lpstr>
      <vt:lpstr>Switch statement</vt:lpstr>
      <vt:lpstr>Switch statement</vt:lpstr>
      <vt:lpstr>Switch statement</vt:lpstr>
      <vt:lpstr>For statement</vt:lpstr>
      <vt:lpstr>while &amp; do..while statements</vt:lpstr>
      <vt:lpstr>while &amp; do..while statements</vt:lpstr>
      <vt:lpstr>Break statement</vt:lpstr>
      <vt:lpstr>Object Creation &amp; Modification</vt:lpstr>
      <vt:lpstr>For statement : iterator</vt:lpstr>
      <vt:lpstr>Try statement</vt:lpstr>
      <vt:lpstr>Try Statement</vt:lpstr>
      <vt:lpstr>Arrays</vt:lpstr>
      <vt:lpstr>Arrays Creation</vt:lpstr>
      <vt:lpstr>Arrays: length, access</vt:lpstr>
      <vt:lpstr>2D arrays</vt:lpstr>
      <vt:lpstr>Array Methods</vt:lpstr>
      <vt:lpstr>Array Methods</vt:lpstr>
      <vt:lpstr>Array Methods</vt:lpstr>
      <vt:lpstr>Array Methods</vt:lpstr>
      <vt:lpstr>Array Methods</vt:lpstr>
      <vt:lpstr>Array Methods</vt:lpstr>
      <vt:lpstr>Array Methods</vt:lpstr>
      <vt:lpstr>Array Methods</vt:lpstr>
      <vt:lpstr>Array Methods</vt:lpstr>
      <vt:lpstr>Array Methods</vt:lpstr>
      <vt:lpstr>Deleting Elements</vt:lpstr>
      <vt:lpstr>Deleting Elements</vt:lpstr>
      <vt:lpstr>Function statement</vt:lpstr>
      <vt:lpstr>var statement</vt:lpstr>
      <vt:lpstr>Scope</vt:lpstr>
      <vt:lpstr>Return statement</vt:lpstr>
      <vt:lpstr>Call function</vt:lpstr>
      <vt:lpstr>Call function</vt:lpstr>
      <vt:lpstr>Call function</vt:lpstr>
      <vt:lpstr>PowerPoint Presentation</vt:lpstr>
      <vt:lpstr>Back to sort method</vt:lpstr>
      <vt:lpstr>Back to sort method</vt:lpstr>
      <vt:lpstr>Objects</vt:lpstr>
      <vt:lpstr>Object Literals</vt:lpstr>
      <vt:lpstr>Reference</vt:lpstr>
      <vt:lpstr>Delete</vt:lpstr>
      <vt:lpstr>eval function</vt:lpstr>
      <vt:lpstr>Code Conventions for the JavaScript Programming Language</vt:lpstr>
      <vt:lpstr>Semicolon insertion</vt:lpstr>
      <vt:lpstr>Variables</vt:lpstr>
      <vt:lpstr>Assignment Expressions</vt:lpstr>
      <vt:lpstr>== and !=</vt:lpstr>
    </vt:vector>
  </TitlesOfParts>
  <Company>Yahoo!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Douglas Crockford</dc:creator>
  <cp:lastModifiedBy>Kamal Beydoun</cp:lastModifiedBy>
  <cp:revision>444</cp:revision>
  <dcterms:created xsi:type="dcterms:W3CDTF">2005-10-05T17:31:40Z</dcterms:created>
  <dcterms:modified xsi:type="dcterms:W3CDTF">2025-10-02T19:05:09Z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