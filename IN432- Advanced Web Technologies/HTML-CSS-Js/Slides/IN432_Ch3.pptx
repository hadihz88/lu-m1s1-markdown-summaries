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837" r:id="rId2"/>
  </p:sldMasterIdLst>
  <p:notesMasterIdLst>
    <p:notesMasterId r:id="rId21"/>
  </p:notesMasterIdLst>
  <p:handoutMasterIdLst>
    <p:handoutMasterId r:id="rId22"/>
  </p:handoutMasterIdLst>
  <p:sldIdLst>
    <p:sldId id="286" r:id="rId3"/>
    <p:sldId id="257" r:id="rId4"/>
    <p:sldId id="287" r:id="rId5"/>
    <p:sldId id="289" r:id="rId6"/>
    <p:sldId id="288" r:id="rId7"/>
    <p:sldId id="291" r:id="rId8"/>
    <p:sldId id="290" r:id="rId9"/>
    <p:sldId id="285" r:id="rId10"/>
    <p:sldId id="292" r:id="rId11"/>
    <p:sldId id="293" r:id="rId12"/>
    <p:sldId id="294" r:id="rId13"/>
    <p:sldId id="295" r:id="rId14"/>
    <p:sldId id="296" r:id="rId15"/>
    <p:sldId id="298" r:id="rId16"/>
    <p:sldId id="299" r:id="rId17"/>
    <p:sldId id="300" r:id="rId18"/>
    <p:sldId id="356" r:id="rId19"/>
    <p:sldId id="357" r:id="rId20"/>
  </p:sldIdLst>
  <p:sldSz cx="12192000" cy="6858000"/>
  <p:notesSz cx="7315200" cy="96012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03399"/>
    <a:srgbClr val="CC0099"/>
    <a:srgbClr val="FF6600"/>
    <a:srgbClr val="FF9900"/>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A025B3-B139-4627-AE07-C86794B11E10}" v="1" dt="2025-09-21T16:33:53.8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829" autoAdjust="0"/>
    <p:restoredTop sz="91257" autoAdjust="0"/>
  </p:normalViewPr>
  <p:slideViewPr>
    <p:cSldViewPr>
      <p:cViewPr varScale="1">
        <p:scale>
          <a:sx n="102" d="100"/>
          <a:sy n="102" d="100"/>
        </p:scale>
        <p:origin x="558" y="10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customXml" Target="../customXml/item3.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microsoft.com/office/2016/11/relationships/changesInfo" Target="changesInfos/changesInfo1.xml"/><Relationship Id="rId30" Type="http://schemas.openxmlformats.org/officeDocument/2006/relationships/customXml" Target="../customXml/item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mal Beydoun" userId="e88cbbf3-5e5f-46df-aecf-fe10b322ce6e" providerId="ADAL" clId="{E4876F53-9B78-423D-99A1-E03CA3D47365}"/>
    <pc:docChg chg="undo custSel addSld delSld modSld">
      <pc:chgData name="Kamal Beydoun" userId="e88cbbf3-5e5f-46df-aecf-fe10b322ce6e" providerId="ADAL" clId="{E4876F53-9B78-423D-99A1-E03CA3D47365}" dt="2025-09-21T16:34:39.027" v="5" actId="6549"/>
      <pc:docMkLst>
        <pc:docMk/>
      </pc:docMkLst>
      <pc:sldChg chg="modSp add del mod">
        <pc:chgData name="Kamal Beydoun" userId="e88cbbf3-5e5f-46df-aecf-fe10b322ce6e" providerId="ADAL" clId="{E4876F53-9B78-423D-99A1-E03CA3D47365}" dt="2025-09-21T16:34:39.027" v="5" actId="6549"/>
        <pc:sldMkLst>
          <pc:docMk/>
          <pc:sldMk cId="0" sldId="285"/>
        </pc:sldMkLst>
        <pc:spChg chg="mod">
          <ac:chgData name="Kamal Beydoun" userId="e88cbbf3-5e5f-46df-aecf-fe10b322ce6e" providerId="ADAL" clId="{E4876F53-9B78-423D-99A1-E03CA3D47365}" dt="2025-09-21T16:34:39.027" v="5" actId="6549"/>
          <ac:spMkLst>
            <pc:docMk/>
            <pc:sldMk cId="0" sldId="285"/>
            <ac:spMk id="3" creationId="{03E067FB-C4B2-B9D1-E15D-CFF388D4F389}"/>
          </ac:spMkLst>
        </pc:spChg>
      </pc:sldChg>
      <pc:sldChg chg="add">
        <pc:chgData name="Kamal Beydoun" userId="e88cbbf3-5e5f-46df-aecf-fe10b322ce6e" providerId="ADAL" clId="{E4876F53-9B78-423D-99A1-E03CA3D47365}" dt="2025-09-21T16:33:53.874" v="0"/>
        <pc:sldMkLst>
          <pc:docMk/>
          <pc:sldMk cId="0" sldId="28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5019D4B8-1D9F-CD33-7DAF-E317C38ED372}"/>
              </a:ext>
            </a:extLst>
          </p:cNvPr>
          <p:cNvSpPr>
            <a:spLocks noGrp="1" noChangeArrowheads="1"/>
          </p:cNvSpPr>
          <p:nvPr>
            <p:ph type="hdr" sz="quarter"/>
          </p:nvPr>
        </p:nvSpPr>
        <p:spPr bwMode="auto">
          <a:xfrm>
            <a:off x="0" y="0"/>
            <a:ext cx="3170238" cy="479425"/>
          </a:xfrm>
          <a:prstGeom prst="rect">
            <a:avLst/>
          </a:prstGeom>
          <a:noFill/>
          <a:ln>
            <a:noFill/>
          </a:ln>
          <a:effectLst/>
        </p:spPr>
        <p:txBody>
          <a:bodyPr vert="horz" wrap="square" lIns="96661" tIns="48331" rIns="96661" bIns="48331" numCol="1" anchor="t" anchorCtr="0" compatLnSpc="1">
            <a:prstTxWarp prst="textNoShape">
              <a:avLst/>
            </a:prstTxWarp>
          </a:bodyPr>
          <a:lstStyle>
            <a:lvl1pPr defTabSz="966788" eaLnBrk="1" fontAlgn="auto" hangingPunct="1">
              <a:spcBef>
                <a:spcPts val="0"/>
              </a:spcBef>
              <a:spcAft>
                <a:spcPts val="0"/>
              </a:spcAft>
              <a:defRPr sz="1300">
                <a:latin typeface="+mn-lt"/>
              </a:defRPr>
            </a:lvl1pPr>
          </a:lstStyle>
          <a:p>
            <a:pPr>
              <a:defRPr/>
            </a:pPr>
            <a:endParaRPr lang="en-US" altLang="en-US"/>
          </a:p>
        </p:txBody>
      </p:sp>
      <p:sp>
        <p:nvSpPr>
          <p:cNvPr id="56323" name="Rectangle 3">
            <a:extLst>
              <a:ext uri="{FF2B5EF4-FFF2-40B4-BE49-F238E27FC236}">
                <a16:creationId xmlns:a16="http://schemas.microsoft.com/office/drawing/2014/main" id="{19F06F07-9FC7-17F8-E86F-A666770706B6}"/>
              </a:ext>
            </a:extLst>
          </p:cNvPr>
          <p:cNvSpPr>
            <a:spLocks noGrp="1" noChangeArrowheads="1"/>
          </p:cNvSpPr>
          <p:nvPr>
            <p:ph type="dt" sz="quarter" idx="1"/>
          </p:nvPr>
        </p:nvSpPr>
        <p:spPr bwMode="auto">
          <a:xfrm>
            <a:off x="4144963" y="0"/>
            <a:ext cx="3170237" cy="479425"/>
          </a:xfrm>
          <a:prstGeom prst="rect">
            <a:avLst/>
          </a:prstGeom>
          <a:noFill/>
          <a:ln>
            <a:noFill/>
          </a:ln>
          <a:effectLst/>
        </p:spPr>
        <p:txBody>
          <a:bodyPr vert="horz" wrap="square" lIns="96661" tIns="48331" rIns="96661" bIns="48331" numCol="1" anchor="t" anchorCtr="0" compatLnSpc="1">
            <a:prstTxWarp prst="textNoShape">
              <a:avLst/>
            </a:prstTxWarp>
          </a:bodyPr>
          <a:lstStyle>
            <a:lvl1pPr algn="r" defTabSz="966788" eaLnBrk="1" fontAlgn="auto" hangingPunct="1">
              <a:spcBef>
                <a:spcPts val="0"/>
              </a:spcBef>
              <a:spcAft>
                <a:spcPts val="0"/>
              </a:spcAft>
              <a:defRPr sz="1300">
                <a:latin typeface="+mn-lt"/>
              </a:defRPr>
            </a:lvl1pPr>
          </a:lstStyle>
          <a:p>
            <a:pPr>
              <a:defRPr/>
            </a:pPr>
            <a:endParaRPr lang="en-US" altLang="en-US"/>
          </a:p>
        </p:txBody>
      </p:sp>
      <p:sp>
        <p:nvSpPr>
          <p:cNvPr id="56324" name="Rectangle 4">
            <a:extLst>
              <a:ext uri="{FF2B5EF4-FFF2-40B4-BE49-F238E27FC236}">
                <a16:creationId xmlns:a16="http://schemas.microsoft.com/office/drawing/2014/main" id="{94735814-2621-CF8C-4075-012E6E0C9983}"/>
              </a:ext>
            </a:extLst>
          </p:cNvPr>
          <p:cNvSpPr>
            <a:spLocks noGrp="1" noChangeArrowheads="1"/>
          </p:cNvSpPr>
          <p:nvPr>
            <p:ph type="ftr" sz="quarter" idx="2"/>
          </p:nvPr>
        </p:nvSpPr>
        <p:spPr bwMode="auto">
          <a:xfrm>
            <a:off x="0" y="9121775"/>
            <a:ext cx="3170238" cy="479425"/>
          </a:xfrm>
          <a:prstGeom prst="rect">
            <a:avLst/>
          </a:prstGeom>
          <a:noFill/>
          <a:ln>
            <a:noFill/>
          </a:ln>
          <a:effectLst/>
        </p:spPr>
        <p:txBody>
          <a:bodyPr vert="horz" wrap="square" lIns="96661" tIns="48331" rIns="96661" bIns="48331" numCol="1" anchor="b" anchorCtr="0" compatLnSpc="1">
            <a:prstTxWarp prst="textNoShape">
              <a:avLst/>
            </a:prstTxWarp>
          </a:bodyPr>
          <a:lstStyle>
            <a:lvl1pPr defTabSz="966788" eaLnBrk="1" fontAlgn="auto" hangingPunct="1">
              <a:spcBef>
                <a:spcPts val="0"/>
              </a:spcBef>
              <a:spcAft>
                <a:spcPts val="0"/>
              </a:spcAft>
              <a:defRPr sz="1300">
                <a:latin typeface="+mn-lt"/>
              </a:defRPr>
            </a:lvl1pPr>
          </a:lstStyle>
          <a:p>
            <a:pPr>
              <a:defRPr/>
            </a:pPr>
            <a:endParaRPr lang="en-US" altLang="en-US"/>
          </a:p>
        </p:txBody>
      </p:sp>
      <p:sp>
        <p:nvSpPr>
          <p:cNvPr id="56325" name="Rectangle 5">
            <a:extLst>
              <a:ext uri="{FF2B5EF4-FFF2-40B4-BE49-F238E27FC236}">
                <a16:creationId xmlns:a16="http://schemas.microsoft.com/office/drawing/2014/main" id="{3FE4578B-9509-F0B3-5A69-19097E01600C}"/>
              </a:ext>
            </a:extLst>
          </p:cNvPr>
          <p:cNvSpPr>
            <a:spLocks noGrp="1" noChangeArrowheads="1"/>
          </p:cNvSpPr>
          <p:nvPr>
            <p:ph type="sldNum" sz="quarter" idx="3"/>
          </p:nvPr>
        </p:nvSpPr>
        <p:spPr bwMode="auto">
          <a:xfrm>
            <a:off x="4144963" y="9121775"/>
            <a:ext cx="3170237" cy="479425"/>
          </a:xfrm>
          <a:prstGeom prst="rect">
            <a:avLst/>
          </a:prstGeom>
          <a:noFill/>
          <a:ln>
            <a:noFill/>
          </a:ln>
          <a:effectLst/>
        </p:spPr>
        <p:txBody>
          <a:bodyPr vert="horz" wrap="square" lIns="96661" tIns="48331" rIns="96661" bIns="48331" numCol="1" anchor="b" anchorCtr="0" compatLnSpc="1">
            <a:prstTxWarp prst="textNoShape">
              <a:avLst/>
            </a:prstTxWarp>
          </a:bodyPr>
          <a:lstStyle>
            <a:lvl1pPr algn="r" defTabSz="966788" eaLnBrk="1" hangingPunct="1">
              <a:defRPr sz="1300"/>
            </a:lvl1pPr>
          </a:lstStyle>
          <a:p>
            <a:pPr>
              <a:defRPr/>
            </a:pPr>
            <a:fld id="{1D3541A8-F561-4B47-8471-2FB0C5A2B72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5D216D3B-78FC-8C42-ADBF-840A67EA8DFB}"/>
              </a:ext>
            </a:extLst>
          </p:cNvPr>
          <p:cNvSpPr>
            <a:spLocks noGrp="1" noChangeArrowheads="1"/>
          </p:cNvSpPr>
          <p:nvPr>
            <p:ph type="hdr" sz="quarter"/>
          </p:nvPr>
        </p:nvSpPr>
        <p:spPr bwMode="auto">
          <a:xfrm>
            <a:off x="0" y="0"/>
            <a:ext cx="3170238" cy="479425"/>
          </a:xfrm>
          <a:prstGeom prst="rect">
            <a:avLst/>
          </a:prstGeom>
          <a:noFill/>
          <a:ln>
            <a:noFill/>
          </a:ln>
          <a:effectLst/>
        </p:spPr>
        <p:txBody>
          <a:bodyPr vert="horz" wrap="square" lIns="96661" tIns="48331" rIns="96661" bIns="48331" numCol="1" anchor="t" anchorCtr="0" compatLnSpc="1">
            <a:prstTxWarp prst="textNoShape">
              <a:avLst/>
            </a:prstTxWarp>
          </a:bodyPr>
          <a:lstStyle>
            <a:lvl1pPr defTabSz="966788" eaLnBrk="1" fontAlgn="auto" hangingPunct="1">
              <a:spcBef>
                <a:spcPts val="0"/>
              </a:spcBef>
              <a:spcAft>
                <a:spcPts val="0"/>
              </a:spcAft>
              <a:defRPr sz="1300">
                <a:latin typeface="+mn-lt"/>
              </a:defRPr>
            </a:lvl1pPr>
          </a:lstStyle>
          <a:p>
            <a:pPr>
              <a:defRPr/>
            </a:pPr>
            <a:endParaRPr lang="en-US" altLang="en-US"/>
          </a:p>
        </p:txBody>
      </p:sp>
      <p:sp>
        <p:nvSpPr>
          <p:cNvPr id="52227" name="Rectangle 3">
            <a:extLst>
              <a:ext uri="{FF2B5EF4-FFF2-40B4-BE49-F238E27FC236}">
                <a16:creationId xmlns:a16="http://schemas.microsoft.com/office/drawing/2014/main" id="{DA1AD10C-1F07-3F25-7BA5-F52E0E3719BC}"/>
              </a:ext>
            </a:extLst>
          </p:cNvPr>
          <p:cNvSpPr>
            <a:spLocks noGrp="1" noChangeArrowheads="1"/>
          </p:cNvSpPr>
          <p:nvPr>
            <p:ph type="dt" idx="1"/>
          </p:nvPr>
        </p:nvSpPr>
        <p:spPr bwMode="auto">
          <a:xfrm>
            <a:off x="4144963" y="0"/>
            <a:ext cx="3170237" cy="479425"/>
          </a:xfrm>
          <a:prstGeom prst="rect">
            <a:avLst/>
          </a:prstGeom>
          <a:noFill/>
          <a:ln>
            <a:noFill/>
          </a:ln>
          <a:effectLst/>
        </p:spPr>
        <p:txBody>
          <a:bodyPr vert="horz" wrap="square" lIns="96661" tIns="48331" rIns="96661" bIns="48331" numCol="1" anchor="t" anchorCtr="0" compatLnSpc="1">
            <a:prstTxWarp prst="textNoShape">
              <a:avLst/>
            </a:prstTxWarp>
          </a:bodyPr>
          <a:lstStyle>
            <a:lvl1pPr algn="r" defTabSz="966788" eaLnBrk="1" fontAlgn="auto" hangingPunct="1">
              <a:spcBef>
                <a:spcPts val="0"/>
              </a:spcBef>
              <a:spcAft>
                <a:spcPts val="0"/>
              </a:spcAft>
              <a:defRPr sz="1300">
                <a:latin typeface="+mn-lt"/>
              </a:defRPr>
            </a:lvl1pPr>
          </a:lstStyle>
          <a:p>
            <a:pPr>
              <a:defRPr/>
            </a:pPr>
            <a:endParaRPr lang="en-US" altLang="en-US"/>
          </a:p>
        </p:txBody>
      </p:sp>
      <p:sp>
        <p:nvSpPr>
          <p:cNvPr id="8196" name="Rectangle 4">
            <a:extLst>
              <a:ext uri="{FF2B5EF4-FFF2-40B4-BE49-F238E27FC236}">
                <a16:creationId xmlns:a16="http://schemas.microsoft.com/office/drawing/2014/main" id="{D23E075D-A02B-AE1A-A085-56A358CB441F}"/>
              </a:ext>
            </a:extLst>
          </p:cNvPr>
          <p:cNvSpPr>
            <a:spLocks noChangeArrowheads="1" noTextEdit="1"/>
          </p:cNvSpPr>
          <p:nvPr>
            <p:ph type="sldImg" idx="2"/>
          </p:nvPr>
        </p:nvSpPr>
        <p:spPr bwMode="auto">
          <a:xfrm>
            <a:off x="457200" y="720725"/>
            <a:ext cx="6400800" cy="36004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2229" name="Rectangle 5">
            <a:extLst>
              <a:ext uri="{FF2B5EF4-FFF2-40B4-BE49-F238E27FC236}">
                <a16:creationId xmlns:a16="http://schemas.microsoft.com/office/drawing/2014/main" id="{A9D08C6E-9362-8B5C-FCFC-FDACA061CC74}"/>
              </a:ext>
            </a:extLst>
          </p:cNvPr>
          <p:cNvSpPr>
            <a:spLocks noGrp="1" noChangeArrowheads="1"/>
          </p:cNvSpPr>
          <p:nvPr>
            <p:ph type="body" sz="quarter" idx="3"/>
          </p:nvPr>
        </p:nvSpPr>
        <p:spPr bwMode="auto">
          <a:xfrm>
            <a:off x="974725" y="4560888"/>
            <a:ext cx="5365750" cy="4319587"/>
          </a:xfrm>
          <a:prstGeom prst="rect">
            <a:avLst/>
          </a:prstGeom>
          <a:noFill/>
          <a:ln>
            <a:noFill/>
          </a:ln>
          <a:effectLst/>
        </p:spPr>
        <p:txBody>
          <a:bodyPr vert="horz" wrap="square" lIns="96661" tIns="48331" rIns="96661" bIns="48331"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52230" name="Rectangle 6">
            <a:extLst>
              <a:ext uri="{FF2B5EF4-FFF2-40B4-BE49-F238E27FC236}">
                <a16:creationId xmlns:a16="http://schemas.microsoft.com/office/drawing/2014/main" id="{659EB9F5-5A89-BC31-E3BC-3A9132D4DCAA}"/>
              </a:ext>
            </a:extLst>
          </p:cNvPr>
          <p:cNvSpPr>
            <a:spLocks noGrp="1" noChangeArrowheads="1"/>
          </p:cNvSpPr>
          <p:nvPr>
            <p:ph type="ftr" sz="quarter" idx="4"/>
          </p:nvPr>
        </p:nvSpPr>
        <p:spPr bwMode="auto">
          <a:xfrm>
            <a:off x="0" y="9121775"/>
            <a:ext cx="3170238" cy="479425"/>
          </a:xfrm>
          <a:prstGeom prst="rect">
            <a:avLst/>
          </a:prstGeom>
          <a:noFill/>
          <a:ln>
            <a:noFill/>
          </a:ln>
          <a:effectLst/>
        </p:spPr>
        <p:txBody>
          <a:bodyPr vert="horz" wrap="square" lIns="96661" tIns="48331" rIns="96661" bIns="48331" numCol="1" anchor="b" anchorCtr="0" compatLnSpc="1">
            <a:prstTxWarp prst="textNoShape">
              <a:avLst/>
            </a:prstTxWarp>
          </a:bodyPr>
          <a:lstStyle>
            <a:lvl1pPr defTabSz="966788" eaLnBrk="1" fontAlgn="auto" hangingPunct="1">
              <a:spcBef>
                <a:spcPts val="0"/>
              </a:spcBef>
              <a:spcAft>
                <a:spcPts val="0"/>
              </a:spcAft>
              <a:defRPr sz="1300">
                <a:latin typeface="+mn-lt"/>
              </a:defRPr>
            </a:lvl1pPr>
          </a:lstStyle>
          <a:p>
            <a:pPr>
              <a:defRPr/>
            </a:pPr>
            <a:endParaRPr lang="en-US" altLang="en-US"/>
          </a:p>
        </p:txBody>
      </p:sp>
      <p:sp>
        <p:nvSpPr>
          <p:cNvPr id="52231" name="Rectangle 7">
            <a:extLst>
              <a:ext uri="{FF2B5EF4-FFF2-40B4-BE49-F238E27FC236}">
                <a16:creationId xmlns:a16="http://schemas.microsoft.com/office/drawing/2014/main" id="{B3FA0775-E53B-0624-835B-AE7328CE350F}"/>
              </a:ext>
            </a:extLst>
          </p:cNvPr>
          <p:cNvSpPr>
            <a:spLocks noGrp="1" noChangeArrowheads="1"/>
          </p:cNvSpPr>
          <p:nvPr>
            <p:ph type="sldNum" sz="quarter" idx="5"/>
          </p:nvPr>
        </p:nvSpPr>
        <p:spPr bwMode="auto">
          <a:xfrm>
            <a:off x="4144963" y="9121775"/>
            <a:ext cx="3170237" cy="479425"/>
          </a:xfrm>
          <a:prstGeom prst="rect">
            <a:avLst/>
          </a:prstGeom>
          <a:noFill/>
          <a:ln>
            <a:noFill/>
          </a:ln>
          <a:effectLst/>
        </p:spPr>
        <p:txBody>
          <a:bodyPr vert="horz" wrap="square" lIns="96661" tIns="48331" rIns="96661" bIns="48331" numCol="1" anchor="b" anchorCtr="0" compatLnSpc="1">
            <a:prstTxWarp prst="textNoShape">
              <a:avLst/>
            </a:prstTxWarp>
          </a:bodyPr>
          <a:lstStyle>
            <a:lvl1pPr algn="r" defTabSz="966788" eaLnBrk="1" hangingPunct="1">
              <a:defRPr sz="1300"/>
            </a:lvl1pPr>
          </a:lstStyle>
          <a:p>
            <a:pPr>
              <a:defRPr/>
            </a:pPr>
            <a:fld id="{2BDEE3C4-5FD4-40FF-AE60-E7572D5C442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031">
            <a:extLst>
              <a:ext uri="{FF2B5EF4-FFF2-40B4-BE49-F238E27FC236}">
                <a16:creationId xmlns:a16="http://schemas.microsoft.com/office/drawing/2014/main" id="{B2C66439-6C13-687C-1180-A01981EE8BD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defTabSz="914400" eaLnBrk="0" hangingPunct="0"/>
            <a:fld id="{678209C7-ED03-4284-8FA6-6D527E7CB588}" type="slidenum">
              <a:rPr lang="en-US" altLang="en-US" sz="1200" smtClean="0">
                <a:solidFill>
                  <a:srgbClr val="000000"/>
                </a:solidFill>
                <a:latin typeface="Times" panose="02020603050405020304" pitchFamily="18" charset="0"/>
              </a:rPr>
              <a:pPr defTabSz="914400" eaLnBrk="0" hangingPunct="0"/>
              <a:t>17</a:t>
            </a:fld>
            <a:endParaRPr lang="en-US" altLang="en-US" sz="1200">
              <a:solidFill>
                <a:srgbClr val="000000"/>
              </a:solidFill>
              <a:latin typeface="Times" panose="02020603050405020304" pitchFamily="18" charset="0"/>
            </a:endParaRPr>
          </a:p>
        </p:txBody>
      </p:sp>
      <p:sp>
        <p:nvSpPr>
          <p:cNvPr id="27651" name="Rectangle 2">
            <a:extLst>
              <a:ext uri="{FF2B5EF4-FFF2-40B4-BE49-F238E27FC236}">
                <a16:creationId xmlns:a16="http://schemas.microsoft.com/office/drawing/2014/main" id="{DFDB36E7-D55E-9BA1-0BE0-D2617BE3CF82}"/>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F1F9992C-662D-7DC7-283A-924912E9B88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31">
            <a:extLst>
              <a:ext uri="{FF2B5EF4-FFF2-40B4-BE49-F238E27FC236}">
                <a16:creationId xmlns:a16="http://schemas.microsoft.com/office/drawing/2014/main" id="{DC43B623-A78A-4DC7-B826-2F255D4BA70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defTabSz="914400" eaLnBrk="0" hangingPunct="0"/>
            <a:fld id="{F66475B2-382C-4073-966F-ABE5C2FB7931}" type="slidenum">
              <a:rPr lang="en-US" altLang="en-US" sz="1200" smtClean="0">
                <a:solidFill>
                  <a:srgbClr val="000000"/>
                </a:solidFill>
                <a:latin typeface="Times" panose="02020603050405020304" pitchFamily="18" charset="0"/>
              </a:rPr>
              <a:pPr defTabSz="914400" eaLnBrk="0" hangingPunct="0"/>
              <a:t>18</a:t>
            </a:fld>
            <a:endParaRPr lang="en-US" altLang="en-US" sz="1200">
              <a:solidFill>
                <a:srgbClr val="000000"/>
              </a:solidFill>
              <a:latin typeface="Times" panose="02020603050405020304" pitchFamily="18" charset="0"/>
            </a:endParaRPr>
          </a:p>
        </p:txBody>
      </p:sp>
      <p:sp>
        <p:nvSpPr>
          <p:cNvPr id="29699" name="Rectangle 2">
            <a:extLst>
              <a:ext uri="{FF2B5EF4-FFF2-40B4-BE49-F238E27FC236}">
                <a16:creationId xmlns:a16="http://schemas.microsoft.com/office/drawing/2014/main" id="{9172BAAE-2B65-5D37-02D9-C778B8982793}"/>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2E0600E5-44AA-8A79-F32D-DF99A75B8CB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C505A2-43D0-5CDC-BAD5-0892CB10C401}"/>
              </a:ext>
            </a:extLst>
          </p:cNvPr>
          <p:cNvSpPr/>
          <p:nvPr/>
        </p:nvSpPr>
        <p:spPr>
          <a:xfrm>
            <a:off x="4763" y="6400800"/>
            <a:ext cx="12187237"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 name="Rectangle 4">
            <a:extLst>
              <a:ext uri="{FF2B5EF4-FFF2-40B4-BE49-F238E27FC236}">
                <a16:creationId xmlns:a16="http://schemas.microsoft.com/office/drawing/2014/main" id="{4A113379-0796-827D-9B69-DC0F395B1E57}"/>
              </a:ext>
            </a:extLst>
          </p:cNvPr>
          <p:cNvSpPr/>
          <p:nvPr/>
        </p:nvSpPr>
        <p:spPr>
          <a:xfrm>
            <a:off x="0" y="6334125"/>
            <a:ext cx="12190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6" name="Straight Connector 5">
            <a:extLst>
              <a:ext uri="{FF2B5EF4-FFF2-40B4-BE49-F238E27FC236}">
                <a16:creationId xmlns:a16="http://schemas.microsoft.com/office/drawing/2014/main" id="{77C48804-33F5-09B9-BA74-6FAB1C97CB9B}"/>
              </a:ext>
            </a:extLst>
          </p:cNvPr>
          <p:cNvCxnSpPr/>
          <p:nvPr/>
        </p:nvCxnSpPr>
        <p:spPr>
          <a:xfrm>
            <a:off x="1208088" y="4343400"/>
            <a:ext cx="987425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097280" y="758952"/>
            <a:ext cx="10058400" cy="3566160"/>
          </a:xfrm>
        </p:spPr>
        <p:txBody>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7" name="Date Placeholder 3">
            <a:extLst>
              <a:ext uri="{FF2B5EF4-FFF2-40B4-BE49-F238E27FC236}">
                <a16:creationId xmlns:a16="http://schemas.microsoft.com/office/drawing/2014/main" id="{AB1247B6-6B82-9BE4-25B9-E21BACBAFE4F}"/>
              </a:ext>
            </a:extLst>
          </p:cNvPr>
          <p:cNvSpPr>
            <a:spLocks noGrp="1"/>
          </p:cNvSpPr>
          <p:nvPr>
            <p:ph type="dt" sz="half" idx="10"/>
          </p:nvPr>
        </p:nvSpPr>
        <p:spPr/>
        <p:txBody>
          <a:bodyPr/>
          <a:lstStyle>
            <a:lvl1pPr>
              <a:defRPr/>
            </a:lvl1pPr>
          </a:lstStyle>
          <a:p>
            <a:pPr>
              <a:defRPr/>
            </a:pPr>
            <a:fld id="{264DE959-7622-41B3-9B84-78A8B2872F1D}" type="datetime1">
              <a:rPr lang="en-US"/>
              <a:pPr>
                <a:defRPr/>
              </a:pPr>
              <a:t>9/21/2025</a:t>
            </a:fld>
            <a:endParaRPr lang="en-US" dirty="0"/>
          </a:p>
        </p:txBody>
      </p:sp>
      <p:sp>
        <p:nvSpPr>
          <p:cNvPr id="8" name="Footer Placeholder 4">
            <a:extLst>
              <a:ext uri="{FF2B5EF4-FFF2-40B4-BE49-F238E27FC236}">
                <a16:creationId xmlns:a16="http://schemas.microsoft.com/office/drawing/2014/main" id="{8705B05E-44A2-1104-EF2B-CAF453B6962C}"/>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9" name="Slide Number Placeholder 5">
            <a:extLst>
              <a:ext uri="{FF2B5EF4-FFF2-40B4-BE49-F238E27FC236}">
                <a16:creationId xmlns:a16="http://schemas.microsoft.com/office/drawing/2014/main" id="{14CE1B00-7D5B-1B1D-89F1-4D67DF0B3334}"/>
              </a:ext>
            </a:extLst>
          </p:cNvPr>
          <p:cNvSpPr>
            <a:spLocks noGrp="1"/>
          </p:cNvSpPr>
          <p:nvPr>
            <p:ph type="sldNum" sz="quarter" idx="12"/>
          </p:nvPr>
        </p:nvSpPr>
        <p:spPr/>
        <p:txBody>
          <a:bodyPr/>
          <a:lstStyle>
            <a:lvl1pPr>
              <a:defRPr/>
            </a:lvl1pPr>
          </a:lstStyle>
          <a:p>
            <a:pPr>
              <a:defRPr/>
            </a:pPr>
            <a:fld id="{91F4D3C5-3149-421E-83DF-2E104209CA39}" type="slidenum">
              <a:rPr lang="en-US" altLang="en-US"/>
              <a:pPr>
                <a:defRPr/>
              </a:pPr>
              <a:t>‹#›</a:t>
            </a:fld>
            <a:endParaRPr lang="en-US" altLang="en-US"/>
          </a:p>
        </p:txBody>
      </p:sp>
    </p:spTree>
    <p:extLst>
      <p:ext uri="{BB962C8B-B14F-4D97-AF65-F5344CB8AC3E}">
        <p14:creationId xmlns:p14="http://schemas.microsoft.com/office/powerpoint/2010/main" val="1145079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2F94AF5-0F74-D1C8-FADA-8D46CC8F0D21}"/>
              </a:ext>
            </a:extLst>
          </p:cNvPr>
          <p:cNvSpPr>
            <a:spLocks noGrp="1"/>
          </p:cNvSpPr>
          <p:nvPr>
            <p:ph type="dt" sz="half" idx="10"/>
          </p:nvPr>
        </p:nvSpPr>
        <p:spPr/>
        <p:txBody>
          <a:bodyPr/>
          <a:lstStyle>
            <a:lvl1pPr>
              <a:defRPr/>
            </a:lvl1pPr>
          </a:lstStyle>
          <a:p>
            <a:pPr>
              <a:defRPr/>
            </a:pPr>
            <a:fld id="{6DDC992F-45A5-42F1-928C-D04BD835A258}" type="datetime1">
              <a:rPr lang="en-US"/>
              <a:pPr>
                <a:defRPr/>
              </a:pPr>
              <a:t>9/21/2025</a:t>
            </a:fld>
            <a:endParaRPr lang="en-US" dirty="0"/>
          </a:p>
        </p:txBody>
      </p:sp>
      <p:sp>
        <p:nvSpPr>
          <p:cNvPr id="5" name="Footer Placeholder 4">
            <a:extLst>
              <a:ext uri="{FF2B5EF4-FFF2-40B4-BE49-F238E27FC236}">
                <a16:creationId xmlns:a16="http://schemas.microsoft.com/office/drawing/2014/main" id="{B5ABE044-4A9A-B3A4-E1C4-01AAC61C0AE9}"/>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6" name="Slide Number Placeholder 5">
            <a:extLst>
              <a:ext uri="{FF2B5EF4-FFF2-40B4-BE49-F238E27FC236}">
                <a16:creationId xmlns:a16="http://schemas.microsoft.com/office/drawing/2014/main" id="{5F1E2D01-4473-7624-3CDF-D58E0C616118}"/>
              </a:ext>
            </a:extLst>
          </p:cNvPr>
          <p:cNvSpPr>
            <a:spLocks noGrp="1"/>
          </p:cNvSpPr>
          <p:nvPr>
            <p:ph type="sldNum" sz="quarter" idx="12"/>
          </p:nvPr>
        </p:nvSpPr>
        <p:spPr/>
        <p:txBody>
          <a:bodyPr/>
          <a:lstStyle>
            <a:lvl1pPr>
              <a:defRPr/>
            </a:lvl1pPr>
          </a:lstStyle>
          <a:p>
            <a:pPr>
              <a:defRPr/>
            </a:pPr>
            <a:fld id="{23026D7D-F152-4D19-A4E6-AB40BEB2CAFE}" type="slidenum">
              <a:rPr lang="en-US" altLang="en-US"/>
              <a:pPr>
                <a:defRPr/>
              </a:pPr>
              <a:t>‹#›</a:t>
            </a:fld>
            <a:endParaRPr lang="en-US" altLang="en-US"/>
          </a:p>
        </p:txBody>
      </p:sp>
    </p:spTree>
    <p:extLst>
      <p:ext uri="{BB962C8B-B14F-4D97-AF65-F5344CB8AC3E}">
        <p14:creationId xmlns:p14="http://schemas.microsoft.com/office/powerpoint/2010/main" val="1087398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12B5FC-E8B1-FDA4-0CAD-397F1BACF9E8}"/>
              </a:ext>
            </a:extLst>
          </p:cNvPr>
          <p:cNvSpPr/>
          <p:nvPr/>
        </p:nvSpPr>
        <p:spPr>
          <a:xfrm>
            <a:off x="4763" y="6400800"/>
            <a:ext cx="12187237"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a:extLst>
              <a:ext uri="{FF2B5EF4-FFF2-40B4-BE49-F238E27FC236}">
                <a16:creationId xmlns:a16="http://schemas.microsoft.com/office/drawing/2014/main" id="{990B7963-2015-2A47-DA4C-521E06100149}"/>
              </a:ext>
            </a:extLst>
          </p:cNvPr>
          <p:cNvSpPr/>
          <p:nvPr/>
        </p:nvSpPr>
        <p:spPr>
          <a:xfrm>
            <a:off x="0" y="6334125"/>
            <a:ext cx="12190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a:extLst>
              <a:ext uri="{FF2B5EF4-FFF2-40B4-BE49-F238E27FC236}">
                <a16:creationId xmlns:a16="http://schemas.microsoft.com/office/drawing/2014/main" id="{B41AFF5E-C680-6C6B-9B31-8D64CAAD0C58}"/>
              </a:ext>
            </a:extLst>
          </p:cNvPr>
          <p:cNvCxnSpPr/>
          <p:nvPr/>
        </p:nvCxnSpPr>
        <p:spPr>
          <a:xfrm>
            <a:off x="1208088" y="4343400"/>
            <a:ext cx="987425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097280" y="758952"/>
            <a:ext cx="10058400" cy="3566160"/>
          </a:xfrm>
        </p:spPr>
        <p:txBody>
          <a:bodyPr anchorCtr="0"/>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7" name="Date Placeholder 3">
            <a:extLst>
              <a:ext uri="{FF2B5EF4-FFF2-40B4-BE49-F238E27FC236}">
                <a16:creationId xmlns:a16="http://schemas.microsoft.com/office/drawing/2014/main" id="{CEFA9118-CFDC-883B-CEA2-2E7B9C918D2D}"/>
              </a:ext>
            </a:extLst>
          </p:cNvPr>
          <p:cNvSpPr>
            <a:spLocks noGrp="1"/>
          </p:cNvSpPr>
          <p:nvPr>
            <p:ph type="dt" sz="half" idx="10"/>
          </p:nvPr>
        </p:nvSpPr>
        <p:spPr/>
        <p:txBody>
          <a:bodyPr/>
          <a:lstStyle>
            <a:lvl1pPr>
              <a:defRPr/>
            </a:lvl1pPr>
          </a:lstStyle>
          <a:p>
            <a:pPr>
              <a:defRPr/>
            </a:pPr>
            <a:fld id="{1E299453-3284-469B-B77A-A275DFEFE68F}" type="datetime1">
              <a:rPr lang="en-US"/>
              <a:pPr>
                <a:defRPr/>
              </a:pPr>
              <a:t>9/21/2025</a:t>
            </a:fld>
            <a:endParaRPr lang="en-US" dirty="0"/>
          </a:p>
        </p:txBody>
      </p:sp>
      <p:sp>
        <p:nvSpPr>
          <p:cNvPr id="8" name="Footer Placeholder 4">
            <a:extLst>
              <a:ext uri="{FF2B5EF4-FFF2-40B4-BE49-F238E27FC236}">
                <a16:creationId xmlns:a16="http://schemas.microsoft.com/office/drawing/2014/main" id="{C3420646-D9D2-4543-DBF6-F7AE556E690A}"/>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9" name="Slide Number Placeholder 5">
            <a:extLst>
              <a:ext uri="{FF2B5EF4-FFF2-40B4-BE49-F238E27FC236}">
                <a16:creationId xmlns:a16="http://schemas.microsoft.com/office/drawing/2014/main" id="{40E1CD53-5721-2D22-4A89-296BF417BB73}"/>
              </a:ext>
            </a:extLst>
          </p:cNvPr>
          <p:cNvSpPr>
            <a:spLocks noGrp="1"/>
          </p:cNvSpPr>
          <p:nvPr>
            <p:ph type="sldNum" sz="quarter" idx="12"/>
          </p:nvPr>
        </p:nvSpPr>
        <p:spPr/>
        <p:txBody>
          <a:bodyPr/>
          <a:lstStyle>
            <a:lvl1pPr>
              <a:defRPr/>
            </a:lvl1pPr>
          </a:lstStyle>
          <a:p>
            <a:pPr>
              <a:defRPr/>
            </a:pPr>
            <a:fld id="{655E4B87-8B8E-4670-B9DB-DA51CB64D71F}" type="slidenum">
              <a:rPr lang="en-US" altLang="en-US"/>
              <a:pPr>
                <a:defRPr/>
              </a:pPr>
              <a:t>‹#›</a:t>
            </a:fld>
            <a:endParaRPr lang="en-US" altLang="en-US"/>
          </a:p>
        </p:txBody>
      </p:sp>
    </p:spTree>
    <p:extLst>
      <p:ext uri="{BB962C8B-B14F-4D97-AF65-F5344CB8AC3E}">
        <p14:creationId xmlns:p14="http://schemas.microsoft.com/office/powerpoint/2010/main" val="1346767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5"/>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3">
            <a:extLst>
              <a:ext uri="{FF2B5EF4-FFF2-40B4-BE49-F238E27FC236}">
                <a16:creationId xmlns:a16="http://schemas.microsoft.com/office/drawing/2014/main" id="{76C01DD9-79F9-73A1-19FB-621A8D4BD7A0}"/>
              </a:ext>
            </a:extLst>
          </p:cNvPr>
          <p:cNvSpPr>
            <a:spLocks noGrp="1"/>
          </p:cNvSpPr>
          <p:nvPr>
            <p:ph type="dt" sz="half" idx="10"/>
          </p:nvPr>
        </p:nvSpPr>
        <p:spPr/>
        <p:txBody>
          <a:bodyPr/>
          <a:lstStyle>
            <a:lvl1pPr>
              <a:defRPr/>
            </a:lvl1pPr>
          </a:lstStyle>
          <a:p>
            <a:pPr>
              <a:defRPr/>
            </a:pPr>
            <a:fld id="{1174B62E-9EB4-41F8-9752-3582626B203D}" type="datetime1">
              <a:rPr lang="en-US"/>
              <a:pPr>
                <a:defRPr/>
              </a:pPr>
              <a:t>9/21/2025</a:t>
            </a:fld>
            <a:endParaRPr lang="en-US" dirty="0"/>
          </a:p>
        </p:txBody>
      </p:sp>
      <p:sp>
        <p:nvSpPr>
          <p:cNvPr id="5" name="Footer Placeholder 4">
            <a:extLst>
              <a:ext uri="{FF2B5EF4-FFF2-40B4-BE49-F238E27FC236}">
                <a16:creationId xmlns:a16="http://schemas.microsoft.com/office/drawing/2014/main" id="{9BF9D4B5-9477-5A8E-623B-E0A13BF21093}"/>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6" name="Slide Number Placeholder 5">
            <a:extLst>
              <a:ext uri="{FF2B5EF4-FFF2-40B4-BE49-F238E27FC236}">
                <a16:creationId xmlns:a16="http://schemas.microsoft.com/office/drawing/2014/main" id="{E64E6D6E-0691-80B5-CA3A-8DF913D30DED}"/>
              </a:ext>
            </a:extLst>
          </p:cNvPr>
          <p:cNvSpPr>
            <a:spLocks noGrp="1"/>
          </p:cNvSpPr>
          <p:nvPr>
            <p:ph type="sldNum" sz="quarter" idx="12"/>
          </p:nvPr>
        </p:nvSpPr>
        <p:spPr/>
        <p:txBody>
          <a:bodyPr/>
          <a:lstStyle>
            <a:lvl1pPr>
              <a:defRPr/>
            </a:lvl1pPr>
          </a:lstStyle>
          <a:p>
            <a:pPr>
              <a:defRPr/>
            </a:pPr>
            <a:fld id="{5483099E-8983-4D26-8FAE-B14C20F39394}" type="slidenum">
              <a:rPr lang="en-US" altLang="en-US"/>
              <a:pPr>
                <a:defRPr/>
              </a:pPr>
              <a:t>‹#›</a:t>
            </a:fld>
            <a:endParaRPr lang="en-US" altLang="en-US"/>
          </a:p>
        </p:txBody>
      </p:sp>
    </p:spTree>
    <p:extLst>
      <p:ext uri="{BB962C8B-B14F-4D97-AF65-F5344CB8AC3E}">
        <p14:creationId xmlns:p14="http://schemas.microsoft.com/office/powerpoint/2010/main" val="1785957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5"/>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3">
            <a:extLst>
              <a:ext uri="{FF2B5EF4-FFF2-40B4-BE49-F238E27FC236}">
                <a16:creationId xmlns:a16="http://schemas.microsoft.com/office/drawing/2014/main" id="{EBF76739-7116-A7DC-69FA-7E570526F3BA}"/>
              </a:ext>
            </a:extLst>
          </p:cNvPr>
          <p:cNvSpPr>
            <a:spLocks noGrp="1"/>
          </p:cNvSpPr>
          <p:nvPr>
            <p:ph type="dt" sz="half" idx="10"/>
          </p:nvPr>
        </p:nvSpPr>
        <p:spPr/>
        <p:txBody>
          <a:bodyPr/>
          <a:lstStyle>
            <a:lvl1pPr>
              <a:defRPr/>
            </a:lvl1pPr>
          </a:lstStyle>
          <a:p>
            <a:pPr>
              <a:defRPr/>
            </a:pPr>
            <a:fld id="{A2FEB235-2DB7-465D-A1FD-3BFF36E6AC57}" type="datetime1">
              <a:rPr lang="en-US"/>
              <a:pPr>
                <a:defRPr/>
              </a:pPr>
              <a:t>9/21/2025</a:t>
            </a:fld>
            <a:endParaRPr lang="en-US" dirty="0"/>
          </a:p>
        </p:txBody>
      </p:sp>
      <p:sp>
        <p:nvSpPr>
          <p:cNvPr id="7" name="Footer Placeholder 4">
            <a:extLst>
              <a:ext uri="{FF2B5EF4-FFF2-40B4-BE49-F238E27FC236}">
                <a16:creationId xmlns:a16="http://schemas.microsoft.com/office/drawing/2014/main" id="{570B2000-1561-DD92-4123-AEBF3724316C}"/>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8" name="Slide Number Placeholder 5">
            <a:extLst>
              <a:ext uri="{FF2B5EF4-FFF2-40B4-BE49-F238E27FC236}">
                <a16:creationId xmlns:a16="http://schemas.microsoft.com/office/drawing/2014/main" id="{75A3FD23-287C-89E3-1790-D4CD1D72BEF6}"/>
              </a:ext>
            </a:extLst>
          </p:cNvPr>
          <p:cNvSpPr>
            <a:spLocks noGrp="1"/>
          </p:cNvSpPr>
          <p:nvPr>
            <p:ph type="sldNum" sz="quarter" idx="12"/>
          </p:nvPr>
        </p:nvSpPr>
        <p:spPr/>
        <p:txBody>
          <a:bodyPr/>
          <a:lstStyle>
            <a:lvl1pPr>
              <a:defRPr/>
            </a:lvl1pPr>
          </a:lstStyle>
          <a:p>
            <a:pPr>
              <a:defRPr/>
            </a:pPr>
            <a:fld id="{000B2DC6-31CD-4674-BC6D-9C9576778715}" type="slidenum">
              <a:rPr lang="en-US" altLang="en-US"/>
              <a:pPr>
                <a:defRPr/>
              </a:pPr>
              <a:t>‹#›</a:t>
            </a:fld>
            <a:endParaRPr lang="en-US" altLang="en-US"/>
          </a:p>
        </p:txBody>
      </p:sp>
    </p:spTree>
    <p:extLst>
      <p:ext uri="{BB962C8B-B14F-4D97-AF65-F5344CB8AC3E}">
        <p14:creationId xmlns:p14="http://schemas.microsoft.com/office/powerpoint/2010/main" val="3102227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68CA678B-A627-15B6-4193-D00FCF2A84F5}"/>
              </a:ext>
            </a:extLst>
          </p:cNvPr>
          <p:cNvSpPr>
            <a:spLocks noGrp="1"/>
          </p:cNvSpPr>
          <p:nvPr>
            <p:ph type="dt" sz="half" idx="10"/>
          </p:nvPr>
        </p:nvSpPr>
        <p:spPr/>
        <p:txBody>
          <a:bodyPr/>
          <a:lstStyle>
            <a:lvl1pPr>
              <a:defRPr/>
            </a:lvl1pPr>
          </a:lstStyle>
          <a:p>
            <a:pPr>
              <a:defRPr/>
            </a:pPr>
            <a:fld id="{D995E526-8342-4433-BC88-393606B6E453}" type="datetime1">
              <a:rPr lang="en-US"/>
              <a:pPr>
                <a:defRPr/>
              </a:pPr>
              <a:t>9/21/2025</a:t>
            </a:fld>
            <a:endParaRPr lang="en-US" dirty="0"/>
          </a:p>
        </p:txBody>
      </p:sp>
      <p:sp>
        <p:nvSpPr>
          <p:cNvPr id="4" name="Footer Placeholder 4">
            <a:extLst>
              <a:ext uri="{FF2B5EF4-FFF2-40B4-BE49-F238E27FC236}">
                <a16:creationId xmlns:a16="http://schemas.microsoft.com/office/drawing/2014/main" id="{93A1F3D6-8456-722A-36A4-DE52D2F44E16}"/>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5" name="Slide Number Placeholder 5">
            <a:extLst>
              <a:ext uri="{FF2B5EF4-FFF2-40B4-BE49-F238E27FC236}">
                <a16:creationId xmlns:a16="http://schemas.microsoft.com/office/drawing/2014/main" id="{1C63A226-51CB-7C5D-BBE4-A919BB4C663C}"/>
              </a:ext>
            </a:extLst>
          </p:cNvPr>
          <p:cNvSpPr>
            <a:spLocks noGrp="1"/>
          </p:cNvSpPr>
          <p:nvPr>
            <p:ph type="sldNum" sz="quarter" idx="12"/>
          </p:nvPr>
        </p:nvSpPr>
        <p:spPr/>
        <p:txBody>
          <a:bodyPr/>
          <a:lstStyle>
            <a:lvl1pPr>
              <a:defRPr/>
            </a:lvl1pPr>
          </a:lstStyle>
          <a:p>
            <a:pPr>
              <a:defRPr/>
            </a:pPr>
            <a:fld id="{B0E2F83F-567A-4DAB-A2CF-1238AE385861}" type="slidenum">
              <a:rPr lang="en-US" altLang="en-US"/>
              <a:pPr>
                <a:defRPr/>
              </a:pPr>
              <a:t>‹#›</a:t>
            </a:fld>
            <a:endParaRPr lang="en-US" altLang="en-US"/>
          </a:p>
        </p:txBody>
      </p:sp>
    </p:spTree>
    <p:extLst>
      <p:ext uri="{BB962C8B-B14F-4D97-AF65-F5344CB8AC3E}">
        <p14:creationId xmlns:p14="http://schemas.microsoft.com/office/powerpoint/2010/main" val="3648639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ACDD11-A824-CA7D-DA40-2B6EA97F233C}"/>
              </a:ext>
            </a:extLst>
          </p:cNvPr>
          <p:cNvSpPr/>
          <p:nvPr/>
        </p:nvSpPr>
        <p:spPr>
          <a:xfrm>
            <a:off x="4763" y="6400800"/>
            <a:ext cx="12187237"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2">
            <a:extLst>
              <a:ext uri="{FF2B5EF4-FFF2-40B4-BE49-F238E27FC236}">
                <a16:creationId xmlns:a16="http://schemas.microsoft.com/office/drawing/2014/main" id="{37CF4979-5BC3-7C05-45F6-4C222718F0AF}"/>
              </a:ext>
            </a:extLst>
          </p:cNvPr>
          <p:cNvSpPr/>
          <p:nvPr/>
        </p:nvSpPr>
        <p:spPr>
          <a:xfrm>
            <a:off x="0" y="6334125"/>
            <a:ext cx="12190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6">
            <a:extLst>
              <a:ext uri="{FF2B5EF4-FFF2-40B4-BE49-F238E27FC236}">
                <a16:creationId xmlns:a16="http://schemas.microsoft.com/office/drawing/2014/main" id="{05043831-F0E7-CA7F-5FC8-B823F565C30D}"/>
              </a:ext>
            </a:extLst>
          </p:cNvPr>
          <p:cNvSpPr>
            <a:spLocks noGrp="1"/>
          </p:cNvSpPr>
          <p:nvPr>
            <p:ph type="dt" sz="half" idx="10"/>
          </p:nvPr>
        </p:nvSpPr>
        <p:spPr/>
        <p:txBody>
          <a:bodyPr/>
          <a:lstStyle>
            <a:lvl1pPr>
              <a:defRPr/>
            </a:lvl1pPr>
          </a:lstStyle>
          <a:p>
            <a:pPr>
              <a:defRPr/>
            </a:pPr>
            <a:fld id="{F39633F0-8D7F-4E48-A016-9B8BD9889C09}" type="datetime1">
              <a:rPr lang="en-US"/>
              <a:pPr>
                <a:defRPr/>
              </a:pPr>
              <a:t>9/21/2025</a:t>
            </a:fld>
            <a:endParaRPr lang="en-US" dirty="0"/>
          </a:p>
        </p:txBody>
      </p:sp>
      <p:sp>
        <p:nvSpPr>
          <p:cNvPr id="5" name="Footer Placeholder 7">
            <a:extLst>
              <a:ext uri="{FF2B5EF4-FFF2-40B4-BE49-F238E27FC236}">
                <a16:creationId xmlns:a16="http://schemas.microsoft.com/office/drawing/2014/main" id="{73C2BE87-EA56-B2CA-303A-D944398596D3}"/>
              </a:ext>
            </a:extLst>
          </p:cNvPr>
          <p:cNvSpPr>
            <a:spLocks noGrp="1"/>
          </p:cNvSpPr>
          <p:nvPr>
            <p:ph type="ftr" sz="quarter" idx="11"/>
          </p:nvPr>
        </p:nvSpPr>
        <p:spPr/>
        <p:txBody>
          <a:bodyPr/>
          <a:lstStyle>
            <a:lvl1pPr>
              <a:defRPr>
                <a:solidFill>
                  <a:srgbClr val="FFFFFF"/>
                </a:solidFill>
              </a:defRPr>
            </a:lvl1pPr>
          </a:lstStyle>
          <a:p>
            <a:pPr>
              <a:defRPr/>
            </a:pPr>
            <a:r>
              <a:rPr lang="en-US"/>
              <a:t>CSIT435 - DBMS Administration Bassel Dhaini - Fall 2017</a:t>
            </a:r>
            <a:endParaRPr lang="en-US" dirty="0"/>
          </a:p>
        </p:txBody>
      </p:sp>
      <p:sp>
        <p:nvSpPr>
          <p:cNvPr id="6" name="Slide Number Placeholder 8">
            <a:extLst>
              <a:ext uri="{FF2B5EF4-FFF2-40B4-BE49-F238E27FC236}">
                <a16:creationId xmlns:a16="http://schemas.microsoft.com/office/drawing/2014/main" id="{8F8D0E6D-7D7F-39C6-AE87-61E44111EBAE}"/>
              </a:ext>
            </a:extLst>
          </p:cNvPr>
          <p:cNvSpPr>
            <a:spLocks noGrp="1"/>
          </p:cNvSpPr>
          <p:nvPr>
            <p:ph type="sldNum" sz="quarter" idx="12"/>
          </p:nvPr>
        </p:nvSpPr>
        <p:spPr/>
        <p:txBody>
          <a:bodyPr/>
          <a:lstStyle>
            <a:lvl1pPr>
              <a:defRPr/>
            </a:lvl1pPr>
          </a:lstStyle>
          <a:p>
            <a:pPr>
              <a:defRPr/>
            </a:pPr>
            <a:fld id="{704ACE0E-5B54-4418-9FE3-0EC0D85E04BF}" type="slidenum">
              <a:rPr lang="en-US" altLang="en-US"/>
              <a:pPr>
                <a:defRPr/>
              </a:pPr>
              <a:t>‹#›</a:t>
            </a:fld>
            <a:endParaRPr lang="en-US" altLang="en-US"/>
          </a:p>
        </p:txBody>
      </p:sp>
    </p:spTree>
    <p:extLst>
      <p:ext uri="{BB962C8B-B14F-4D97-AF65-F5344CB8AC3E}">
        <p14:creationId xmlns:p14="http://schemas.microsoft.com/office/powerpoint/2010/main" val="1163292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4693AFC-2C47-5C8C-8A7F-9FAA6E5E87CF}"/>
              </a:ext>
            </a:extLst>
          </p:cNvPr>
          <p:cNvSpPr/>
          <p:nvPr/>
        </p:nvSpPr>
        <p:spPr>
          <a:xfrm>
            <a:off x="0" y="0"/>
            <a:ext cx="40513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9E3C5E79-0816-993A-4BBD-3EFA9257E1FE}"/>
              </a:ext>
            </a:extLst>
          </p:cNvPr>
          <p:cNvSpPr/>
          <p:nvPr/>
        </p:nvSpPr>
        <p:spPr>
          <a:xfrm>
            <a:off x="4040188" y="0"/>
            <a:ext cx="635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7" name="Date Placeholder 4">
            <a:extLst>
              <a:ext uri="{FF2B5EF4-FFF2-40B4-BE49-F238E27FC236}">
                <a16:creationId xmlns:a16="http://schemas.microsoft.com/office/drawing/2014/main" id="{B00A4F3E-B07C-3DF0-9B39-83A015A4D1C5}"/>
              </a:ext>
            </a:extLst>
          </p:cNvPr>
          <p:cNvSpPr>
            <a:spLocks noGrp="1"/>
          </p:cNvSpPr>
          <p:nvPr>
            <p:ph type="dt" sz="half" idx="10"/>
          </p:nvPr>
        </p:nvSpPr>
        <p:spPr>
          <a:xfrm>
            <a:off x="465138" y="6459538"/>
            <a:ext cx="2619375" cy="365125"/>
          </a:xfrm>
        </p:spPr>
        <p:txBody>
          <a:bodyPr/>
          <a:lstStyle>
            <a:lvl1pPr algn="l">
              <a:defRPr/>
            </a:lvl1pPr>
          </a:lstStyle>
          <a:p>
            <a:pPr>
              <a:defRPr/>
            </a:pPr>
            <a:fld id="{A45334AF-359A-425A-AC25-5F44E30DEEE9}" type="datetime1">
              <a:rPr lang="en-US"/>
              <a:pPr>
                <a:defRPr/>
              </a:pPr>
              <a:t>9/21/2025</a:t>
            </a:fld>
            <a:endParaRPr lang="en-US" dirty="0"/>
          </a:p>
        </p:txBody>
      </p:sp>
      <p:sp>
        <p:nvSpPr>
          <p:cNvPr id="8" name="Footer Placeholder 5">
            <a:extLst>
              <a:ext uri="{FF2B5EF4-FFF2-40B4-BE49-F238E27FC236}">
                <a16:creationId xmlns:a16="http://schemas.microsoft.com/office/drawing/2014/main" id="{6F2ED0F6-1E07-BA79-534B-F3C776F05B48}"/>
              </a:ext>
            </a:extLst>
          </p:cNvPr>
          <p:cNvSpPr>
            <a:spLocks noGrp="1"/>
          </p:cNvSpPr>
          <p:nvPr>
            <p:ph type="ftr" sz="quarter" idx="11"/>
          </p:nvPr>
        </p:nvSpPr>
        <p:spPr>
          <a:xfrm>
            <a:off x="4800600" y="6459538"/>
            <a:ext cx="4648200" cy="365125"/>
          </a:xfrm>
        </p:spPr>
        <p:txBody>
          <a:bodyPr/>
          <a:lstStyle>
            <a:lvl1pPr algn="l">
              <a:defRPr>
                <a:solidFill>
                  <a:schemeClr val="tx2"/>
                </a:solidFill>
              </a:defRPr>
            </a:lvl1pPr>
          </a:lstStyle>
          <a:p>
            <a:pPr>
              <a:defRPr/>
            </a:pPr>
            <a:r>
              <a:rPr lang="en-US"/>
              <a:t>CSIT435 - DBMS Administration Bassel Dhaini - Fall 2017</a:t>
            </a:r>
            <a:endParaRPr lang="en-US" dirty="0"/>
          </a:p>
        </p:txBody>
      </p:sp>
      <p:sp>
        <p:nvSpPr>
          <p:cNvPr id="9" name="Slide Number Placeholder 6">
            <a:extLst>
              <a:ext uri="{FF2B5EF4-FFF2-40B4-BE49-F238E27FC236}">
                <a16:creationId xmlns:a16="http://schemas.microsoft.com/office/drawing/2014/main" id="{7B946A23-6A17-4F72-F5A1-B92A97D810B1}"/>
              </a:ext>
            </a:extLst>
          </p:cNvPr>
          <p:cNvSpPr>
            <a:spLocks noGrp="1"/>
          </p:cNvSpPr>
          <p:nvPr>
            <p:ph type="sldNum" sz="quarter" idx="12"/>
          </p:nvPr>
        </p:nvSpPr>
        <p:spPr/>
        <p:txBody>
          <a:bodyPr/>
          <a:lstStyle>
            <a:lvl1pPr>
              <a:defRPr>
                <a:solidFill>
                  <a:schemeClr val="tx2"/>
                </a:solidFill>
              </a:defRPr>
            </a:lvl1pPr>
          </a:lstStyle>
          <a:p>
            <a:pPr>
              <a:defRPr/>
            </a:pPr>
            <a:fld id="{163D0F23-F877-47C6-9A60-8E7BC0A11488}" type="slidenum">
              <a:rPr lang="en-US" altLang="en-US"/>
              <a:pPr>
                <a:defRPr/>
              </a:pPr>
              <a:t>‹#›</a:t>
            </a:fld>
            <a:endParaRPr lang="en-US" altLang="en-US"/>
          </a:p>
        </p:txBody>
      </p:sp>
    </p:spTree>
    <p:extLst>
      <p:ext uri="{BB962C8B-B14F-4D97-AF65-F5344CB8AC3E}">
        <p14:creationId xmlns:p14="http://schemas.microsoft.com/office/powerpoint/2010/main" val="3995908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B36FEE2-63F7-40A3-2F46-E9245FD05205}"/>
              </a:ext>
            </a:extLst>
          </p:cNvPr>
          <p:cNvSpPr/>
          <p:nvPr/>
        </p:nvSpPr>
        <p:spPr>
          <a:xfrm>
            <a:off x="0" y="4953000"/>
            <a:ext cx="12190413"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FB8852F1-634D-73E6-E5CE-F44D455D0E70}"/>
              </a:ext>
            </a:extLst>
          </p:cNvPr>
          <p:cNvSpPr/>
          <p:nvPr/>
        </p:nvSpPr>
        <p:spPr>
          <a:xfrm>
            <a:off x="0" y="4914900"/>
            <a:ext cx="12190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tIns="0" bIns="0">
            <a:noAutofit/>
          </a:bodyPr>
          <a:lstStyle>
            <a:lvl1pPr>
              <a:defRPr sz="27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 y="0"/>
            <a:ext cx="12191985" cy="4915076"/>
          </a:xfrm>
          <a:blipFill>
            <a:blip r:embed="rId2"/>
            <a:stretch>
              <a:fillRect/>
            </a:stretch>
          </a:blipFill>
        </p:spPr>
        <p:txBody>
          <a:bodyPr lIns="457200" tIns="457200" rtlCol="0">
            <a:normAutofit/>
          </a:bodyPr>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097280" y="5907023"/>
            <a:ext cx="10113264" cy="594360"/>
          </a:xfrm>
        </p:spPr>
        <p:txBody>
          <a:bodyPr lIns="91440" tIns="0" rIns="91440" bIns="0"/>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7" name="Date Placeholder 4">
            <a:extLst>
              <a:ext uri="{FF2B5EF4-FFF2-40B4-BE49-F238E27FC236}">
                <a16:creationId xmlns:a16="http://schemas.microsoft.com/office/drawing/2014/main" id="{3F145732-DC75-C53F-FA46-3D70B80B2621}"/>
              </a:ext>
            </a:extLst>
          </p:cNvPr>
          <p:cNvSpPr>
            <a:spLocks noGrp="1"/>
          </p:cNvSpPr>
          <p:nvPr>
            <p:ph type="dt" sz="half" idx="10"/>
          </p:nvPr>
        </p:nvSpPr>
        <p:spPr/>
        <p:txBody>
          <a:bodyPr/>
          <a:lstStyle>
            <a:lvl1pPr>
              <a:defRPr/>
            </a:lvl1pPr>
          </a:lstStyle>
          <a:p>
            <a:pPr>
              <a:defRPr/>
            </a:pPr>
            <a:fld id="{D3073183-198E-4C2D-B969-A6D8FF950D96}" type="datetime1">
              <a:rPr lang="en-US"/>
              <a:pPr>
                <a:defRPr/>
              </a:pPr>
              <a:t>9/21/2025</a:t>
            </a:fld>
            <a:endParaRPr lang="en-US" dirty="0"/>
          </a:p>
        </p:txBody>
      </p:sp>
      <p:sp>
        <p:nvSpPr>
          <p:cNvPr id="8" name="Footer Placeholder 5">
            <a:extLst>
              <a:ext uri="{FF2B5EF4-FFF2-40B4-BE49-F238E27FC236}">
                <a16:creationId xmlns:a16="http://schemas.microsoft.com/office/drawing/2014/main" id="{CE533B97-A85C-6758-9DC9-8566BD6A2506}"/>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9" name="Slide Number Placeholder 6">
            <a:extLst>
              <a:ext uri="{FF2B5EF4-FFF2-40B4-BE49-F238E27FC236}">
                <a16:creationId xmlns:a16="http://schemas.microsoft.com/office/drawing/2014/main" id="{23DEF7C2-C7F5-96EC-D937-534C1FE1006C}"/>
              </a:ext>
            </a:extLst>
          </p:cNvPr>
          <p:cNvSpPr>
            <a:spLocks noGrp="1"/>
          </p:cNvSpPr>
          <p:nvPr>
            <p:ph type="sldNum" sz="quarter" idx="12"/>
          </p:nvPr>
        </p:nvSpPr>
        <p:spPr/>
        <p:txBody>
          <a:bodyPr/>
          <a:lstStyle>
            <a:lvl1pPr>
              <a:defRPr/>
            </a:lvl1pPr>
          </a:lstStyle>
          <a:p>
            <a:pPr>
              <a:defRPr/>
            </a:pPr>
            <a:fld id="{91BA29D9-CFBA-447B-A4E7-8C411F44E115}" type="slidenum">
              <a:rPr lang="en-US" altLang="en-US"/>
              <a:pPr>
                <a:defRPr/>
              </a:pPr>
              <a:t>‹#›</a:t>
            </a:fld>
            <a:endParaRPr lang="en-US" altLang="en-US"/>
          </a:p>
        </p:txBody>
      </p:sp>
    </p:spTree>
    <p:extLst>
      <p:ext uri="{BB962C8B-B14F-4D97-AF65-F5344CB8AC3E}">
        <p14:creationId xmlns:p14="http://schemas.microsoft.com/office/powerpoint/2010/main" val="1714944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6AE5672-5622-8ED5-4F80-F2B940CA43AF}"/>
              </a:ext>
            </a:extLst>
          </p:cNvPr>
          <p:cNvSpPr>
            <a:spLocks noGrp="1"/>
          </p:cNvSpPr>
          <p:nvPr>
            <p:ph type="dt" sz="half" idx="10"/>
          </p:nvPr>
        </p:nvSpPr>
        <p:spPr/>
        <p:txBody>
          <a:bodyPr/>
          <a:lstStyle>
            <a:lvl1pPr>
              <a:defRPr/>
            </a:lvl1pPr>
          </a:lstStyle>
          <a:p>
            <a:pPr>
              <a:defRPr/>
            </a:pPr>
            <a:fld id="{80EF356E-C5DF-400E-BE01-03E37FFE2E55}" type="datetime1">
              <a:rPr lang="en-US"/>
              <a:pPr>
                <a:defRPr/>
              </a:pPr>
              <a:t>9/21/2025</a:t>
            </a:fld>
            <a:endParaRPr lang="en-US" dirty="0"/>
          </a:p>
        </p:txBody>
      </p:sp>
      <p:sp>
        <p:nvSpPr>
          <p:cNvPr id="5" name="Footer Placeholder 4">
            <a:extLst>
              <a:ext uri="{FF2B5EF4-FFF2-40B4-BE49-F238E27FC236}">
                <a16:creationId xmlns:a16="http://schemas.microsoft.com/office/drawing/2014/main" id="{7194A235-F40F-B2DF-B8E6-AAA30FACF105}"/>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6" name="Slide Number Placeholder 5">
            <a:extLst>
              <a:ext uri="{FF2B5EF4-FFF2-40B4-BE49-F238E27FC236}">
                <a16:creationId xmlns:a16="http://schemas.microsoft.com/office/drawing/2014/main" id="{6545F0AD-D17B-8BF4-6438-D651B1CE4A67}"/>
              </a:ext>
            </a:extLst>
          </p:cNvPr>
          <p:cNvSpPr>
            <a:spLocks noGrp="1"/>
          </p:cNvSpPr>
          <p:nvPr>
            <p:ph type="sldNum" sz="quarter" idx="12"/>
          </p:nvPr>
        </p:nvSpPr>
        <p:spPr/>
        <p:txBody>
          <a:bodyPr/>
          <a:lstStyle>
            <a:lvl1pPr>
              <a:defRPr/>
            </a:lvl1pPr>
          </a:lstStyle>
          <a:p>
            <a:pPr>
              <a:defRPr/>
            </a:pPr>
            <a:fld id="{9D613152-9B0E-4AA3-A071-0EE108ADB650}" type="slidenum">
              <a:rPr lang="en-US" altLang="en-US"/>
              <a:pPr>
                <a:defRPr/>
              </a:pPr>
              <a:t>‹#›</a:t>
            </a:fld>
            <a:endParaRPr lang="en-US" altLang="en-US"/>
          </a:p>
        </p:txBody>
      </p:sp>
    </p:spTree>
    <p:extLst>
      <p:ext uri="{BB962C8B-B14F-4D97-AF65-F5344CB8AC3E}">
        <p14:creationId xmlns:p14="http://schemas.microsoft.com/office/powerpoint/2010/main" val="3941991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99201C9-E312-EF2F-CA92-755249EED9D4}"/>
              </a:ext>
            </a:extLst>
          </p:cNvPr>
          <p:cNvSpPr/>
          <p:nvPr/>
        </p:nvSpPr>
        <p:spPr>
          <a:xfrm>
            <a:off x="4763" y="6400800"/>
            <a:ext cx="12187237"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a:extLst>
              <a:ext uri="{FF2B5EF4-FFF2-40B4-BE49-F238E27FC236}">
                <a16:creationId xmlns:a16="http://schemas.microsoft.com/office/drawing/2014/main" id="{BE22F98B-D090-1BF1-C1E3-B0EB5C206083}"/>
              </a:ext>
            </a:extLst>
          </p:cNvPr>
          <p:cNvSpPr/>
          <p:nvPr/>
        </p:nvSpPr>
        <p:spPr>
          <a:xfrm>
            <a:off x="0" y="6334125"/>
            <a:ext cx="12190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1" y="414780"/>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3">
            <a:extLst>
              <a:ext uri="{FF2B5EF4-FFF2-40B4-BE49-F238E27FC236}">
                <a16:creationId xmlns:a16="http://schemas.microsoft.com/office/drawing/2014/main" id="{47C546CE-7CDA-C5CD-DB17-66EE6F3B82A7}"/>
              </a:ext>
            </a:extLst>
          </p:cNvPr>
          <p:cNvSpPr>
            <a:spLocks noGrp="1"/>
          </p:cNvSpPr>
          <p:nvPr>
            <p:ph type="dt" sz="half" idx="10"/>
          </p:nvPr>
        </p:nvSpPr>
        <p:spPr/>
        <p:txBody>
          <a:bodyPr/>
          <a:lstStyle>
            <a:lvl1pPr>
              <a:defRPr/>
            </a:lvl1pPr>
          </a:lstStyle>
          <a:p>
            <a:pPr>
              <a:defRPr/>
            </a:pPr>
            <a:fld id="{4096BD3D-DE9F-489D-9777-F8BCAA777177}" type="datetime1">
              <a:rPr lang="en-US"/>
              <a:pPr>
                <a:defRPr/>
              </a:pPr>
              <a:t>9/21/2025</a:t>
            </a:fld>
            <a:endParaRPr lang="en-US" dirty="0"/>
          </a:p>
        </p:txBody>
      </p:sp>
      <p:sp>
        <p:nvSpPr>
          <p:cNvPr id="7" name="Footer Placeholder 4">
            <a:extLst>
              <a:ext uri="{FF2B5EF4-FFF2-40B4-BE49-F238E27FC236}">
                <a16:creationId xmlns:a16="http://schemas.microsoft.com/office/drawing/2014/main" id="{65666A57-2744-EF1F-F2C3-B92CD296A7E3}"/>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8" name="Slide Number Placeholder 5">
            <a:extLst>
              <a:ext uri="{FF2B5EF4-FFF2-40B4-BE49-F238E27FC236}">
                <a16:creationId xmlns:a16="http://schemas.microsoft.com/office/drawing/2014/main" id="{6896EA7A-CA70-C554-8189-3FD892895410}"/>
              </a:ext>
            </a:extLst>
          </p:cNvPr>
          <p:cNvSpPr>
            <a:spLocks noGrp="1"/>
          </p:cNvSpPr>
          <p:nvPr>
            <p:ph type="sldNum" sz="quarter" idx="12"/>
          </p:nvPr>
        </p:nvSpPr>
        <p:spPr/>
        <p:txBody>
          <a:bodyPr/>
          <a:lstStyle>
            <a:lvl1pPr>
              <a:defRPr/>
            </a:lvl1pPr>
          </a:lstStyle>
          <a:p>
            <a:pPr>
              <a:defRPr/>
            </a:pPr>
            <a:fld id="{63969177-52E0-435A-BCC6-1B85C0E63BB5}" type="slidenum">
              <a:rPr lang="en-US" altLang="en-US"/>
              <a:pPr>
                <a:defRPr/>
              </a:pPr>
              <a:t>‹#›</a:t>
            </a:fld>
            <a:endParaRPr lang="en-US" altLang="en-US"/>
          </a:p>
        </p:txBody>
      </p:sp>
    </p:spTree>
    <p:extLst>
      <p:ext uri="{BB962C8B-B14F-4D97-AF65-F5344CB8AC3E}">
        <p14:creationId xmlns:p14="http://schemas.microsoft.com/office/powerpoint/2010/main" val="2870539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82DFF4-E60C-D364-6A2A-AF92A8F97181}"/>
              </a:ext>
            </a:extLst>
          </p:cNvPr>
          <p:cNvSpPr/>
          <p:nvPr/>
        </p:nvSpPr>
        <p:spPr>
          <a:xfrm>
            <a:off x="4763" y="6400800"/>
            <a:ext cx="12187237"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lang="en-US"/>
          </a:p>
        </p:txBody>
      </p:sp>
      <p:sp>
        <p:nvSpPr>
          <p:cNvPr id="5" name="Rectangle 4">
            <a:extLst>
              <a:ext uri="{FF2B5EF4-FFF2-40B4-BE49-F238E27FC236}">
                <a16:creationId xmlns:a16="http://schemas.microsoft.com/office/drawing/2014/main" id="{C8CF4C39-60B3-DE1D-5C39-86D3778C9B27}"/>
              </a:ext>
            </a:extLst>
          </p:cNvPr>
          <p:cNvSpPr/>
          <p:nvPr/>
        </p:nvSpPr>
        <p:spPr>
          <a:xfrm>
            <a:off x="0" y="6334125"/>
            <a:ext cx="12190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lang="en-US"/>
          </a:p>
        </p:txBody>
      </p:sp>
      <p:cxnSp>
        <p:nvCxnSpPr>
          <p:cNvPr id="6" name="Straight Connector 5">
            <a:extLst>
              <a:ext uri="{FF2B5EF4-FFF2-40B4-BE49-F238E27FC236}">
                <a16:creationId xmlns:a16="http://schemas.microsoft.com/office/drawing/2014/main" id="{9A3307A6-E5AB-11BD-F32B-5767EC9E9435}"/>
              </a:ext>
            </a:extLst>
          </p:cNvPr>
          <p:cNvCxnSpPr/>
          <p:nvPr/>
        </p:nvCxnSpPr>
        <p:spPr>
          <a:xfrm>
            <a:off x="1208088" y="4343400"/>
            <a:ext cx="987425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097280" y="758952"/>
            <a:ext cx="10058400" cy="3566160"/>
          </a:xfrm>
        </p:spPr>
        <p:txBody>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7" name="Date Placeholder 3">
            <a:extLst>
              <a:ext uri="{FF2B5EF4-FFF2-40B4-BE49-F238E27FC236}">
                <a16:creationId xmlns:a16="http://schemas.microsoft.com/office/drawing/2014/main" id="{5C29D09C-5D19-BA12-09F6-A26BB8281F3C}"/>
              </a:ext>
            </a:extLst>
          </p:cNvPr>
          <p:cNvSpPr>
            <a:spLocks noGrp="1"/>
          </p:cNvSpPr>
          <p:nvPr>
            <p:ph type="dt" sz="half" idx="10"/>
          </p:nvPr>
        </p:nvSpPr>
        <p:spPr/>
        <p:txBody>
          <a:bodyPr/>
          <a:lstStyle>
            <a:lvl1pPr>
              <a:defRPr/>
            </a:lvl1pPr>
          </a:lstStyle>
          <a:p>
            <a:pPr>
              <a:defRPr/>
            </a:pPr>
            <a:fld id="{EBB95BBA-7CD0-42A5-B93A-261B16665616}" type="datetime1">
              <a:rPr lang="en-US"/>
              <a:pPr>
                <a:defRPr/>
              </a:pPr>
              <a:t>9/21/2025</a:t>
            </a:fld>
            <a:endParaRPr lang="en-US" dirty="0"/>
          </a:p>
        </p:txBody>
      </p:sp>
      <p:sp>
        <p:nvSpPr>
          <p:cNvPr id="8" name="Footer Placeholder 4">
            <a:extLst>
              <a:ext uri="{FF2B5EF4-FFF2-40B4-BE49-F238E27FC236}">
                <a16:creationId xmlns:a16="http://schemas.microsoft.com/office/drawing/2014/main" id="{CAA9D026-176B-FA63-2FEF-488335DA4141}"/>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9" name="Slide Number Placeholder 5">
            <a:extLst>
              <a:ext uri="{FF2B5EF4-FFF2-40B4-BE49-F238E27FC236}">
                <a16:creationId xmlns:a16="http://schemas.microsoft.com/office/drawing/2014/main" id="{DB614EAB-E089-F241-8F58-44B66F84178D}"/>
              </a:ext>
            </a:extLst>
          </p:cNvPr>
          <p:cNvSpPr>
            <a:spLocks noGrp="1"/>
          </p:cNvSpPr>
          <p:nvPr>
            <p:ph type="sldNum" sz="quarter" idx="12"/>
          </p:nvPr>
        </p:nvSpPr>
        <p:spPr/>
        <p:txBody>
          <a:bodyPr/>
          <a:lstStyle>
            <a:lvl1pPr>
              <a:defRPr/>
            </a:lvl1pPr>
          </a:lstStyle>
          <a:p>
            <a:pPr>
              <a:defRPr/>
            </a:pPr>
            <a:fld id="{1F493A99-6C06-4E50-B78A-4D3F0927133E}" type="slidenum">
              <a:rPr lang="en-US" altLang="en-US"/>
              <a:pPr>
                <a:defRPr/>
              </a:pPr>
              <a:t>‹#›</a:t>
            </a:fld>
            <a:endParaRPr lang="en-US" altLang="en-US"/>
          </a:p>
        </p:txBody>
      </p:sp>
    </p:spTree>
    <p:extLst>
      <p:ext uri="{BB962C8B-B14F-4D97-AF65-F5344CB8AC3E}">
        <p14:creationId xmlns:p14="http://schemas.microsoft.com/office/powerpoint/2010/main" val="41420887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499F8FA-2177-CF91-507C-E3F456045D82}"/>
              </a:ext>
            </a:extLst>
          </p:cNvPr>
          <p:cNvSpPr>
            <a:spLocks noGrp="1"/>
          </p:cNvSpPr>
          <p:nvPr>
            <p:ph type="dt" sz="half" idx="10"/>
          </p:nvPr>
        </p:nvSpPr>
        <p:spPr/>
        <p:txBody>
          <a:bodyPr/>
          <a:lstStyle>
            <a:lvl1pPr>
              <a:defRPr/>
            </a:lvl1pPr>
          </a:lstStyle>
          <a:p>
            <a:pPr>
              <a:defRPr/>
            </a:pPr>
            <a:fld id="{3D497E2C-41DF-4A1C-AF4F-064FD3C1E9B8}" type="datetime1">
              <a:rPr lang="en-US"/>
              <a:pPr>
                <a:defRPr/>
              </a:pPr>
              <a:t>9/21/2025</a:t>
            </a:fld>
            <a:endParaRPr lang="en-US" dirty="0"/>
          </a:p>
        </p:txBody>
      </p:sp>
      <p:sp>
        <p:nvSpPr>
          <p:cNvPr id="5" name="Footer Placeholder 4">
            <a:extLst>
              <a:ext uri="{FF2B5EF4-FFF2-40B4-BE49-F238E27FC236}">
                <a16:creationId xmlns:a16="http://schemas.microsoft.com/office/drawing/2014/main" id="{0A1BD16E-808C-DF0D-5E80-80DA4083AE8B}"/>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6" name="Slide Number Placeholder 5">
            <a:extLst>
              <a:ext uri="{FF2B5EF4-FFF2-40B4-BE49-F238E27FC236}">
                <a16:creationId xmlns:a16="http://schemas.microsoft.com/office/drawing/2014/main" id="{56387AF3-E157-1E54-DB24-6678F69FBFE1}"/>
              </a:ext>
            </a:extLst>
          </p:cNvPr>
          <p:cNvSpPr>
            <a:spLocks noGrp="1"/>
          </p:cNvSpPr>
          <p:nvPr>
            <p:ph type="sldNum" sz="quarter" idx="12"/>
          </p:nvPr>
        </p:nvSpPr>
        <p:spPr/>
        <p:txBody>
          <a:bodyPr/>
          <a:lstStyle>
            <a:lvl1pPr>
              <a:defRPr/>
            </a:lvl1pPr>
          </a:lstStyle>
          <a:p>
            <a:pPr>
              <a:defRPr/>
            </a:pPr>
            <a:fld id="{749C19B3-778E-46BD-8A7D-7866717D0CCE}" type="slidenum">
              <a:rPr lang="en-US" altLang="en-US"/>
              <a:pPr>
                <a:defRPr/>
              </a:pPr>
              <a:t>‹#›</a:t>
            </a:fld>
            <a:endParaRPr lang="en-US" altLang="en-US"/>
          </a:p>
        </p:txBody>
      </p:sp>
    </p:spTree>
    <p:extLst>
      <p:ext uri="{BB962C8B-B14F-4D97-AF65-F5344CB8AC3E}">
        <p14:creationId xmlns:p14="http://schemas.microsoft.com/office/powerpoint/2010/main" val="4821487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110644D-9060-2FE8-D3C7-E14ADB900295}"/>
              </a:ext>
            </a:extLst>
          </p:cNvPr>
          <p:cNvSpPr/>
          <p:nvPr/>
        </p:nvSpPr>
        <p:spPr>
          <a:xfrm>
            <a:off x="4763" y="6400800"/>
            <a:ext cx="12187237"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a:extLst>
              <a:ext uri="{FF2B5EF4-FFF2-40B4-BE49-F238E27FC236}">
                <a16:creationId xmlns:a16="http://schemas.microsoft.com/office/drawing/2014/main" id="{39494A30-82C1-BEF7-A89E-B9E2DFFABECB}"/>
              </a:ext>
            </a:extLst>
          </p:cNvPr>
          <p:cNvSpPr/>
          <p:nvPr/>
        </p:nvSpPr>
        <p:spPr>
          <a:xfrm>
            <a:off x="0" y="6334125"/>
            <a:ext cx="12190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a:extLst>
              <a:ext uri="{FF2B5EF4-FFF2-40B4-BE49-F238E27FC236}">
                <a16:creationId xmlns:a16="http://schemas.microsoft.com/office/drawing/2014/main" id="{68F1F3C6-9703-BC26-0347-F3927B9BE465}"/>
              </a:ext>
            </a:extLst>
          </p:cNvPr>
          <p:cNvCxnSpPr/>
          <p:nvPr/>
        </p:nvCxnSpPr>
        <p:spPr>
          <a:xfrm>
            <a:off x="1208088" y="4343400"/>
            <a:ext cx="987425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097280" y="758952"/>
            <a:ext cx="10058400" cy="3566160"/>
          </a:xfrm>
        </p:spPr>
        <p:txBody>
          <a:bodyPr anchorCtr="0"/>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7" name="Date Placeholder 3">
            <a:extLst>
              <a:ext uri="{FF2B5EF4-FFF2-40B4-BE49-F238E27FC236}">
                <a16:creationId xmlns:a16="http://schemas.microsoft.com/office/drawing/2014/main" id="{2C71B7B0-A06B-006D-114D-E95B099FAFBE}"/>
              </a:ext>
            </a:extLst>
          </p:cNvPr>
          <p:cNvSpPr>
            <a:spLocks noGrp="1"/>
          </p:cNvSpPr>
          <p:nvPr>
            <p:ph type="dt" sz="half" idx="10"/>
          </p:nvPr>
        </p:nvSpPr>
        <p:spPr/>
        <p:txBody>
          <a:bodyPr/>
          <a:lstStyle>
            <a:lvl1pPr>
              <a:defRPr/>
            </a:lvl1pPr>
          </a:lstStyle>
          <a:p>
            <a:pPr>
              <a:defRPr/>
            </a:pPr>
            <a:fld id="{28D9E056-D71D-4143-ACEC-A1DCEC6CEF52}" type="datetime1">
              <a:rPr lang="en-US"/>
              <a:pPr>
                <a:defRPr/>
              </a:pPr>
              <a:t>9/21/2025</a:t>
            </a:fld>
            <a:endParaRPr lang="en-US" dirty="0"/>
          </a:p>
        </p:txBody>
      </p:sp>
      <p:sp>
        <p:nvSpPr>
          <p:cNvPr id="8" name="Footer Placeholder 4">
            <a:extLst>
              <a:ext uri="{FF2B5EF4-FFF2-40B4-BE49-F238E27FC236}">
                <a16:creationId xmlns:a16="http://schemas.microsoft.com/office/drawing/2014/main" id="{B7D7EB77-E0BE-9953-7169-22F6D0A199F9}"/>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9" name="Slide Number Placeholder 5">
            <a:extLst>
              <a:ext uri="{FF2B5EF4-FFF2-40B4-BE49-F238E27FC236}">
                <a16:creationId xmlns:a16="http://schemas.microsoft.com/office/drawing/2014/main" id="{79C2F2CD-DBF5-D1C9-7CA1-A95114734AE9}"/>
              </a:ext>
            </a:extLst>
          </p:cNvPr>
          <p:cNvSpPr>
            <a:spLocks noGrp="1"/>
          </p:cNvSpPr>
          <p:nvPr>
            <p:ph type="sldNum" sz="quarter" idx="12"/>
          </p:nvPr>
        </p:nvSpPr>
        <p:spPr/>
        <p:txBody>
          <a:bodyPr/>
          <a:lstStyle>
            <a:lvl1pPr>
              <a:defRPr/>
            </a:lvl1pPr>
          </a:lstStyle>
          <a:p>
            <a:pPr>
              <a:defRPr/>
            </a:pPr>
            <a:fld id="{8338E89F-D905-4C30-8A8D-2DFA072C0354}" type="slidenum">
              <a:rPr lang="en-US" altLang="en-US"/>
              <a:pPr>
                <a:defRPr/>
              </a:pPr>
              <a:t>‹#›</a:t>
            </a:fld>
            <a:endParaRPr lang="en-US" altLang="en-US"/>
          </a:p>
        </p:txBody>
      </p:sp>
    </p:spTree>
    <p:extLst>
      <p:ext uri="{BB962C8B-B14F-4D97-AF65-F5344CB8AC3E}">
        <p14:creationId xmlns:p14="http://schemas.microsoft.com/office/powerpoint/2010/main" val="17393902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5"/>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3">
            <a:extLst>
              <a:ext uri="{FF2B5EF4-FFF2-40B4-BE49-F238E27FC236}">
                <a16:creationId xmlns:a16="http://schemas.microsoft.com/office/drawing/2014/main" id="{27550D5E-F199-AFB4-3BC3-27E4C4AD3BE2}"/>
              </a:ext>
            </a:extLst>
          </p:cNvPr>
          <p:cNvSpPr>
            <a:spLocks noGrp="1"/>
          </p:cNvSpPr>
          <p:nvPr>
            <p:ph type="dt" sz="half" idx="10"/>
          </p:nvPr>
        </p:nvSpPr>
        <p:spPr/>
        <p:txBody>
          <a:bodyPr/>
          <a:lstStyle>
            <a:lvl1pPr>
              <a:defRPr/>
            </a:lvl1pPr>
          </a:lstStyle>
          <a:p>
            <a:pPr>
              <a:defRPr/>
            </a:pPr>
            <a:fld id="{38E50412-CE00-4B94-99F0-B7BE2EF88F4B}" type="datetime1">
              <a:rPr lang="en-US"/>
              <a:pPr>
                <a:defRPr/>
              </a:pPr>
              <a:t>9/21/2025</a:t>
            </a:fld>
            <a:endParaRPr lang="en-US" dirty="0"/>
          </a:p>
        </p:txBody>
      </p:sp>
      <p:sp>
        <p:nvSpPr>
          <p:cNvPr id="5" name="Footer Placeholder 4">
            <a:extLst>
              <a:ext uri="{FF2B5EF4-FFF2-40B4-BE49-F238E27FC236}">
                <a16:creationId xmlns:a16="http://schemas.microsoft.com/office/drawing/2014/main" id="{10A93BF6-DAA2-C939-918A-6847F9DD15CF}"/>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6" name="Slide Number Placeholder 5">
            <a:extLst>
              <a:ext uri="{FF2B5EF4-FFF2-40B4-BE49-F238E27FC236}">
                <a16:creationId xmlns:a16="http://schemas.microsoft.com/office/drawing/2014/main" id="{3377A44E-4B7B-A216-D29C-169B32C45326}"/>
              </a:ext>
            </a:extLst>
          </p:cNvPr>
          <p:cNvSpPr>
            <a:spLocks noGrp="1"/>
          </p:cNvSpPr>
          <p:nvPr>
            <p:ph type="sldNum" sz="quarter" idx="12"/>
          </p:nvPr>
        </p:nvSpPr>
        <p:spPr/>
        <p:txBody>
          <a:bodyPr/>
          <a:lstStyle>
            <a:lvl1pPr>
              <a:defRPr/>
            </a:lvl1pPr>
          </a:lstStyle>
          <a:p>
            <a:pPr>
              <a:defRPr/>
            </a:pPr>
            <a:fld id="{41840E09-0324-48C4-AA8D-991D2FA774C6}" type="slidenum">
              <a:rPr lang="en-US" altLang="en-US"/>
              <a:pPr>
                <a:defRPr/>
              </a:pPr>
              <a:t>‹#›</a:t>
            </a:fld>
            <a:endParaRPr lang="en-US" altLang="en-US"/>
          </a:p>
        </p:txBody>
      </p:sp>
    </p:spTree>
    <p:extLst>
      <p:ext uri="{BB962C8B-B14F-4D97-AF65-F5344CB8AC3E}">
        <p14:creationId xmlns:p14="http://schemas.microsoft.com/office/powerpoint/2010/main" val="10092326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5"/>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3">
            <a:extLst>
              <a:ext uri="{FF2B5EF4-FFF2-40B4-BE49-F238E27FC236}">
                <a16:creationId xmlns:a16="http://schemas.microsoft.com/office/drawing/2014/main" id="{DB350295-1796-9B4E-8EBC-CF88BA434F0F}"/>
              </a:ext>
            </a:extLst>
          </p:cNvPr>
          <p:cNvSpPr>
            <a:spLocks noGrp="1"/>
          </p:cNvSpPr>
          <p:nvPr>
            <p:ph type="dt" sz="half" idx="10"/>
          </p:nvPr>
        </p:nvSpPr>
        <p:spPr/>
        <p:txBody>
          <a:bodyPr/>
          <a:lstStyle>
            <a:lvl1pPr>
              <a:defRPr/>
            </a:lvl1pPr>
          </a:lstStyle>
          <a:p>
            <a:pPr>
              <a:defRPr/>
            </a:pPr>
            <a:fld id="{BDD1E041-F2D5-4D53-95B9-7A46309909CF}" type="datetime1">
              <a:rPr lang="en-US"/>
              <a:pPr>
                <a:defRPr/>
              </a:pPr>
              <a:t>9/21/2025</a:t>
            </a:fld>
            <a:endParaRPr lang="en-US" dirty="0"/>
          </a:p>
        </p:txBody>
      </p:sp>
      <p:sp>
        <p:nvSpPr>
          <p:cNvPr id="7" name="Footer Placeholder 4">
            <a:extLst>
              <a:ext uri="{FF2B5EF4-FFF2-40B4-BE49-F238E27FC236}">
                <a16:creationId xmlns:a16="http://schemas.microsoft.com/office/drawing/2014/main" id="{7277AD08-EB2D-B0BC-E8EF-E5BC7BF4E336}"/>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8" name="Slide Number Placeholder 5">
            <a:extLst>
              <a:ext uri="{FF2B5EF4-FFF2-40B4-BE49-F238E27FC236}">
                <a16:creationId xmlns:a16="http://schemas.microsoft.com/office/drawing/2014/main" id="{5FFA0FED-BB4C-225A-BFE4-49A1D55D3916}"/>
              </a:ext>
            </a:extLst>
          </p:cNvPr>
          <p:cNvSpPr>
            <a:spLocks noGrp="1"/>
          </p:cNvSpPr>
          <p:nvPr>
            <p:ph type="sldNum" sz="quarter" idx="12"/>
          </p:nvPr>
        </p:nvSpPr>
        <p:spPr/>
        <p:txBody>
          <a:bodyPr/>
          <a:lstStyle>
            <a:lvl1pPr>
              <a:defRPr/>
            </a:lvl1pPr>
          </a:lstStyle>
          <a:p>
            <a:pPr>
              <a:defRPr/>
            </a:pPr>
            <a:fld id="{9C55246C-853E-4BAD-AB08-5880C2F9E365}" type="slidenum">
              <a:rPr lang="en-US" altLang="en-US"/>
              <a:pPr>
                <a:defRPr/>
              </a:pPr>
              <a:t>‹#›</a:t>
            </a:fld>
            <a:endParaRPr lang="en-US" altLang="en-US"/>
          </a:p>
        </p:txBody>
      </p:sp>
    </p:spTree>
    <p:extLst>
      <p:ext uri="{BB962C8B-B14F-4D97-AF65-F5344CB8AC3E}">
        <p14:creationId xmlns:p14="http://schemas.microsoft.com/office/powerpoint/2010/main" val="35651034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AB3659CD-A9EF-7CA4-B874-94E9E8F325E7}"/>
              </a:ext>
            </a:extLst>
          </p:cNvPr>
          <p:cNvSpPr>
            <a:spLocks noGrp="1"/>
          </p:cNvSpPr>
          <p:nvPr>
            <p:ph type="dt" sz="half" idx="10"/>
          </p:nvPr>
        </p:nvSpPr>
        <p:spPr/>
        <p:txBody>
          <a:bodyPr/>
          <a:lstStyle>
            <a:lvl1pPr>
              <a:defRPr/>
            </a:lvl1pPr>
          </a:lstStyle>
          <a:p>
            <a:pPr>
              <a:defRPr/>
            </a:pPr>
            <a:fld id="{B2FC5400-7193-4432-B369-0AFA8C358FFB}" type="datetime1">
              <a:rPr lang="en-US"/>
              <a:pPr>
                <a:defRPr/>
              </a:pPr>
              <a:t>9/21/2025</a:t>
            </a:fld>
            <a:endParaRPr lang="en-US" dirty="0"/>
          </a:p>
        </p:txBody>
      </p:sp>
      <p:sp>
        <p:nvSpPr>
          <p:cNvPr id="4" name="Footer Placeholder 4">
            <a:extLst>
              <a:ext uri="{FF2B5EF4-FFF2-40B4-BE49-F238E27FC236}">
                <a16:creationId xmlns:a16="http://schemas.microsoft.com/office/drawing/2014/main" id="{BFF354BE-20FC-65E8-C1E8-3FAAEDED6424}"/>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5" name="Slide Number Placeholder 5">
            <a:extLst>
              <a:ext uri="{FF2B5EF4-FFF2-40B4-BE49-F238E27FC236}">
                <a16:creationId xmlns:a16="http://schemas.microsoft.com/office/drawing/2014/main" id="{A335EE99-F827-572D-BD37-47F36E11BD24}"/>
              </a:ext>
            </a:extLst>
          </p:cNvPr>
          <p:cNvSpPr>
            <a:spLocks noGrp="1"/>
          </p:cNvSpPr>
          <p:nvPr>
            <p:ph type="sldNum" sz="quarter" idx="12"/>
          </p:nvPr>
        </p:nvSpPr>
        <p:spPr/>
        <p:txBody>
          <a:bodyPr/>
          <a:lstStyle>
            <a:lvl1pPr>
              <a:defRPr/>
            </a:lvl1pPr>
          </a:lstStyle>
          <a:p>
            <a:pPr>
              <a:defRPr/>
            </a:pPr>
            <a:fld id="{79E1D5FA-3136-44CB-8069-EC2A70018FFE}" type="slidenum">
              <a:rPr lang="en-US" altLang="en-US"/>
              <a:pPr>
                <a:defRPr/>
              </a:pPr>
              <a:t>‹#›</a:t>
            </a:fld>
            <a:endParaRPr lang="en-US" altLang="en-US"/>
          </a:p>
        </p:txBody>
      </p:sp>
    </p:spTree>
    <p:extLst>
      <p:ext uri="{BB962C8B-B14F-4D97-AF65-F5344CB8AC3E}">
        <p14:creationId xmlns:p14="http://schemas.microsoft.com/office/powerpoint/2010/main" val="20445570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C28AA49-B690-A90F-1151-43A84A82CA04}"/>
              </a:ext>
            </a:extLst>
          </p:cNvPr>
          <p:cNvSpPr/>
          <p:nvPr/>
        </p:nvSpPr>
        <p:spPr>
          <a:xfrm>
            <a:off x="4763" y="6400800"/>
            <a:ext cx="12187237"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2">
            <a:extLst>
              <a:ext uri="{FF2B5EF4-FFF2-40B4-BE49-F238E27FC236}">
                <a16:creationId xmlns:a16="http://schemas.microsoft.com/office/drawing/2014/main" id="{2CEA6C4A-0F11-7E62-451C-24F23C0314BF}"/>
              </a:ext>
            </a:extLst>
          </p:cNvPr>
          <p:cNvSpPr/>
          <p:nvPr/>
        </p:nvSpPr>
        <p:spPr>
          <a:xfrm>
            <a:off x="0" y="6334125"/>
            <a:ext cx="12190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6">
            <a:extLst>
              <a:ext uri="{FF2B5EF4-FFF2-40B4-BE49-F238E27FC236}">
                <a16:creationId xmlns:a16="http://schemas.microsoft.com/office/drawing/2014/main" id="{3CCC873C-38FB-29AE-99C7-227972B41643}"/>
              </a:ext>
            </a:extLst>
          </p:cNvPr>
          <p:cNvSpPr>
            <a:spLocks noGrp="1"/>
          </p:cNvSpPr>
          <p:nvPr>
            <p:ph type="dt" sz="half" idx="10"/>
          </p:nvPr>
        </p:nvSpPr>
        <p:spPr/>
        <p:txBody>
          <a:bodyPr/>
          <a:lstStyle>
            <a:lvl1pPr>
              <a:defRPr/>
            </a:lvl1pPr>
          </a:lstStyle>
          <a:p>
            <a:pPr>
              <a:defRPr/>
            </a:pPr>
            <a:fld id="{3AC4657E-836E-4244-A18A-44654CC2CAC0}" type="datetime1">
              <a:rPr lang="en-US"/>
              <a:pPr>
                <a:defRPr/>
              </a:pPr>
              <a:t>9/21/2025</a:t>
            </a:fld>
            <a:endParaRPr lang="en-US" dirty="0"/>
          </a:p>
        </p:txBody>
      </p:sp>
      <p:sp>
        <p:nvSpPr>
          <p:cNvPr id="5" name="Footer Placeholder 7">
            <a:extLst>
              <a:ext uri="{FF2B5EF4-FFF2-40B4-BE49-F238E27FC236}">
                <a16:creationId xmlns:a16="http://schemas.microsoft.com/office/drawing/2014/main" id="{B2176C55-3914-947E-021F-58779FEC041E}"/>
              </a:ext>
            </a:extLst>
          </p:cNvPr>
          <p:cNvSpPr>
            <a:spLocks noGrp="1"/>
          </p:cNvSpPr>
          <p:nvPr>
            <p:ph type="ftr" sz="quarter" idx="11"/>
          </p:nvPr>
        </p:nvSpPr>
        <p:spPr/>
        <p:txBody>
          <a:bodyPr/>
          <a:lstStyle>
            <a:lvl1pPr>
              <a:defRPr>
                <a:solidFill>
                  <a:srgbClr val="FFFFFF"/>
                </a:solidFill>
              </a:defRPr>
            </a:lvl1pPr>
          </a:lstStyle>
          <a:p>
            <a:pPr>
              <a:defRPr/>
            </a:pPr>
            <a:r>
              <a:rPr lang="en-US"/>
              <a:t>CSIT435 - DBMS Administration Bassel Dhaini - Fall 2017</a:t>
            </a:r>
            <a:endParaRPr lang="en-US" dirty="0"/>
          </a:p>
        </p:txBody>
      </p:sp>
      <p:sp>
        <p:nvSpPr>
          <p:cNvPr id="6" name="Slide Number Placeholder 8">
            <a:extLst>
              <a:ext uri="{FF2B5EF4-FFF2-40B4-BE49-F238E27FC236}">
                <a16:creationId xmlns:a16="http://schemas.microsoft.com/office/drawing/2014/main" id="{C0CF7F1E-29D0-90B1-BB38-35C38F01361F}"/>
              </a:ext>
            </a:extLst>
          </p:cNvPr>
          <p:cNvSpPr>
            <a:spLocks noGrp="1"/>
          </p:cNvSpPr>
          <p:nvPr>
            <p:ph type="sldNum" sz="quarter" idx="12"/>
          </p:nvPr>
        </p:nvSpPr>
        <p:spPr/>
        <p:txBody>
          <a:bodyPr/>
          <a:lstStyle>
            <a:lvl1pPr>
              <a:defRPr/>
            </a:lvl1pPr>
          </a:lstStyle>
          <a:p>
            <a:pPr>
              <a:defRPr/>
            </a:pPr>
            <a:fld id="{40BC2EBF-BF29-4256-BFD3-7E873AAE4E86}" type="slidenum">
              <a:rPr lang="en-US" altLang="en-US"/>
              <a:pPr>
                <a:defRPr/>
              </a:pPr>
              <a:t>‹#›</a:t>
            </a:fld>
            <a:endParaRPr lang="en-US" altLang="en-US"/>
          </a:p>
        </p:txBody>
      </p:sp>
    </p:spTree>
    <p:extLst>
      <p:ext uri="{BB962C8B-B14F-4D97-AF65-F5344CB8AC3E}">
        <p14:creationId xmlns:p14="http://schemas.microsoft.com/office/powerpoint/2010/main" val="23402166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AA85966-AA7C-8069-DF9C-5919ACC779AD}"/>
              </a:ext>
            </a:extLst>
          </p:cNvPr>
          <p:cNvSpPr/>
          <p:nvPr/>
        </p:nvSpPr>
        <p:spPr>
          <a:xfrm>
            <a:off x="0" y="0"/>
            <a:ext cx="40513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0A90FDFF-4997-2DC8-D797-10717D721B87}"/>
              </a:ext>
            </a:extLst>
          </p:cNvPr>
          <p:cNvSpPr/>
          <p:nvPr/>
        </p:nvSpPr>
        <p:spPr>
          <a:xfrm>
            <a:off x="4040188" y="0"/>
            <a:ext cx="635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7" name="Date Placeholder 4">
            <a:extLst>
              <a:ext uri="{FF2B5EF4-FFF2-40B4-BE49-F238E27FC236}">
                <a16:creationId xmlns:a16="http://schemas.microsoft.com/office/drawing/2014/main" id="{D42A80F0-1CE3-0CDC-C093-C5F6F7C88247}"/>
              </a:ext>
            </a:extLst>
          </p:cNvPr>
          <p:cNvSpPr>
            <a:spLocks noGrp="1"/>
          </p:cNvSpPr>
          <p:nvPr>
            <p:ph type="dt" sz="half" idx="10"/>
          </p:nvPr>
        </p:nvSpPr>
        <p:spPr>
          <a:xfrm>
            <a:off x="465138" y="6459538"/>
            <a:ext cx="2619375" cy="365125"/>
          </a:xfrm>
        </p:spPr>
        <p:txBody>
          <a:bodyPr/>
          <a:lstStyle>
            <a:lvl1pPr algn="l">
              <a:defRPr/>
            </a:lvl1pPr>
          </a:lstStyle>
          <a:p>
            <a:pPr>
              <a:defRPr/>
            </a:pPr>
            <a:fld id="{839D43A1-7D32-4BB6-B867-4FE60EFDB574}" type="datetime1">
              <a:rPr lang="en-US"/>
              <a:pPr>
                <a:defRPr/>
              </a:pPr>
              <a:t>9/21/2025</a:t>
            </a:fld>
            <a:endParaRPr lang="en-US" dirty="0"/>
          </a:p>
        </p:txBody>
      </p:sp>
      <p:sp>
        <p:nvSpPr>
          <p:cNvPr id="8" name="Footer Placeholder 5">
            <a:extLst>
              <a:ext uri="{FF2B5EF4-FFF2-40B4-BE49-F238E27FC236}">
                <a16:creationId xmlns:a16="http://schemas.microsoft.com/office/drawing/2014/main" id="{E71B519B-5306-2165-79AD-F440F204745E}"/>
              </a:ext>
            </a:extLst>
          </p:cNvPr>
          <p:cNvSpPr>
            <a:spLocks noGrp="1"/>
          </p:cNvSpPr>
          <p:nvPr>
            <p:ph type="ftr" sz="quarter" idx="11"/>
          </p:nvPr>
        </p:nvSpPr>
        <p:spPr>
          <a:xfrm>
            <a:off x="4800600" y="6459538"/>
            <a:ext cx="4648200" cy="365125"/>
          </a:xfrm>
        </p:spPr>
        <p:txBody>
          <a:bodyPr/>
          <a:lstStyle>
            <a:lvl1pPr algn="l">
              <a:defRPr>
                <a:solidFill>
                  <a:schemeClr val="tx2"/>
                </a:solidFill>
              </a:defRPr>
            </a:lvl1pPr>
          </a:lstStyle>
          <a:p>
            <a:pPr>
              <a:defRPr/>
            </a:pPr>
            <a:r>
              <a:rPr lang="en-US"/>
              <a:t>CSIT435 - DBMS Administration Bassel Dhaini - Fall 2017</a:t>
            </a:r>
            <a:endParaRPr lang="en-US" dirty="0"/>
          </a:p>
        </p:txBody>
      </p:sp>
      <p:sp>
        <p:nvSpPr>
          <p:cNvPr id="9" name="Slide Number Placeholder 6">
            <a:extLst>
              <a:ext uri="{FF2B5EF4-FFF2-40B4-BE49-F238E27FC236}">
                <a16:creationId xmlns:a16="http://schemas.microsoft.com/office/drawing/2014/main" id="{6FD59B13-41F5-4EB9-41DE-1108E8983F96}"/>
              </a:ext>
            </a:extLst>
          </p:cNvPr>
          <p:cNvSpPr>
            <a:spLocks noGrp="1"/>
          </p:cNvSpPr>
          <p:nvPr>
            <p:ph type="sldNum" sz="quarter" idx="12"/>
          </p:nvPr>
        </p:nvSpPr>
        <p:spPr/>
        <p:txBody>
          <a:bodyPr/>
          <a:lstStyle>
            <a:lvl1pPr>
              <a:defRPr>
                <a:solidFill>
                  <a:schemeClr val="tx2"/>
                </a:solidFill>
              </a:defRPr>
            </a:lvl1pPr>
          </a:lstStyle>
          <a:p>
            <a:pPr>
              <a:defRPr/>
            </a:pPr>
            <a:fld id="{B96E133E-DA70-4E8B-A604-DF4FDF5B27BE}" type="slidenum">
              <a:rPr lang="en-US" altLang="en-US"/>
              <a:pPr>
                <a:defRPr/>
              </a:pPr>
              <a:t>‹#›</a:t>
            </a:fld>
            <a:endParaRPr lang="en-US" altLang="en-US"/>
          </a:p>
        </p:txBody>
      </p:sp>
    </p:spTree>
    <p:extLst>
      <p:ext uri="{BB962C8B-B14F-4D97-AF65-F5344CB8AC3E}">
        <p14:creationId xmlns:p14="http://schemas.microsoft.com/office/powerpoint/2010/main" val="6283256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A5BBED4-09A3-05E9-E46A-91EEF4AD708E}"/>
              </a:ext>
            </a:extLst>
          </p:cNvPr>
          <p:cNvSpPr/>
          <p:nvPr/>
        </p:nvSpPr>
        <p:spPr>
          <a:xfrm>
            <a:off x="0" y="4953000"/>
            <a:ext cx="12190413"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BBB2FF36-5A36-D697-0416-28BC3BDC5967}"/>
              </a:ext>
            </a:extLst>
          </p:cNvPr>
          <p:cNvSpPr/>
          <p:nvPr/>
        </p:nvSpPr>
        <p:spPr>
          <a:xfrm>
            <a:off x="0" y="4914900"/>
            <a:ext cx="12190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tIns="0" bIns="0">
            <a:noAutofit/>
          </a:bodyPr>
          <a:lstStyle>
            <a:lvl1pPr>
              <a:defRPr sz="27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 y="0"/>
            <a:ext cx="12191985" cy="4915076"/>
          </a:xfrm>
          <a:blipFill>
            <a:blip r:embed="rId2"/>
            <a:stretch>
              <a:fillRect/>
            </a:stretch>
          </a:blipFill>
        </p:spPr>
        <p:txBody>
          <a:bodyPr lIns="457200" tIns="457200" rtlCol="0">
            <a:normAutofit/>
          </a:bodyPr>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097280" y="5907023"/>
            <a:ext cx="10113264" cy="594360"/>
          </a:xfrm>
        </p:spPr>
        <p:txBody>
          <a:bodyPr lIns="91440" tIns="0" rIns="91440" bIns="0"/>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7" name="Date Placeholder 4">
            <a:extLst>
              <a:ext uri="{FF2B5EF4-FFF2-40B4-BE49-F238E27FC236}">
                <a16:creationId xmlns:a16="http://schemas.microsoft.com/office/drawing/2014/main" id="{73F9CE50-D4B9-ACDB-2E7B-D6D6A7C1C993}"/>
              </a:ext>
            </a:extLst>
          </p:cNvPr>
          <p:cNvSpPr>
            <a:spLocks noGrp="1"/>
          </p:cNvSpPr>
          <p:nvPr>
            <p:ph type="dt" sz="half" idx="10"/>
          </p:nvPr>
        </p:nvSpPr>
        <p:spPr/>
        <p:txBody>
          <a:bodyPr/>
          <a:lstStyle>
            <a:lvl1pPr>
              <a:defRPr/>
            </a:lvl1pPr>
          </a:lstStyle>
          <a:p>
            <a:pPr>
              <a:defRPr/>
            </a:pPr>
            <a:fld id="{6644F76C-F2DB-44A1-855B-12C3BE575E01}" type="datetime1">
              <a:rPr lang="en-US"/>
              <a:pPr>
                <a:defRPr/>
              </a:pPr>
              <a:t>9/21/2025</a:t>
            </a:fld>
            <a:endParaRPr lang="en-US" dirty="0"/>
          </a:p>
        </p:txBody>
      </p:sp>
      <p:sp>
        <p:nvSpPr>
          <p:cNvPr id="8" name="Footer Placeholder 5">
            <a:extLst>
              <a:ext uri="{FF2B5EF4-FFF2-40B4-BE49-F238E27FC236}">
                <a16:creationId xmlns:a16="http://schemas.microsoft.com/office/drawing/2014/main" id="{3DD49647-2064-2A8B-1D2E-D8F7A2743EFF}"/>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9" name="Slide Number Placeholder 6">
            <a:extLst>
              <a:ext uri="{FF2B5EF4-FFF2-40B4-BE49-F238E27FC236}">
                <a16:creationId xmlns:a16="http://schemas.microsoft.com/office/drawing/2014/main" id="{0F447C19-4C90-9D9F-4712-4B2CA6C351E6}"/>
              </a:ext>
            </a:extLst>
          </p:cNvPr>
          <p:cNvSpPr>
            <a:spLocks noGrp="1"/>
          </p:cNvSpPr>
          <p:nvPr>
            <p:ph type="sldNum" sz="quarter" idx="12"/>
          </p:nvPr>
        </p:nvSpPr>
        <p:spPr/>
        <p:txBody>
          <a:bodyPr/>
          <a:lstStyle>
            <a:lvl1pPr>
              <a:defRPr/>
            </a:lvl1pPr>
          </a:lstStyle>
          <a:p>
            <a:pPr>
              <a:defRPr/>
            </a:pPr>
            <a:fld id="{4E265AC2-404C-411D-9462-FC9018154A7C}" type="slidenum">
              <a:rPr lang="en-US" altLang="en-US"/>
              <a:pPr>
                <a:defRPr/>
              </a:pPr>
              <a:t>‹#›</a:t>
            </a:fld>
            <a:endParaRPr lang="en-US" altLang="en-US"/>
          </a:p>
        </p:txBody>
      </p:sp>
    </p:spTree>
    <p:extLst>
      <p:ext uri="{BB962C8B-B14F-4D97-AF65-F5344CB8AC3E}">
        <p14:creationId xmlns:p14="http://schemas.microsoft.com/office/powerpoint/2010/main" val="17456245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8AAB5C2-5DCA-8867-0779-CA5E708E9081}"/>
              </a:ext>
            </a:extLst>
          </p:cNvPr>
          <p:cNvSpPr>
            <a:spLocks noGrp="1"/>
          </p:cNvSpPr>
          <p:nvPr>
            <p:ph type="dt" sz="half" idx="10"/>
          </p:nvPr>
        </p:nvSpPr>
        <p:spPr/>
        <p:txBody>
          <a:bodyPr/>
          <a:lstStyle>
            <a:lvl1pPr>
              <a:defRPr/>
            </a:lvl1pPr>
          </a:lstStyle>
          <a:p>
            <a:pPr>
              <a:defRPr/>
            </a:pPr>
            <a:fld id="{5FFED431-2704-4796-BA4E-D526C5E05775}" type="datetime1">
              <a:rPr lang="en-US"/>
              <a:pPr>
                <a:defRPr/>
              </a:pPr>
              <a:t>9/21/2025</a:t>
            </a:fld>
            <a:endParaRPr lang="en-US" dirty="0"/>
          </a:p>
        </p:txBody>
      </p:sp>
      <p:sp>
        <p:nvSpPr>
          <p:cNvPr id="5" name="Footer Placeholder 4">
            <a:extLst>
              <a:ext uri="{FF2B5EF4-FFF2-40B4-BE49-F238E27FC236}">
                <a16:creationId xmlns:a16="http://schemas.microsoft.com/office/drawing/2014/main" id="{1A44AB4D-9716-E990-2ED5-E4C9AD21FBBC}"/>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6" name="Slide Number Placeholder 5">
            <a:extLst>
              <a:ext uri="{FF2B5EF4-FFF2-40B4-BE49-F238E27FC236}">
                <a16:creationId xmlns:a16="http://schemas.microsoft.com/office/drawing/2014/main" id="{976F3FBB-3D16-F416-6009-F2EC2A3BCDAE}"/>
              </a:ext>
            </a:extLst>
          </p:cNvPr>
          <p:cNvSpPr>
            <a:spLocks noGrp="1"/>
          </p:cNvSpPr>
          <p:nvPr>
            <p:ph type="sldNum" sz="quarter" idx="12"/>
          </p:nvPr>
        </p:nvSpPr>
        <p:spPr/>
        <p:txBody>
          <a:bodyPr/>
          <a:lstStyle>
            <a:lvl1pPr>
              <a:defRPr/>
            </a:lvl1pPr>
          </a:lstStyle>
          <a:p>
            <a:pPr>
              <a:defRPr/>
            </a:pPr>
            <a:fld id="{B674326D-7927-4234-851A-997CC7778CB9}" type="slidenum">
              <a:rPr lang="en-US" altLang="en-US"/>
              <a:pPr>
                <a:defRPr/>
              </a:pPr>
              <a:t>‹#›</a:t>
            </a:fld>
            <a:endParaRPr lang="en-US" altLang="en-US"/>
          </a:p>
        </p:txBody>
      </p:sp>
    </p:spTree>
    <p:extLst>
      <p:ext uri="{BB962C8B-B14F-4D97-AF65-F5344CB8AC3E}">
        <p14:creationId xmlns:p14="http://schemas.microsoft.com/office/powerpoint/2010/main" val="31567486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127F4E-4947-CA9F-EFD5-F8207ED04A35}"/>
              </a:ext>
            </a:extLst>
          </p:cNvPr>
          <p:cNvSpPr/>
          <p:nvPr/>
        </p:nvSpPr>
        <p:spPr>
          <a:xfrm>
            <a:off x="4763" y="6400800"/>
            <a:ext cx="12187237"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a:extLst>
              <a:ext uri="{FF2B5EF4-FFF2-40B4-BE49-F238E27FC236}">
                <a16:creationId xmlns:a16="http://schemas.microsoft.com/office/drawing/2014/main" id="{2E90416F-C68D-BBA8-3AF1-639241AA5411}"/>
              </a:ext>
            </a:extLst>
          </p:cNvPr>
          <p:cNvSpPr/>
          <p:nvPr/>
        </p:nvSpPr>
        <p:spPr>
          <a:xfrm>
            <a:off x="0" y="6334125"/>
            <a:ext cx="12190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1" y="414780"/>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3">
            <a:extLst>
              <a:ext uri="{FF2B5EF4-FFF2-40B4-BE49-F238E27FC236}">
                <a16:creationId xmlns:a16="http://schemas.microsoft.com/office/drawing/2014/main" id="{4189E825-2DA4-83B6-CC9D-BB5F1AD3516E}"/>
              </a:ext>
            </a:extLst>
          </p:cNvPr>
          <p:cNvSpPr>
            <a:spLocks noGrp="1"/>
          </p:cNvSpPr>
          <p:nvPr>
            <p:ph type="dt" sz="half" idx="10"/>
          </p:nvPr>
        </p:nvSpPr>
        <p:spPr/>
        <p:txBody>
          <a:bodyPr/>
          <a:lstStyle>
            <a:lvl1pPr>
              <a:defRPr/>
            </a:lvl1pPr>
          </a:lstStyle>
          <a:p>
            <a:pPr>
              <a:defRPr/>
            </a:pPr>
            <a:fld id="{D3A8DE2B-6E6C-4F36-A2E8-4F5CD9AE63BC}" type="datetime1">
              <a:rPr lang="en-US"/>
              <a:pPr>
                <a:defRPr/>
              </a:pPr>
              <a:t>9/21/2025</a:t>
            </a:fld>
            <a:endParaRPr lang="en-US" dirty="0"/>
          </a:p>
        </p:txBody>
      </p:sp>
      <p:sp>
        <p:nvSpPr>
          <p:cNvPr id="7" name="Footer Placeholder 4">
            <a:extLst>
              <a:ext uri="{FF2B5EF4-FFF2-40B4-BE49-F238E27FC236}">
                <a16:creationId xmlns:a16="http://schemas.microsoft.com/office/drawing/2014/main" id="{AE170EB2-DA81-D7E7-ABE9-3215619E437F}"/>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8" name="Slide Number Placeholder 5">
            <a:extLst>
              <a:ext uri="{FF2B5EF4-FFF2-40B4-BE49-F238E27FC236}">
                <a16:creationId xmlns:a16="http://schemas.microsoft.com/office/drawing/2014/main" id="{2CF9F7A3-5235-701D-D5C7-DF6580A11D98}"/>
              </a:ext>
            </a:extLst>
          </p:cNvPr>
          <p:cNvSpPr>
            <a:spLocks noGrp="1"/>
          </p:cNvSpPr>
          <p:nvPr>
            <p:ph type="sldNum" sz="quarter" idx="12"/>
          </p:nvPr>
        </p:nvSpPr>
        <p:spPr/>
        <p:txBody>
          <a:bodyPr/>
          <a:lstStyle>
            <a:lvl1pPr>
              <a:defRPr/>
            </a:lvl1pPr>
          </a:lstStyle>
          <a:p>
            <a:pPr>
              <a:defRPr/>
            </a:pPr>
            <a:fld id="{C9410AF5-5917-412B-8D92-DDE8E80B9277}" type="slidenum">
              <a:rPr lang="en-US" altLang="en-US"/>
              <a:pPr>
                <a:defRPr/>
              </a:pPr>
              <a:t>‹#›</a:t>
            </a:fld>
            <a:endParaRPr lang="en-US" altLang="en-US"/>
          </a:p>
        </p:txBody>
      </p:sp>
    </p:spTree>
    <p:extLst>
      <p:ext uri="{BB962C8B-B14F-4D97-AF65-F5344CB8AC3E}">
        <p14:creationId xmlns:p14="http://schemas.microsoft.com/office/powerpoint/2010/main" val="3796780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1E0580B-590B-DAD7-166B-C3D933148A5F}"/>
              </a:ext>
            </a:extLst>
          </p:cNvPr>
          <p:cNvSpPr/>
          <p:nvPr/>
        </p:nvSpPr>
        <p:spPr>
          <a:xfrm>
            <a:off x="0"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a:extLst>
              <a:ext uri="{FF2B5EF4-FFF2-40B4-BE49-F238E27FC236}">
                <a16:creationId xmlns:a16="http://schemas.microsoft.com/office/drawing/2014/main" id="{1A95B79A-EB8C-99FD-CD57-BDC8243BE191}"/>
              </a:ext>
            </a:extLst>
          </p:cNvPr>
          <p:cNvSpPr/>
          <p:nvPr/>
        </p:nvSpPr>
        <p:spPr>
          <a:xfrm>
            <a:off x="0" y="6334125"/>
            <a:ext cx="12192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a:extLst>
              <a:ext uri="{FF2B5EF4-FFF2-40B4-BE49-F238E27FC236}">
                <a16:creationId xmlns:a16="http://schemas.microsoft.com/office/drawing/2014/main" id="{1873BACD-7E0C-7503-29DD-8BCC6931FA74}"/>
              </a:ext>
            </a:extLst>
          </p:cNvPr>
          <p:cNvSpPr>
            <a:spLocks noGrp="1"/>
          </p:cNvSpPr>
          <p:nvPr>
            <p:ph type="title"/>
          </p:nvPr>
        </p:nvSpPr>
        <p:spPr>
          <a:xfrm>
            <a:off x="1096963" y="287338"/>
            <a:ext cx="10058400" cy="144938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1029" name="Text Placeholder 2">
            <a:extLst>
              <a:ext uri="{FF2B5EF4-FFF2-40B4-BE49-F238E27FC236}">
                <a16:creationId xmlns:a16="http://schemas.microsoft.com/office/drawing/2014/main" id="{E7450E05-FCBD-89E2-E68F-BF1F2793CEE6}"/>
              </a:ext>
            </a:extLst>
          </p:cNvPr>
          <p:cNvSpPr>
            <a:spLocks noGrp="1" noChangeArrowheads="1"/>
          </p:cNvSpPr>
          <p:nvPr>
            <p:ph type="body" idx="1"/>
          </p:nvPr>
        </p:nvSpPr>
        <p:spPr bwMode="auto">
          <a:xfrm>
            <a:off x="1096963" y="1846263"/>
            <a:ext cx="100584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82341966-7902-7B75-7673-518A298F3C99}"/>
              </a:ext>
            </a:extLst>
          </p:cNvPr>
          <p:cNvSpPr>
            <a:spLocks noGrp="1"/>
          </p:cNvSpPr>
          <p:nvPr>
            <p:ph type="dt" sz="half" idx="2"/>
          </p:nvPr>
        </p:nvSpPr>
        <p:spPr>
          <a:xfrm>
            <a:off x="1096963" y="6459538"/>
            <a:ext cx="2471737" cy="365125"/>
          </a:xfrm>
          <a:prstGeom prst="rect">
            <a:avLst/>
          </a:prstGeom>
        </p:spPr>
        <p:txBody>
          <a:bodyPr vert="horz" lIns="91440" tIns="45720" rIns="91440" bIns="45720" rtlCol="0" anchor="ctr"/>
          <a:lstStyle>
            <a:lvl1pPr algn="l" eaLnBrk="1" fontAlgn="auto" hangingPunct="1">
              <a:spcBef>
                <a:spcPts val="0"/>
              </a:spcBef>
              <a:spcAft>
                <a:spcPts val="0"/>
              </a:spcAft>
              <a:defRPr sz="675">
                <a:solidFill>
                  <a:srgbClr val="FFFFFF"/>
                </a:solidFill>
                <a:latin typeface="+mn-lt"/>
              </a:defRPr>
            </a:lvl1pPr>
          </a:lstStyle>
          <a:p>
            <a:pPr>
              <a:defRPr/>
            </a:pPr>
            <a:fld id="{96CB7784-CC5A-4F64-8056-FA6F68261234}" type="datetime1">
              <a:rPr lang="en-US"/>
              <a:pPr>
                <a:defRPr/>
              </a:pPr>
              <a:t>9/21/2025</a:t>
            </a:fld>
            <a:endParaRPr lang="en-US" dirty="0"/>
          </a:p>
        </p:txBody>
      </p:sp>
      <p:sp>
        <p:nvSpPr>
          <p:cNvPr id="5" name="Footer Placeholder 4">
            <a:extLst>
              <a:ext uri="{FF2B5EF4-FFF2-40B4-BE49-F238E27FC236}">
                <a16:creationId xmlns:a16="http://schemas.microsoft.com/office/drawing/2014/main" id="{A221A143-053E-BC96-BC72-5C1D12331540}"/>
              </a:ext>
            </a:extLst>
          </p:cNvPr>
          <p:cNvSpPr>
            <a:spLocks noGrp="1"/>
          </p:cNvSpPr>
          <p:nvPr>
            <p:ph type="ftr" sz="quarter" idx="3"/>
          </p:nvPr>
        </p:nvSpPr>
        <p:spPr>
          <a:xfrm>
            <a:off x="3687763" y="6459538"/>
            <a:ext cx="4821237" cy="365125"/>
          </a:xfrm>
          <a:prstGeom prst="rect">
            <a:avLst/>
          </a:prstGeom>
        </p:spPr>
        <p:txBody>
          <a:bodyPr vert="horz" lIns="91440" tIns="45720" rIns="91440" bIns="45720" rtlCol="0" anchor="ctr"/>
          <a:lstStyle>
            <a:lvl1pPr algn="ctr" eaLnBrk="1" fontAlgn="auto" hangingPunct="1">
              <a:spcBef>
                <a:spcPts val="0"/>
              </a:spcBef>
              <a:spcAft>
                <a:spcPts val="0"/>
              </a:spcAft>
              <a:defRPr sz="675" cap="all" baseline="0">
                <a:solidFill>
                  <a:srgbClr val="FFFFFF"/>
                </a:solidFill>
                <a:latin typeface="+mn-lt"/>
              </a:defRPr>
            </a:lvl1pPr>
          </a:lstStyle>
          <a:p>
            <a:pPr>
              <a:defRPr/>
            </a:pPr>
            <a:r>
              <a:rPr lang="en-US"/>
              <a:t>CSIT435 - DBMS Administration Bassel Dhaini - Fall 2017</a:t>
            </a:r>
            <a:endParaRPr lang="en-US" dirty="0"/>
          </a:p>
        </p:txBody>
      </p:sp>
      <p:sp>
        <p:nvSpPr>
          <p:cNvPr id="6" name="Slide Number Placeholder 5">
            <a:extLst>
              <a:ext uri="{FF2B5EF4-FFF2-40B4-BE49-F238E27FC236}">
                <a16:creationId xmlns:a16="http://schemas.microsoft.com/office/drawing/2014/main" id="{6567547F-962B-6274-0292-553991A3D0F8}"/>
              </a:ext>
            </a:extLst>
          </p:cNvPr>
          <p:cNvSpPr>
            <a:spLocks noGrp="1"/>
          </p:cNvSpPr>
          <p:nvPr>
            <p:ph type="sldNum" sz="quarter" idx="4"/>
          </p:nvPr>
        </p:nvSpPr>
        <p:spPr>
          <a:xfrm>
            <a:off x="9899650" y="6459538"/>
            <a:ext cx="1312863"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700">
                <a:solidFill>
                  <a:srgbClr val="FFFFFF"/>
                </a:solidFill>
              </a:defRPr>
            </a:lvl1pPr>
          </a:lstStyle>
          <a:p>
            <a:pPr>
              <a:defRPr/>
            </a:pPr>
            <a:fld id="{2EBB4ADF-563C-4618-9913-F0C13A62DB0A}" type="slidenum">
              <a:rPr lang="en-US" altLang="en-US"/>
              <a:pPr>
                <a:defRPr/>
              </a:pPr>
              <a:t>‹#›</a:t>
            </a:fld>
            <a:endParaRPr lang="en-US" altLang="en-US"/>
          </a:p>
        </p:txBody>
      </p:sp>
      <p:cxnSp>
        <p:nvCxnSpPr>
          <p:cNvPr id="10" name="Straight Connector 9">
            <a:extLst>
              <a:ext uri="{FF2B5EF4-FFF2-40B4-BE49-F238E27FC236}">
                <a16:creationId xmlns:a16="http://schemas.microsoft.com/office/drawing/2014/main" id="{150486B3-DD40-CC1C-1692-DB7FCA619E75}"/>
              </a:ext>
            </a:extLst>
          </p:cNvPr>
          <p:cNvCxnSpPr/>
          <p:nvPr/>
        </p:nvCxnSpPr>
        <p:spPr>
          <a:xfrm>
            <a:off x="1193800" y="1738313"/>
            <a:ext cx="9967913"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831" r:id="rId1"/>
    <p:sldLayoutId id="2147483826" r:id="rId2"/>
    <p:sldLayoutId id="2147483832" r:id="rId3"/>
    <p:sldLayoutId id="2147483827" r:id="rId4"/>
    <p:sldLayoutId id="2147483828" r:id="rId5"/>
    <p:sldLayoutId id="2147483829" r:id="rId6"/>
    <p:sldLayoutId id="2147483833" r:id="rId7"/>
    <p:sldLayoutId id="2147483834" r:id="rId8"/>
    <p:sldLayoutId id="2147483835" r:id="rId9"/>
    <p:sldLayoutId id="2147483830" r:id="rId10"/>
    <p:sldLayoutId id="2147483836" r:id="rId11"/>
  </p:sldLayoutIdLst>
  <p:hf hdr="0" ftr="0" dt="0"/>
  <p:txStyles>
    <p:titleStyle>
      <a:lvl1pPr algn="l" defTabSz="685800" rtl="0" eaLnBrk="0" fontAlgn="base" hangingPunct="0">
        <a:lnSpc>
          <a:spcPct val="85000"/>
        </a:lnSpc>
        <a:spcBef>
          <a:spcPct val="0"/>
        </a:spcBef>
        <a:spcAft>
          <a:spcPct val="0"/>
        </a:spcAft>
        <a:defRPr sz="3600" kern="1200" spc="-38">
          <a:solidFill>
            <a:srgbClr val="404040"/>
          </a:solidFill>
          <a:latin typeface="+mj-lt"/>
          <a:ea typeface="+mj-ea"/>
          <a:cs typeface="+mj-cs"/>
        </a:defRPr>
      </a:lvl1pPr>
      <a:lvl2pPr algn="l" defTabSz="685800" rtl="0" eaLnBrk="0" fontAlgn="base" hangingPunct="0">
        <a:lnSpc>
          <a:spcPct val="85000"/>
        </a:lnSpc>
        <a:spcBef>
          <a:spcPct val="0"/>
        </a:spcBef>
        <a:spcAft>
          <a:spcPct val="0"/>
        </a:spcAft>
        <a:defRPr sz="3600">
          <a:solidFill>
            <a:srgbClr val="404040"/>
          </a:solidFill>
          <a:latin typeface="Calibri Light" panose="020F0302020204030204" pitchFamily="34" charset="0"/>
        </a:defRPr>
      </a:lvl2pPr>
      <a:lvl3pPr algn="l" defTabSz="685800" rtl="0" eaLnBrk="0" fontAlgn="base" hangingPunct="0">
        <a:lnSpc>
          <a:spcPct val="85000"/>
        </a:lnSpc>
        <a:spcBef>
          <a:spcPct val="0"/>
        </a:spcBef>
        <a:spcAft>
          <a:spcPct val="0"/>
        </a:spcAft>
        <a:defRPr sz="3600">
          <a:solidFill>
            <a:srgbClr val="404040"/>
          </a:solidFill>
          <a:latin typeface="Calibri Light" panose="020F0302020204030204" pitchFamily="34" charset="0"/>
        </a:defRPr>
      </a:lvl3pPr>
      <a:lvl4pPr algn="l" defTabSz="685800" rtl="0" eaLnBrk="0" fontAlgn="base" hangingPunct="0">
        <a:lnSpc>
          <a:spcPct val="85000"/>
        </a:lnSpc>
        <a:spcBef>
          <a:spcPct val="0"/>
        </a:spcBef>
        <a:spcAft>
          <a:spcPct val="0"/>
        </a:spcAft>
        <a:defRPr sz="3600">
          <a:solidFill>
            <a:srgbClr val="404040"/>
          </a:solidFill>
          <a:latin typeface="Calibri Light" panose="020F0302020204030204" pitchFamily="34" charset="0"/>
        </a:defRPr>
      </a:lvl4pPr>
      <a:lvl5pPr algn="l" defTabSz="685800" rtl="0" eaLnBrk="0" fontAlgn="base" hangingPunct="0">
        <a:lnSpc>
          <a:spcPct val="85000"/>
        </a:lnSpc>
        <a:spcBef>
          <a:spcPct val="0"/>
        </a:spcBef>
        <a:spcAft>
          <a:spcPct val="0"/>
        </a:spcAft>
        <a:defRPr sz="3600">
          <a:solidFill>
            <a:srgbClr val="404040"/>
          </a:solidFill>
          <a:latin typeface="Calibri Light" panose="020F0302020204030204" pitchFamily="34" charset="0"/>
        </a:defRPr>
      </a:lvl5pPr>
      <a:lvl6pPr marL="457200" algn="l" defTabSz="685800" rtl="0" fontAlgn="base">
        <a:lnSpc>
          <a:spcPct val="85000"/>
        </a:lnSpc>
        <a:spcBef>
          <a:spcPct val="0"/>
        </a:spcBef>
        <a:spcAft>
          <a:spcPct val="0"/>
        </a:spcAft>
        <a:defRPr sz="3600">
          <a:solidFill>
            <a:srgbClr val="404040"/>
          </a:solidFill>
          <a:latin typeface="Calibri Light" panose="020F0302020204030204" pitchFamily="34" charset="0"/>
        </a:defRPr>
      </a:lvl6pPr>
      <a:lvl7pPr marL="914400" algn="l" defTabSz="685800" rtl="0" fontAlgn="base">
        <a:lnSpc>
          <a:spcPct val="85000"/>
        </a:lnSpc>
        <a:spcBef>
          <a:spcPct val="0"/>
        </a:spcBef>
        <a:spcAft>
          <a:spcPct val="0"/>
        </a:spcAft>
        <a:defRPr sz="3600">
          <a:solidFill>
            <a:srgbClr val="404040"/>
          </a:solidFill>
          <a:latin typeface="Calibri Light" panose="020F0302020204030204" pitchFamily="34" charset="0"/>
        </a:defRPr>
      </a:lvl7pPr>
      <a:lvl8pPr marL="1371600" algn="l" defTabSz="685800" rtl="0" fontAlgn="base">
        <a:lnSpc>
          <a:spcPct val="85000"/>
        </a:lnSpc>
        <a:spcBef>
          <a:spcPct val="0"/>
        </a:spcBef>
        <a:spcAft>
          <a:spcPct val="0"/>
        </a:spcAft>
        <a:defRPr sz="3600">
          <a:solidFill>
            <a:srgbClr val="404040"/>
          </a:solidFill>
          <a:latin typeface="Calibri Light" panose="020F0302020204030204" pitchFamily="34" charset="0"/>
        </a:defRPr>
      </a:lvl8pPr>
      <a:lvl9pPr marL="1828800" algn="l" defTabSz="685800" rtl="0" fontAlgn="base">
        <a:lnSpc>
          <a:spcPct val="85000"/>
        </a:lnSpc>
        <a:spcBef>
          <a:spcPct val="0"/>
        </a:spcBef>
        <a:spcAft>
          <a:spcPct val="0"/>
        </a:spcAft>
        <a:defRPr sz="3600">
          <a:solidFill>
            <a:srgbClr val="404040"/>
          </a:solidFill>
          <a:latin typeface="Calibri Light" panose="020F0302020204030204" pitchFamily="34" charset="0"/>
        </a:defRPr>
      </a:lvl9pPr>
    </p:titleStyle>
    <p:bodyStyle>
      <a:lvl1pPr marL="68263" indent="-68263" algn="l" defTabSz="685800" rtl="0" eaLnBrk="0" fontAlgn="base" hangingPunct="0">
        <a:lnSpc>
          <a:spcPct val="90000"/>
        </a:lnSpc>
        <a:spcBef>
          <a:spcPts val="900"/>
        </a:spcBef>
        <a:spcAft>
          <a:spcPts val="150"/>
        </a:spcAft>
        <a:buClr>
          <a:schemeClr val="accent1"/>
        </a:buClr>
        <a:buSzPct val="100000"/>
        <a:buFont typeface="Calibri" panose="020F0502020204030204" pitchFamily="34" charset="0"/>
        <a:buChar char=" "/>
        <a:defRPr sz="1500" kern="1200">
          <a:solidFill>
            <a:srgbClr val="404040"/>
          </a:solidFill>
          <a:latin typeface="+mn-lt"/>
          <a:ea typeface="+mn-ea"/>
          <a:cs typeface="+mn-cs"/>
        </a:defRPr>
      </a:lvl1pPr>
      <a:lvl2pPr marL="287338" indent="-136525" algn="l" defTabSz="685800" rtl="0" eaLnBrk="0" fontAlgn="base" hangingPunct="0">
        <a:lnSpc>
          <a:spcPct val="90000"/>
        </a:lnSpc>
        <a:spcBef>
          <a:spcPts val="150"/>
        </a:spcBef>
        <a:spcAft>
          <a:spcPts val="300"/>
        </a:spcAft>
        <a:buClr>
          <a:schemeClr val="accent1"/>
        </a:buClr>
        <a:buFont typeface="Calibri" panose="020F0502020204030204" pitchFamily="34" charset="0"/>
        <a:buChar char="◦"/>
        <a:defRPr sz="1300" kern="1200">
          <a:solidFill>
            <a:srgbClr val="404040"/>
          </a:solidFill>
          <a:latin typeface="+mn-lt"/>
          <a:ea typeface="+mn-ea"/>
          <a:cs typeface="+mn-cs"/>
        </a:defRPr>
      </a:lvl2pPr>
      <a:lvl3pPr marL="423863" indent="-136525" algn="l" defTabSz="685800" rtl="0" eaLnBrk="0" fontAlgn="base" hangingPunct="0">
        <a:lnSpc>
          <a:spcPct val="90000"/>
        </a:lnSpc>
        <a:spcBef>
          <a:spcPts val="150"/>
        </a:spcBef>
        <a:spcAft>
          <a:spcPts val="300"/>
        </a:spcAft>
        <a:buClr>
          <a:schemeClr val="accent1"/>
        </a:buClr>
        <a:buFont typeface="Calibri" panose="020F0502020204030204" pitchFamily="34" charset="0"/>
        <a:buChar char="◦"/>
        <a:defRPr sz="1000" kern="1200">
          <a:solidFill>
            <a:srgbClr val="404040"/>
          </a:solidFill>
          <a:latin typeface="+mn-lt"/>
          <a:ea typeface="+mn-ea"/>
          <a:cs typeface="+mn-cs"/>
        </a:defRPr>
      </a:lvl3pPr>
      <a:lvl4pPr marL="561975" indent="-136525" algn="l" defTabSz="685800" rtl="0" eaLnBrk="0" fontAlgn="base" hangingPunct="0">
        <a:lnSpc>
          <a:spcPct val="90000"/>
        </a:lnSpc>
        <a:spcBef>
          <a:spcPts val="150"/>
        </a:spcBef>
        <a:spcAft>
          <a:spcPts val="300"/>
        </a:spcAft>
        <a:buClr>
          <a:schemeClr val="accent1"/>
        </a:buClr>
        <a:buFont typeface="Calibri" panose="020F0502020204030204" pitchFamily="34" charset="0"/>
        <a:buChar char="◦"/>
        <a:defRPr sz="1000" kern="1200">
          <a:solidFill>
            <a:srgbClr val="404040"/>
          </a:solidFill>
          <a:latin typeface="+mn-lt"/>
          <a:ea typeface="+mn-ea"/>
          <a:cs typeface="+mn-cs"/>
        </a:defRPr>
      </a:lvl4pPr>
      <a:lvl5pPr marL="698500" indent="-136525" algn="l" defTabSz="685800" rtl="0" eaLnBrk="0" fontAlgn="base" hangingPunct="0">
        <a:lnSpc>
          <a:spcPct val="90000"/>
        </a:lnSpc>
        <a:spcBef>
          <a:spcPts val="150"/>
        </a:spcBef>
        <a:spcAft>
          <a:spcPts val="300"/>
        </a:spcAft>
        <a:buClr>
          <a:schemeClr val="accent1"/>
        </a:buClr>
        <a:buFont typeface="Calibri" panose="020F0502020204030204" pitchFamily="34" charset="0"/>
        <a:buChar char="◦"/>
        <a:defRPr sz="1000" kern="1200">
          <a:solidFill>
            <a:srgbClr val="404040"/>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BBE663-904F-4CCA-712E-F53CEB966EB8}"/>
              </a:ext>
            </a:extLst>
          </p:cNvPr>
          <p:cNvSpPr/>
          <p:nvPr/>
        </p:nvSpPr>
        <p:spPr>
          <a:xfrm>
            <a:off x="0"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lang="en-US"/>
          </a:p>
        </p:txBody>
      </p:sp>
      <p:sp>
        <p:nvSpPr>
          <p:cNvPr id="9" name="Rectangle 8">
            <a:extLst>
              <a:ext uri="{FF2B5EF4-FFF2-40B4-BE49-F238E27FC236}">
                <a16:creationId xmlns:a16="http://schemas.microsoft.com/office/drawing/2014/main" id="{F9B4CE0B-B812-259F-B5B0-85306E6313D8}"/>
              </a:ext>
            </a:extLst>
          </p:cNvPr>
          <p:cNvSpPr/>
          <p:nvPr/>
        </p:nvSpPr>
        <p:spPr>
          <a:xfrm>
            <a:off x="0" y="6334125"/>
            <a:ext cx="12192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lang="en-US"/>
          </a:p>
        </p:txBody>
      </p:sp>
      <p:sp>
        <p:nvSpPr>
          <p:cNvPr id="2" name="Title Placeholder 1">
            <a:extLst>
              <a:ext uri="{FF2B5EF4-FFF2-40B4-BE49-F238E27FC236}">
                <a16:creationId xmlns:a16="http://schemas.microsoft.com/office/drawing/2014/main" id="{5ED42066-CCD5-10DE-0D65-57D20B11507F}"/>
              </a:ext>
            </a:extLst>
          </p:cNvPr>
          <p:cNvSpPr>
            <a:spLocks noGrp="1"/>
          </p:cNvSpPr>
          <p:nvPr>
            <p:ph type="title"/>
          </p:nvPr>
        </p:nvSpPr>
        <p:spPr>
          <a:xfrm>
            <a:off x="1096963" y="287338"/>
            <a:ext cx="10058400" cy="144938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1029" name="Text Placeholder 2">
            <a:extLst>
              <a:ext uri="{FF2B5EF4-FFF2-40B4-BE49-F238E27FC236}">
                <a16:creationId xmlns:a16="http://schemas.microsoft.com/office/drawing/2014/main" id="{380649E0-9D3B-D35E-7410-87063F1DDD3D}"/>
              </a:ext>
            </a:extLst>
          </p:cNvPr>
          <p:cNvSpPr>
            <a:spLocks noGrp="1" noChangeArrowheads="1"/>
          </p:cNvSpPr>
          <p:nvPr>
            <p:ph type="body" idx="1"/>
          </p:nvPr>
        </p:nvSpPr>
        <p:spPr bwMode="auto">
          <a:xfrm>
            <a:off x="1096963" y="1846263"/>
            <a:ext cx="100584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DF4182B2-07BF-672A-2B45-7108C0DB06E9}"/>
              </a:ext>
            </a:extLst>
          </p:cNvPr>
          <p:cNvSpPr>
            <a:spLocks noGrp="1"/>
          </p:cNvSpPr>
          <p:nvPr>
            <p:ph type="dt" sz="half" idx="2"/>
          </p:nvPr>
        </p:nvSpPr>
        <p:spPr>
          <a:xfrm>
            <a:off x="1096963" y="6459538"/>
            <a:ext cx="2471737" cy="365125"/>
          </a:xfrm>
          <a:prstGeom prst="rect">
            <a:avLst/>
          </a:prstGeom>
        </p:spPr>
        <p:txBody>
          <a:bodyPr vert="horz" lIns="91440" tIns="45720" rIns="91440" bIns="45720" rtlCol="0" anchor="ctr"/>
          <a:lstStyle>
            <a:lvl1pPr algn="l" eaLnBrk="1" fontAlgn="auto" hangingPunct="1">
              <a:spcBef>
                <a:spcPts val="0"/>
              </a:spcBef>
              <a:spcAft>
                <a:spcPts val="0"/>
              </a:spcAft>
              <a:defRPr sz="675">
                <a:solidFill>
                  <a:srgbClr val="FFFFFF"/>
                </a:solidFill>
                <a:latin typeface="+mn-lt"/>
              </a:defRPr>
            </a:lvl1pPr>
          </a:lstStyle>
          <a:p>
            <a:pPr>
              <a:defRPr/>
            </a:pPr>
            <a:fld id="{2FAFBAE4-830A-4CFB-82F9-CE4AE5CD40D0}" type="datetime1">
              <a:rPr lang="en-US"/>
              <a:pPr>
                <a:defRPr/>
              </a:pPr>
              <a:t>9/21/2025</a:t>
            </a:fld>
            <a:endParaRPr lang="en-US" dirty="0"/>
          </a:p>
        </p:txBody>
      </p:sp>
      <p:sp>
        <p:nvSpPr>
          <p:cNvPr id="5" name="Footer Placeholder 4">
            <a:extLst>
              <a:ext uri="{FF2B5EF4-FFF2-40B4-BE49-F238E27FC236}">
                <a16:creationId xmlns:a16="http://schemas.microsoft.com/office/drawing/2014/main" id="{05FF52D8-6C5D-0428-260A-003BF113B1F0}"/>
              </a:ext>
            </a:extLst>
          </p:cNvPr>
          <p:cNvSpPr>
            <a:spLocks noGrp="1"/>
          </p:cNvSpPr>
          <p:nvPr>
            <p:ph type="ftr" sz="quarter" idx="3"/>
          </p:nvPr>
        </p:nvSpPr>
        <p:spPr>
          <a:xfrm>
            <a:off x="3687763" y="6459538"/>
            <a:ext cx="4821237" cy="365125"/>
          </a:xfrm>
          <a:prstGeom prst="rect">
            <a:avLst/>
          </a:prstGeom>
        </p:spPr>
        <p:txBody>
          <a:bodyPr vert="horz" lIns="91440" tIns="45720" rIns="91440" bIns="45720" rtlCol="0" anchor="ctr"/>
          <a:lstStyle>
            <a:lvl1pPr algn="ctr" eaLnBrk="1" fontAlgn="auto" hangingPunct="1">
              <a:spcBef>
                <a:spcPts val="0"/>
              </a:spcBef>
              <a:spcAft>
                <a:spcPts val="0"/>
              </a:spcAft>
              <a:defRPr sz="675" cap="all" baseline="0">
                <a:solidFill>
                  <a:srgbClr val="FFFFFF"/>
                </a:solidFill>
                <a:latin typeface="+mn-lt"/>
              </a:defRPr>
            </a:lvl1pPr>
          </a:lstStyle>
          <a:p>
            <a:pPr>
              <a:defRPr/>
            </a:pPr>
            <a:r>
              <a:rPr lang="en-US"/>
              <a:t>CSIT435 - DBMS Administration Bassel Dhaini - Fall 2017</a:t>
            </a:r>
            <a:endParaRPr lang="en-US" dirty="0"/>
          </a:p>
        </p:txBody>
      </p:sp>
      <p:sp>
        <p:nvSpPr>
          <p:cNvPr id="6" name="Slide Number Placeholder 5">
            <a:extLst>
              <a:ext uri="{FF2B5EF4-FFF2-40B4-BE49-F238E27FC236}">
                <a16:creationId xmlns:a16="http://schemas.microsoft.com/office/drawing/2014/main" id="{8F41F9A3-AB88-EE25-116A-56D3CB9A7808}"/>
              </a:ext>
            </a:extLst>
          </p:cNvPr>
          <p:cNvSpPr>
            <a:spLocks noGrp="1"/>
          </p:cNvSpPr>
          <p:nvPr>
            <p:ph type="sldNum" sz="quarter" idx="4"/>
          </p:nvPr>
        </p:nvSpPr>
        <p:spPr>
          <a:xfrm>
            <a:off x="9899650" y="6459538"/>
            <a:ext cx="1312863"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700">
                <a:solidFill>
                  <a:srgbClr val="FFFFFF"/>
                </a:solidFill>
              </a:defRPr>
            </a:lvl1pPr>
          </a:lstStyle>
          <a:p>
            <a:pPr>
              <a:defRPr/>
            </a:pPr>
            <a:fld id="{8F68E7CE-6CD2-4FAA-A48C-7ACA38BCDB48}" type="slidenum">
              <a:rPr lang="en-US" altLang="en-US"/>
              <a:pPr>
                <a:defRPr/>
              </a:pPr>
              <a:t>‹#›</a:t>
            </a:fld>
            <a:endParaRPr lang="en-US" altLang="en-US"/>
          </a:p>
        </p:txBody>
      </p:sp>
      <p:cxnSp>
        <p:nvCxnSpPr>
          <p:cNvPr id="10" name="Straight Connector 9">
            <a:extLst>
              <a:ext uri="{FF2B5EF4-FFF2-40B4-BE49-F238E27FC236}">
                <a16:creationId xmlns:a16="http://schemas.microsoft.com/office/drawing/2014/main" id="{B19F8DD5-9F47-AE04-F6B5-1AE3A282A79B}"/>
              </a:ext>
            </a:extLst>
          </p:cNvPr>
          <p:cNvCxnSpPr/>
          <p:nvPr/>
        </p:nvCxnSpPr>
        <p:spPr>
          <a:xfrm>
            <a:off x="1193800" y="1738313"/>
            <a:ext cx="9967913"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686783"/>
      </p:ext>
    </p:extLst>
  </p:cSld>
  <p:clrMap bg1="lt1" tx1="dk1" bg2="lt2" tx2="dk2" accent1="accent1" accent2="accent2" accent3="accent3" accent4="accent4" accent5="accent5" accent6="accent6" hlink="hlink" folHlink="folHlink"/>
  <p:sldLayoutIdLst>
    <p:sldLayoutId id="2147483838" r:id="rId1"/>
    <p:sldLayoutId id="2147483839" r:id="rId2"/>
    <p:sldLayoutId id="2147483840" r:id="rId3"/>
    <p:sldLayoutId id="2147483841" r:id="rId4"/>
    <p:sldLayoutId id="2147483842" r:id="rId5"/>
    <p:sldLayoutId id="2147483843" r:id="rId6"/>
    <p:sldLayoutId id="2147483844" r:id="rId7"/>
    <p:sldLayoutId id="2147483845" r:id="rId8"/>
    <p:sldLayoutId id="2147483846" r:id="rId9"/>
    <p:sldLayoutId id="2147483847" r:id="rId10"/>
    <p:sldLayoutId id="2147483848" r:id="rId11"/>
  </p:sldLayoutIdLst>
  <p:hf hdr="0" ftr="0" dt="0"/>
  <p:txStyles>
    <p:titleStyle>
      <a:lvl1pPr algn="l" defTabSz="685800" rtl="0" eaLnBrk="0" fontAlgn="base" hangingPunct="0">
        <a:lnSpc>
          <a:spcPct val="85000"/>
        </a:lnSpc>
        <a:spcBef>
          <a:spcPct val="0"/>
        </a:spcBef>
        <a:spcAft>
          <a:spcPct val="0"/>
        </a:spcAft>
        <a:defRPr sz="3600" kern="1200" spc="-38">
          <a:solidFill>
            <a:srgbClr val="404040"/>
          </a:solidFill>
          <a:latin typeface="+mj-lt"/>
          <a:ea typeface="+mj-ea"/>
          <a:cs typeface="+mj-cs"/>
        </a:defRPr>
      </a:lvl1pPr>
      <a:lvl2pPr algn="l" defTabSz="685800" rtl="0" eaLnBrk="0" fontAlgn="base" hangingPunct="0">
        <a:lnSpc>
          <a:spcPct val="85000"/>
        </a:lnSpc>
        <a:spcBef>
          <a:spcPct val="0"/>
        </a:spcBef>
        <a:spcAft>
          <a:spcPct val="0"/>
        </a:spcAft>
        <a:defRPr sz="3600">
          <a:solidFill>
            <a:srgbClr val="404040"/>
          </a:solidFill>
          <a:latin typeface="Calibri Light" panose="020F0302020204030204" pitchFamily="34" charset="0"/>
        </a:defRPr>
      </a:lvl2pPr>
      <a:lvl3pPr algn="l" defTabSz="685800" rtl="0" eaLnBrk="0" fontAlgn="base" hangingPunct="0">
        <a:lnSpc>
          <a:spcPct val="85000"/>
        </a:lnSpc>
        <a:spcBef>
          <a:spcPct val="0"/>
        </a:spcBef>
        <a:spcAft>
          <a:spcPct val="0"/>
        </a:spcAft>
        <a:defRPr sz="3600">
          <a:solidFill>
            <a:srgbClr val="404040"/>
          </a:solidFill>
          <a:latin typeface="Calibri Light" panose="020F0302020204030204" pitchFamily="34" charset="0"/>
        </a:defRPr>
      </a:lvl3pPr>
      <a:lvl4pPr algn="l" defTabSz="685800" rtl="0" eaLnBrk="0" fontAlgn="base" hangingPunct="0">
        <a:lnSpc>
          <a:spcPct val="85000"/>
        </a:lnSpc>
        <a:spcBef>
          <a:spcPct val="0"/>
        </a:spcBef>
        <a:spcAft>
          <a:spcPct val="0"/>
        </a:spcAft>
        <a:defRPr sz="3600">
          <a:solidFill>
            <a:srgbClr val="404040"/>
          </a:solidFill>
          <a:latin typeface="Calibri Light" panose="020F0302020204030204" pitchFamily="34" charset="0"/>
        </a:defRPr>
      </a:lvl4pPr>
      <a:lvl5pPr algn="l" defTabSz="685800" rtl="0" eaLnBrk="0" fontAlgn="base" hangingPunct="0">
        <a:lnSpc>
          <a:spcPct val="85000"/>
        </a:lnSpc>
        <a:spcBef>
          <a:spcPct val="0"/>
        </a:spcBef>
        <a:spcAft>
          <a:spcPct val="0"/>
        </a:spcAft>
        <a:defRPr sz="3600">
          <a:solidFill>
            <a:srgbClr val="404040"/>
          </a:solidFill>
          <a:latin typeface="Calibri Light" panose="020F0302020204030204" pitchFamily="34" charset="0"/>
        </a:defRPr>
      </a:lvl5pPr>
      <a:lvl6pPr marL="457200" algn="l" defTabSz="685800" rtl="0" fontAlgn="base">
        <a:lnSpc>
          <a:spcPct val="85000"/>
        </a:lnSpc>
        <a:spcBef>
          <a:spcPct val="0"/>
        </a:spcBef>
        <a:spcAft>
          <a:spcPct val="0"/>
        </a:spcAft>
        <a:defRPr sz="3600">
          <a:solidFill>
            <a:srgbClr val="404040"/>
          </a:solidFill>
          <a:latin typeface="Calibri Light" panose="020F0302020204030204" pitchFamily="34" charset="0"/>
        </a:defRPr>
      </a:lvl6pPr>
      <a:lvl7pPr marL="914400" algn="l" defTabSz="685800" rtl="0" fontAlgn="base">
        <a:lnSpc>
          <a:spcPct val="85000"/>
        </a:lnSpc>
        <a:spcBef>
          <a:spcPct val="0"/>
        </a:spcBef>
        <a:spcAft>
          <a:spcPct val="0"/>
        </a:spcAft>
        <a:defRPr sz="3600">
          <a:solidFill>
            <a:srgbClr val="404040"/>
          </a:solidFill>
          <a:latin typeface="Calibri Light" panose="020F0302020204030204" pitchFamily="34" charset="0"/>
        </a:defRPr>
      </a:lvl7pPr>
      <a:lvl8pPr marL="1371600" algn="l" defTabSz="685800" rtl="0" fontAlgn="base">
        <a:lnSpc>
          <a:spcPct val="85000"/>
        </a:lnSpc>
        <a:spcBef>
          <a:spcPct val="0"/>
        </a:spcBef>
        <a:spcAft>
          <a:spcPct val="0"/>
        </a:spcAft>
        <a:defRPr sz="3600">
          <a:solidFill>
            <a:srgbClr val="404040"/>
          </a:solidFill>
          <a:latin typeface="Calibri Light" panose="020F0302020204030204" pitchFamily="34" charset="0"/>
        </a:defRPr>
      </a:lvl8pPr>
      <a:lvl9pPr marL="1828800" algn="l" defTabSz="685800" rtl="0" fontAlgn="base">
        <a:lnSpc>
          <a:spcPct val="85000"/>
        </a:lnSpc>
        <a:spcBef>
          <a:spcPct val="0"/>
        </a:spcBef>
        <a:spcAft>
          <a:spcPct val="0"/>
        </a:spcAft>
        <a:defRPr sz="3600">
          <a:solidFill>
            <a:srgbClr val="404040"/>
          </a:solidFill>
          <a:latin typeface="Calibri Light" panose="020F0302020204030204" pitchFamily="34" charset="0"/>
        </a:defRPr>
      </a:lvl9pPr>
    </p:titleStyle>
    <p:bodyStyle>
      <a:lvl1pPr marL="68263" indent="-68263" algn="l" defTabSz="685800" rtl="0" eaLnBrk="0" fontAlgn="base" hangingPunct="0">
        <a:lnSpc>
          <a:spcPct val="90000"/>
        </a:lnSpc>
        <a:spcBef>
          <a:spcPts val="900"/>
        </a:spcBef>
        <a:spcAft>
          <a:spcPts val="150"/>
        </a:spcAft>
        <a:buClr>
          <a:schemeClr val="accent1"/>
        </a:buClr>
        <a:buSzPct val="100000"/>
        <a:buFont typeface="Calibri" panose="020F0502020204030204" pitchFamily="34" charset="0"/>
        <a:buChar char=" "/>
        <a:defRPr sz="1500" kern="1200">
          <a:solidFill>
            <a:srgbClr val="404040"/>
          </a:solidFill>
          <a:latin typeface="+mn-lt"/>
          <a:ea typeface="+mn-ea"/>
          <a:cs typeface="+mn-cs"/>
        </a:defRPr>
      </a:lvl1pPr>
      <a:lvl2pPr marL="287338" indent="-136525" algn="l" defTabSz="685800" rtl="0" eaLnBrk="0" fontAlgn="base" hangingPunct="0">
        <a:lnSpc>
          <a:spcPct val="90000"/>
        </a:lnSpc>
        <a:spcBef>
          <a:spcPts val="150"/>
        </a:spcBef>
        <a:spcAft>
          <a:spcPts val="300"/>
        </a:spcAft>
        <a:buClr>
          <a:schemeClr val="accent1"/>
        </a:buClr>
        <a:buFont typeface="Calibri" panose="020F0502020204030204" pitchFamily="34" charset="0"/>
        <a:buChar char="◦"/>
        <a:defRPr sz="1300" kern="1200">
          <a:solidFill>
            <a:srgbClr val="404040"/>
          </a:solidFill>
          <a:latin typeface="+mn-lt"/>
          <a:ea typeface="+mn-ea"/>
          <a:cs typeface="+mn-cs"/>
        </a:defRPr>
      </a:lvl2pPr>
      <a:lvl3pPr marL="423863" indent="-136525" algn="l" defTabSz="685800" rtl="0" eaLnBrk="0" fontAlgn="base" hangingPunct="0">
        <a:lnSpc>
          <a:spcPct val="90000"/>
        </a:lnSpc>
        <a:spcBef>
          <a:spcPts val="150"/>
        </a:spcBef>
        <a:spcAft>
          <a:spcPts val="300"/>
        </a:spcAft>
        <a:buClr>
          <a:schemeClr val="accent1"/>
        </a:buClr>
        <a:buFont typeface="Calibri" panose="020F0502020204030204" pitchFamily="34" charset="0"/>
        <a:buChar char="◦"/>
        <a:defRPr sz="1000" kern="1200">
          <a:solidFill>
            <a:srgbClr val="404040"/>
          </a:solidFill>
          <a:latin typeface="+mn-lt"/>
          <a:ea typeface="+mn-ea"/>
          <a:cs typeface="+mn-cs"/>
        </a:defRPr>
      </a:lvl3pPr>
      <a:lvl4pPr marL="561975" indent="-136525" algn="l" defTabSz="685800" rtl="0" eaLnBrk="0" fontAlgn="base" hangingPunct="0">
        <a:lnSpc>
          <a:spcPct val="90000"/>
        </a:lnSpc>
        <a:spcBef>
          <a:spcPts val="150"/>
        </a:spcBef>
        <a:spcAft>
          <a:spcPts val="300"/>
        </a:spcAft>
        <a:buClr>
          <a:schemeClr val="accent1"/>
        </a:buClr>
        <a:buFont typeface="Calibri" panose="020F0502020204030204" pitchFamily="34" charset="0"/>
        <a:buChar char="◦"/>
        <a:defRPr sz="1000" kern="1200">
          <a:solidFill>
            <a:srgbClr val="404040"/>
          </a:solidFill>
          <a:latin typeface="+mn-lt"/>
          <a:ea typeface="+mn-ea"/>
          <a:cs typeface="+mn-cs"/>
        </a:defRPr>
      </a:lvl4pPr>
      <a:lvl5pPr marL="698500" indent="-136525" algn="l" defTabSz="685800" rtl="0" eaLnBrk="0" fontAlgn="base" hangingPunct="0">
        <a:lnSpc>
          <a:spcPct val="90000"/>
        </a:lnSpc>
        <a:spcBef>
          <a:spcPts val="150"/>
        </a:spcBef>
        <a:spcAft>
          <a:spcPts val="300"/>
        </a:spcAft>
        <a:buClr>
          <a:schemeClr val="accent1"/>
        </a:buClr>
        <a:buFont typeface="Calibri" panose="020F0502020204030204" pitchFamily="34" charset="0"/>
        <a:buChar char="◦"/>
        <a:defRPr sz="1000" kern="1200">
          <a:solidFill>
            <a:srgbClr val="404040"/>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code.visualstudio.com/download"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49" name="Rectangle 10248">
            <a:extLst>
              <a:ext uri="{FF2B5EF4-FFF2-40B4-BE49-F238E27FC236}">
                <a16:creationId xmlns:a16="http://schemas.microsoft.com/office/drawing/2014/main" id="{AE220058-3FCE-496E-ADF2-D8A6961F39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251" name="Straight Connector 10250">
            <a:extLst>
              <a:ext uri="{FF2B5EF4-FFF2-40B4-BE49-F238E27FC236}">
                <a16:creationId xmlns:a16="http://schemas.microsoft.com/office/drawing/2014/main" id="{E193F809-7E50-4AAD-8E26-878207931C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44603" y="4325112"/>
            <a:ext cx="71323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242" name="TextBox 4">
            <a:extLst>
              <a:ext uri="{FF2B5EF4-FFF2-40B4-BE49-F238E27FC236}">
                <a16:creationId xmlns:a16="http://schemas.microsoft.com/office/drawing/2014/main" id="{AFDCD113-A699-56F8-71AE-EDFDE4932F2E}"/>
              </a:ext>
            </a:extLst>
          </p:cNvPr>
          <p:cNvSpPr txBox="1">
            <a:spLocks noChangeArrowheads="1"/>
          </p:cNvSpPr>
          <p:nvPr/>
        </p:nvSpPr>
        <p:spPr bwMode="auto">
          <a:xfrm>
            <a:off x="3948067" y="758952"/>
            <a:ext cx="7319175" cy="356616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normAutofit/>
          </a:bodyPr>
          <a:lstStyle>
            <a:lvl1pPr defTabSz="342900">
              <a:defRPr>
                <a:solidFill>
                  <a:schemeClr val="tx1"/>
                </a:solidFill>
                <a:latin typeface="Calibri" panose="020F0502020204030204" pitchFamily="34" charset="0"/>
              </a:defRPr>
            </a:lvl1pPr>
            <a:lvl2pPr marL="742950" indent="-285750" defTabSz="342900">
              <a:defRPr>
                <a:solidFill>
                  <a:schemeClr val="tx1"/>
                </a:solidFill>
                <a:latin typeface="Calibri" panose="020F0502020204030204" pitchFamily="34" charset="0"/>
              </a:defRPr>
            </a:lvl2pPr>
            <a:lvl3pPr marL="1143000" indent="-228600" defTabSz="342900">
              <a:defRPr>
                <a:solidFill>
                  <a:schemeClr val="tx1"/>
                </a:solidFill>
                <a:latin typeface="Calibri" panose="020F0502020204030204" pitchFamily="34" charset="0"/>
              </a:defRPr>
            </a:lvl3pPr>
            <a:lvl4pPr marL="1600200" indent="-228600" defTabSz="342900">
              <a:defRPr>
                <a:solidFill>
                  <a:schemeClr val="tx1"/>
                </a:solidFill>
                <a:latin typeface="Calibri" panose="020F0502020204030204" pitchFamily="34" charset="0"/>
              </a:defRPr>
            </a:lvl4pPr>
            <a:lvl5pPr marL="2057400" indent="-228600" defTabSz="342900">
              <a:defRPr>
                <a:solidFill>
                  <a:schemeClr val="tx1"/>
                </a:solidFill>
                <a:latin typeface="Calibri" panose="020F0502020204030204" pitchFamily="34" charset="0"/>
              </a:defRPr>
            </a:lvl5pPr>
            <a:lvl6pPr marL="2514600" indent="-228600" defTabSz="342900" eaLnBrk="0" fontAlgn="base" hangingPunct="0">
              <a:spcBef>
                <a:spcPct val="0"/>
              </a:spcBef>
              <a:spcAft>
                <a:spcPct val="0"/>
              </a:spcAft>
              <a:defRPr>
                <a:solidFill>
                  <a:schemeClr val="tx1"/>
                </a:solidFill>
                <a:latin typeface="Calibri" panose="020F0502020204030204" pitchFamily="34" charset="0"/>
              </a:defRPr>
            </a:lvl6pPr>
            <a:lvl7pPr marL="2971800" indent="-228600" defTabSz="342900" eaLnBrk="0" fontAlgn="base" hangingPunct="0">
              <a:spcBef>
                <a:spcPct val="0"/>
              </a:spcBef>
              <a:spcAft>
                <a:spcPct val="0"/>
              </a:spcAft>
              <a:defRPr>
                <a:solidFill>
                  <a:schemeClr val="tx1"/>
                </a:solidFill>
                <a:latin typeface="Calibri" panose="020F0502020204030204" pitchFamily="34" charset="0"/>
              </a:defRPr>
            </a:lvl7pPr>
            <a:lvl8pPr marL="3429000" indent="-228600" defTabSz="342900" eaLnBrk="0" fontAlgn="base" hangingPunct="0">
              <a:spcBef>
                <a:spcPct val="0"/>
              </a:spcBef>
              <a:spcAft>
                <a:spcPct val="0"/>
              </a:spcAft>
              <a:defRPr>
                <a:solidFill>
                  <a:schemeClr val="tx1"/>
                </a:solidFill>
                <a:latin typeface="Calibri" panose="020F0502020204030204" pitchFamily="34" charset="0"/>
              </a:defRPr>
            </a:lvl8pPr>
            <a:lvl9pPr marL="3886200" indent="-228600" defTabSz="3429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base" latinLnBrk="0" hangingPunct="1">
              <a:lnSpc>
                <a:spcPct val="85000"/>
              </a:lnSpc>
              <a:spcBef>
                <a:spcPct val="0"/>
              </a:spcBef>
              <a:spcAft>
                <a:spcPts val="600"/>
              </a:spcAft>
              <a:buClrTx/>
              <a:buSzTx/>
              <a:buFontTx/>
              <a:buNone/>
              <a:tabLst/>
              <a:defRPr/>
            </a:pPr>
            <a:r>
              <a:rPr kumimoji="0" lang="en-US" altLang="en-US" sz="8000" b="1" i="0" u="none" strike="noStrike" kern="1200" cap="none" spc="-50" normalizeH="0" baseline="0" noProof="0" dirty="0">
                <a:ln>
                  <a:noFill/>
                </a:ln>
                <a:solidFill>
                  <a:prstClr val="black">
                    <a:lumMod val="85000"/>
                    <a:lumOff val="15000"/>
                  </a:prstClr>
                </a:solidFill>
                <a:effectLst/>
                <a:uLnTx/>
                <a:uFillTx/>
                <a:latin typeface="Calibri Light"/>
                <a:ea typeface="+mn-ea"/>
                <a:cs typeface="+mn-cs"/>
              </a:rPr>
              <a:t>IN432</a:t>
            </a:r>
            <a:br>
              <a:rPr kumimoji="0" lang="en-US" altLang="en-US" sz="8000" b="1" i="0" u="none" strike="noStrike" kern="1200" cap="none" spc="-50" normalizeH="0" baseline="0" noProof="0" dirty="0">
                <a:ln>
                  <a:noFill/>
                </a:ln>
                <a:solidFill>
                  <a:prstClr val="black">
                    <a:lumMod val="85000"/>
                    <a:lumOff val="15000"/>
                  </a:prstClr>
                </a:solidFill>
                <a:effectLst/>
                <a:uLnTx/>
                <a:uFillTx/>
                <a:latin typeface="Calibri Light"/>
                <a:ea typeface="+mn-ea"/>
                <a:cs typeface="+mn-cs"/>
              </a:rPr>
            </a:br>
            <a:r>
              <a:rPr kumimoji="0" lang="en-US" altLang="en-US" sz="8000" b="1" i="0" u="none" strike="noStrike" kern="1200" cap="none" spc="-50" normalizeH="0" baseline="0" noProof="0" dirty="0">
                <a:ln>
                  <a:noFill/>
                </a:ln>
                <a:solidFill>
                  <a:prstClr val="black">
                    <a:lumMod val="85000"/>
                    <a:lumOff val="15000"/>
                  </a:prstClr>
                </a:solidFill>
                <a:effectLst/>
                <a:uLnTx/>
                <a:uFillTx/>
                <a:latin typeface="Calibri Light"/>
                <a:ea typeface="+mn-ea"/>
                <a:cs typeface="+mn-cs"/>
              </a:rPr>
              <a:t>Advanced Web Programming</a:t>
            </a:r>
          </a:p>
        </p:txBody>
      </p:sp>
      <p:pic>
        <p:nvPicPr>
          <p:cNvPr id="10246" name="Graphic 10245" descr="Computer">
            <a:extLst>
              <a:ext uri="{FF2B5EF4-FFF2-40B4-BE49-F238E27FC236}">
                <a16:creationId xmlns:a16="http://schemas.microsoft.com/office/drawing/2014/main" id="{695A09B2-4B52-71B4-6B3F-135007F1B3F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9818" y="1944907"/>
            <a:ext cx="2449486" cy="2449486"/>
          </a:xfrm>
          <a:prstGeom prst="rect">
            <a:avLst/>
          </a:prstGeom>
        </p:spPr>
      </p:pic>
      <p:sp>
        <p:nvSpPr>
          <p:cNvPr id="10253" name="Rectangle 10252">
            <a:extLst>
              <a:ext uri="{FF2B5EF4-FFF2-40B4-BE49-F238E27FC236}">
                <a16:creationId xmlns:a16="http://schemas.microsoft.com/office/drawing/2014/main" id="{3E9C5090-7D25-41E3-A6D3-CCAEE505E7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255" name="Rectangle 10254">
            <a:extLst>
              <a:ext uri="{FF2B5EF4-FFF2-40B4-BE49-F238E27FC236}">
                <a16:creationId xmlns:a16="http://schemas.microsoft.com/office/drawing/2014/main" id="{11BF8809-0DAC-41E5-A212-ACB4A01BE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10246"/>
                                        </p:tgtEl>
                                        <p:attrNameLst>
                                          <p:attrName>style.visibility</p:attrName>
                                        </p:attrNameLst>
                                      </p:cBhvr>
                                      <p:to>
                                        <p:strVal val="visible"/>
                                      </p:to>
                                    </p:set>
                                    <p:animEffect transition="in" filter="fade">
                                      <p:cBhvr>
                                        <p:cTn id="7" dur="700"/>
                                        <p:tgtEl>
                                          <p:spTgt spid="10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18B7EED7-BE45-553D-A222-5B2CDE939427}"/>
              </a:ext>
            </a:extLst>
          </p:cNvPr>
          <p:cNvSpPr>
            <a:spLocks noGrp="1" noChangeArrowheads="1"/>
          </p:cNvSpPr>
          <p:nvPr>
            <p:ph type="title"/>
          </p:nvPr>
        </p:nvSpPr>
        <p:spPr/>
        <p:txBody>
          <a:bodyPr/>
          <a:lstStyle/>
          <a:p>
            <a:pPr>
              <a:defRPr/>
            </a:pPr>
            <a:r>
              <a:rPr lang="en-US" altLang="en-US" b="1" dirty="0"/>
              <a:t>Lecture Outline:</a:t>
            </a:r>
          </a:p>
        </p:txBody>
      </p:sp>
      <p:sp>
        <p:nvSpPr>
          <p:cNvPr id="11267" name="Rectangle 3">
            <a:extLst>
              <a:ext uri="{FF2B5EF4-FFF2-40B4-BE49-F238E27FC236}">
                <a16:creationId xmlns:a16="http://schemas.microsoft.com/office/drawing/2014/main" id="{8F642968-806D-8F77-8AC2-E09BC3874168}"/>
              </a:ext>
            </a:extLst>
          </p:cNvPr>
          <p:cNvSpPr>
            <a:spLocks noGrp="1" noChangeArrowheads="1"/>
          </p:cNvSpPr>
          <p:nvPr>
            <p:ph idx="1"/>
          </p:nvPr>
        </p:nvSpPr>
        <p:spPr>
          <a:xfrm>
            <a:off x="1157288" y="1981200"/>
            <a:ext cx="9372600" cy="4022725"/>
          </a:xfrm>
        </p:spPr>
        <p:txBody>
          <a:bodyPr/>
          <a:lstStyle/>
          <a:p>
            <a:pPr marL="514350" indent="-514350">
              <a:buFont typeface="Calibri Light" panose="020F0302020204030204" pitchFamily="34" charset="0"/>
              <a:buAutoNum type="arabicPeriod"/>
            </a:pPr>
            <a:r>
              <a:rPr lang="en-US" altLang="en-US" sz="2400"/>
              <a:t>Domain name, hosting, DNS and search engine optimization.</a:t>
            </a:r>
          </a:p>
          <a:p>
            <a:pPr marL="514350" indent="-514350">
              <a:buFont typeface="Calibri Light" panose="020F0302020204030204" pitchFamily="34" charset="0"/>
              <a:buAutoNum type="arabicPeriod"/>
            </a:pPr>
            <a:r>
              <a:rPr lang="en-US" altLang="en-US" sz="2400"/>
              <a:t>Installing Visual studio code </a:t>
            </a:r>
          </a:p>
          <a:p>
            <a:pPr marL="514350" indent="-514350">
              <a:buFont typeface="Calibri Light" panose="020F0302020204030204" pitchFamily="34" charset="0"/>
              <a:buAutoNum type="arabicPeriod"/>
            </a:pPr>
            <a:r>
              <a:rPr lang="en-US" altLang="en-US" sz="2400"/>
              <a:t>Creating your first .html file</a:t>
            </a:r>
          </a:p>
          <a:p>
            <a:pPr marL="514350" indent="-514350">
              <a:buFont typeface="Calibri Light" panose="020F0302020204030204" pitchFamily="34" charset="0"/>
              <a:buAutoNum type="arabicPeriod"/>
            </a:pPr>
            <a:r>
              <a:rPr lang="en-US" altLang="en-US" sz="2400"/>
              <a:t>Main elements: DOCTYPE, html, head and body sections.</a:t>
            </a:r>
          </a:p>
          <a:p>
            <a:pPr marL="514350" indent="-514350">
              <a:buFont typeface="Calibri Light" panose="020F0302020204030204" pitchFamily="34" charset="0"/>
              <a:buAutoNum type="arabicPeriod"/>
            </a:pPr>
            <a:r>
              <a:rPr lang="en-US" altLang="en-US" sz="2400"/>
              <a:t>Heading elements, paragraph, division, span, comment.</a:t>
            </a:r>
          </a:p>
        </p:txBody>
      </p:sp>
      <p:sp>
        <p:nvSpPr>
          <p:cNvPr id="11268" name="Slide Number Placeholder 3">
            <a:extLst>
              <a:ext uri="{FF2B5EF4-FFF2-40B4-BE49-F238E27FC236}">
                <a16:creationId xmlns:a16="http://schemas.microsoft.com/office/drawing/2014/main" id="{FE58FA7B-573F-A788-345E-81E481A6557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7F7B301-2B27-46BF-B619-E1B9B2A2E059}" type="slidenum">
              <a:rPr lang="en-US" altLang="en-US" smtClean="0">
                <a:solidFill>
                  <a:srgbClr val="FFFFFF"/>
                </a:solidFill>
              </a:rPr>
              <a:pPr/>
              <a:t>2</a:t>
            </a:fld>
            <a:endParaRPr lang="en-US" altLang="en-US">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8BD6F665-8ED1-6234-3ADA-C3BCB78C38E8}"/>
              </a:ext>
            </a:extLst>
          </p:cNvPr>
          <p:cNvSpPr>
            <a:spLocks noGrp="1" noChangeArrowheads="1"/>
          </p:cNvSpPr>
          <p:nvPr>
            <p:ph type="title"/>
          </p:nvPr>
        </p:nvSpPr>
        <p:spPr/>
        <p:txBody>
          <a:bodyPr/>
          <a:lstStyle/>
          <a:p>
            <a:pPr marL="514350" indent="-514350">
              <a:buFont typeface="+mj-lt"/>
              <a:buAutoNum type="arabicPeriod"/>
              <a:defRPr/>
            </a:pPr>
            <a:r>
              <a:rPr lang="en-US" altLang="en-US" dirty="0"/>
              <a:t>Domain name, hosting, DNS and search engine optimization.</a:t>
            </a:r>
          </a:p>
        </p:txBody>
      </p:sp>
      <p:sp>
        <p:nvSpPr>
          <p:cNvPr id="12291" name="Rectangle 3">
            <a:extLst>
              <a:ext uri="{FF2B5EF4-FFF2-40B4-BE49-F238E27FC236}">
                <a16:creationId xmlns:a16="http://schemas.microsoft.com/office/drawing/2014/main" id="{9B17876C-61D3-BE9D-3CB5-E715B4E6E730}"/>
              </a:ext>
            </a:extLst>
          </p:cNvPr>
          <p:cNvSpPr>
            <a:spLocks noGrp="1" noChangeArrowheads="1"/>
          </p:cNvSpPr>
          <p:nvPr>
            <p:ph idx="1"/>
          </p:nvPr>
        </p:nvSpPr>
        <p:spPr/>
        <p:txBody>
          <a:bodyPr/>
          <a:lstStyle/>
          <a:p>
            <a:pPr>
              <a:buFont typeface="Wingdings" panose="05000000000000000000" pitchFamily="2" charset="2"/>
              <a:buChar char="v"/>
            </a:pPr>
            <a:r>
              <a:rPr lang="en-GB" altLang="en-US" sz="2400" b="1">
                <a:solidFill>
                  <a:srgbClr val="0033CC"/>
                </a:solidFill>
              </a:rPr>
              <a:t>What is a Domain Name? </a:t>
            </a:r>
          </a:p>
          <a:p>
            <a:pPr>
              <a:buFont typeface="Wingdings" panose="05000000000000000000" pitchFamily="2" charset="2"/>
              <a:buChar char="§"/>
            </a:pPr>
            <a:r>
              <a:rPr lang="en-GB" altLang="en-US" sz="2400">
                <a:solidFill>
                  <a:srgbClr val="262525"/>
                </a:solidFill>
              </a:rPr>
              <a:t>A domain name is your website name. </a:t>
            </a:r>
          </a:p>
          <a:p>
            <a:pPr>
              <a:buFont typeface="Wingdings" panose="05000000000000000000" pitchFamily="2" charset="2"/>
              <a:buChar char="§"/>
            </a:pPr>
            <a:r>
              <a:rPr lang="en-GB" altLang="en-US" sz="2400">
                <a:solidFill>
                  <a:srgbClr val="262525"/>
                </a:solidFill>
              </a:rPr>
              <a:t>A domain name is the address where Internet users can access your website. </a:t>
            </a:r>
          </a:p>
          <a:p>
            <a:pPr>
              <a:buFont typeface="Wingdings" panose="05000000000000000000" pitchFamily="2" charset="2"/>
              <a:buChar char="§"/>
            </a:pPr>
            <a:r>
              <a:rPr lang="en-GB" altLang="en-US" sz="2400">
                <a:solidFill>
                  <a:srgbClr val="262525"/>
                </a:solidFill>
              </a:rPr>
              <a:t>A domain name is used for finding and identifying computers on the Internet. Computers use IP addresses, which are a series of number. However, it is difficult for humans to remember strings of numbers. Because of this, domain names were developed and used to identify entities on the Internet rather than using IP addresses.</a:t>
            </a:r>
            <a:br>
              <a:rPr lang="en-GB" altLang="en-US" sz="2800"/>
            </a:br>
            <a:endParaRPr lang="en-GB" altLang="en-US" sz="2400">
              <a:solidFill>
                <a:srgbClr val="202124"/>
              </a:solidFill>
            </a:endParaRPr>
          </a:p>
        </p:txBody>
      </p:sp>
      <p:sp>
        <p:nvSpPr>
          <p:cNvPr id="12292" name="Slide Number Placeholder 3">
            <a:extLst>
              <a:ext uri="{FF2B5EF4-FFF2-40B4-BE49-F238E27FC236}">
                <a16:creationId xmlns:a16="http://schemas.microsoft.com/office/drawing/2014/main" id="{75AFAC58-CEEC-903D-6659-9A17F524A9C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ED8B6F3-54C2-46CF-9E67-CE89855A45B8}" type="slidenum">
              <a:rPr lang="en-US" altLang="en-US" smtClean="0">
                <a:solidFill>
                  <a:srgbClr val="FFFFFF"/>
                </a:solidFill>
              </a:rPr>
              <a:pPr/>
              <a:t>3</a:t>
            </a:fld>
            <a:endParaRPr lang="en-US" altLang="en-US">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71A21C48-F6C4-1901-5342-693BCF9FC4A9}"/>
              </a:ext>
            </a:extLst>
          </p:cNvPr>
          <p:cNvSpPr>
            <a:spLocks noGrp="1" noChangeArrowheads="1"/>
          </p:cNvSpPr>
          <p:nvPr>
            <p:ph type="title"/>
          </p:nvPr>
        </p:nvSpPr>
        <p:spPr/>
        <p:txBody>
          <a:bodyPr/>
          <a:lstStyle/>
          <a:p>
            <a:pPr marL="514350" indent="-514350">
              <a:buFont typeface="+mj-lt"/>
              <a:buAutoNum type="arabicPeriod"/>
              <a:defRPr/>
            </a:pPr>
            <a:r>
              <a:rPr lang="en-US" altLang="en-US" dirty="0"/>
              <a:t>Domain name, hosting, DNS and search engine optimization.</a:t>
            </a:r>
          </a:p>
        </p:txBody>
      </p:sp>
      <p:sp>
        <p:nvSpPr>
          <p:cNvPr id="13315" name="Rectangle 3">
            <a:extLst>
              <a:ext uri="{FF2B5EF4-FFF2-40B4-BE49-F238E27FC236}">
                <a16:creationId xmlns:a16="http://schemas.microsoft.com/office/drawing/2014/main" id="{55426599-4F16-C59F-B2E3-DA099B02D532}"/>
              </a:ext>
            </a:extLst>
          </p:cNvPr>
          <p:cNvSpPr>
            <a:spLocks noGrp="1" noChangeArrowheads="1"/>
          </p:cNvSpPr>
          <p:nvPr>
            <p:ph idx="1"/>
          </p:nvPr>
        </p:nvSpPr>
        <p:spPr/>
        <p:txBody>
          <a:bodyPr/>
          <a:lstStyle/>
          <a:p>
            <a:pPr>
              <a:buFont typeface="Wingdings" panose="05000000000000000000" pitchFamily="2" charset="2"/>
              <a:buChar char="v"/>
            </a:pPr>
            <a:r>
              <a:rPr lang="en-GB" altLang="en-US" sz="2400" b="1">
                <a:solidFill>
                  <a:srgbClr val="0033CC"/>
                </a:solidFill>
              </a:rPr>
              <a:t>What is a Domain Name? </a:t>
            </a:r>
          </a:p>
          <a:p>
            <a:pPr>
              <a:buFont typeface="Wingdings" panose="05000000000000000000" pitchFamily="2" charset="2"/>
              <a:buChar char="§"/>
            </a:pPr>
            <a:r>
              <a:rPr lang="en-GB" altLang="en-US" sz="2400">
                <a:solidFill>
                  <a:srgbClr val="262525"/>
                </a:solidFill>
              </a:rPr>
              <a:t>A domain name can be any combination of letters and numbers, and it can be used in combination of the various domain name extensions, such as .com, .net and more.</a:t>
            </a:r>
          </a:p>
          <a:p>
            <a:pPr>
              <a:buFont typeface="Wingdings" panose="05000000000000000000" pitchFamily="2" charset="2"/>
              <a:buChar char="§"/>
            </a:pPr>
            <a:r>
              <a:rPr lang="en-GB" altLang="en-US" sz="2400">
                <a:solidFill>
                  <a:srgbClr val="262525"/>
                </a:solidFill>
              </a:rPr>
              <a:t>The domain name must be registered before you can use it. </a:t>
            </a:r>
          </a:p>
          <a:p>
            <a:pPr>
              <a:buFont typeface="Wingdings" panose="05000000000000000000" pitchFamily="2" charset="2"/>
              <a:buChar char="§"/>
            </a:pPr>
            <a:r>
              <a:rPr lang="en-GB" altLang="en-US" sz="2400">
                <a:solidFill>
                  <a:srgbClr val="262525"/>
                </a:solidFill>
              </a:rPr>
              <a:t>Every domain name is unique. No two websites can have the same domain name. If someone types in </a:t>
            </a:r>
            <a:r>
              <a:rPr lang="en-GB" altLang="en-US" sz="2400" u="sng">
                <a:solidFill>
                  <a:srgbClr val="262525"/>
                </a:solidFill>
              </a:rPr>
              <a:t>www.yourdomain.com</a:t>
            </a:r>
            <a:r>
              <a:rPr lang="en-GB" altLang="en-US" sz="2400">
                <a:solidFill>
                  <a:srgbClr val="262525"/>
                </a:solidFill>
              </a:rPr>
              <a:t>, it will go to your website and no one else’s.</a:t>
            </a:r>
          </a:p>
          <a:p>
            <a:pPr>
              <a:buFont typeface="Wingdings" panose="05000000000000000000" pitchFamily="2" charset="2"/>
              <a:buChar char="§"/>
            </a:pPr>
            <a:r>
              <a:rPr lang="en-GB" altLang="en-US" sz="2400">
                <a:solidFill>
                  <a:srgbClr val="262525"/>
                </a:solidFill>
              </a:rPr>
              <a:t>The price of a domain name typically runs between $15-25 per year.</a:t>
            </a:r>
            <a:endParaRPr lang="en-GB" altLang="en-US" sz="2400">
              <a:solidFill>
                <a:srgbClr val="202124"/>
              </a:solidFill>
            </a:endParaRPr>
          </a:p>
        </p:txBody>
      </p:sp>
      <p:sp>
        <p:nvSpPr>
          <p:cNvPr id="13316" name="Slide Number Placeholder 3">
            <a:extLst>
              <a:ext uri="{FF2B5EF4-FFF2-40B4-BE49-F238E27FC236}">
                <a16:creationId xmlns:a16="http://schemas.microsoft.com/office/drawing/2014/main" id="{8BE7173F-A608-79E5-0B05-312EA00E66A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E33A0F0-D079-4E37-875B-337FFAE00065}" type="slidenum">
              <a:rPr lang="en-US" altLang="en-US" smtClean="0">
                <a:solidFill>
                  <a:srgbClr val="FFFFFF"/>
                </a:solidFill>
              </a:rPr>
              <a:pPr/>
              <a:t>4</a:t>
            </a:fld>
            <a:endParaRPr lang="en-US" altLang="en-US">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3A512FE0-572B-D963-116A-88912A98FD59}"/>
              </a:ext>
            </a:extLst>
          </p:cNvPr>
          <p:cNvSpPr>
            <a:spLocks noGrp="1" noChangeArrowheads="1"/>
          </p:cNvSpPr>
          <p:nvPr>
            <p:ph type="title"/>
          </p:nvPr>
        </p:nvSpPr>
        <p:spPr/>
        <p:txBody>
          <a:bodyPr/>
          <a:lstStyle/>
          <a:p>
            <a:pPr marL="514350" indent="-514350">
              <a:buFont typeface="+mj-lt"/>
              <a:buAutoNum type="arabicPeriod"/>
              <a:defRPr/>
            </a:pPr>
            <a:r>
              <a:rPr lang="en-US" altLang="en-US" dirty="0"/>
              <a:t>Domain name, hosting, DNS and search engine optimization.</a:t>
            </a:r>
          </a:p>
        </p:txBody>
      </p:sp>
      <p:sp>
        <p:nvSpPr>
          <p:cNvPr id="14339" name="Rectangle 3">
            <a:extLst>
              <a:ext uri="{FF2B5EF4-FFF2-40B4-BE49-F238E27FC236}">
                <a16:creationId xmlns:a16="http://schemas.microsoft.com/office/drawing/2014/main" id="{50E46830-4FA6-1D51-427F-6678A5F46312}"/>
              </a:ext>
            </a:extLst>
          </p:cNvPr>
          <p:cNvSpPr>
            <a:spLocks noGrp="1" noChangeArrowheads="1"/>
          </p:cNvSpPr>
          <p:nvPr>
            <p:ph idx="1"/>
          </p:nvPr>
        </p:nvSpPr>
        <p:spPr/>
        <p:txBody>
          <a:bodyPr/>
          <a:lstStyle/>
          <a:p>
            <a:pPr>
              <a:buFont typeface="Wingdings" panose="05000000000000000000" pitchFamily="2" charset="2"/>
              <a:buChar char="v"/>
            </a:pPr>
            <a:r>
              <a:rPr lang="en-GB" altLang="en-US" sz="2400" b="1">
                <a:solidFill>
                  <a:srgbClr val="0033CC"/>
                </a:solidFill>
              </a:rPr>
              <a:t>What is Hosting? </a:t>
            </a:r>
          </a:p>
          <a:p>
            <a:pPr>
              <a:buFont typeface="Wingdings" panose="05000000000000000000" pitchFamily="2" charset="2"/>
              <a:buChar char="§"/>
            </a:pPr>
            <a:r>
              <a:rPr lang="en-GB" altLang="en-US" sz="2400">
                <a:solidFill>
                  <a:srgbClr val="202124"/>
                </a:solidFill>
              </a:rPr>
              <a:t>Web </a:t>
            </a:r>
            <a:r>
              <a:rPr lang="en-GB" altLang="en-US" sz="2400" b="1">
                <a:solidFill>
                  <a:srgbClr val="202124"/>
                </a:solidFill>
              </a:rPr>
              <a:t>hosting</a:t>
            </a:r>
            <a:r>
              <a:rPr lang="en-GB" altLang="en-US" sz="2400">
                <a:solidFill>
                  <a:srgbClr val="202124"/>
                </a:solidFill>
              </a:rPr>
              <a:t> is the place where all the files of your website live.</a:t>
            </a:r>
          </a:p>
          <a:p>
            <a:pPr>
              <a:buFont typeface="Wingdings" panose="05000000000000000000" pitchFamily="2" charset="2"/>
              <a:buChar char="§"/>
            </a:pPr>
            <a:r>
              <a:rPr lang="en-GB" altLang="en-US" sz="2400">
                <a:solidFill>
                  <a:srgbClr val="202124"/>
                </a:solidFill>
              </a:rPr>
              <a:t>When someone enters your </a:t>
            </a:r>
            <a:r>
              <a:rPr lang="en-GB" altLang="en-US" sz="2400" b="1">
                <a:solidFill>
                  <a:srgbClr val="202124"/>
                </a:solidFill>
              </a:rPr>
              <a:t>domain name</a:t>
            </a:r>
            <a:r>
              <a:rPr lang="en-GB" altLang="en-US" sz="2400">
                <a:solidFill>
                  <a:srgbClr val="202124"/>
                </a:solidFill>
              </a:rPr>
              <a:t> in a browser, the </a:t>
            </a:r>
            <a:r>
              <a:rPr lang="en-GB" altLang="en-US" sz="2400" b="1">
                <a:solidFill>
                  <a:srgbClr val="202124"/>
                </a:solidFill>
              </a:rPr>
              <a:t>domain name</a:t>
            </a:r>
            <a:r>
              <a:rPr lang="en-GB" altLang="en-US" sz="2400">
                <a:solidFill>
                  <a:srgbClr val="202124"/>
                </a:solidFill>
              </a:rPr>
              <a:t> is translated into the IP address of your web </a:t>
            </a:r>
            <a:r>
              <a:rPr lang="en-GB" altLang="en-US" sz="2400" b="1">
                <a:solidFill>
                  <a:srgbClr val="202124"/>
                </a:solidFill>
              </a:rPr>
              <a:t>hosting</a:t>
            </a:r>
            <a:r>
              <a:rPr lang="en-GB" altLang="en-US" sz="2400">
                <a:solidFill>
                  <a:srgbClr val="202124"/>
                </a:solidFill>
              </a:rPr>
              <a:t> company's computer. This computer contains your website's files, and it sends those files back to the users' browsers.</a:t>
            </a:r>
          </a:p>
          <a:p>
            <a:pPr>
              <a:buFont typeface="Wingdings" panose="05000000000000000000" pitchFamily="2" charset="2"/>
              <a:buChar char="v"/>
            </a:pPr>
            <a:r>
              <a:rPr lang="en-GB" altLang="en-US" sz="2400" b="1">
                <a:solidFill>
                  <a:srgbClr val="0033CC"/>
                </a:solidFill>
              </a:rPr>
              <a:t>What is a DNS (Domain Name Server) ?</a:t>
            </a:r>
          </a:p>
          <a:p>
            <a:pPr>
              <a:buFont typeface="Wingdings" panose="05000000000000000000" pitchFamily="2" charset="2"/>
              <a:buChar char="§"/>
            </a:pPr>
            <a:r>
              <a:rPr lang="en-GB" altLang="en-US" sz="2400">
                <a:solidFill>
                  <a:schemeClr val="tx1"/>
                </a:solidFill>
              </a:rPr>
              <a:t>DNS servers translate domain names into IP addresses, making it possible for DNS clients to reach the origin server.</a:t>
            </a:r>
            <a:endParaRPr lang="en-US" altLang="en-US" sz="2400">
              <a:solidFill>
                <a:schemeClr val="tx1"/>
              </a:solidFill>
            </a:endParaRPr>
          </a:p>
        </p:txBody>
      </p:sp>
      <p:sp>
        <p:nvSpPr>
          <p:cNvPr id="14340" name="Slide Number Placeholder 3">
            <a:extLst>
              <a:ext uri="{FF2B5EF4-FFF2-40B4-BE49-F238E27FC236}">
                <a16:creationId xmlns:a16="http://schemas.microsoft.com/office/drawing/2014/main" id="{0265A53F-D451-786C-BA04-86251B21AF0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787FC0F-1C75-41F8-9892-0BFAA1AF9BFF}" type="slidenum">
              <a:rPr lang="en-US" altLang="en-US" smtClean="0">
                <a:solidFill>
                  <a:srgbClr val="FFFFFF"/>
                </a:solidFill>
              </a:rPr>
              <a:pPr/>
              <a:t>5</a:t>
            </a:fld>
            <a:endParaRPr lang="en-US" altLang="en-US">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C98317C8-D804-1B8B-7646-F45A9D5259C9}"/>
              </a:ext>
            </a:extLst>
          </p:cNvPr>
          <p:cNvSpPr>
            <a:spLocks noGrp="1" noChangeArrowheads="1"/>
          </p:cNvSpPr>
          <p:nvPr>
            <p:ph type="title"/>
          </p:nvPr>
        </p:nvSpPr>
        <p:spPr/>
        <p:txBody>
          <a:bodyPr/>
          <a:lstStyle/>
          <a:p>
            <a:pPr marL="514350" indent="-514350">
              <a:buFont typeface="+mj-lt"/>
              <a:buAutoNum type="arabicPeriod"/>
              <a:defRPr/>
            </a:pPr>
            <a:r>
              <a:rPr lang="en-US" altLang="en-US" dirty="0"/>
              <a:t>Domain name, hosting, DNS and search engine optimization.</a:t>
            </a:r>
          </a:p>
        </p:txBody>
      </p:sp>
      <p:pic>
        <p:nvPicPr>
          <p:cNvPr id="15363" name="Content Placeholder 4">
            <a:extLst>
              <a:ext uri="{FF2B5EF4-FFF2-40B4-BE49-F238E27FC236}">
                <a16:creationId xmlns:a16="http://schemas.microsoft.com/office/drawing/2014/main" id="{2988E080-5177-DF51-E800-148443003CC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55763" y="1846263"/>
            <a:ext cx="8940800" cy="4022725"/>
          </a:xfrm>
        </p:spPr>
      </p:pic>
      <p:sp>
        <p:nvSpPr>
          <p:cNvPr id="15364" name="Slide Number Placeholder 3">
            <a:extLst>
              <a:ext uri="{FF2B5EF4-FFF2-40B4-BE49-F238E27FC236}">
                <a16:creationId xmlns:a16="http://schemas.microsoft.com/office/drawing/2014/main" id="{588BBD11-C96D-17A8-11FA-01B2F471092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889DCB6-DB8D-4F7C-A0BD-AC30181D4D65}" type="slidenum">
              <a:rPr lang="en-US" altLang="en-US" smtClean="0">
                <a:solidFill>
                  <a:srgbClr val="FFFFFF"/>
                </a:solidFill>
              </a:rPr>
              <a:pPr/>
              <a:t>6</a:t>
            </a:fld>
            <a:endParaRPr lang="en-US" altLang="en-US">
              <a:solidFill>
                <a:srgbClr val="FFFF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310E37EF-7AAC-CC7F-033D-1441E4BC5493}"/>
              </a:ext>
            </a:extLst>
          </p:cNvPr>
          <p:cNvSpPr>
            <a:spLocks noGrp="1" noChangeArrowheads="1"/>
          </p:cNvSpPr>
          <p:nvPr>
            <p:ph type="title"/>
          </p:nvPr>
        </p:nvSpPr>
        <p:spPr/>
        <p:txBody>
          <a:bodyPr/>
          <a:lstStyle/>
          <a:p>
            <a:pPr marL="514350" indent="-514350">
              <a:buFont typeface="+mj-lt"/>
              <a:buAutoNum type="arabicPeriod"/>
              <a:defRPr/>
            </a:pPr>
            <a:r>
              <a:rPr lang="en-US" altLang="en-US" dirty="0"/>
              <a:t>Domain name, hosting, DNS and search engine optimization.</a:t>
            </a:r>
          </a:p>
        </p:txBody>
      </p:sp>
      <p:sp>
        <p:nvSpPr>
          <p:cNvPr id="16387" name="Rectangle 3">
            <a:extLst>
              <a:ext uri="{FF2B5EF4-FFF2-40B4-BE49-F238E27FC236}">
                <a16:creationId xmlns:a16="http://schemas.microsoft.com/office/drawing/2014/main" id="{6294D6AD-711F-35DA-DBEB-9A489FC40B9A}"/>
              </a:ext>
            </a:extLst>
          </p:cNvPr>
          <p:cNvSpPr>
            <a:spLocks noGrp="1" noChangeArrowheads="1"/>
          </p:cNvSpPr>
          <p:nvPr>
            <p:ph idx="1"/>
          </p:nvPr>
        </p:nvSpPr>
        <p:spPr/>
        <p:txBody>
          <a:bodyPr/>
          <a:lstStyle/>
          <a:p>
            <a:pPr>
              <a:buFont typeface="Wingdings" panose="05000000000000000000" pitchFamily="2" charset="2"/>
              <a:buChar char="v"/>
            </a:pPr>
            <a:r>
              <a:rPr lang="en-GB" altLang="en-US" sz="2400" b="1">
                <a:solidFill>
                  <a:srgbClr val="0033CC"/>
                </a:solidFill>
              </a:rPr>
              <a:t>What is Search Engine Optimization SEO? </a:t>
            </a:r>
          </a:p>
          <a:p>
            <a:pPr>
              <a:buFont typeface="Wingdings" panose="05000000000000000000" pitchFamily="2" charset="2"/>
              <a:buChar char="§"/>
            </a:pPr>
            <a:r>
              <a:rPr lang="en-GB" altLang="en-US" sz="2400">
                <a:solidFill>
                  <a:schemeClr val="tx1"/>
                </a:solidFill>
              </a:rPr>
              <a:t>In simple terms, it means the process of improving your site to increase its visibility for relevant searches. The better visibility your pages have in search results, the more likely you attract prospective and existing customers to your business.</a:t>
            </a:r>
          </a:p>
        </p:txBody>
      </p:sp>
      <p:sp>
        <p:nvSpPr>
          <p:cNvPr id="16388" name="Slide Number Placeholder 3">
            <a:extLst>
              <a:ext uri="{FF2B5EF4-FFF2-40B4-BE49-F238E27FC236}">
                <a16:creationId xmlns:a16="http://schemas.microsoft.com/office/drawing/2014/main" id="{0A78F6A4-7D97-DC3B-371C-A4A53544374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55F64DB-5564-4A66-95FC-4B95AD7CDD35}" type="slidenum">
              <a:rPr lang="en-US" altLang="en-US" smtClean="0">
                <a:solidFill>
                  <a:srgbClr val="FFFFFF"/>
                </a:solidFill>
              </a:rPr>
              <a:pPr/>
              <a:t>7</a:t>
            </a:fld>
            <a:endParaRPr lang="en-US" altLang="en-US">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7C2642DB-E98D-0EE9-5E64-4E5F185CDD52}"/>
              </a:ext>
            </a:extLst>
          </p:cNvPr>
          <p:cNvSpPr>
            <a:spLocks noGrp="1" noChangeArrowheads="1"/>
          </p:cNvSpPr>
          <p:nvPr>
            <p:ph type="title"/>
          </p:nvPr>
        </p:nvSpPr>
        <p:spPr>
          <a:xfrm>
            <a:off x="838200" y="365125"/>
            <a:ext cx="10896600" cy="1325563"/>
          </a:xfrm>
        </p:spPr>
        <p:txBody>
          <a:bodyPr/>
          <a:lstStyle/>
          <a:p>
            <a:pPr marL="742950" indent="-742950">
              <a:buFont typeface="+mj-lt"/>
              <a:buAutoNum type="arabicPeriod" startAt="2"/>
              <a:defRPr/>
            </a:pPr>
            <a:r>
              <a:rPr lang="en-US" altLang="en-US" dirty="0"/>
              <a:t>Installing IDE Visual Studio code </a:t>
            </a:r>
            <a:br>
              <a:rPr lang="en-US" altLang="en-US" dirty="0"/>
            </a:br>
            <a:endParaRPr lang="en-US" altLang="en-US" dirty="0"/>
          </a:p>
        </p:txBody>
      </p:sp>
      <p:sp>
        <p:nvSpPr>
          <p:cNvPr id="3" name="Content Placeholder 2">
            <a:extLst>
              <a:ext uri="{FF2B5EF4-FFF2-40B4-BE49-F238E27FC236}">
                <a16:creationId xmlns:a16="http://schemas.microsoft.com/office/drawing/2014/main" id="{03E067FB-C4B2-B9D1-E15D-CFF388D4F389}"/>
              </a:ext>
            </a:extLst>
          </p:cNvPr>
          <p:cNvSpPr>
            <a:spLocks noGrp="1"/>
          </p:cNvSpPr>
          <p:nvPr>
            <p:ph idx="1"/>
          </p:nvPr>
        </p:nvSpPr>
        <p:spPr>
          <a:xfrm>
            <a:off x="838200" y="1825625"/>
            <a:ext cx="10668000" cy="4351338"/>
          </a:xfrm>
        </p:spPr>
        <p:txBody>
          <a:bodyPr>
            <a:normAutofit/>
          </a:bodyPr>
          <a:lstStyle/>
          <a:p>
            <a:pPr>
              <a:buFont typeface="Wingdings" panose="05000000000000000000" pitchFamily="2" charset="2"/>
              <a:buChar char="v"/>
              <a:defRPr/>
            </a:pPr>
            <a:r>
              <a:rPr lang="en-GB" sz="2000" dirty="0"/>
              <a:t>You can download VS Code form the following link:</a:t>
            </a:r>
          </a:p>
          <a:p>
            <a:pPr marL="0" indent="0">
              <a:buFont typeface="Calibri" panose="020F0502020204030204" pitchFamily="34" charset="0"/>
              <a:buNone/>
              <a:defRPr/>
            </a:pPr>
            <a:r>
              <a:rPr lang="en-GB" sz="2000" dirty="0">
                <a:hlinkClick r:id="rId2"/>
              </a:rPr>
              <a:t>https://code.visualstudio.com/download</a:t>
            </a:r>
            <a:endParaRPr lang="en-GB" sz="2000" dirty="0"/>
          </a:p>
          <a:p>
            <a:pPr marL="0" indent="0">
              <a:buFont typeface="Calibri" panose="020F0502020204030204" pitchFamily="34" charset="0"/>
              <a:buNone/>
              <a:defRPr/>
            </a:pPr>
            <a:endParaRPr lang="en-GB" sz="2000" dirty="0"/>
          </a:p>
          <a:p>
            <a:pPr marL="0" indent="0">
              <a:buFont typeface="Calibri" panose="020F0502020204030204" pitchFamily="34" charset="0"/>
              <a:buNone/>
              <a:defRPr/>
            </a:pPr>
            <a:endParaRPr lang="en-US" sz="2000" b="1" dirty="0">
              <a:solidFill>
                <a:srgbClr val="CC0099"/>
              </a:solidFill>
            </a:endParaRPr>
          </a:p>
        </p:txBody>
      </p:sp>
      <p:sp>
        <p:nvSpPr>
          <p:cNvPr id="17412" name="Slide Number Placeholder 3">
            <a:extLst>
              <a:ext uri="{FF2B5EF4-FFF2-40B4-BE49-F238E27FC236}">
                <a16:creationId xmlns:a16="http://schemas.microsoft.com/office/drawing/2014/main" id="{E2A9D598-84D4-63EC-5884-932B8324F9A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7D0077F-7B78-4739-972F-1A611A23751D}" type="slidenum">
              <a:rPr lang="en-US" altLang="en-US" smtClean="0">
                <a:solidFill>
                  <a:srgbClr val="FFFFFF"/>
                </a:solidFill>
              </a:rPr>
              <a:pPr/>
              <a:t>8</a:t>
            </a:fld>
            <a:endParaRPr lang="en-US" altLang="en-US">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05FD8E3F-52D1-8A3F-FDC7-78F5618FCE43}"/>
              </a:ext>
            </a:extLst>
          </p:cNvPr>
          <p:cNvSpPr>
            <a:spLocks noGrp="1" noChangeArrowheads="1"/>
          </p:cNvSpPr>
          <p:nvPr>
            <p:ph type="title"/>
          </p:nvPr>
        </p:nvSpPr>
        <p:spPr/>
        <p:txBody>
          <a:bodyPr/>
          <a:lstStyle/>
          <a:p>
            <a:pPr marL="742950" indent="-742950">
              <a:buFont typeface="+mj-lt"/>
              <a:buAutoNum type="arabicPeriod" startAt="3"/>
              <a:defRPr/>
            </a:pPr>
            <a:r>
              <a:rPr lang="en-GB" altLang="en-US" dirty="0"/>
              <a:t>Creating your first .html file</a:t>
            </a:r>
          </a:p>
        </p:txBody>
      </p:sp>
      <p:sp>
        <p:nvSpPr>
          <p:cNvPr id="58371" name="Rectangle 3">
            <a:extLst>
              <a:ext uri="{FF2B5EF4-FFF2-40B4-BE49-F238E27FC236}">
                <a16:creationId xmlns:a16="http://schemas.microsoft.com/office/drawing/2014/main" id="{0256F69F-FF4B-908F-F59F-35C00848FA52}"/>
              </a:ext>
            </a:extLst>
          </p:cNvPr>
          <p:cNvSpPr>
            <a:spLocks noGrp="1" noChangeArrowheads="1"/>
          </p:cNvSpPr>
          <p:nvPr>
            <p:ph idx="1"/>
          </p:nvPr>
        </p:nvSpPr>
        <p:spPr>
          <a:xfrm>
            <a:off x="1096963" y="1846263"/>
            <a:ext cx="10115550" cy="4022725"/>
          </a:xfrm>
        </p:spPr>
        <p:txBody>
          <a:bodyPr/>
          <a:lstStyle/>
          <a:p>
            <a:pPr>
              <a:buFont typeface="Wingdings" panose="05000000000000000000" pitchFamily="2" charset="2"/>
              <a:buChar char="v"/>
              <a:defRPr/>
            </a:pPr>
            <a:r>
              <a:rPr lang="en-GB" sz="2400" b="1" dirty="0">
                <a:solidFill>
                  <a:srgbClr val="0033CC"/>
                </a:solidFill>
              </a:rPr>
              <a:t>Editor? </a:t>
            </a:r>
            <a:r>
              <a:rPr lang="en-GB" sz="2400" dirty="0">
                <a:solidFill>
                  <a:schemeClr val="tx1"/>
                </a:solidFill>
              </a:rPr>
              <a:t>For creating web pages, a normal text editor would be sufficient, it is recommend that you use a modern code editor like VS Code. </a:t>
            </a:r>
          </a:p>
          <a:p>
            <a:pPr marL="0" indent="0">
              <a:buFont typeface="Calibri" panose="020F0502020204030204" pitchFamily="34" charset="0"/>
              <a:buNone/>
              <a:defRPr/>
            </a:pPr>
            <a:endParaRPr lang="en-GB" sz="2400" dirty="0">
              <a:solidFill>
                <a:schemeClr val="tx1"/>
              </a:solidFill>
            </a:endParaRPr>
          </a:p>
        </p:txBody>
      </p:sp>
      <p:sp>
        <p:nvSpPr>
          <p:cNvPr id="18436" name="Slide Number Placeholder 3">
            <a:extLst>
              <a:ext uri="{FF2B5EF4-FFF2-40B4-BE49-F238E27FC236}">
                <a16:creationId xmlns:a16="http://schemas.microsoft.com/office/drawing/2014/main" id="{FD8290C9-1F38-BA46-0B33-623D395B929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CCDEB04-30BD-4867-BDD9-C1E0FF278A2E}" type="slidenum">
              <a:rPr lang="en-US" altLang="en-US" smtClean="0">
                <a:solidFill>
                  <a:srgbClr val="FFFFFF"/>
                </a:solidFill>
              </a:rPr>
              <a:pPr/>
              <a:t>9</a:t>
            </a:fld>
            <a:endParaRPr lang="en-US" altLang="en-US">
              <a:solidFill>
                <a:srgbClr val="FFFFFF"/>
              </a:solidFill>
            </a:endParaRPr>
          </a:p>
        </p:txBody>
      </p:sp>
      <p:pic>
        <p:nvPicPr>
          <p:cNvPr id="18437" name="Picture 2">
            <a:extLst>
              <a:ext uri="{FF2B5EF4-FFF2-40B4-BE49-F238E27FC236}">
                <a16:creationId xmlns:a16="http://schemas.microsoft.com/office/drawing/2014/main" id="{59A56991-F952-B1D8-7F42-0A91628A49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590800"/>
            <a:ext cx="9296400" cy="370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DD294671-5B0B-07FE-5ADD-F6DEF2E997B8}"/>
              </a:ext>
            </a:extLst>
          </p:cNvPr>
          <p:cNvSpPr>
            <a:spLocks noGrp="1" noChangeArrowheads="1"/>
          </p:cNvSpPr>
          <p:nvPr>
            <p:ph type="title"/>
          </p:nvPr>
        </p:nvSpPr>
        <p:spPr/>
        <p:txBody>
          <a:bodyPr/>
          <a:lstStyle/>
          <a:p>
            <a:pPr marL="742950" indent="-742950">
              <a:buFont typeface="+mj-lt"/>
              <a:buAutoNum type="arabicPeriod" startAt="3"/>
              <a:defRPr/>
            </a:pPr>
            <a:r>
              <a:rPr lang="en-GB" altLang="en-US" dirty="0"/>
              <a:t>Creating your first .html file</a:t>
            </a:r>
          </a:p>
        </p:txBody>
      </p:sp>
      <p:pic>
        <p:nvPicPr>
          <p:cNvPr id="19459" name="Content Placeholder 5">
            <a:extLst>
              <a:ext uri="{FF2B5EF4-FFF2-40B4-BE49-F238E27FC236}">
                <a16:creationId xmlns:a16="http://schemas.microsoft.com/office/drawing/2014/main" id="{00CAE36F-0AEE-CA1E-DA7C-1B752805773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096963" y="1828800"/>
            <a:ext cx="9407525" cy="4206875"/>
          </a:xfrm>
        </p:spPr>
      </p:pic>
      <p:sp>
        <p:nvSpPr>
          <p:cNvPr id="19460" name="Slide Number Placeholder 3">
            <a:extLst>
              <a:ext uri="{FF2B5EF4-FFF2-40B4-BE49-F238E27FC236}">
                <a16:creationId xmlns:a16="http://schemas.microsoft.com/office/drawing/2014/main" id="{B04F182F-6313-FB78-3EF2-879D654644B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AC4DD10-E6D3-4AA3-96FB-5BDD7B8F41CB}" type="slidenum">
              <a:rPr lang="en-US" altLang="en-US" smtClean="0">
                <a:solidFill>
                  <a:srgbClr val="FFFFFF"/>
                </a:solidFill>
              </a:rPr>
              <a:pPr/>
              <a:t>10</a:t>
            </a:fld>
            <a:endParaRPr lang="en-US" altLang="en-US">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22C162DF-D07D-B97C-D950-4187E7E76038}"/>
              </a:ext>
            </a:extLst>
          </p:cNvPr>
          <p:cNvSpPr>
            <a:spLocks noGrp="1" noChangeArrowheads="1"/>
          </p:cNvSpPr>
          <p:nvPr>
            <p:ph type="title"/>
          </p:nvPr>
        </p:nvSpPr>
        <p:spPr/>
        <p:txBody>
          <a:bodyPr/>
          <a:lstStyle/>
          <a:p>
            <a:pPr marL="742950" indent="-742950">
              <a:buFont typeface="+mj-lt"/>
              <a:buAutoNum type="arabicPeriod" startAt="3"/>
              <a:defRPr/>
            </a:pPr>
            <a:r>
              <a:rPr lang="en-GB" altLang="en-US" dirty="0"/>
              <a:t>Creating your first .html file</a:t>
            </a:r>
          </a:p>
        </p:txBody>
      </p:sp>
      <p:pic>
        <p:nvPicPr>
          <p:cNvPr id="20483" name="Content Placeholder 4">
            <a:extLst>
              <a:ext uri="{FF2B5EF4-FFF2-40B4-BE49-F238E27FC236}">
                <a16:creationId xmlns:a16="http://schemas.microsoft.com/office/drawing/2014/main" id="{CF1F2D6D-5AFD-F1E2-5AD6-335B4F668D0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223963" y="1905000"/>
            <a:ext cx="6765925" cy="2438400"/>
          </a:xfrm>
        </p:spPr>
      </p:pic>
      <p:sp>
        <p:nvSpPr>
          <p:cNvPr id="20484" name="Slide Number Placeholder 3">
            <a:extLst>
              <a:ext uri="{FF2B5EF4-FFF2-40B4-BE49-F238E27FC236}">
                <a16:creationId xmlns:a16="http://schemas.microsoft.com/office/drawing/2014/main" id="{B4940519-1461-A9CD-D940-5FDA7F593AB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574C92F-1051-480C-8720-06685E989D82}" type="slidenum">
              <a:rPr lang="en-US" altLang="en-US" smtClean="0">
                <a:solidFill>
                  <a:srgbClr val="FFFFFF"/>
                </a:solidFill>
              </a:rPr>
              <a:pPr/>
              <a:t>11</a:t>
            </a:fld>
            <a:endParaRPr lang="en-US" altLang="en-US">
              <a:solidFill>
                <a:srgbClr val="FFFFFF"/>
              </a:solidFill>
            </a:endParaRPr>
          </a:p>
        </p:txBody>
      </p:sp>
      <p:sp>
        <p:nvSpPr>
          <p:cNvPr id="20485" name="TextBox 6">
            <a:extLst>
              <a:ext uri="{FF2B5EF4-FFF2-40B4-BE49-F238E27FC236}">
                <a16:creationId xmlns:a16="http://schemas.microsoft.com/office/drawing/2014/main" id="{53E5DA3C-ADAF-C9A0-C773-519CDFF98298}"/>
              </a:ext>
            </a:extLst>
          </p:cNvPr>
          <p:cNvSpPr txBox="1">
            <a:spLocks noChangeArrowheads="1"/>
          </p:cNvSpPr>
          <p:nvPr/>
        </p:nvSpPr>
        <p:spPr bwMode="auto">
          <a:xfrm>
            <a:off x="1173163" y="4521200"/>
            <a:ext cx="990600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GB" altLang="en-US" sz="2800" b="1">
                <a:solidFill>
                  <a:srgbClr val="0033CC"/>
                </a:solidFill>
              </a:rPr>
              <a:t>Why index.html?</a:t>
            </a:r>
          </a:p>
          <a:p>
            <a:pPr eaLnBrk="1" hangingPunct="1"/>
            <a:r>
              <a:rPr lang="en-GB" altLang="en-US" sz="2400"/>
              <a:t>The index.html file is automatically displayed first.</a:t>
            </a:r>
            <a:endParaRPr lang="en-US" altLang="en-US"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EB070B6D-BE44-D05D-276C-8E652DD1D4FE}"/>
              </a:ext>
            </a:extLst>
          </p:cNvPr>
          <p:cNvSpPr>
            <a:spLocks noGrp="1" noChangeArrowheads="1"/>
          </p:cNvSpPr>
          <p:nvPr>
            <p:ph type="title"/>
          </p:nvPr>
        </p:nvSpPr>
        <p:spPr/>
        <p:txBody>
          <a:bodyPr/>
          <a:lstStyle/>
          <a:p>
            <a:pPr marL="742950" indent="-742950">
              <a:buFont typeface="+mj-lt"/>
              <a:buAutoNum type="arabicPeriod" startAt="3"/>
              <a:defRPr/>
            </a:pPr>
            <a:r>
              <a:rPr lang="en-GB" altLang="en-US" dirty="0"/>
              <a:t>Creating your first .html file</a:t>
            </a:r>
          </a:p>
        </p:txBody>
      </p:sp>
      <p:sp>
        <p:nvSpPr>
          <p:cNvPr id="21507" name="Content Placeholder 1">
            <a:extLst>
              <a:ext uri="{FF2B5EF4-FFF2-40B4-BE49-F238E27FC236}">
                <a16:creationId xmlns:a16="http://schemas.microsoft.com/office/drawing/2014/main" id="{F8E8915C-11F1-E2D3-A270-89B1FFFDC1E9}"/>
              </a:ext>
            </a:extLst>
          </p:cNvPr>
          <p:cNvSpPr>
            <a:spLocks noGrp="1" noChangeArrowheads="1"/>
          </p:cNvSpPr>
          <p:nvPr>
            <p:ph idx="1"/>
          </p:nvPr>
        </p:nvSpPr>
        <p:spPr>
          <a:xfrm>
            <a:off x="1096963" y="1846263"/>
            <a:ext cx="10058400" cy="4097337"/>
          </a:xfrm>
        </p:spPr>
        <p:txBody>
          <a:bodyPr/>
          <a:lstStyle/>
          <a:p>
            <a:pPr>
              <a:buFont typeface="Wingdings" panose="05000000000000000000" pitchFamily="2" charset="2"/>
              <a:buChar char="v"/>
            </a:pPr>
            <a:r>
              <a:rPr lang="en-US" altLang="en-US" sz="2400" b="1">
                <a:solidFill>
                  <a:srgbClr val="0033CC"/>
                </a:solidFill>
              </a:rPr>
              <a:t>Viewing and Refreshing</a:t>
            </a:r>
          </a:p>
          <a:p>
            <a:r>
              <a:rPr lang="en-US" altLang="en-US" sz="1800"/>
              <a:t>Type the following code in your </a:t>
            </a:r>
            <a:r>
              <a:rPr lang="en-US" altLang="en-US" sz="1800" b="1">
                <a:solidFill>
                  <a:srgbClr val="0033CC"/>
                </a:solidFill>
              </a:rPr>
              <a:t>index.html </a:t>
            </a:r>
            <a:r>
              <a:rPr lang="en-US" altLang="en-US" sz="1800"/>
              <a:t>file.</a:t>
            </a:r>
          </a:p>
        </p:txBody>
      </p:sp>
      <p:sp>
        <p:nvSpPr>
          <p:cNvPr id="21508" name="Slide Number Placeholder 3">
            <a:extLst>
              <a:ext uri="{FF2B5EF4-FFF2-40B4-BE49-F238E27FC236}">
                <a16:creationId xmlns:a16="http://schemas.microsoft.com/office/drawing/2014/main" id="{0DEF03B2-7E4B-B65E-BB59-9C216DBE1E8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668E91B5-3A43-4240-B9DB-FD5636353BF9}" type="slidenum">
              <a:rPr lang="en-US" altLang="en-US" smtClean="0">
                <a:solidFill>
                  <a:srgbClr val="FFFFFF"/>
                </a:solidFill>
              </a:rPr>
              <a:pPr/>
              <a:t>12</a:t>
            </a:fld>
            <a:endParaRPr lang="en-US" altLang="en-US">
              <a:solidFill>
                <a:srgbClr val="FFFFFF"/>
              </a:solidFill>
            </a:endParaRPr>
          </a:p>
        </p:txBody>
      </p:sp>
      <p:pic>
        <p:nvPicPr>
          <p:cNvPr id="21509" name="Picture 5">
            <a:extLst>
              <a:ext uri="{FF2B5EF4-FFF2-40B4-BE49-F238E27FC236}">
                <a16:creationId xmlns:a16="http://schemas.microsoft.com/office/drawing/2014/main" id="{C13A9591-EA49-7221-5017-3B6DEC4D33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6963" y="2755900"/>
            <a:ext cx="8872537" cy="356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8D1C58E3-5537-256D-29EC-F99CB2357D7D}"/>
              </a:ext>
            </a:extLst>
          </p:cNvPr>
          <p:cNvSpPr>
            <a:spLocks noGrp="1" noChangeArrowheads="1"/>
          </p:cNvSpPr>
          <p:nvPr>
            <p:ph type="title"/>
          </p:nvPr>
        </p:nvSpPr>
        <p:spPr/>
        <p:txBody>
          <a:bodyPr/>
          <a:lstStyle/>
          <a:p>
            <a:pPr marL="742950" indent="-742950">
              <a:buFont typeface="+mj-lt"/>
              <a:buAutoNum type="arabicPeriod" startAt="3"/>
              <a:defRPr/>
            </a:pPr>
            <a:r>
              <a:rPr lang="en-GB" altLang="en-US" dirty="0"/>
              <a:t>Creating your first .html file</a:t>
            </a:r>
          </a:p>
        </p:txBody>
      </p:sp>
      <p:sp>
        <p:nvSpPr>
          <p:cNvPr id="22531" name="Content Placeholder 1">
            <a:extLst>
              <a:ext uri="{FF2B5EF4-FFF2-40B4-BE49-F238E27FC236}">
                <a16:creationId xmlns:a16="http://schemas.microsoft.com/office/drawing/2014/main" id="{3FFBFD36-C642-6BD2-64CD-12273DF0B6D7}"/>
              </a:ext>
            </a:extLst>
          </p:cNvPr>
          <p:cNvSpPr>
            <a:spLocks noGrp="1" noChangeArrowheads="1"/>
          </p:cNvSpPr>
          <p:nvPr>
            <p:ph idx="1"/>
          </p:nvPr>
        </p:nvSpPr>
        <p:spPr>
          <a:xfrm>
            <a:off x="1096963" y="1846263"/>
            <a:ext cx="10058400" cy="4097337"/>
          </a:xfrm>
        </p:spPr>
        <p:txBody>
          <a:bodyPr/>
          <a:lstStyle/>
          <a:p>
            <a:pPr>
              <a:buFont typeface="Wingdings" panose="05000000000000000000" pitchFamily="2" charset="2"/>
              <a:buChar char="v"/>
            </a:pPr>
            <a:r>
              <a:rPr lang="en-US" altLang="en-US" sz="2400" b="1">
                <a:solidFill>
                  <a:srgbClr val="0033CC"/>
                </a:solidFill>
              </a:rPr>
              <a:t>Viewing and Refreshing</a:t>
            </a:r>
          </a:p>
          <a:p>
            <a:r>
              <a:rPr lang="en-US" altLang="en-US" sz="1800"/>
              <a:t>To view the output of your file index.html</a:t>
            </a:r>
          </a:p>
          <a:p>
            <a:r>
              <a:rPr lang="en-US" altLang="en-US" sz="1800"/>
              <a:t> you can do one of the following: </a:t>
            </a:r>
          </a:p>
          <a:p>
            <a:r>
              <a:rPr lang="en-US" altLang="en-US" sz="1800" b="1"/>
              <a:t>1- install an extension for VS code (Live Server ) </a:t>
            </a:r>
          </a:p>
          <a:p>
            <a:r>
              <a:rPr lang="en-US" altLang="en-US" sz="1800" b="1"/>
              <a:t>as follows: </a:t>
            </a:r>
          </a:p>
          <a:p>
            <a:endParaRPr lang="en-US" altLang="en-US" sz="1800"/>
          </a:p>
          <a:p>
            <a:endParaRPr lang="en-US" altLang="en-US" sz="1800"/>
          </a:p>
        </p:txBody>
      </p:sp>
      <p:sp>
        <p:nvSpPr>
          <p:cNvPr id="22532" name="Slide Number Placeholder 3">
            <a:extLst>
              <a:ext uri="{FF2B5EF4-FFF2-40B4-BE49-F238E27FC236}">
                <a16:creationId xmlns:a16="http://schemas.microsoft.com/office/drawing/2014/main" id="{1F35389D-D080-CAB7-ACBF-6CC9FC3CDD7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D30C088-FFCF-4C22-BEA2-8C19D613FA70}" type="slidenum">
              <a:rPr lang="en-US" altLang="en-US" smtClean="0">
                <a:solidFill>
                  <a:srgbClr val="FFFFFF"/>
                </a:solidFill>
              </a:rPr>
              <a:pPr/>
              <a:t>13</a:t>
            </a:fld>
            <a:endParaRPr lang="en-US" altLang="en-US">
              <a:solidFill>
                <a:srgbClr val="FFFFFF"/>
              </a:solidFill>
            </a:endParaRPr>
          </a:p>
        </p:txBody>
      </p:sp>
      <p:pic>
        <p:nvPicPr>
          <p:cNvPr id="22533" name="Picture 4">
            <a:extLst>
              <a:ext uri="{FF2B5EF4-FFF2-40B4-BE49-F238E27FC236}">
                <a16:creationId xmlns:a16="http://schemas.microsoft.com/office/drawing/2014/main" id="{9519CC6F-3074-CE40-3240-92E241574C8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15000" y="1846263"/>
            <a:ext cx="5943600" cy="4430712"/>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EE965BB2-8B5A-72F8-73D6-DD2FDF56FF07}"/>
              </a:ext>
            </a:extLst>
          </p:cNvPr>
          <p:cNvSpPr>
            <a:spLocks noGrp="1" noChangeArrowheads="1"/>
          </p:cNvSpPr>
          <p:nvPr>
            <p:ph type="title"/>
          </p:nvPr>
        </p:nvSpPr>
        <p:spPr/>
        <p:txBody>
          <a:bodyPr/>
          <a:lstStyle/>
          <a:p>
            <a:pPr marL="742950" indent="-742950">
              <a:buFont typeface="+mj-lt"/>
              <a:buAutoNum type="arabicPeriod" startAt="3"/>
              <a:defRPr/>
            </a:pPr>
            <a:r>
              <a:rPr lang="en-GB" altLang="en-US" dirty="0"/>
              <a:t>Creating your first .html file</a:t>
            </a:r>
          </a:p>
        </p:txBody>
      </p:sp>
      <p:sp>
        <p:nvSpPr>
          <p:cNvPr id="23555" name="Content Placeholder 1">
            <a:extLst>
              <a:ext uri="{FF2B5EF4-FFF2-40B4-BE49-F238E27FC236}">
                <a16:creationId xmlns:a16="http://schemas.microsoft.com/office/drawing/2014/main" id="{EF1A735F-4450-42CA-3965-F999944ECDFC}"/>
              </a:ext>
            </a:extLst>
          </p:cNvPr>
          <p:cNvSpPr>
            <a:spLocks noGrp="1" noChangeArrowheads="1"/>
          </p:cNvSpPr>
          <p:nvPr>
            <p:ph idx="1"/>
          </p:nvPr>
        </p:nvSpPr>
        <p:spPr>
          <a:xfrm>
            <a:off x="1096963" y="1846263"/>
            <a:ext cx="10058400" cy="4097337"/>
          </a:xfrm>
        </p:spPr>
        <p:txBody>
          <a:bodyPr/>
          <a:lstStyle/>
          <a:p>
            <a:pPr>
              <a:buFont typeface="Wingdings" panose="05000000000000000000" pitchFamily="2" charset="2"/>
              <a:buChar char="v"/>
            </a:pPr>
            <a:r>
              <a:rPr lang="en-US" altLang="en-US" sz="2400" b="1">
                <a:solidFill>
                  <a:srgbClr val="0033CC"/>
                </a:solidFill>
              </a:rPr>
              <a:t>Viewing and Refreshing</a:t>
            </a:r>
          </a:p>
          <a:p>
            <a:endParaRPr lang="en-US" altLang="en-US" sz="1800"/>
          </a:p>
          <a:p>
            <a:endParaRPr lang="en-US" altLang="en-US" sz="1800"/>
          </a:p>
        </p:txBody>
      </p:sp>
      <p:sp>
        <p:nvSpPr>
          <p:cNvPr id="23556" name="Slide Number Placeholder 3">
            <a:extLst>
              <a:ext uri="{FF2B5EF4-FFF2-40B4-BE49-F238E27FC236}">
                <a16:creationId xmlns:a16="http://schemas.microsoft.com/office/drawing/2014/main" id="{000D79C7-933B-7F39-FC10-1C6525DC174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88BF44B-F04B-4A71-85C3-346A071D0288}" type="slidenum">
              <a:rPr lang="en-US" altLang="en-US" smtClean="0">
                <a:solidFill>
                  <a:srgbClr val="FFFFFF"/>
                </a:solidFill>
              </a:rPr>
              <a:pPr/>
              <a:t>14</a:t>
            </a:fld>
            <a:endParaRPr lang="en-US" altLang="en-US">
              <a:solidFill>
                <a:srgbClr val="FFFFFF"/>
              </a:solidFill>
            </a:endParaRPr>
          </a:p>
        </p:txBody>
      </p:sp>
      <p:pic>
        <p:nvPicPr>
          <p:cNvPr id="23557" name="Picture 5">
            <a:extLst>
              <a:ext uri="{FF2B5EF4-FFF2-40B4-BE49-F238E27FC236}">
                <a16:creationId xmlns:a16="http://schemas.microsoft.com/office/drawing/2014/main" id="{B465AD9A-25F8-F45D-3EC1-D591FD1BCF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125" y="2471738"/>
            <a:ext cx="6804025"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590B874A-BF64-CD35-62EF-E1484A14305C}"/>
              </a:ext>
            </a:extLst>
          </p:cNvPr>
          <p:cNvSpPr>
            <a:spLocks noGrp="1" noChangeArrowheads="1"/>
          </p:cNvSpPr>
          <p:nvPr>
            <p:ph type="title"/>
          </p:nvPr>
        </p:nvSpPr>
        <p:spPr/>
        <p:txBody>
          <a:bodyPr/>
          <a:lstStyle/>
          <a:p>
            <a:pPr marL="742950" indent="-742950">
              <a:buFont typeface="+mj-lt"/>
              <a:buAutoNum type="arabicPeriod" startAt="3"/>
              <a:defRPr/>
            </a:pPr>
            <a:r>
              <a:rPr lang="en-GB" altLang="en-US" dirty="0"/>
              <a:t>Creating your first .html file</a:t>
            </a:r>
          </a:p>
        </p:txBody>
      </p:sp>
      <p:sp>
        <p:nvSpPr>
          <p:cNvPr id="24579" name="Content Placeholder 1">
            <a:extLst>
              <a:ext uri="{FF2B5EF4-FFF2-40B4-BE49-F238E27FC236}">
                <a16:creationId xmlns:a16="http://schemas.microsoft.com/office/drawing/2014/main" id="{315D752B-2FA2-E06F-6DAF-7A7E1601FC75}"/>
              </a:ext>
            </a:extLst>
          </p:cNvPr>
          <p:cNvSpPr>
            <a:spLocks noGrp="1" noChangeArrowheads="1"/>
          </p:cNvSpPr>
          <p:nvPr>
            <p:ph idx="1"/>
          </p:nvPr>
        </p:nvSpPr>
        <p:spPr>
          <a:xfrm>
            <a:off x="1096963" y="1846263"/>
            <a:ext cx="10058400" cy="4097337"/>
          </a:xfrm>
        </p:spPr>
        <p:txBody>
          <a:bodyPr/>
          <a:lstStyle/>
          <a:p>
            <a:pPr>
              <a:buFont typeface="Wingdings" panose="05000000000000000000" pitchFamily="2" charset="2"/>
              <a:buChar char="v"/>
            </a:pPr>
            <a:r>
              <a:rPr lang="en-US" altLang="en-US" sz="2400" b="1">
                <a:solidFill>
                  <a:srgbClr val="0033CC"/>
                </a:solidFill>
              </a:rPr>
              <a:t>Viewing and Refreshing</a:t>
            </a:r>
          </a:p>
          <a:p>
            <a:endParaRPr lang="en-US" altLang="en-US" sz="1800"/>
          </a:p>
          <a:p>
            <a:endParaRPr lang="en-US" altLang="en-US" sz="1800"/>
          </a:p>
        </p:txBody>
      </p:sp>
      <p:sp>
        <p:nvSpPr>
          <p:cNvPr id="24580" name="Slide Number Placeholder 3">
            <a:extLst>
              <a:ext uri="{FF2B5EF4-FFF2-40B4-BE49-F238E27FC236}">
                <a16:creationId xmlns:a16="http://schemas.microsoft.com/office/drawing/2014/main" id="{776E0A3B-9E74-889E-609A-6A70EE9F525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5E286D5-AC83-4C81-B25F-C83A83D19483}" type="slidenum">
              <a:rPr lang="en-US" altLang="en-US" smtClean="0">
                <a:solidFill>
                  <a:srgbClr val="FFFFFF"/>
                </a:solidFill>
              </a:rPr>
              <a:pPr/>
              <a:t>15</a:t>
            </a:fld>
            <a:endParaRPr lang="en-US" altLang="en-US">
              <a:solidFill>
                <a:srgbClr val="FFFFFF"/>
              </a:solidFill>
            </a:endParaRPr>
          </a:p>
        </p:txBody>
      </p:sp>
      <p:pic>
        <p:nvPicPr>
          <p:cNvPr id="24581" name="Picture 4">
            <a:extLst>
              <a:ext uri="{FF2B5EF4-FFF2-40B4-BE49-F238E27FC236}">
                <a16:creationId xmlns:a16="http://schemas.microsoft.com/office/drawing/2014/main" id="{6A3658DB-1756-89B3-4D38-8C58DB0F4D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250" y="2314575"/>
            <a:ext cx="7051675" cy="373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F8D0A02F-43AC-0BC5-271D-7C7CA97B8893}"/>
              </a:ext>
            </a:extLst>
          </p:cNvPr>
          <p:cNvSpPr>
            <a:spLocks noGrp="1" noChangeArrowheads="1"/>
          </p:cNvSpPr>
          <p:nvPr>
            <p:ph type="title"/>
          </p:nvPr>
        </p:nvSpPr>
        <p:spPr/>
        <p:txBody>
          <a:bodyPr/>
          <a:lstStyle/>
          <a:p>
            <a:pPr marL="742950" indent="-742950">
              <a:buFont typeface="+mj-lt"/>
              <a:buAutoNum type="arabicPeriod" startAt="3"/>
              <a:defRPr/>
            </a:pPr>
            <a:r>
              <a:rPr lang="en-GB" altLang="en-US" dirty="0"/>
              <a:t>Creating your first .html file</a:t>
            </a:r>
          </a:p>
        </p:txBody>
      </p:sp>
      <p:sp>
        <p:nvSpPr>
          <p:cNvPr id="2" name="Content Placeholder 1">
            <a:extLst>
              <a:ext uri="{FF2B5EF4-FFF2-40B4-BE49-F238E27FC236}">
                <a16:creationId xmlns:a16="http://schemas.microsoft.com/office/drawing/2014/main" id="{37A926B5-B4FC-F569-FFF3-59E629493683}"/>
              </a:ext>
            </a:extLst>
          </p:cNvPr>
          <p:cNvSpPr>
            <a:spLocks noGrp="1"/>
          </p:cNvSpPr>
          <p:nvPr>
            <p:ph idx="1"/>
          </p:nvPr>
        </p:nvSpPr>
        <p:spPr>
          <a:xfrm>
            <a:off x="1096963" y="1846263"/>
            <a:ext cx="10058400" cy="4097337"/>
          </a:xfrm>
        </p:spPr>
        <p:txBody>
          <a:bodyPr/>
          <a:lstStyle/>
          <a:p>
            <a:pPr>
              <a:buFont typeface="Wingdings" panose="05000000000000000000" pitchFamily="2" charset="2"/>
              <a:buChar char="v"/>
              <a:defRPr/>
            </a:pPr>
            <a:r>
              <a:rPr lang="en-US" sz="2400" b="1" dirty="0">
                <a:solidFill>
                  <a:srgbClr val="0033CC"/>
                </a:solidFill>
              </a:rPr>
              <a:t>Viewing and Refreshing</a:t>
            </a:r>
          </a:p>
          <a:p>
            <a:pPr>
              <a:buFontTx/>
              <a:buChar char="-"/>
              <a:defRPr/>
            </a:pPr>
            <a:r>
              <a:rPr lang="en-US" sz="2400" dirty="0">
                <a:solidFill>
                  <a:schemeClr val="tx1"/>
                </a:solidFill>
              </a:rPr>
              <a:t>Right Click on the file </a:t>
            </a:r>
          </a:p>
          <a:p>
            <a:pPr marL="0" indent="0">
              <a:buFont typeface="Calibri" panose="020F0502020204030204" pitchFamily="34" charset="0"/>
              <a:buNone/>
              <a:defRPr/>
            </a:pPr>
            <a:r>
              <a:rPr lang="en-US" sz="2400" b="1" dirty="0">
                <a:solidFill>
                  <a:srgbClr val="0033CC"/>
                </a:solidFill>
              </a:rPr>
              <a:t>index.html </a:t>
            </a:r>
            <a:r>
              <a:rPr lang="en-US" sz="2400" dirty="0">
                <a:solidFill>
                  <a:schemeClr val="tx1"/>
                </a:solidFill>
              </a:rPr>
              <a:t>and select </a:t>
            </a:r>
          </a:p>
          <a:p>
            <a:pPr marL="0" indent="0">
              <a:buFont typeface="Calibri" panose="020F0502020204030204" pitchFamily="34" charset="0"/>
              <a:buNone/>
              <a:defRPr/>
            </a:pPr>
            <a:r>
              <a:rPr lang="en-US" sz="2400" dirty="0">
                <a:solidFill>
                  <a:schemeClr val="tx1"/>
                </a:solidFill>
              </a:rPr>
              <a:t>Open with Live Server</a:t>
            </a:r>
          </a:p>
          <a:p>
            <a:pPr>
              <a:defRPr/>
            </a:pPr>
            <a:endParaRPr lang="en-US" sz="1800" dirty="0"/>
          </a:p>
          <a:p>
            <a:pPr>
              <a:defRPr/>
            </a:pPr>
            <a:endParaRPr lang="en-US" sz="1800" dirty="0"/>
          </a:p>
        </p:txBody>
      </p:sp>
      <p:sp>
        <p:nvSpPr>
          <p:cNvPr id="25604" name="Slide Number Placeholder 3">
            <a:extLst>
              <a:ext uri="{FF2B5EF4-FFF2-40B4-BE49-F238E27FC236}">
                <a16:creationId xmlns:a16="http://schemas.microsoft.com/office/drawing/2014/main" id="{DD13569E-4DBF-DD59-5F45-9CD9BE6B4D8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FFD313F-523A-47D6-A125-428097599504}" type="slidenum">
              <a:rPr lang="en-US" altLang="en-US" smtClean="0">
                <a:solidFill>
                  <a:srgbClr val="FFFFFF"/>
                </a:solidFill>
              </a:rPr>
              <a:pPr/>
              <a:t>16</a:t>
            </a:fld>
            <a:endParaRPr lang="en-US" altLang="en-US">
              <a:solidFill>
                <a:srgbClr val="FFFFFF"/>
              </a:solidFill>
            </a:endParaRPr>
          </a:p>
        </p:txBody>
      </p:sp>
      <p:pic>
        <p:nvPicPr>
          <p:cNvPr id="25605" name="Picture 5">
            <a:extLst>
              <a:ext uri="{FF2B5EF4-FFF2-40B4-BE49-F238E27FC236}">
                <a16:creationId xmlns:a16="http://schemas.microsoft.com/office/drawing/2014/main" id="{6961F755-20D4-6598-8D08-8E3109333B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3588" y="1846263"/>
            <a:ext cx="7618412" cy="409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D47BEA7A-1667-FB70-0391-31234CDC7A15}"/>
              </a:ext>
            </a:extLst>
          </p:cNvPr>
          <p:cNvSpPr>
            <a:spLocks noGrp="1" noChangeArrowheads="1"/>
          </p:cNvSpPr>
          <p:nvPr>
            <p:ph type="title"/>
          </p:nvPr>
        </p:nvSpPr>
        <p:spPr>
          <a:xfrm>
            <a:off x="1096963" y="287338"/>
            <a:ext cx="10058400" cy="1449387"/>
          </a:xfrm>
        </p:spPr>
        <p:txBody>
          <a:bodyPr/>
          <a:lstStyle/>
          <a:p>
            <a:pPr marL="742950" indent="-742950">
              <a:buFont typeface="+mj-lt"/>
              <a:buAutoNum type="arabicPeriod" startAt="4"/>
              <a:defRPr/>
            </a:pPr>
            <a:r>
              <a:rPr lang="en-US" altLang="en-US" b="1" dirty="0"/>
              <a:t>Structure of a Web Page</a:t>
            </a:r>
          </a:p>
        </p:txBody>
      </p:sp>
      <p:sp>
        <p:nvSpPr>
          <p:cNvPr id="26627" name="Content Placeholder 1">
            <a:extLst>
              <a:ext uri="{FF2B5EF4-FFF2-40B4-BE49-F238E27FC236}">
                <a16:creationId xmlns:a16="http://schemas.microsoft.com/office/drawing/2014/main" id="{DCCFAD3F-6AE7-D52E-666F-B12356223160}"/>
              </a:ext>
            </a:extLst>
          </p:cNvPr>
          <p:cNvSpPr>
            <a:spLocks noGrp="1" noChangeArrowheads="1"/>
          </p:cNvSpPr>
          <p:nvPr>
            <p:ph sz="half" idx="1"/>
          </p:nvPr>
        </p:nvSpPr>
        <p:spPr>
          <a:xfrm>
            <a:off x="1096963" y="1846263"/>
            <a:ext cx="10058400" cy="4022725"/>
          </a:xfrm>
        </p:spPr>
        <p:txBody>
          <a:bodyPr/>
          <a:lstStyle/>
          <a:p>
            <a:pPr>
              <a:buFont typeface="Wingdings" panose="05000000000000000000" pitchFamily="2" charset="2"/>
              <a:buChar char="v"/>
            </a:pPr>
            <a:r>
              <a:rPr lang="en-GB" altLang="en-US" sz="2400" b="1">
                <a:solidFill>
                  <a:srgbClr val="0033CC"/>
                </a:solidFill>
              </a:rPr>
              <a:t>What is HTML?</a:t>
            </a:r>
          </a:p>
          <a:p>
            <a:pPr>
              <a:buFont typeface="Wingdings" panose="05000000000000000000" pitchFamily="2" charset="2"/>
              <a:buChar char="§"/>
            </a:pPr>
            <a:r>
              <a:rPr lang="en-GB" altLang="en-US" sz="2400">
                <a:solidFill>
                  <a:schemeClr val="tx1"/>
                </a:solidFill>
              </a:rPr>
              <a:t>HTML stands for Hyper Text Markup Language</a:t>
            </a:r>
          </a:p>
          <a:p>
            <a:pPr>
              <a:buFont typeface="Wingdings" panose="05000000000000000000" pitchFamily="2" charset="2"/>
              <a:buChar char="§"/>
            </a:pPr>
            <a:r>
              <a:rPr lang="en-GB" altLang="en-US" sz="2400">
                <a:solidFill>
                  <a:schemeClr val="tx1"/>
                </a:solidFill>
              </a:rPr>
              <a:t>HTML is the standard markup language for creating Web pages</a:t>
            </a:r>
          </a:p>
          <a:p>
            <a:pPr>
              <a:buFont typeface="Wingdings" panose="05000000000000000000" pitchFamily="2" charset="2"/>
              <a:buChar char="§"/>
            </a:pPr>
            <a:r>
              <a:rPr lang="en-GB" altLang="en-US" sz="2400">
                <a:solidFill>
                  <a:schemeClr val="tx1"/>
                </a:solidFill>
              </a:rPr>
              <a:t>HTML describes the structure of a Web page</a:t>
            </a:r>
          </a:p>
          <a:p>
            <a:pPr>
              <a:buFont typeface="Wingdings" panose="05000000000000000000" pitchFamily="2" charset="2"/>
              <a:buChar char="§"/>
            </a:pPr>
            <a:r>
              <a:rPr lang="en-GB" altLang="en-US" sz="2400">
                <a:solidFill>
                  <a:schemeClr val="tx1"/>
                </a:solidFill>
              </a:rPr>
              <a:t>HTML consists of a series of elements</a:t>
            </a:r>
          </a:p>
          <a:p>
            <a:pPr>
              <a:buFont typeface="Wingdings" panose="05000000000000000000" pitchFamily="2" charset="2"/>
              <a:buChar char="§"/>
            </a:pPr>
            <a:r>
              <a:rPr lang="en-GB" altLang="en-US" sz="2400">
                <a:solidFill>
                  <a:schemeClr val="tx1"/>
                </a:solidFill>
              </a:rPr>
              <a:t>HTML elements tell the browser how to display the content</a:t>
            </a:r>
          </a:p>
          <a:p>
            <a:pPr>
              <a:buFont typeface="Wingdings" panose="05000000000000000000" pitchFamily="2" charset="2"/>
              <a:buChar char="§"/>
            </a:pPr>
            <a:r>
              <a:rPr lang="en-GB" altLang="en-US" sz="2400">
                <a:solidFill>
                  <a:schemeClr val="tx1"/>
                </a:solidFill>
              </a:rPr>
              <a:t>HTML elements label pieces of content such as "this is a heading", "this is a paragraph", "this is a link", etc.</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13D3F41D-994C-781E-CC5B-517456D00206}"/>
              </a:ext>
            </a:extLst>
          </p:cNvPr>
          <p:cNvSpPr>
            <a:spLocks noGrp="1" noChangeArrowheads="1"/>
          </p:cNvSpPr>
          <p:nvPr>
            <p:ph type="title"/>
          </p:nvPr>
        </p:nvSpPr>
        <p:spPr>
          <a:xfrm>
            <a:off x="1096963" y="287338"/>
            <a:ext cx="10058400" cy="1449387"/>
          </a:xfrm>
        </p:spPr>
        <p:txBody>
          <a:bodyPr/>
          <a:lstStyle/>
          <a:p>
            <a:pPr>
              <a:defRPr/>
            </a:pPr>
            <a:r>
              <a:rPr lang="en-US" dirty="0">
                <a:solidFill>
                  <a:srgbClr val="000000"/>
                </a:solidFill>
                <a:latin typeface="Segoe UI" panose="020B0502040204020203" pitchFamily="34" charset="0"/>
              </a:rPr>
              <a:t>A Simple HTML Document</a:t>
            </a:r>
            <a:endParaRPr lang="en-US" altLang="en-US" b="1" dirty="0"/>
          </a:p>
        </p:txBody>
      </p:sp>
      <p:sp>
        <p:nvSpPr>
          <p:cNvPr id="28675" name="Content Placeholder 1">
            <a:extLst>
              <a:ext uri="{FF2B5EF4-FFF2-40B4-BE49-F238E27FC236}">
                <a16:creationId xmlns:a16="http://schemas.microsoft.com/office/drawing/2014/main" id="{0D49397B-0D15-D497-DB11-8485CE158EAF}"/>
              </a:ext>
            </a:extLst>
          </p:cNvPr>
          <p:cNvSpPr>
            <a:spLocks noGrp="1" noChangeArrowheads="1"/>
          </p:cNvSpPr>
          <p:nvPr>
            <p:ph sz="half" idx="1"/>
          </p:nvPr>
        </p:nvSpPr>
        <p:spPr>
          <a:xfrm>
            <a:off x="1096963" y="1846263"/>
            <a:ext cx="10058400" cy="4022725"/>
          </a:xfrm>
        </p:spPr>
        <p:txBody>
          <a:bodyPr/>
          <a:lstStyle/>
          <a:p>
            <a:pPr marL="0" indent="0">
              <a:buFont typeface="Calibri" panose="020F0502020204030204" pitchFamily="34" charset="0"/>
              <a:buNone/>
            </a:pPr>
            <a:r>
              <a:rPr lang="en-GB" altLang="en-US" sz="2400">
                <a:solidFill>
                  <a:srgbClr val="0000CD"/>
                </a:solidFill>
                <a:latin typeface="Consolas" panose="020B0609020204030204" pitchFamily="49" charset="0"/>
              </a:rPr>
              <a:t>&lt;</a:t>
            </a:r>
            <a:r>
              <a:rPr lang="en-GB" altLang="en-US" sz="2400">
                <a:solidFill>
                  <a:srgbClr val="A52A2A"/>
                </a:solidFill>
                <a:latin typeface="Consolas" panose="020B0609020204030204" pitchFamily="49" charset="0"/>
              </a:rPr>
              <a:t>!DOCTYPE</a:t>
            </a:r>
            <a:r>
              <a:rPr lang="en-GB" altLang="en-US" sz="2400">
                <a:solidFill>
                  <a:srgbClr val="FF0000"/>
                </a:solidFill>
                <a:latin typeface="Consolas" panose="020B0609020204030204" pitchFamily="49" charset="0"/>
              </a:rPr>
              <a:t> html</a:t>
            </a:r>
            <a:r>
              <a:rPr lang="en-GB" altLang="en-US" sz="2400">
                <a:solidFill>
                  <a:srgbClr val="0000CD"/>
                </a:solidFill>
                <a:latin typeface="Consolas" panose="020B0609020204030204" pitchFamily="49" charset="0"/>
              </a:rPr>
              <a:t>&gt;</a:t>
            </a:r>
            <a:br>
              <a:rPr lang="en-GB" altLang="en-US" sz="2400"/>
            </a:br>
            <a:r>
              <a:rPr lang="en-GB" altLang="en-US" sz="2400">
                <a:solidFill>
                  <a:srgbClr val="0000CD"/>
                </a:solidFill>
                <a:latin typeface="Consolas" panose="020B0609020204030204" pitchFamily="49" charset="0"/>
              </a:rPr>
              <a:t>&lt;</a:t>
            </a:r>
            <a:r>
              <a:rPr lang="en-GB" altLang="en-US" sz="2400">
                <a:solidFill>
                  <a:srgbClr val="A52A2A"/>
                </a:solidFill>
                <a:latin typeface="Consolas" panose="020B0609020204030204" pitchFamily="49" charset="0"/>
              </a:rPr>
              <a:t>html</a:t>
            </a:r>
            <a:r>
              <a:rPr lang="en-GB" altLang="en-US" sz="2400">
                <a:solidFill>
                  <a:srgbClr val="0000CD"/>
                </a:solidFill>
                <a:latin typeface="Consolas" panose="020B0609020204030204" pitchFamily="49" charset="0"/>
              </a:rPr>
              <a:t>&gt;</a:t>
            </a:r>
            <a:br>
              <a:rPr lang="en-GB" altLang="en-US" sz="2400"/>
            </a:br>
            <a:r>
              <a:rPr lang="en-GB" altLang="en-US" sz="2400">
                <a:solidFill>
                  <a:srgbClr val="0000CD"/>
                </a:solidFill>
                <a:latin typeface="Consolas" panose="020B0609020204030204" pitchFamily="49" charset="0"/>
              </a:rPr>
              <a:t>&lt;</a:t>
            </a:r>
            <a:r>
              <a:rPr lang="en-GB" altLang="en-US" sz="2400">
                <a:solidFill>
                  <a:srgbClr val="A52A2A"/>
                </a:solidFill>
                <a:latin typeface="Consolas" panose="020B0609020204030204" pitchFamily="49" charset="0"/>
              </a:rPr>
              <a:t>head</a:t>
            </a:r>
            <a:r>
              <a:rPr lang="en-GB" altLang="en-US" sz="2400">
                <a:solidFill>
                  <a:srgbClr val="0000CD"/>
                </a:solidFill>
                <a:latin typeface="Consolas" panose="020B0609020204030204" pitchFamily="49" charset="0"/>
              </a:rPr>
              <a:t>&gt;</a:t>
            </a:r>
            <a:br>
              <a:rPr lang="en-GB" altLang="en-US" sz="2400"/>
            </a:br>
            <a:r>
              <a:rPr lang="en-GB" altLang="en-US" sz="2400">
                <a:solidFill>
                  <a:srgbClr val="0000CD"/>
                </a:solidFill>
                <a:latin typeface="Consolas" panose="020B0609020204030204" pitchFamily="49" charset="0"/>
              </a:rPr>
              <a:t>&lt;</a:t>
            </a:r>
            <a:r>
              <a:rPr lang="en-GB" altLang="en-US" sz="2400">
                <a:solidFill>
                  <a:srgbClr val="A52A2A"/>
                </a:solidFill>
                <a:latin typeface="Consolas" panose="020B0609020204030204" pitchFamily="49" charset="0"/>
              </a:rPr>
              <a:t>title</a:t>
            </a:r>
            <a:r>
              <a:rPr lang="en-GB" altLang="en-US" sz="2400">
                <a:solidFill>
                  <a:srgbClr val="0000CD"/>
                </a:solidFill>
                <a:latin typeface="Consolas" panose="020B0609020204030204" pitchFamily="49" charset="0"/>
              </a:rPr>
              <a:t>&gt;</a:t>
            </a:r>
            <a:r>
              <a:rPr lang="en-GB" altLang="en-US" sz="2400">
                <a:solidFill>
                  <a:srgbClr val="000000"/>
                </a:solidFill>
                <a:latin typeface="Consolas" panose="020B0609020204030204" pitchFamily="49" charset="0"/>
              </a:rPr>
              <a:t>Page Title</a:t>
            </a:r>
            <a:r>
              <a:rPr lang="en-GB" altLang="en-US" sz="2400">
                <a:solidFill>
                  <a:srgbClr val="0000CD"/>
                </a:solidFill>
                <a:latin typeface="Consolas" panose="020B0609020204030204" pitchFamily="49" charset="0"/>
              </a:rPr>
              <a:t>&lt;</a:t>
            </a:r>
            <a:r>
              <a:rPr lang="en-GB" altLang="en-US" sz="2400">
                <a:solidFill>
                  <a:srgbClr val="A52A2A"/>
                </a:solidFill>
                <a:latin typeface="Consolas" panose="020B0609020204030204" pitchFamily="49" charset="0"/>
              </a:rPr>
              <a:t>/title</a:t>
            </a:r>
            <a:r>
              <a:rPr lang="en-GB" altLang="en-US" sz="2400">
                <a:solidFill>
                  <a:srgbClr val="0000CD"/>
                </a:solidFill>
                <a:latin typeface="Consolas" panose="020B0609020204030204" pitchFamily="49" charset="0"/>
              </a:rPr>
              <a:t>&gt;</a:t>
            </a:r>
            <a:br>
              <a:rPr lang="en-GB" altLang="en-US" sz="2400"/>
            </a:br>
            <a:r>
              <a:rPr lang="en-GB" altLang="en-US" sz="2400">
                <a:solidFill>
                  <a:srgbClr val="0000CD"/>
                </a:solidFill>
                <a:latin typeface="Consolas" panose="020B0609020204030204" pitchFamily="49" charset="0"/>
              </a:rPr>
              <a:t>&lt;</a:t>
            </a:r>
            <a:r>
              <a:rPr lang="en-GB" altLang="en-US" sz="2400">
                <a:solidFill>
                  <a:srgbClr val="A52A2A"/>
                </a:solidFill>
                <a:latin typeface="Consolas" panose="020B0609020204030204" pitchFamily="49" charset="0"/>
              </a:rPr>
              <a:t>/head</a:t>
            </a:r>
            <a:r>
              <a:rPr lang="en-GB" altLang="en-US" sz="2400">
                <a:solidFill>
                  <a:srgbClr val="0000CD"/>
                </a:solidFill>
                <a:latin typeface="Consolas" panose="020B0609020204030204" pitchFamily="49" charset="0"/>
              </a:rPr>
              <a:t>&gt;</a:t>
            </a:r>
            <a:br>
              <a:rPr lang="en-GB" altLang="en-US" sz="2400"/>
            </a:br>
            <a:r>
              <a:rPr lang="en-GB" altLang="en-US" sz="2400">
                <a:solidFill>
                  <a:srgbClr val="0000CD"/>
                </a:solidFill>
                <a:latin typeface="Consolas" panose="020B0609020204030204" pitchFamily="49" charset="0"/>
              </a:rPr>
              <a:t>&lt;</a:t>
            </a:r>
            <a:r>
              <a:rPr lang="en-GB" altLang="en-US" sz="2400">
                <a:solidFill>
                  <a:srgbClr val="A52A2A"/>
                </a:solidFill>
                <a:latin typeface="Consolas" panose="020B0609020204030204" pitchFamily="49" charset="0"/>
              </a:rPr>
              <a:t>body</a:t>
            </a:r>
            <a:r>
              <a:rPr lang="en-GB" altLang="en-US" sz="2400">
                <a:solidFill>
                  <a:srgbClr val="0000CD"/>
                </a:solidFill>
                <a:latin typeface="Consolas" panose="020B0609020204030204" pitchFamily="49" charset="0"/>
              </a:rPr>
              <a:t>&gt;</a:t>
            </a:r>
            <a:br>
              <a:rPr lang="en-GB" altLang="en-US" sz="2400"/>
            </a:br>
            <a:r>
              <a:rPr lang="en-GB" altLang="en-US" sz="2400"/>
              <a:t>-----</a:t>
            </a:r>
            <a:br>
              <a:rPr lang="en-GB" altLang="en-US" sz="2400"/>
            </a:br>
            <a:r>
              <a:rPr lang="en-GB" altLang="en-US" sz="2400"/>
              <a:t>-----</a:t>
            </a:r>
            <a:br>
              <a:rPr lang="en-GB" altLang="en-US" sz="2400"/>
            </a:br>
            <a:r>
              <a:rPr lang="en-GB" altLang="en-US" sz="2400">
                <a:solidFill>
                  <a:srgbClr val="0000CD"/>
                </a:solidFill>
                <a:latin typeface="Consolas" panose="020B0609020204030204" pitchFamily="49" charset="0"/>
              </a:rPr>
              <a:t>&lt;</a:t>
            </a:r>
            <a:r>
              <a:rPr lang="en-GB" altLang="en-US" sz="2400">
                <a:solidFill>
                  <a:srgbClr val="A52A2A"/>
                </a:solidFill>
                <a:latin typeface="Consolas" panose="020B0609020204030204" pitchFamily="49" charset="0"/>
              </a:rPr>
              <a:t>/body</a:t>
            </a:r>
            <a:r>
              <a:rPr lang="en-GB" altLang="en-US" sz="2400">
                <a:solidFill>
                  <a:srgbClr val="0000CD"/>
                </a:solidFill>
                <a:latin typeface="Consolas" panose="020B0609020204030204" pitchFamily="49" charset="0"/>
              </a:rPr>
              <a:t>&gt;</a:t>
            </a:r>
            <a:br>
              <a:rPr lang="en-GB" altLang="en-US" sz="2400"/>
            </a:br>
            <a:r>
              <a:rPr lang="en-GB" altLang="en-US" sz="2400">
                <a:solidFill>
                  <a:srgbClr val="0000CD"/>
                </a:solidFill>
                <a:latin typeface="Consolas" panose="020B0609020204030204" pitchFamily="49" charset="0"/>
              </a:rPr>
              <a:t>&lt;</a:t>
            </a:r>
            <a:r>
              <a:rPr lang="en-GB" altLang="en-US" sz="2400">
                <a:solidFill>
                  <a:srgbClr val="A52A2A"/>
                </a:solidFill>
                <a:latin typeface="Consolas" panose="020B0609020204030204" pitchFamily="49" charset="0"/>
              </a:rPr>
              <a:t>/html</a:t>
            </a:r>
            <a:r>
              <a:rPr lang="en-GB" altLang="en-US" sz="2400">
                <a:solidFill>
                  <a:srgbClr val="0000CD"/>
                </a:solidFill>
                <a:latin typeface="Consolas" panose="020B0609020204030204" pitchFamily="49" charset="0"/>
              </a:rPr>
              <a:t>&gt;</a:t>
            </a:r>
            <a:endParaRPr lang="en-GB" altLang="en-US" sz="2000" b="1">
              <a:solidFill>
                <a:srgbClr val="0033CC"/>
              </a:solidFill>
            </a:endParaRPr>
          </a:p>
        </p:txBody>
      </p:sp>
    </p:spTree>
  </p:cSld>
  <p:clrMapOvr>
    <a:masterClrMapping/>
  </p:clrMapOvr>
</p:sld>
</file>

<file path=ppt/theme/theme1.xml><?xml version="1.0" encoding="utf-8"?>
<a:theme xmlns:a="http://schemas.openxmlformats.org/drawingml/2006/main" name="Retrospec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1_Retrospec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23C66856B3314981D2E215FB7144D6" ma:contentTypeVersion="0" ma:contentTypeDescription="Create a new document." ma:contentTypeScope="" ma:versionID="a8f50facb5a903a92afdc154f06e588d">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F121EE4-6F04-4C6F-B5B6-963AE6AB0AA1}"/>
</file>

<file path=customXml/itemProps2.xml><?xml version="1.0" encoding="utf-8"?>
<ds:datastoreItem xmlns:ds="http://schemas.openxmlformats.org/officeDocument/2006/customXml" ds:itemID="{ED01A831-39D8-4DCD-8B63-9889DD796BB0}"/>
</file>

<file path=customXml/itemProps3.xml><?xml version="1.0" encoding="utf-8"?>
<ds:datastoreItem xmlns:ds="http://schemas.openxmlformats.org/officeDocument/2006/customXml" ds:itemID="{952CD339-A686-4ED3-869F-4D571A63641E}"/>
</file>

<file path=docProps/app.xml><?xml version="1.0" encoding="utf-8"?>
<Properties xmlns="http://schemas.openxmlformats.org/officeDocument/2006/extended-properties" xmlns:vt="http://schemas.openxmlformats.org/officeDocument/2006/docPropsVTypes">
  <Template/>
  <TotalTime>5839</TotalTime>
  <Words>777</Words>
  <Application>Microsoft Office PowerPoint</Application>
  <PresentationFormat>Widescreen</PresentationFormat>
  <Paragraphs>82</Paragraphs>
  <Slides>18</Slides>
  <Notes>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18</vt:i4>
      </vt:variant>
    </vt:vector>
  </HeadingPairs>
  <TitlesOfParts>
    <vt:vector size="28" baseType="lpstr">
      <vt:lpstr>Calibri</vt:lpstr>
      <vt:lpstr>Arial</vt:lpstr>
      <vt:lpstr>Calibri Light</vt:lpstr>
      <vt:lpstr>Times New Roman</vt:lpstr>
      <vt:lpstr>Wingdings</vt:lpstr>
      <vt:lpstr>Segoe UI</vt:lpstr>
      <vt:lpstr>Consolas</vt:lpstr>
      <vt:lpstr>Times</vt:lpstr>
      <vt:lpstr>Retrospect</vt:lpstr>
      <vt:lpstr>1_Retrospect</vt:lpstr>
      <vt:lpstr>PowerPoint Presentation</vt:lpstr>
      <vt:lpstr>Lecture Outline:</vt:lpstr>
      <vt:lpstr>Domain name, hosting, DNS and search engine optimization.</vt:lpstr>
      <vt:lpstr>Domain name, hosting, DNS and search engine optimization.</vt:lpstr>
      <vt:lpstr>Domain name, hosting, DNS and search engine optimization.</vt:lpstr>
      <vt:lpstr>Domain name, hosting, DNS and search engine optimization.</vt:lpstr>
      <vt:lpstr>Domain name, hosting, DNS and search engine optimization.</vt:lpstr>
      <vt:lpstr>Installing IDE Visual Studio code  </vt:lpstr>
      <vt:lpstr>Creating your first .html file</vt:lpstr>
      <vt:lpstr>Creating your first .html file</vt:lpstr>
      <vt:lpstr>Creating your first .html file</vt:lpstr>
      <vt:lpstr>Creating your first .html file</vt:lpstr>
      <vt:lpstr>Creating your first .html file</vt:lpstr>
      <vt:lpstr>Creating your first .html file</vt:lpstr>
      <vt:lpstr>Creating your first .html file</vt:lpstr>
      <vt:lpstr>Creating your first .html file</vt:lpstr>
      <vt:lpstr>Structure of a Web Page</vt:lpstr>
      <vt:lpstr>A Simple HTML Document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Bassel Dhaini</dc:creator>
  <cp:lastModifiedBy>Kamal Beydoun</cp:lastModifiedBy>
  <cp:revision>1377</cp:revision>
  <dcterms:created xsi:type="dcterms:W3CDTF">1601-01-01T00:00:00Z</dcterms:created>
  <dcterms:modified xsi:type="dcterms:W3CDTF">2025-09-21T16:34:42Z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0x010100BE23C66856B3314981D2E215FB7144D6</vt:lpwstr>
  </property>
</Properties>
</file>